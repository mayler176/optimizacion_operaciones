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eb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3"/>
  </p:notesMasterIdLst>
  <p:handoutMasterIdLst>
    <p:handoutMasterId r:id="rId24"/>
  </p:handoutMasterIdLst>
  <p:sldIdLst>
    <p:sldId id="350" r:id="rId5"/>
    <p:sldId id="346" r:id="rId6"/>
    <p:sldId id="419" r:id="rId7"/>
    <p:sldId id="299" r:id="rId8"/>
    <p:sldId id="300" r:id="rId9"/>
    <p:sldId id="261" r:id="rId10"/>
    <p:sldId id="257" r:id="rId11"/>
    <p:sldId id="420" r:id="rId12"/>
    <p:sldId id="258" r:id="rId13"/>
    <p:sldId id="259" r:id="rId14"/>
    <p:sldId id="421" r:id="rId15"/>
    <p:sldId id="298" r:id="rId16"/>
    <p:sldId id="422" r:id="rId17"/>
    <p:sldId id="277" r:id="rId18"/>
    <p:sldId id="423" r:id="rId19"/>
    <p:sldId id="281" r:id="rId20"/>
    <p:sldId id="279" r:id="rId21"/>
    <p:sldId id="278" r:id="rId22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66F7B-4498-487E-A275-31A28E83FAC6}" v="1286" dt="2025-03-04T17:08:44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107" d="100"/>
          <a:sy n="107" d="100"/>
        </p:scale>
        <p:origin x="67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8FC66F7B-4498-487E-A275-31A28E83FAC6}"/>
    <pc:docChg chg="undo custSel addSld delSld modSld sldOrd modMainMaster">
      <pc:chgData name="Jenny Díaz Ramírez" userId="df7d83af-54c1-43f9-a4ec-fea9744b3563" providerId="ADAL" clId="{8FC66F7B-4498-487E-A275-31A28E83FAC6}" dt="2025-03-04T17:08:44.496" v="2646" actId="20577"/>
      <pc:docMkLst>
        <pc:docMk/>
      </pc:docMkLst>
      <pc:sldChg chg="addSp delSp modSp add mod modClrScheme chgLayout">
        <pc:chgData name="Jenny Díaz Ramírez" userId="df7d83af-54c1-43f9-a4ec-fea9744b3563" providerId="ADAL" clId="{8FC66F7B-4498-487E-A275-31A28E83FAC6}" dt="2025-03-04T16:56:35.453" v="2304" actId="207"/>
        <pc:sldMkLst>
          <pc:docMk/>
          <pc:sldMk cId="2612403435" sldId="257"/>
        </pc:sldMkLst>
        <pc:spChg chg="mod ord">
          <ac:chgData name="Jenny Díaz Ramírez" userId="df7d83af-54c1-43f9-a4ec-fea9744b3563" providerId="ADAL" clId="{8FC66F7B-4498-487E-A275-31A28E83FAC6}" dt="2025-02-21T22:27:03.731" v="189" actId="700"/>
          <ac:spMkLst>
            <pc:docMk/>
            <pc:sldMk cId="2612403435" sldId="257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3-04T16:36:50.324" v="1871" actId="14100"/>
          <ac:spMkLst>
            <pc:docMk/>
            <pc:sldMk cId="2612403435" sldId="257"/>
            <ac:spMk id="3" creationId="{00000000-0000-0000-0000-000000000000}"/>
          </ac:spMkLst>
        </pc:spChg>
        <pc:spChg chg="add mod">
          <ac:chgData name="Jenny Díaz Ramírez" userId="df7d83af-54c1-43f9-a4ec-fea9744b3563" providerId="ADAL" clId="{8FC66F7B-4498-487E-A275-31A28E83FAC6}" dt="2025-03-04T16:56:35.453" v="2304" actId="207"/>
          <ac:spMkLst>
            <pc:docMk/>
            <pc:sldMk cId="2612403435" sldId="257"/>
            <ac:spMk id="5" creationId="{A8626725-7F24-2AE9-679C-143229E44BD5}"/>
          </ac:spMkLst>
        </pc:spChg>
        <pc:spChg chg="add mod">
          <ac:chgData name="Jenny Díaz Ramírez" userId="df7d83af-54c1-43f9-a4ec-fea9744b3563" providerId="ADAL" clId="{8FC66F7B-4498-487E-A275-31A28E83FAC6}" dt="2025-03-04T16:56:31.436" v="2303" actId="207"/>
          <ac:spMkLst>
            <pc:docMk/>
            <pc:sldMk cId="2612403435" sldId="257"/>
            <ac:spMk id="6" creationId="{68CB7D1B-B231-DB7A-3649-C35AC5C618FE}"/>
          </ac:spMkLst>
        </pc:spChg>
      </pc:sldChg>
      <pc:sldChg chg="delSp del mod">
        <pc:chgData name="Jenny Díaz Ramírez" userId="df7d83af-54c1-43f9-a4ec-fea9744b3563" providerId="ADAL" clId="{8FC66F7B-4498-487E-A275-31A28E83FAC6}" dt="2025-02-21T22:10:23.395" v="63" actId="47"/>
        <pc:sldMkLst>
          <pc:docMk/>
          <pc:sldMk cId="4278340975" sldId="257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565975496" sldId="258"/>
        </pc:sldMkLst>
      </pc:sldChg>
      <pc:sldChg chg="addSp delSp modSp add mod ord modClrScheme chgLayout">
        <pc:chgData name="Jenny Díaz Ramírez" userId="df7d83af-54c1-43f9-a4ec-fea9744b3563" providerId="ADAL" clId="{8FC66F7B-4498-487E-A275-31A28E83FAC6}" dt="2025-03-04T16:27:54.671" v="1628"/>
        <pc:sldMkLst>
          <pc:docMk/>
          <pc:sldMk cId="1524610384" sldId="258"/>
        </pc:sldMkLst>
        <pc:spChg chg="mod ord">
          <ac:chgData name="Jenny Díaz Ramírez" userId="df7d83af-54c1-43f9-a4ec-fea9744b3563" providerId="ADAL" clId="{8FC66F7B-4498-487E-A275-31A28E83FAC6}" dt="2025-02-21T22:17:39.594" v="74" actId="700"/>
          <ac:spMkLst>
            <pc:docMk/>
            <pc:sldMk cId="1524610384" sldId="258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2-21T22:17:39.594" v="74" actId="700"/>
          <ac:spMkLst>
            <pc:docMk/>
            <pc:sldMk cId="1524610384" sldId="258"/>
            <ac:spMk id="3" creationId="{00000000-0000-0000-0000-000000000000}"/>
          </ac:spMkLst>
        </pc:spChg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2505621748" sldId="259"/>
        </pc:sldMkLst>
      </pc:sldChg>
      <pc:sldChg chg="addSp delSp modSp add mod ord modClrScheme chgLayout">
        <pc:chgData name="Jenny Díaz Ramírez" userId="df7d83af-54c1-43f9-a4ec-fea9744b3563" providerId="ADAL" clId="{8FC66F7B-4498-487E-A275-31A28E83FAC6}" dt="2025-03-04T16:34:13.417" v="1796" actId="1076"/>
        <pc:sldMkLst>
          <pc:docMk/>
          <pc:sldMk cId="2929276412" sldId="259"/>
        </pc:sldMkLst>
        <pc:spChg chg="mod ord">
          <ac:chgData name="Jenny Díaz Ramírez" userId="df7d83af-54c1-43f9-a4ec-fea9744b3563" providerId="ADAL" clId="{8FC66F7B-4498-487E-A275-31A28E83FAC6}" dt="2025-02-21T22:20:05.805" v="106" actId="27636"/>
          <ac:spMkLst>
            <pc:docMk/>
            <pc:sldMk cId="2929276412" sldId="259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6:34:13.417" v="1796" actId="1076"/>
          <ac:spMkLst>
            <pc:docMk/>
            <pc:sldMk cId="2929276412" sldId="259"/>
            <ac:spMk id="6" creationId="{00000000-0000-0000-0000-000000000000}"/>
          </ac:spMkLst>
        </pc:spChg>
        <pc:spChg chg="add del mod ord">
          <ac:chgData name="Jenny Díaz Ramírez" userId="df7d83af-54c1-43f9-a4ec-fea9744b3563" providerId="ADAL" clId="{8FC66F7B-4498-487E-A275-31A28E83FAC6}" dt="2025-03-04T16:34:09.422" v="1795" actId="478"/>
          <ac:spMkLst>
            <pc:docMk/>
            <pc:sldMk cId="2929276412" sldId="259"/>
            <ac:spMk id="22" creationId="{B4A907C9-36FB-FD9E-5F3C-79AB565AA219}"/>
          </ac:spMkLst>
        </pc:spChg>
        <pc:picChg chg="mod">
          <ac:chgData name="Jenny Díaz Ramírez" userId="df7d83af-54c1-43f9-a4ec-fea9744b3563" providerId="ADAL" clId="{8FC66F7B-4498-487E-A275-31A28E83FAC6}" dt="2025-03-04T16:34:13.417" v="1796" actId="1076"/>
          <ac:picMkLst>
            <pc:docMk/>
            <pc:sldMk cId="2929276412" sldId="259"/>
            <ac:picMk id="4" creationId="{00000000-0000-0000-0000-000000000000}"/>
          </ac:picMkLst>
        </pc:picChg>
        <pc:picChg chg="mod">
          <ac:chgData name="Jenny Díaz Ramírez" userId="df7d83af-54c1-43f9-a4ec-fea9744b3563" providerId="ADAL" clId="{8FC66F7B-4498-487E-A275-31A28E83FAC6}" dt="2025-03-04T16:34:13.417" v="1796" actId="1076"/>
          <ac:picMkLst>
            <pc:docMk/>
            <pc:sldMk cId="2929276412" sldId="259"/>
            <ac:picMk id="7" creationId="{00000000-0000-0000-0000-000000000000}"/>
          </ac:picMkLst>
        </pc:picChg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1366496966" sldId="260"/>
        </pc:sldMkLst>
      </pc:sldChg>
      <pc:sldChg chg="addSp delSp modSp add mod ord modClrScheme chgLayout">
        <pc:chgData name="Jenny Díaz Ramírez" userId="df7d83af-54c1-43f9-a4ec-fea9744b3563" providerId="ADAL" clId="{8FC66F7B-4498-487E-A275-31A28E83FAC6}" dt="2025-03-04T16:27:28.212" v="1622" actId="478"/>
        <pc:sldMkLst>
          <pc:docMk/>
          <pc:sldMk cId="1827302849" sldId="261"/>
        </pc:sldMkLst>
        <pc:spChg chg="mod ord">
          <ac:chgData name="Jenny Díaz Ramírez" userId="df7d83af-54c1-43f9-a4ec-fea9744b3563" providerId="ADAL" clId="{8FC66F7B-4498-487E-A275-31A28E83FAC6}" dt="2025-02-21T22:27:03.731" v="189" actId="700"/>
          <ac:spMkLst>
            <pc:docMk/>
            <pc:sldMk cId="1827302849" sldId="261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8FC66F7B-4498-487E-A275-31A28E83FAC6}" dt="2025-03-04T16:27:28.212" v="1622" actId="478"/>
          <ac:spMkLst>
            <pc:docMk/>
            <pc:sldMk cId="1827302849" sldId="261"/>
            <ac:spMk id="28" creationId="{20414099-0A91-632A-0CFB-73CF0A0774A0}"/>
          </ac:spMkLst>
        </pc:spChg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4233016491" sldId="261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4196936770" sldId="262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926215391" sldId="264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3801453331" sldId="265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1143550934" sldId="266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1498289656" sldId="267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4028658835" sldId="268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3102934409" sldId="269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2446812252" sldId="270"/>
        </pc:sldMkLst>
      </pc:sldChg>
      <pc:sldChg chg="addSp delSp modSp add del mod modClrScheme chgLayout">
        <pc:chgData name="Jenny Díaz Ramírez" userId="df7d83af-54c1-43f9-a4ec-fea9744b3563" providerId="ADAL" clId="{8FC66F7B-4498-487E-A275-31A28E83FAC6}" dt="2025-03-04T16:32:56.395" v="1788" actId="47"/>
        <pc:sldMkLst>
          <pc:docMk/>
          <pc:sldMk cId="4091125877" sldId="274"/>
        </pc:sldMkLst>
        <pc:spChg chg="mod">
          <ac:chgData name="Jenny Díaz Ramírez" userId="df7d83af-54c1-43f9-a4ec-fea9744b3563" providerId="ADAL" clId="{8FC66F7B-4498-487E-A275-31A28E83FAC6}" dt="2025-03-04T16:28:19.334" v="1632" actId="207"/>
          <ac:spMkLst>
            <pc:docMk/>
            <pc:sldMk cId="4091125877" sldId="274"/>
            <ac:spMk id="5" creationId="{09487A8E-7F84-45F6-AEF8-07D80F9340F3}"/>
          </ac:spMkLst>
        </pc:spChg>
        <pc:spChg chg="mod">
          <ac:chgData name="Jenny Díaz Ramírez" userId="df7d83af-54c1-43f9-a4ec-fea9744b3563" providerId="ADAL" clId="{8FC66F7B-4498-487E-A275-31A28E83FAC6}" dt="2025-03-04T16:28:19.334" v="1632" actId="207"/>
          <ac:spMkLst>
            <pc:docMk/>
            <pc:sldMk cId="4091125877" sldId="274"/>
            <ac:spMk id="6" creationId="{16D3B013-6719-4664-971E-9112D7EEDDE9}"/>
          </ac:spMkLst>
        </pc:spChg>
        <pc:spChg chg="mod">
          <ac:chgData name="Jenny Díaz Ramírez" userId="df7d83af-54c1-43f9-a4ec-fea9744b3563" providerId="ADAL" clId="{8FC66F7B-4498-487E-A275-31A28E83FAC6}" dt="2025-03-04T16:28:19.334" v="1632" actId="207"/>
          <ac:spMkLst>
            <pc:docMk/>
            <pc:sldMk cId="4091125877" sldId="274"/>
            <ac:spMk id="7" creationId="{7CB66AA1-6B67-4B33-B825-855C3E82E917}"/>
          </ac:spMkLst>
        </pc:spChg>
        <pc:spChg chg="mod">
          <ac:chgData name="Jenny Díaz Ramírez" userId="df7d83af-54c1-43f9-a4ec-fea9744b3563" providerId="ADAL" clId="{8FC66F7B-4498-487E-A275-31A28E83FAC6}" dt="2025-03-04T16:28:19.334" v="1632" actId="207"/>
          <ac:spMkLst>
            <pc:docMk/>
            <pc:sldMk cId="4091125877" sldId="274"/>
            <ac:spMk id="8" creationId="{A7EC7187-B07B-48DD-81AE-72D9334A8110}"/>
          </ac:spMkLst>
        </pc:spChg>
        <pc:spChg chg="mod">
          <ac:chgData name="Jenny Díaz Ramírez" userId="df7d83af-54c1-43f9-a4ec-fea9744b3563" providerId="ADAL" clId="{8FC66F7B-4498-487E-A275-31A28E83FAC6}" dt="2025-03-04T16:28:19.334" v="1632" actId="207"/>
          <ac:spMkLst>
            <pc:docMk/>
            <pc:sldMk cId="4091125877" sldId="274"/>
            <ac:spMk id="9" creationId="{FF4804E6-F9AC-4B42-A716-54FBD7C220A6}"/>
          </ac:spMkLst>
        </pc:spChg>
        <pc:spChg chg="mod">
          <ac:chgData name="Jenny Díaz Ramírez" userId="df7d83af-54c1-43f9-a4ec-fea9744b3563" providerId="ADAL" clId="{8FC66F7B-4498-487E-A275-31A28E83FAC6}" dt="2025-03-04T16:28:12.444" v="1631" actId="207"/>
          <ac:spMkLst>
            <pc:docMk/>
            <pc:sldMk cId="4091125877" sldId="274"/>
            <ac:spMk id="11" creationId="{497E9AB6-5D99-4D0A-A76E-474C5954B5EC}"/>
          </ac:spMkLst>
        </pc:spChg>
        <pc:spChg chg="mod">
          <ac:chgData name="Jenny Díaz Ramírez" userId="df7d83af-54c1-43f9-a4ec-fea9744b3563" providerId="ADAL" clId="{8FC66F7B-4498-487E-A275-31A28E83FAC6}" dt="2025-03-04T16:28:12.444" v="1631" actId="207"/>
          <ac:spMkLst>
            <pc:docMk/>
            <pc:sldMk cId="4091125877" sldId="274"/>
            <ac:spMk id="12" creationId="{BF577ED2-F8B5-4B47-864B-FC38523C77D5}"/>
          </ac:spMkLst>
        </pc:spChg>
        <pc:spChg chg="mod">
          <ac:chgData name="Jenny Díaz Ramírez" userId="df7d83af-54c1-43f9-a4ec-fea9744b3563" providerId="ADAL" clId="{8FC66F7B-4498-487E-A275-31A28E83FAC6}" dt="2025-03-04T16:28:12.444" v="1631" actId="207"/>
          <ac:spMkLst>
            <pc:docMk/>
            <pc:sldMk cId="4091125877" sldId="274"/>
            <ac:spMk id="13" creationId="{0562797D-52FE-4DF4-B57C-237D73D2C023}"/>
          </ac:spMkLst>
        </pc:spChg>
        <pc:spChg chg="mod">
          <ac:chgData name="Jenny Díaz Ramírez" userId="df7d83af-54c1-43f9-a4ec-fea9744b3563" providerId="ADAL" clId="{8FC66F7B-4498-487E-A275-31A28E83FAC6}" dt="2025-03-04T16:28:12.444" v="1631" actId="207"/>
          <ac:spMkLst>
            <pc:docMk/>
            <pc:sldMk cId="4091125877" sldId="274"/>
            <ac:spMk id="14" creationId="{F2289DD1-C2A1-4E96-94C5-503D8CE934CF}"/>
          </ac:spMkLst>
        </pc:spChg>
        <pc:spChg chg="mod">
          <ac:chgData name="Jenny Díaz Ramírez" userId="df7d83af-54c1-43f9-a4ec-fea9744b3563" providerId="ADAL" clId="{8FC66F7B-4498-487E-A275-31A28E83FAC6}" dt="2025-03-04T16:28:12.444" v="1631" actId="207"/>
          <ac:spMkLst>
            <pc:docMk/>
            <pc:sldMk cId="4091125877" sldId="274"/>
            <ac:spMk id="15" creationId="{2FAE6005-33E2-4AF5-9F76-08BF34BAAF30}"/>
          </ac:spMkLst>
        </pc:spChg>
        <pc:spChg chg="mod">
          <ac:chgData name="Jenny Díaz Ramírez" userId="df7d83af-54c1-43f9-a4ec-fea9744b3563" providerId="ADAL" clId="{8FC66F7B-4498-487E-A275-31A28E83FAC6}" dt="2025-03-04T16:28:19.334" v="1632" actId="207"/>
          <ac:spMkLst>
            <pc:docMk/>
            <pc:sldMk cId="4091125877" sldId="274"/>
            <ac:spMk id="16" creationId="{E547D326-18A5-4454-A3E4-7B32C8443251}"/>
          </ac:spMkLst>
        </pc:spChg>
      </pc:sldChg>
      <pc:sldChg chg="addSp delSp modSp add del mod modClrScheme chgLayout">
        <pc:chgData name="Jenny Díaz Ramírez" userId="df7d83af-54c1-43f9-a4ec-fea9744b3563" providerId="ADAL" clId="{8FC66F7B-4498-487E-A275-31A28E83FAC6}" dt="2025-03-04T16:57:05.765" v="2327" actId="47"/>
        <pc:sldMkLst>
          <pc:docMk/>
          <pc:sldMk cId="3327596392" sldId="275"/>
        </pc:sldMkLst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6" creationId="{16D3B013-6719-4664-971E-9112D7EEDDE9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8" creationId="{A7EC7187-B07B-48DD-81AE-72D9334A8110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17" creationId="{647699D3-C6EA-4159-8B8F-69529B7B4A79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19" creationId="{95E7722B-EFFE-4E3C-9CF5-A5F9B7076AA6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20" creationId="{97EA8A75-1893-4AA5-8D7F-86B157689716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21" creationId="{7989CE39-D8D6-43CB-99D2-FF967365696C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26" creationId="{CCD9B870-006D-434B-B81C-2EA3D5AA5423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27" creationId="{07DA798E-88AE-47F2-9347-A2C66F1CA538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28" creationId="{0DF305FC-8B8C-43E0-8F2D-8D4FE33B73C1}"/>
          </ac:spMkLst>
        </pc:spChg>
        <pc:spChg chg="mod">
          <ac:chgData name="Jenny Díaz Ramírez" userId="df7d83af-54c1-43f9-a4ec-fea9744b3563" providerId="ADAL" clId="{8FC66F7B-4498-487E-A275-31A28E83FAC6}" dt="2025-03-04T16:33:06.446" v="1789" actId="207"/>
          <ac:spMkLst>
            <pc:docMk/>
            <pc:sldMk cId="3327596392" sldId="275"/>
            <ac:spMk id="29" creationId="{61084C6E-BEA5-4777-BF33-CF3D24D3F94B}"/>
          </ac:spMkLst>
        </pc:spChg>
      </pc:sldChg>
      <pc:sldChg chg="addSp delSp modSp add del mod modClrScheme chgLayout">
        <pc:chgData name="Jenny Díaz Ramírez" userId="df7d83af-54c1-43f9-a4ec-fea9744b3563" providerId="ADAL" clId="{8FC66F7B-4498-487E-A275-31A28E83FAC6}" dt="2025-03-04T16:35:47.690" v="1867" actId="47"/>
        <pc:sldMkLst>
          <pc:docMk/>
          <pc:sldMk cId="1315403258" sldId="276"/>
        </pc:sldMkLst>
        <pc:spChg chg="mod ord">
          <ac:chgData name="Jenny Díaz Ramírez" userId="df7d83af-54c1-43f9-a4ec-fea9744b3563" providerId="ADAL" clId="{8FC66F7B-4498-487E-A275-31A28E83FAC6}" dt="2025-03-04T16:11:12.248" v="194" actId="27636"/>
          <ac:spMkLst>
            <pc:docMk/>
            <pc:sldMk cId="1315403258" sldId="276"/>
            <ac:spMk id="2" creationId="{DBF60E02-034F-4237-98ED-C7ED4234AFD1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5" creationId="{AD6BDE78-FEC7-4553-9966-BBCFA5DAD56A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7" creationId="{64AF8369-4027-4381-8076-3DA5421E7342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8" creationId="{AFA0F361-65DE-4F2D-947A-EA4CD6E614EC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9" creationId="{86D82C55-4E82-43C1-81B5-29C3E190ED93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11" creationId="{8BB18E0E-C6B5-4478-88F8-AEB57774A12E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12" creationId="{76B1F1C8-D482-4F89-83E2-0459BE5727F7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13" creationId="{9EDD6260-07E6-4B58-BBE1-BAA92D1D5B89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15" creationId="{789E436B-B147-4A17-8E95-86B6B17175AC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16" creationId="{A1F3F2BD-B5DB-4D85-A367-AB90BE90F4B5}"/>
          </ac:spMkLst>
        </pc:spChg>
        <pc:spChg chg="mod">
          <ac:chgData name="Jenny Díaz Ramírez" userId="df7d83af-54c1-43f9-a4ec-fea9744b3563" providerId="ADAL" clId="{8FC66F7B-4498-487E-A275-31A28E83FAC6}" dt="2025-03-04T16:35:13.515" v="1852" actId="207"/>
          <ac:spMkLst>
            <pc:docMk/>
            <pc:sldMk cId="1315403258" sldId="276"/>
            <ac:spMk id="19" creationId="{1419039B-87DE-4C69-81C0-696A0A4FB87B}"/>
          </ac:spMkLst>
        </pc:spChg>
      </pc:sldChg>
      <pc:sldChg chg="addSp delSp modSp add mod modClrScheme chgLayout">
        <pc:chgData name="Jenny Díaz Ramírez" userId="df7d83af-54c1-43f9-a4ec-fea9744b3563" providerId="ADAL" clId="{8FC66F7B-4498-487E-A275-31A28E83FAC6}" dt="2025-02-21T22:27:03.731" v="189" actId="700"/>
        <pc:sldMkLst>
          <pc:docMk/>
          <pc:sldMk cId="2118219978" sldId="277"/>
        </pc:sldMkLst>
        <pc:spChg chg="mod ord">
          <ac:chgData name="Jenny Díaz Ramírez" userId="df7d83af-54c1-43f9-a4ec-fea9744b3563" providerId="ADAL" clId="{8FC66F7B-4498-487E-A275-31A28E83FAC6}" dt="2025-02-21T22:27:03.731" v="189" actId="700"/>
          <ac:spMkLst>
            <pc:docMk/>
            <pc:sldMk cId="2118219978" sldId="277"/>
            <ac:spMk id="2" creationId="{9AE0D06A-ED5E-4747-A0E1-A3CD6DE3B2D0}"/>
          </ac:spMkLst>
        </pc:spChg>
        <pc:spChg chg="mod ord">
          <ac:chgData name="Jenny Díaz Ramírez" userId="df7d83af-54c1-43f9-a4ec-fea9744b3563" providerId="ADAL" clId="{8FC66F7B-4498-487E-A275-31A28E83FAC6}" dt="2025-02-21T22:17:39.594" v="74" actId="700"/>
          <ac:spMkLst>
            <pc:docMk/>
            <pc:sldMk cId="2118219978" sldId="277"/>
            <ac:spMk id="3" creationId="{74EDAEB6-5578-4A64-8037-97EA0348DFFB}"/>
          </ac:spMkLst>
        </pc:spChg>
      </pc:sldChg>
      <pc:sldChg chg="addSp delSp modSp add mod modClrScheme chgLayout">
        <pc:chgData name="Jenny Díaz Ramírez" userId="df7d83af-54c1-43f9-a4ec-fea9744b3563" providerId="ADAL" clId="{8FC66F7B-4498-487E-A275-31A28E83FAC6}" dt="2025-03-04T17:06:25.011" v="2597" actId="1076"/>
        <pc:sldMkLst>
          <pc:docMk/>
          <pc:sldMk cId="1753174141" sldId="278"/>
        </pc:sldMkLst>
        <pc:spChg chg="mod ord">
          <ac:chgData name="Jenny Díaz Ramírez" userId="df7d83af-54c1-43f9-a4ec-fea9744b3563" providerId="ADAL" clId="{8FC66F7B-4498-487E-A275-31A28E83FAC6}" dt="2025-03-04T17:05:03.548" v="2582" actId="14100"/>
          <ac:spMkLst>
            <pc:docMk/>
            <pc:sldMk cId="1753174141" sldId="278"/>
            <ac:spMk id="2" creationId="{00000000-0000-0000-0000-000000000000}"/>
          </ac:spMkLst>
        </pc:spChg>
        <pc:spChg chg="del mod">
          <ac:chgData name="Jenny Díaz Ramírez" userId="df7d83af-54c1-43f9-a4ec-fea9744b3563" providerId="ADAL" clId="{8FC66F7B-4498-487E-A275-31A28E83FAC6}" dt="2025-03-04T17:04:46.981" v="2579" actId="478"/>
          <ac:spMkLst>
            <pc:docMk/>
            <pc:sldMk cId="1753174141" sldId="278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06.559" v="2594" actId="1076"/>
          <ac:spMkLst>
            <pc:docMk/>
            <pc:sldMk cId="1753174141" sldId="278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47.482" v="2590" actId="1076"/>
          <ac:spMkLst>
            <pc:docMk/>
            <pc:sldMk cId="1753174141" sldId="278"/>
            <ac:spMk id="6" creationId="{00000000-0000-0000-0000-000000000000}"/>
          </ac:spMkLst>
        </pc:spChg>
        <pc:spChg chg="del">
          <ac:chgData name="Jenny Díaz Ramírez" userId="df7d83af-54c1-43f9-a4ec-fea9744b3563" providerId="ADAL" clId="{8FC66F7B-4498-487E-A275-31A28E83FAC6}" dt="2025-03-04T17:04:42.718" v="2578" actId="478"/>
          <ac:spMkLst>
            <pc:docMk/>
            <pc:sldMk cId="1753174141" sldId="278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02.762" v="2593" actId="1076"/>
          <ac:spMkLst>
            <pc:docMk/>
            <pc:sldMk cId="1753174141" sldId="278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13.822" v="2595" actId="1076"/>
          <ac:spMkLst>
            <pc:docMk/>
            <pc:sldMk cId="1753174141" sldId="278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13.822" v="2595" actId="1076"/>
          <ac:spMkLst>
            <pc:docMk/>
            <pc:sldMk cId="1753174141" sldId="278"/>
            <ac:spMk id="10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13.822" v="2595" actId="1076"/>
          <ac:spMkLst>
            <pc:docMk/>
            <pc:sldMk cId="1753174141" sldId="278"/>
            <ac:spMk id="11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13.822" v="2595" actId="1076"/>
          <ac:spMkLst>
            <pc:docMk/>
            <pc:sldMk cId="1753174141" sldId="278"/>
            <ac:spMk id="12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50.882" v="2591" actId="207"/>
          <ac:spMkLst>
            <pc:docMk/>
            <pc:sldMk cId="1753174141" sldId="278"/>
            <ac:spMk id="15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50.882" v="2591" actId="207"/>
          <ac:spMkLst>
            <pc:docMk/>
            <pc:sldMk cId="1753174141" sldId="278"/>
            <ac:spMk id="16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50.882" v="2591" actId="207"/>
          <ac:spMkLst>
            <pc:docMk/>
            <pc:sldMk cId="1753174141" sldId="278"/>
            <ac:spMk id="17" creationId="{00000000-0000-0000-0000-000000000000}"/>
          </ac:spMkLst>
        </pc:spChg>
        <pc:spChg chg="del mod">
          <ac:chgData name="Jenny Díaz Ramírez" userId="df7d83af-54c1-43f9-a4ec-fea9744b3563" providerId="ADAL" clId="{8FC66F7B-4498-487E-A275-31A28E83FAC6}" dt="2025-03-04T17:05:52.938" v="2592" actId="478"/>
          <ac:spMkLst>
            <pc:docMk/>
            <pc:sldMk cId="1753174141" sldId="278"/>
            <ac:spMk id="18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09.318" v="2583" actId="1076"/>
          <ac:spMkLst>
            <pc:docMk/>
            <pc:sldMk cId="1753174141" sldId="278"/>
            <ac:spMk id="19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09.318" v="2583" actId="1076"/>
          <ac:spMkLst>
            <pc:docMk/>
            <pc:sldMk cId="1753174141" sldId="278"/>
            <ac:spMk id="20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16.297" v="2585" actId="207"/>
          <ac:spMkLst>
            <pc:docMk/>
            <pc:sldMk cId="1753174141" sldId="278"/>
            <ac:spMk id="21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16.297" v="2585" actId="207"/>
          <ac:spMkLst>
            <pc:docMk/>
            <pc:sldMk cId="1753174141" sldId="278"/>
            <ac:spMk id="22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5:16.297" v="2585" actId="207"/>
          <ac:spMkLst>
            <pc:docMk/>
            <pc:sldMk cId="1753174141" sldId="278"/>
            <ac:spMk id="23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4:59.818" v="2581" actId="207"/>
          <ac:spMkLst>
            <pc:docMk/>
            <pc:sldMk cId="1753174141" sldId="278"/>
            <ac:spMk id="24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4:59.818" v="2581" actId="207"/>
          <ac:spMkLst>
            <pc:docMk/>
            <pc:sldMk cId="1753174141" sldId="278"/>
            <ac:spMk id="25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17.833" v="2596" actId="1076"/>
          <ac:spMkLst>
            <pc:docMk/>
            <pc:sldMk cId="1753174141" sldId="278"/>
            <ac:spMk id="27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17.833" v="2596" actId="1076"/>
          <ac:spMkLst>
            <pc:docMk/>
            <pc:sldMk cId="1753174141" sldId="278"/>
            <ac:spMk id="28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25.011" v="2597" actId="1076"/>
          <ac:spMkLst>
            <pc:docMk/>
            <pc:sldMk cId="1753174141" sldId="278"/>
            <ac:spMk id="29" creationId="{00000000-0000-0000-0000-000000000000}"/>
          </ac:spMkLst>
        </pc:spChg>
        <pc:spChg chg="mod">
          <ac:chgData name="Jenny Díaz Ramírez" userId="df7d83af-54c1-43f9-a4ec-fea9744b3563" providerId="ADAL" clId="{8FC66F7B-4498-487E-A275-31A28E83FAC6}" dt="2025-03-04T17:06:25.011" v="2597" actId="1076"/>
          <ac:spMkLst>
            <pc:docMk/>
            <pc:sldMk cId="1753174141" sldId="278"/>
            <ac:spMk id="30" creationId="{00000000-0000-0000-0000-000000000000}"/>
          </ac:spMkLst>
        </pc:spChg>
        <pc:spChg chg="add del mod ord">
          <ac:chgData name="Jenny Díaz Ramírez" userId="df7d83af-54c1-43f9-a4ec-fea9744b3563" providerId="ADAL" clId="{8FC66F7B-4498-487E-A275-31A28E83FAC6}" dt="2025-03-04T17:04:17.830" v="2573" actId="478"/>
          <ac:spMkLst>
            <pc:docMk/>
            <pc:sldMk cId="1753174141" sldId="278"/>
            <ac:spMk id="44" creationId="{6E6976DB-20F9-DC08-B1B9-9A8E6C0A4F43}"/>
          </ac:spMkLst>
        </pc:spChg>
      </pc:sldChg>
      <pc:sldChg chg="addSp delSp modSp add mod modClrScheme chgLayout">
        <pc:chgData name="Jenny Díaz Ramírez" userId="df7d83af-54c1-43f9-a4ec-fea9744b3563" providerId="ADAL" clId="{8FC66F7B-4498-487E-A275-31A28E83FAC6}" dt="2025-03-04T17:04:07.939" v="2572" actId="20577"/>
        <pc:sldMkLst>
          <pc:docMk/>
          <pc:sldMk cId="3254174005" sldId="279"/>
        </pc:sldMkLst>
        <pc:spChg chg="mod ord">
          <ac:chgData name="Jenny Díaz Ramírez" userId="df7d83af-54c1-43f9-a4ec-fea9744b3563" providerId="ADAL" clId="{8FC66F7B-4498-487E-A275-31A28E83FAC6}" dt="2025-02-21T22:27:03.731" v="189" actId="700"/>
          <ac:spMkLst>
            <pc:docMk/>
            <pc:sldMk cId="3254174005" sldId="279"/>
            <ac:spMk id="2" creationId="{5F0FAB83-AF81-4E0F-B4A1-9F1B4E4CCFD2}"/>
          </ac:spMkLst>
        </pc:spChg>
        <pc:spChg chg="mod ord">
          <ac:chgData name="Jenny Díaz Ramírez" userId="df7d83af-54c1-43f9-a4ec-fea9744b3563" providerId="ADAL" clId="{8FC66F7B-4498-487E-A275-31A28E83FAC6}" dt="2025-03-04T17:02:57.423" v="2513" actId="14100"/>
          <ac:spMkLst>
            <pc:docMk/>
            <pc:sldMk cId="3254174005" sldId="279"/>
            <ac:spMk id="3" creationId="{61612AE3-6A5C-4319-9F0D-1DDB1CB0A98E}"/>
          </ac:spMkLst>
        </pc:spChg>
        <pc:spChg chg="del">
          <ac:chgData name="Jenny Díaz Ramírez" userId="df7d83af-54c1-43f9-a4ec-fea9744b3563" providerId="ADAL" clId="{8FC66F7B-4498-487E-A275-31A28E83FAC6}" dt="2025-03-04T16:59:50.068" v="2398" actId="478"/>
          <ac:spMkLst>
            <pc:docMk/>
            <pc:sldMk cId="3254174005" sldId="279"/>
            <ac:spMk id="4" creationId="{2452EB3F-D928-4154-BBC5-3CDFFA87D8D0}"/>
          </ac:spMkLst>
        </pc:spChg>
        <pc:spChg chg="add mod">
          <ac:chgData name="Jenny Díaz Ramírez" userId="df7d83af-54c1-43f9-a4ec-fea9744b3563" providerId="ADAL" clId="{8FC66F7B-4498-487E-A275-31A28E83FAC6}" dt="2025-03-04T17:02:50.073" v="2512" actId="1076"/>
          <ac:spMkLst>
            <pc:docMk/>
            <pc:sldMk cId="3254174005" sldId="279"/>
            <ac:spMk id="5" creationId="{655B3B75-4302-93CC-D40D-FFE8627C8034}"/>
          </ac:spMkLst>
        </pc:spChg>
        <pc:spChg chg="del mod">
          <ac:chgData name="Jenny Díaz Ramírez" userId="df7d83af-54c1-43f9-a4ec-fea9744b3563" providerId="ADAL" clId="{8FC66F7B-4498-487E-A275-31A28E83FAC6}" dt="2025-03-04T16:59:50.068" v="2398" actId="478"/>
          <ac:spMkLst>
            <pc:docMk/>
            <pc:sldMk cId="3254174005" sldId="279"/>
            <ac:spMk id="7" creationId="{60312D97-72EE-4A63-A3B8-26C39A27A6FB}"/>
          </ac:spMkLst>
        </pc:spChg>
        <pc:spChg chg="add mod">
          <ac:chgData name="Jenny Díaz Ramírez" userId="df7d83af-54c1-43f9-a4ec-fea9744b3563" providerId="ADAL" clId="{8FC66F7B-4498-487E-A275-31A28E83FAC6}" dt="2025-03-04T17:03:15.349" v="2524" actId="14100"/>
          <ac:spMkLst>
            <pc:docMk/>
            <pc:sldMk cId="3254174005" sldId="279"/>
            <ac:spMk id="8" creationId="{50408C40-8323-A4A8-5452-2BD3FA8FB190}"/>
          </ac:spMkLst>
        </pc:spChg>
        <pc:spChg chg="add mod">
          <ac:chgData name="Jenny Díaz Ramírez" userId="df7d83af-54c1-43f9-a4ec-fea9744b3563" providerId="ADAL" clId="{8FC66F7B-4498-487E-A275-31A28E83FAC6}" dt="2025-03-04T17:03:45.595" v="2561" actId="14100"/>
          <ac:spMkLst>
            <pc:docMk/>
            <pc:sldMk cId="3254174005" sldId="279"/>
            <ac:spMk id="9" creationId="{F9B5D437-B5EB-BD2A-6482-06D26563CBC6}"/>
          </ac:spMkLst>
        </pc:spChg>
        <pc:spChg chg="add mod">
          <ac:chgData name="Jenny Díaz Ramírez" userId="df7d83af-54c1-43f9-a4ec-fea9744b3563" providerId="ADAL" clId="{8FC66F7B-4498-487E-A275-31A28E83FAC6}" dt="2025-03-04T17:04:07.939" v="2572" actId="20577"/>
          <ac:spMkLst>
            <pc:docMk/>
            <pc:sldMk cId="3254174005" sldId="279"/>
            <ac:spMk id="10" creationId="{23800A35-511C-A559-257D-27383439FA55}"/>
          </ac:spMkLst>
        </pc:spChg>
      </pc:sldChg>
      <pc:sldChg chg="addSp delSp modSp add mod modClrScheme chgLayout">
        <pc:chgData name="Jenny Díaz Ramírez" userId="df7d83af-54c1-43f9-a4ec-fea9744b3563" providerId="ADAL" clId="{8FC66F7B-4498-487E-A275-31A28E83FAC6}" dt="2025-03-04T17:07:12.828" v="2607"/>
        <pc:sldMkLst>
          <pc:docMk/>
          <pc:sldMk cId="2044141377" sldId="281"/>
        </pc:sldMkLst>
        <pc:spChg chg="mod ord">
          <ac:chgData name="Jenny Díaz Ramírez" userId="df7d83af-54c1-43f9-a4ec-fea9744b3563" providerId="ADAL" clId="{8FC66F7B-4498-487E-A275-31A28E83FAC6}" dt="2025-02-21T22:27:03.731" v="189" actId="700"/>
          <ac:spMkLst>
            <pc:docMk/>
            <pc:sldMk cId="2044141377" sldId="281"/>
            <ac:spMk id="2" creationId="{D8296647-D308-41A0-85E0-DE5806E803A0}"/>
          </ac:spMkLst>
        </pc:spChg>
        <pc:spChg chg="add del mod">
          <ac:chgData name="Jenny Díaz Ramírez" userId="df7d83af-54c1-43f9-a4ec-fea9744b3563" providerId="ADAL" clId="{8FC66F7B-4498-487E-A275-31A28E83FAC6}" dt="2025-03-04T17:06:42.832" v="2601" actId="21"/>
          <ac:spMkLst>
            <pc:docMk/>
            <pc:sldMk cId="2044141377" sldId="281"/>
            <ac:spMk id="4" creationId="{6E98FC12-7D69-2BB2-8B30-D2AFABD57A9B}"/>
          </ac:spMkLst>
        </pc:spChg>
        <pc:spChg chg="add del mod ord">
          <ac:chgData name="Jenny Díaz Ramírez" userId="df7d83af-54c1-43f9-a4ec-fea9744b3563" providerId="ADAL" clId="{8FC66F7B-4498-487E-A275-31A28E83FAC6}" dt="2025-03-04T17:06:46.329" v="2603" actId="14100"/>
          <ac:spMkLst>
            <pc:docMk/>
            <pc:sldMk cId="2044141377" sldId="281"/>
            <ac:spMk id="8" creationId="{2C8F0CCB-9589-47A5-B27A-AEDCBF261E99}"/>
          </ac:spMkLst>
        </pc:spChg>
        <pc:spChg chg="mod">
          <ac:chgData name="Jenny Díaz Ramírez" userId="df7d83af-54c1-43f9-a4ec-fea9744b3563" providerId="ADAL" clId="{8FC66F7B-4498-487E-A275-31A28E83FAC6}" dt="2025-03-04T17:06:59.221" v="2606" actId="1076"/>
          <ac:spMkLst>
            <pc:docMk/>
            <pc:sldMk cId="2044141377" sldId="281"/>
            <ac:spMk id="11" creationId="{8975462E-C685-4278-9CF4-814EE08DC869}"/>
          </ac:spMkLst>
        </pc:spChg>
        <pc:spChg chg="mod">
          <ac:chgData name="Jenny Díaz Ramírez" userId="df7d83af-54c1-43f9-a4ec-fea9744b3563" providerId="ADAL" clId="{8FC66F7B-4498-487E-A275-31A28E83FAC6}" dt="2025-03-04T17:06:55.372" v="2605" actId="1076"/>
          <ac:spMkLst>
            <pc:docMk/>
            <pc:sldMk cId="2044141377" sldId="281"/>
            <ac:spMk id="12" creationId="{540801EE-60F8-49FA-B20B-9B67E6DF8E25}"/>
          </ac:spMkLst>
        </pc:spChg>
        <pc:spChg chg="mod">
          <ac:chgData name="Jenny Díaz Ramírez" userId="df7d83af-54c1-43f9-a4ec-fea9744b3563" providerId="ADAL" clId="{8FC66F7B-4498-487E-A275-31A28E83FAC6}" dt="2025-03-04T17:06:59.221" v="2606" actId="1076"/>
          <ac:spMkLst>
            <pc:docMk/>
            <pc:sldMk cId="2044141377" sldId="281"/>
            <ac:spMk id="13" creationId="{8EDBDAE2-D786-4585-B5E9-C8119C2AFE5D}"/>
          </ac:spMkLst>
        </pc:spChg>
        <pc:spChg chg="mod">
          <ac:chgData name="Jenny Díaz Ramírez" userId="df7d83af-54c1-43f9-a4ec-fea9744b3563" providerId="ADAL" clId="{8FC66F7B-4498-487E-A275-31A28E83FAC6}" dt="2025-03-04T17:06:59.221" v="2606" actId="1076"/>
          <ac:spMkLst>
            <pc:docMk/>
            <pc:sldMk cId="2044141377" sldId="281"/>
            <ac:spMk id="14" creationId="{A8BBE693-7D84-47B5-B968-F1F9035BE004}"/>
          </ac:spMkLst>
        </pc:spChg>
        <pc:spChg chg="mod">
          <ac:chgData name="Jenny Díaz Ramírez" userId="df7d83af-54c1-43f9-a4ec-fea9744b3563" providerId="ADAL" clId="{8FC66F7B-4498-487E-A275-31A28E83FAC6}" dt="2025-03-04T17:06:59.221" v="2606" actId="1076"/>
          <ac:spMkLst>
            <pc:docMk/>
            <pc:sldMk cId="2044141377" sldId="281"/>
            <ac:spMk id="15" creationId="{F93558F2-C162-4E08-A6B9-CC32B0054DB3}"/>
          </ac:spMkLst>
        </pc:spChg>
        <pc:spChg chg="mod">
          <ac:chgData name="Jenny Díaz Ramírez" userId="df7d83af-54c1-43f9-a4ec-fea9744b3563" providerId="ADAL" clId="{8FC66F7B-4498-487E-A275-31A28E83FAC6}" dt="2025-03-04T17:06:52.006" v="2604" actId="1076"/>
          <ac:spMkLst>
            <pc:docMk/>
            <pc:sldMk cId="2044141377" sldId="281"/>
            <ac:spMk id="16" creationId="{2BD1BFEC-2AFF-407B-AF63-8EEBF9D65959}"/>
          </ac:spMkLst>
        </pc:spChg>
        <pc:spChg chg="del mod">
          <ac:chgData name="Jenny Díaz Ramírez" userId="df7d83af-54c1-43f9-a4ec-fea9744b3563" providerId="ADAL" clId="{8FC66F7B-4498-487E-A275-31A28E83FAC6}" dt="2025-03-04T17:06:36.512" v="2598" actId="478"/>
          <ac:spMkLst>
            <pc:docMk/>
            <pc:sldMk cId="2044141377" sldId="281"/>
            <ac:spMk id="17" creationId="{A24BBE89-C230-43DA-8E4E-3930111ACADE}"/>
          </ac:spMkLst>
        </pc:spChg>
        <pc:spChg chg="mod">
          <ac:chgData name="Jenny Díaz Ramírez" userId="df7d83af-54c1-43f9-a4ec-fea9744b3563" providerId="ADAL" clId="{8FC66F7B-4498-487E-A275-31A28E83FAC6}" dt="2025-03-04T17:06:52.006" v="2604" actId="1076"/>
          <ac:spMkLst>
            <pc:docMk/>
            <pc:sldMk cId="2044141377" sldId="281"/>
            <ac:spMk id="18" creationId="{414FA50F-B8A0-4CCE-A119-CCEAC8C8429C}"/>
          </ac:spMkLst>
        </pc:spChg>
        <pc:spChg chg="mod">
          <ac:chgData name="Jenny Díaz Ramírez" userId="df7d83af-54c1-43f9-a4ec-fea9744b3563" providerId="ADAL" clId="{8FC66F7B-4498-487E-A275-31A28E83FAC6}" dt="2025-03-04T17:06:52.006" v="2604" actId="1076"/>
          <ac:spMkLst>
            <pc:docMk/>
            <pc:sldMk cId="2044141377" sldId="281"/>
            <ac:spMk id="19" creationId="{D018C83C-823D-47C5-A9AA-9285C32FDE58}"/>
          </ac:spMkLst>
        </pc:spChg>
        <pc:spChg chg="mod">
          <ac:chgData name="Jenny Díaz Ramírez" userId="df7d83af-54c1-43f9-a4ec-fea9744b3563" providerId="ADAL" clId="{8FC66F7B-4498-487E-A275-31A28E83FAC6}" dt="2025-03-04T17:06:52.006" v="2604" actId="1076"/>
          <ac:spMkLst>
            <pc:docMk/>
            <pc:sldMk cId="2044141377" sldId="281"/>
            <ac:spMk id="20" creationId="{37412C22-7B4E-414C-9943-8C72490CF83C}"/>
          </ac:spMkLst>
        </pc:spChg>
        <pc:picChg chg="mod">
          <ac:chgData name="Jenny Díaz Ramírez" userId="df7d83af-54c1-43f9-a4ec-fea9744b3563" providerId="ADAL" clId="{8FC66F7B-4498-487E-A275-31A28E83FAC6}" dt="2025-03-04T17:07:12.828" v="2607"/>
          <ac:picMkLst>
            <pc:docMk/>
            <pc:sldMk cId="2044141377" sldId="281"/>
            <ac:picMk id="10" creationId="{4D15E142-B750-43A3-848D-3D4A511A1A95}"/>
          </ac:picMkLst>
        </pc:picChg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282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283"/>
        </pc:sldMkLst>
      </pc:sldChg>
      <pc:sldChg chg="addSp delSp modSp add mod ord modClrScheme chgLayout">
        <pc:chgData name="Jenny Díaz Ramírez" userId="df7d83af-54c1-43f9-a4ec-fea9744b3563" providerId="ADAL" clId="{8FC66F7B-4498-487E-A275-31A28E83FAC6}" dt="2025-03-04T16:56:54.734" v="2326" actId="20577"/>
        <pc:sldMkLst>
          <pc:docMk/>
          <pc:sldMk cId="0" sldId="298"/>
        </pc:sldMkLst>
        <pc:spChg chg="mod ord">
          <ac:chgData name="Jenny Díaz Ramírez" userId="df7d83af-54c1-43f9-a4ec-fea9744b3563" providerId="ADAL" clId="{8FC66F7B-4498-487E-A275-31A28E83FAC6}" dt="2025-03-04T16:56:54.734" v="2326" actId="20577"/>
          <ac:spMkLst>
            <pc:docMk/>
            <pc:sldMk cId="0" sldId="298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3-04T16:18:08.249" v="1189" actId="27636"/>
          <ac:spMkLst>
            <pc:docMk/>
            <pc:sldMk cId="0" sldId="298"/>
            <ac:spMk id="5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2-21T22:27:03.731" v="189" actId="700"/>
          <ac:spMkLst>
            <pc:docMk/>
            <pc:sldMk cId="0" sldId="298"/>
            <ac:spMk id="6" creationId="{00000000-0000-0000-0000-000000000000}"/>
          </ac:spMkLst>
        </pc:spChg>
        <pc:spChg chg="add del mod ord">
          <ac:chgData name="Jenny Díaz Ramírez" userId="df7d83af-54c1-43f9-a4ec-fea9744b3563" providerId="ADAL" clId="{8FC66F7B-4498-487E-A275-31A28E83FAC6}" dt="2025-03-04T16:18:16.671" v="1193" actId="478"/>
          <ac:spMkLst>
            <pc:docMk/>
            <pc:sldMk cId="0" sldId="298"/>
            <ac:spMk id="8" creationId="{00000000-0000-0000-0000-000000000000}"/>
          </ac:spMkLst>
        </pc:spChg>
        <pc:graphicFrameChg chg="mod ord">
          <ac:chgData name="Jenny Díaz Ramírez" userId="df7d83af-54c1-43f9-a4ec-fea9744b3563" providerId="ADAL" clId="{8FC66F7B-4498-487E-A275-31A28E83FAC6}" dt="2025-03-04T16:17:20.660" v="1080" actId="14100"/>
          <ac:graphicFrameMkLst>
            <pc:docMk/>
            <pc:sldMk cId="0" sldId="298"/>
            <ac:graphicFrameMk id="4" creationId="{00000000-0000-0000-0000-000000000000}"/>
          </ac:graphicFrameMkLst>
        </pc:graphicFrameChg>
      </pc:sldChg>
      <pc:sldChg chg="addSp delSp modSp add mod modClrScheme chgLayout">
        <pc:chgData name="Jenny Díaz Ramírez" userId="df7d83af-54c1-43f9-a4ec-fea9744b3563" providerId="ADAL" clId="{8FC66F7B-4498-487E-A275-31A28E83FAC6}" dt="2025-03-04T16:27:21.150" v="1621" actId="20577"/>
        <pc:sldMkLst>
          <pc:docMk/>
          <pc:sldMk cId="0" sldId="299"/>
        </pc:sldMkLst>
        <pc:spChg chg="mod ord">
          <ac:chgData name="Jenny Díaz Ramírez" userId="df7d83af-54c1-43f9-a4ec-fea9744b3563" providerId="ADAL" clId="{8FC66F7B-4498-487E-A275-31A28E83FAC6}" dt="2025-02-21T22:24:19.064" v="134" actId="700"/>
          <ac:spMkLst>
            <pc:docMk/>
            <pc:sldMk cId="0" sldId="299"/>
            <ac:spMk id="3" creationId="{00000000-0000-0000-0000-000000000000}"/>
          </ac:spMkLst>
        </pc:spChg>
        <pc:spChg chg="del mod ord">
          <ac:chgData name="Jenny Díaz Ramírez" userId="df7d83af-54c1-43f9-a4ec-fea9744b3563" providerId="ADAL" clId="{8FC66F7B-4498-487E-A275-31A28E83FAC6}" dt="2025-03-04T16:13:25.803" v="552" actId="478"/>
          <ac:spMkLst>
            <pc:docMk/>
            <pc:sldMk cId="0" sldId="299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3-04T16:27:21.150" v="1621" actId="20577"/>
          <ac:spMkLst>
            <pc:docMk/>
            <pc:sldMk cId="0" sldId="299"/>
            <ac:spMk id="14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3-04T16:12:12.312" v="328" actId="20577"/>
          <ac:spMkLst>
            <pc:docMk/>
            <pc:sldMk cId="0" sldId="299"/>
            <ac:spMk id="16" creationId="{00000000-0000-0000-0000-000000000000}"/>
          </ac:spMkLst>
        </pc:spChg>
      </pc:sldChg>
      <pc:sldChg chg="addSp delSp modSp add mod modClrScheme modAnim chgLayout">
        <pc:chgData name="Jenny Díaz Ramírez" userId="df7d83af-54c1-43f9-a4ec-fea9744b3563" providerId="ADAL" clId="{8FC66F7B-4498-487E-A275-31A28E83FAC6}" dt="2025-03-04T16:17:09.408" v="1077" actId="20577"/>
        <pc:sldMkLst>
          <pc:docMk/>
          <pc:sldMk cId="0" sldId="300"/>
        </pc:sldMkLst>
        <pc:spChg chg="mod ord">
          <ac:chgData name="Jenny Díaz Ramírez" userId="df7d83af-54c1-43f9-a4ec-fea9744b3563" providerId="ADAL" clId="{8FC66F7B-4498-487E-A275-31A28E83FAC6}" dt="2025-02-21T22:27:03.731" v="189" actId="700"/>
          <ac:spMkLst>
            <pc:docMk/>
            <pc:sldMk cId="0" sldId="300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2-21T22:27:03.731" v="189" actId="700"/>
          <ac:spMkLst>
            <pc:docMk/>
            <pc:sldMk cId="0" sldId="300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3-04T16:17:09.408" v="1077" actId="20577"/>
          <ac:spMkLst>
            <pc:docMk/>
            <pc:sldMk cId="0" sldId="300"/>
            <ac:spMk id="14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3-04T16:13:44.839" v="577" actId="20577"/>
          <ac:spMkLst>
            <pc:docMk/>
            <pc:sldMk cId="0" sldId="300"/>
            <ac:spMk id="16" creationId="{00000000-0000-0000-0000-000000000000}"/>
          </ac:spMkLst>
        </pc:spChg>
        <pc:graphicFrameChg chg="mod">
          <ac:chgData name="Jenny Díaz Ramírez" userId="df7d83af-54c1-43f9-a4ec-fea9744b3563" providerId="ADAL" clId="{8FC66F7B-4498-487E-A275-31A28E83FAC6}" dt="2025-03-04T16:13:34.170" v="553" actId="207"/>
          <ac:graphicFrameMkLst>
            <pc:docMk/>
            <pc:sldMk cId="0" sldId="300"/>
            <ac:graphicFrameMk id="6" creationId="{00000000-0000-0000-0000-000000000000}"/>
          </ac:graphicFrameMkLst>
        </pc:graphicFrameChg>
      </pc:sldChg>
      <pc:sldChg chg="addSp delSp modSp mod modClrScheme chgLayout">
        <pc:chgData name="Jenny Díaz Ramírez" userId="df7d83af-54c1-43f9-a4ec-fea9744b3563" providerId="ADAL" clId="{8FC66F7B-4498-487E-A275-31A28E83FAC6}" dt="2025-03-04T17:08:44.496" v="2646" actId="20577"/>
        <pc:sldMkLst>
          <pc:docMk/>
          <pc:sldMk cId="529042108" sldId="346"/>
        </pc:sldMkLst>
        <pc:spChg chg="mod ord">
          <ac:chgData name="Jenny Díaz Ramírez" userId="df7d83af-54c1-43f9-a4ec-fea9744b3563" providerId="ADAL" clId="{8FC66F7B-4498-487E-A275-31A28E83FAC6}" dt="2025-03-04T16:11:28.699" v="205" actId="27636"/>
          <ac:spMkLst>
            <pc:docMk/>
            <pc:sldMk cId="529042108" sldId="346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8FC66F7B-4498-487E-A275-31A28E83FAC6}" dt="2025-03-04T16:11:28.559" v="204" actId="700"/>
          <ac:spMkLst>
            <pc:docMk/>
            <pc:sldMk cId="529042108" sldId="346"/>
            <ac:spMk id="3" creationId="{DEBBE39C-06CC-42B9-6A07-60E6A7446F49}"/>
          </ac:spMkLst>
        </pc:spChg>
        <pc:spChg chg="mod ord">
          <ac:chgData name="Jenny Díaz Ramírez" userId="df7d83af-54c1-43f9-a4ec-fea9744b3563" providerId="ADAL" clId="{8FC66F7B-4498-487E-A275-31A28E83FAC6}" dt="2025-03-04T16:11:28.559" v="204" actId="700"/>
          <ac:spMkLst>
            <pc:docMk/>
            <pc:sldMk cId="529042108" sldId="346"/>
            <ac:spMk id="4" creationId="{BA449457-6A62-C110-0EAA-52AACAF1A038}"/>
          </ac:spMkLst>
        </pc:spChg>
        <pc:spChg chg="mod ord">
          <ac:chgData name="Jenny Díaz Ramírez" userId="df7d83af-54c1-43f9-a4ec-fea9744b3563" providerId="ADAL" clId="{8FC66F7B-4498-487E-A275-31A28E83FAC6}" dt="2025-03-04T16:11:28.559" v="204" actId="700"/>
          <ac:spMkLst>
            <pc:docMk/>
            <pc:sldMk cId="529042108" sldId="346"/>
            <ac:spMk id="6" creationId="{FEF019A9-68C9-543E-958B-21AED095E878}"/>
          </ac:spMkLst>
        </pc:spChg>
        <pc:spChg chg="mod">
          <ac:chgData name="Jenny Díaz Ramírez" userId="df7d83af-54c1-43f9-a4ec-fea9744b3563" providerId="ADAL" clId="{8FC66F7B-4498-487E-A275-31A28E83FAC6}" dt="2025-02-21T22:16:50.962" v="72" actId="207"/>
          <ac:spMkLst>
            <pc:docMk/>
            <pc:sldMk cId="529042108" sldId="346"/>
            <ac:spMk id="7" creationId="{91CD45E0-DD8F-23A5-0873-9EDBC1D9867E}"/>
          </ac:spMkLst>
        </pc:spChg>
        <pc:spChg chg="add del mod ord">
          <ac:chgData name="Jenny Díaz Ramírez" userId="df7d83af-54c1-43f9-a4ec-fea9744b3563" providerId="ADAL" clId="{8FC66F7B-4498-487E-A275-31A28E83FAC6}" dt="2025-03-04T16:11:28.559" v="204" actId="700"/>
          <ac:spMkLst>
            <pc:docMk/>
            <pc:sldMk cId="529042108" sldId="346"/>
            <ac:spMk id="8" creationId="{66E25020-14BB-C1AB-F5B7-79FCB4F4180A}"/>
          </ac:spMkLst>
        </pc:spChg>
        <pc:spChg chg="add del mod ord">
          <ac:chgData name="Jenny Díaz Ramírez" userId="df7d83af-54c1-43f9-a4ec-fea9744b3563" providerId="ADAL" clId="{8FC66F7B-4498-487E-A275-31A28E83FAC6}" dt="2025-03-04T16:11:28.559" v="204" actId="700"/>
          <ac:spMkLst>
            <pc:docMk/>
            <pc:sldMk cId="529042108" sldId="346"/>
            <ac:spMk id="9" creationId="{45E9F39A-78E5-1FFF-BF19-0CE4708D6721}"/>
          </ac:spMkLst>
        </pc:spChg>
        <pc:spChg chg="add del mod ord">
          <ac:chgData name="Jenny Díaz Ramírez" userId="df7d83af-54c1-43f9-a4ec-fea9744b3563" providerId="ADAL" clId="{8FC66F7B-4498-487E-A275-31A28E83FAC6}" dt="2025-03-04T16:11:28.559" v="204" actId="700"/>
          <ac:spMkLst>
            <pc:docMk/>
            <pc:sldMk cId="529042108" sldId="346"/>
            <ac:spMk id="10" creationId="{B3828C88-469D-A93D-DB64-27B2D91B7587}"/>
          </ac:spMkLst>
        </pc:spChg>
        <pc:spChg chg="add del mod ord">
          <ac:chgData name="Jenny Díaz Ramírez" userId="df7d83af-54c1-43f9-a4ec-fea9744b3563" providerId="ADAL" clId="{8FC66F7B-4498-487E-A275-31A28E83FAC6}" dt="2025-03-04T16:11:28.559" v="204" actId="700"/>
          <ac:spMkLst>
            <pc:docMk/>
            <pc:sldMk cId="529042108" sldId="346"/>
            <ac:spMk id="11" creationId="{AC591593-3419-0DCC-4930-631B39CEC56B}"/>
          </ac:spMkLst>
        </pc:spChg>
        <pc:spChg chg="add del mod ord">
          <ac:chgData name="Jenny Díaz Ramírez" userId="df7d83af-54c1-43f9-a4ec-fea9744b3563" providerId="ADAL" clId="{8FC66F7B-4498-487E-A275-31A28E83FAC6}" dt="2025-03-04T16:11:34.670" v="208" actId="478"/>
          <ac:spMkLst>
            <pc:docMk/>
            <pc:sldMk cId="529042108" sldId="346"/>
            <ac:spMk id="12" creationId="{16D742BF-8390-37EE-72C0-599F402FEDE3}"/>
          </ac:spMkLst>
        </pc:spChg>
        <pc:graphicFrameChg chg="add del mod">
          <ac:chgData name="Jenny Díaz Ramírez" userId="df7d83af-54c1-43f9-a4ec-fea9744b3563" providerId="ADAL" clId="{8FC66F7B-4498-487E-A275-31A28E83FAC6}" dt="2025-03-04T17:08:44.496" v="2646" actId="20577"/>
          <ac:graphicFrameMkLst>
            <pc:docMk/>
            <pc:sldMk cId="529042108" sldId="346"/>
            <ac:graphicFrameMk id="5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8FC66F7B-4498-487E-A275-31A28E83FAC6}" dt="2025-02-21T22:10:03.008" v="61" actId="478"/>
        <pc:sldMkLst>
          <pc:docMk/>
          <pc:sldMk cId="2960950710" sldId="350"/>
        </pc:sldMkLst>
        <pc:spChg chg="mod">
          <ac:chgData name="Jenny Díaz Ramírez" userId="df7d83af-54c1-43f9-a4ec-fea9744b3563" providerId="ADAL" clId="{8FC66F7B-4498-487E-A275-31A28E83FAC6}" dt="2025-02-21T22:09:00.876" v="60" actId="20577"/>
          <ac:spMkLst>
            <pc:docMk/>
            <pc:sldMk cId="2960950710" sldId="350"/>
            <ac:spMk id="2" creationId="{293E168C-8042-5B4E-A5A4-A5BF693AE2D6}"/>
          </ac:spMkLst>
        </pc:spChg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2974267398" sldId="351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2507793302" sldId="354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2638726173" sldId="355"/>
        </pc:sldMkLst>
      </pc:sldChg>
      <pc:sldChg chg="addSp delSp modSp add del mod modClrScheme chgLayout">
        <pc:chgData name="Jenny Díaz Ramírez" userId="df7d83af-54c1-43f9-a4ec-fea9744b3563" providerId="ADAL" clId="{8FC66F7B-4498-487E-A275-31A28E83FAC6}" dt="2025-03-04T16:57:16.837" v="2329" actId="47"/>
        <pc:sldMkLst>
          <pc:docMk/>
          <pc:sldMk cId="0" sldId="397"/>
        </pc:sldMkLst>
        <pc:spChg chg="mod ord">
          <ac:chgData name="Jenny Díaz Ramírez" userId="df7d83af-54c1-43f9-a4ec-fea9744b3563" providerId="ADAL" clId="{8FC66F7B-4498-487E-A275-31A28E83FAC6}" dt="2025-03-04T16:11:12.550" v="197" actId="27636"/>
          <ac:spMkLst>
            <pc:docMk/>
            <pc:sldMk cId="0" sldId="397"/>
            <ac:spMk id="4099" creationId="{00000000-0000-0000-0000-000000000000}"/>
          </ac:spMkLst>
        </pc:spChg>
      </pc:sldChg>
      <pc:sldChg chg="addSp delSp modSp add del mod modClrScheme chgLayout">
        <pc:chgData name="Jenny Díaz Ramírez" userId="df7d83af-54c1-43f9-a4ec-fea9744b3563" providerId="ADAL" clId="{8FC66F7B-4498-487E-A275-31A28E83FAC6}" dt="2025-03-04T16:36:25.865" v="1868" actId="47"/>
        <pc:sldMkLst>
          <pc:docMk/>
          <pc:sldMk cId="0" sldId="398"/>
        </pc:sldMkLst>
        <pc:spChg chg="mod ord">
          <ac:chgData name="Jenny Díaz Ramírez" userId="df7d83af-54c1-43f9-a4ec-fea9744b3563" providerId="ADAL" clId="{8FC66F7B-4498-487E-A275-31A28E83FAC6}" dt="2025-03-04T16:11:12.662" v="198" actId="27636"/>
          <ac:spMkLst>
            <pc:docMk/>
            <pc:sldMk cId="0" sldId="398"/>
            <ac:spMk id="4099" creationId="{00000000-0000-0000-0000-000000000000}"/>
          </ac:spMkLst>
        </pc:spChg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01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07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08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09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10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11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12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13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14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15"/>
        </pc:sldMkLst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0" sldId="417"/>
        </pc:sldMkLst>
      </pc:sldChg>
      <pc:sldChg chg="addSp delSp modSp add del mod modClrScheme chgLayout">
        <pc:chgData name="Jenny Díaz Ramírez" userId="df7d83af-54c1-43f9-a4ec-fea9744b3563" providerId="ADAL" clId="{8FC66F7B-4498-487E-A275-31A28E83FAC6}" dt="2025-03-04T16:57:15.329" v="2328" actId="47"/>
        <pc:sldMkLst>
          <pc:docMk/>
          <pc:sldMk cId="0" sldId="418"/>
        </pc:sldMkLst>
        <pc:spChg chg="mod ord">
          <ac:chgData name="Jenny Díaz Ramírez" userId="df7d83af-54c1-43f9-a4ec-fea9744b3563" providerId="ADAL" clId="{8FC66F7B-4498-487E-A275-31A28E83FAC6}" dt="2025-03-04T16:11:12.422" v="196" actId="27636"/>
          <ac:spMkLst>
            <pc:docMk/>
            <pc:sldMk cId="0" sldId="418"/>
            <ac:spMk id="4099" creationId="{00000000-0000-0000-0000-000000000000}"/>
          </ac:spMkLst>
        </pc:spChg>
      </pc:sldChg>
      <pc:sldChg chg="del">
        <pc:chgData name="Jenny Díaz Ramírez" userId="df7d83af-54c1-43f9-a4ec-fea9744b3563" providerId="ADAL" clId="{8FC66F7B-4498-487E-A275-31A28E83FAC6}" dt="2025-02-21T22:10:23.395" v="63" actId="47"/>
        <pc:sldMkLst>
          <pc:docMk/>
          <pc:sldMk cId="405448836" sldId="418"/>
        </pc:sldMkLst>
      </pc:sldChg>
      <pc:sldChg chg="modSp add mod chgLayout">
        <pc:chgData name="Jenny Díaz Ramírez" userId="df7d83af-54c1-43f9-a4ec-fea9744b3563" providerId="ADAL" clId="{8FC66F7B-4498-487E-A275-31A28E83FAC6}" dt="2025-03-04T16:22:19.302" v="1204" actId="14100"/>
        <pc:sldMkLst>
          <pc:docMk/>
          <pc:sldMk cId="974836899" sldId="419"/>
        </pc:sldMkLst>
        <pc:spChg chg="mod ord">
          <ac:chgData name="Jenny Díaz Ramírez" userId="df7d83af-54c1-43f9-a4ec-fea9744b3563" providerId="ADAL" clId="{8FC66F7B-4498-487E-A275-31A28E83FAC6}" dt="2025-03-04T16:22:16.276" v="1203" actId="403"/>
          <ac:spMkLst>
            <pc:docMk/>
            <pc:sldMk cId="974836899" sldId="419"/>
            <ac:spMk id="2" creationId="{CF2F2685-66C9-D894-8E54-6ACE33FF2C03}"/>
          </ac:spMkLst>
        </pc:spChg>
        <pc:spChg chg="mod ord">
          <ac:chgData name="Jenny Díaz Ramírez" userId="df7d83af-54c1-43f9-a4ec-fea9744b3563" providerId="ADAL" clId="{8FC66F7B-4498-487E-A275-31A28E83FAC6}" dt="2025-03-04T16:22:19.302" v="1204" actId="14100"/>
          <ac:spMkLst>
            <pc:docMk/>
            <pc:sldMk cId="974836899" sldId="419"/>
            <ac:spMk id="3" creationId="{521E1595-2396-0581-DF89-21838947B684}"/>
          </ac:spMkLst>
        </pc:spChg>
      </pc:sldChg>
      <pc:sldChg chg="addSp modSp add mod modAnim">
        <pc:chgData name="Jenny Díaz Ramírez" userId="df7d83af-54c1-43f9-a4ec-fea9744b3563" providerId="ADAL" clId="{8FC66F7B-4498-487E-A275-31A28E83FAC6}" dt="2025-03-04T16:33:47.689" v="1794"/>
        <pc:sldMkLst>
          <pc:docMk/>
          <pc:sldMk cId="1490594936" sldId="420"/>
        </pc:sldMkLst>
        <pc:spChg chg="mod">
          <ac:chgData name="Jenny Díaz Ramírez" userId="df7d83af-54c1-43f9-a4ec-fea9744b3563" providerId="ADAL" clId="{8FC66F7B-4498-487E-A275-31A28E83FAC6}" dt="2025-03-04T16:33:27.088" v="1792" actId="20577"/>
          <ac:spMkLst>
            <pc:docMk/>
            <pc:sldMk cId="1490594936" sldId="420"/>
            <ac:spMk id="3" creationId="{46857EAC-E503-636F-5D2A-07BFA857E018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5" creationId="{40622B0F-2BCE-045F-E4AB-ABB02D1BEA18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6" creationId="{161BE368-65C5-4E32-AC44-186A501DF224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8" creationId="{97B2093D-3F90-A0E0-FCD5-A198DBFC7E35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9" creationId="{82722D1E-1A87-AE6E-B48D-57073C242184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10" creationId="{9E54F96B-1859-FF87-4714-042A168C3A80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11" creationId="{6E9C40CF-A71D-6537-319F-C568001B0322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12" creationId="{DBA98D5B-4DE2-412E-15DE-E3B4F7FD7078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13" creationId="{A1FAED20-D706-9B56-0AEF-A59FEFE662F9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15" creationId="{5B51BE5D-E3EB-C6E7-B188-90F04D3D2962}"/>
          </ac:spMkLst>
        </pc:spChg>
        <pc:spChg chg="add mod">
          <ac:chgData name="Jenny Díaz Ramírez" userId="df7d83af-54c1-43f9-a4ec-fea9744b3563" providerId="ADAL" clId="{8FC66F7B-4498-487E-A275-31A28E83FAC6}" dt="2025-03-04T16:33:25.199" v="1791" actId="1076"/>
          <ac:spMkLst>
            <pc:docMk/>
            <pc:sldMk cId="1490594936" sldId="420"/>
            <ac:spMk id="17" creationId="{F8F0E1BD-5A72-CE50-60BA-9025E2CBE4F3}"/>
          </ac:spMkLst>
        </pc:spChg>
      </pc:sldChg>
      <pc:sldChg chg="addSp modSp add mod ord modAnim">
        <pc:chgData name="Jenny Díaz Ramírez" userId="df7d83af-54c1-43f9-a4ec-fea9744b3563" providerId="ADAL" clId="{8FC66F7B-4498-487E-A275-31A28E83FAC6}" dt="2025-03-04T16:32:52.333" v="1787"/>
        <pc:sldMkLst>
          <pc:docMk/>
          <pc:sldMk cId="3663424389" sldId="421"/>
        </pc:sldMkLst>
        <pc:spChg chg="mod">
          <ac:chgData name="Jenny Díaz Ramírez" userId="df7d83af-54c1-43f9-a4ec-fea9744b3563" providerId="ADAL" clId="{8FC66F7B-4498-487E-A275-31A28E83FAC6}" dt="2025-03-04T16:29:25.762" v="1671" actId="14100"/>
          <ac:spMkLst>
            <pc:docMk/>
            <pc:sldMk cId="3663424389" sldId="421"/>
            <ac:spMk id="3" creationId="{453E0785-838A-86CE-9B51-803A8F46BD9E}"/>
          </ac:spMkLst>
        </pc:spChg>
        <pc:spChg chg="add mod">
          <ac:chgData name="Jenny Díaz Ramírez" userId="df7d83af-54c1-43f9-a4ec-fea9744b3563" providerId="ADAL" clId="{8FC66F7B-4498-487E-A275-31A28E83FAC6}" dt="2025-03-04T16:30:48.562" v="1715" actId="1076"/>
          <ac:spMkLst>
            <pc:docMk/>
            <pc:sldMk cId="3663424389" sldId="421"/>
            <ac:spMk id="4" creationId="{E452E1B5-2AD5-9CDB-E89F-71953DEE1B8A}"/>
          </ac:spMkLst>
        </pc:spChg>
        <pc:spChg chg="add mod">
          <ac:chgData name="Jenny Díaz Ramírez" userId="df7d83af-54c1-43f9-a4ec-fea9744b3563" providerId="ADAL" clId="{8FC66F7B-4498-487E-A275-31A28E83FAC6}" dt="2025-03-04T16:30:48.562" v="1715" actId="1076"/>
          <ac:spMkLst>
            <pc:docMk/>
            <pc:sldMk cId="3663424389" sldId="421"/>
            <ac:spMk id="5" creationId="{40C401CD-D2B9-9D26-5737-8BCD287ED66B}"/>
          </ac:spMkLst>
        </pc:spChg>
        <pc:spChg chg="add mod">
          <ac:chgData name="Jenny Díaz Ramírez" userId="df7d83af-54c1-43f9-a4ec-fea9744b3563" providerId="ADAL" clId="{8FC66F7B-4498-487E-A275-31A28E83FAC6}" dt="2025-03-04T16:30:48.562" v="1715" actId="1076"/>
          <ac:spMkLst>
            <pc:docMk/>
            <pc:sldMk cId="3663424389" sldId="421"/>
            <ac:spMk id="6" creationId="{B0072BA3-9B46-179D-05C7-86E9BEE8C5FE}"/>
          </ac:spMkLst>
        </pc:spChg>
        <pc:spChg chg="add mod">
          <ac:chgData name="Jenny Díaz Ramírez" userId="df7d83af-54c1-43f9-a4ec-fea9744b3563" providerId="ADAL" clId="{8FC66F7B-4498-487E-A275-31A28E83FAC6}" dt="2025-03-04T16:30:48.562" v="1715" actId="1076"/>
          <ac:spMkLst>
            <pc:docMk/>
            <pc:sldMk cId="3663424389" sldId="421"/>
            <ac:spMk id="8" creationId="{3124E587-6A52-A7A7-CFB8-63860E747CB6}"/>
          </ac:spMkLst>
        </pc:spChg>
        <pc:spChg chg="add mod">
          <ac:chgData name="Jenny Díaz Ramírez" userId="df7d83af-54c1-43f9-a4ec-fea9744b3563" providerId="ADAL" clId="{8FC66F7B-4498-487E-A275-31A28E83FAC6}" dt="2025-03-04T16:30:57.532" v="1716" actId="1076"/>
          <ac:spMkLst>
            <pc:docMk/>
            <pc:sldMk cId="3663424389" sldId="421"/>
            <ac:spMk id="9" creationId="{13EF9BAA-45E0-F8DE-3EB3-FE1235EF5D5B}"/>
          </ac:spMkLst>
        </pc:spChg>
        <pc:spChg chg="add mod">
          <ac:chgData name="Jenny Díaz Ramírez" userId="df7d83af-54c1-43f9-a4ec-fea9744b3563" providerId="ADAL" clId="{8FC66F7B-4498-487E-A275-31A28E83FAC6}" dt="2025-03-04T16:30:57.532" v="1716" actId="1076"/>
          <ac:spMkLst>
            <pc:docMk/>
            <pc:sldMk cId="3663424389" sldId="421"/>
            <ac:spMk id="10" creationId="{CC29CBCB-C81F-103B-2363-8B438A3B8B0C}"/>
          </ac:spMkLst>
        </pc:spChg>
        <pc:spChg chg="add mod">
          <ac:chgData name="Jenny Díaz Ramírez" userId="df7d83af-54c1-43f9-a4ec-fea9744b3563" providerId="ADAL" clId="{8FC66F7B-4498-487E-A275-31A28E83FAC6}" dt="2025-03-04T16:30:57.532" v="1716" actId="1076"/>
          <ac:spMkLst>
            <pc:docMk/>
            <pc:sldMk cId="3663424389" sldId="421"/>
            <ac:spMk id="11" creationId="{4AA10D3E-3668-1BBA-50DB-F0F6F39AFD68}"/>
          </ac:spMkLst>
        </pc:spChg>
        <pc:spChg chg="add mod">
          <ac:chgData name="Jenny Díaz Ramírez" userId="df7d83af-54c1-43f9-a4ec-fea9744b3563" providerId="ADAL" clId="{8FC66F7B-4498-487E-A275-31A28E83FAC6}" dt="2025-03-04T16:30:57.532" v="1716" actId="1076"/>
          <ac:spMkLst>
            <pc:docMk/>
            <pc:sldMk cId="3663424389" sldId="421"/>
            <ac:spMk id="12" creationId="{93D5B2BE-DF5B-67B7-1D92-543463B42FE3}"/>
          </ac:spMkLst>
        </pc:spChg>
        <pc:spChg chg="add mod">
          <ac:chgData name="Jenny Díaz Ramírez" userId="df7d83af-54c1-43f9-a4ec-fea9744b3563" providerId="ADAL" clId="{8FC66F7B-4498-487E-A275-31A28E83FAC6}" dt="2025-03-04T16:30:57.532" v="1716" actId="1076"/>
          <ac:spMkLst>
            <pc:docMk/>
            <pc:sldMk cId="3663424389" sldId="421"/>
            <ac:spMk id="13" creationId="{0DBF9A11-60A2-A75C-E77F-AEE039711855}"/>
          </ac:spMkLst>
        </pc:spChg>
        <pc:spChg chg="add mod">
          <ac:chgData name="Jenny Díaz Ramírez" userId="df7d83af-54c1-43f9-a4ec-fea9744b3563" providerId="ADAL" clId="{8FC66F7B-4498-487E-A275-31A28E83FAC6}" dt="2025-03-04T16:30:48.562" v="1715" actId="1076"/>
          <ac:spMkLst>
            <pc:docMk/>
            <pc:sldMk cId="3663424389" sldId="421"/>
            <ac:spMk id="14" creationId="{9E7E74FF-B2C6-88BF-3AA1-8843131A338D}"/>
          </ac:spMkLst>
        </pc:spChg>
        <pc:spChg chg="add mod">
          <ac:chgData name="Jenny Díaz Ramírez" userId="df7d83af-54c1-43f9-a4ec-fea9744b3563" providerId="ADAL" clId="{8FC66F7B-4498-487E-A275-31A28E83FAC6}" dt="2025-03-04T16:30:39.736" v="1714" actId="1076"/>
          <ac:spMkLst>
            <pc:docMk/>
            <pc:sldMk cId="3663424389" sldId="421"/>
            <ac:spMk id="16" creationId="{917FCBF1-3176-1BF7-B9E2-0D816665140D}"/>
          </ac:spMkLst>
        </pc:spChg>
        <pc:spChg chg="add mod">
          <ac:chgData name="Jenny Díaz Ramírez" userId="df7d83af-54c1-43f9-a4ec-fea9744b3563" providerId="ADAL" clId="{8FC66F7B-4498-487E-A275-31A28E83FAC6}" dt="2025-03-04T16:32:36.781" v="1785" actId="207"/>
          <ac:spMkLst>
            <pc:docMk/>
            <pc:sldMk cId="3663424389" sldId="421"/>
            <ac:spMk id="18" creationId="{5DC28BBD-F0FD-5AAF-C3EA-9F8D632D709A}"/>
          </ac:spMkLst>
        </pc:spChg>
      </pc:sldChg>
      <pc:sldChg chg="addSp delSp modSp add mod delAnim modAnim">
        <pc:chgData name="Jenny Díaz Ramírez" userId="df7d83af-54c1-43f9-a4ec-fea9744b3563" providerId="ADAL" clId="{8FC66F7B-4498-487E-A275-31A28E83FAC6}" dt="2025-03-04T16:35:43.023" v="1866" actId="20577"/>
        <pc:sldMkLst>
          <pc:docMk/>
          <pc:sldMk cId="3865444069" sldId="422"/>
        </pc:sldMkLst>
        <pc:spChg chg="mod">
          <ac:chgData name="Jenny Díaz Ramírez" userId="df7d83af-54c1-43f9-a4ec-fea9744b3563" providerId="ADAL" clId="{8FC66F7B-4498-487E-A275-31A28E83FAC6}" dt="2025-03-04T16:35:43.023" v="1866" actId="20577"/>
          <ac:spMkLst>
            <pc:docMk/>
            <pc:sldMk cId="3865444069" sldId="422"/>
            <ac:spMk id="3" creationId="{8F4CBAB2-F63E-8527-8A93-8226ED6F05C6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5" creationId="{54044BF5-D3F4-8FB5-6445-3D3C50734D32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6" creationId="{C5AF4DCB-AD79-590C-E4CA-CD265F267854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7" creationId="{DB918233-3FEE-6B5B-E3AB-CB463395F783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8" creationId="{BA01849E-5679-35DF-8B94-77DBF97D08AF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9" creationId="{DEA9F2DA-1CE8-5828-6920-67E149DD73C8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10" creationId="{B2341D93-8622-840C-7F2E-61062D75BA21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11" creationId="{3BA32697-20A6-B49C-3F86-2EB79F9154AD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13" creationId="{30D01476-9C8C-5A47-1C9F-121FC7EFD800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14" creationId="{2248F129-5E87-8C02-0015-121FFB795531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15" creationId="{ECBF3428-DA44-AD8F-59A1-F47E5611DB70}"/>
          </ac:spMkLst>
        </pc:spChg>
        <pc:spChg chg="del">
          <ac:chgData name="Jenny Díaz Ramírez" userId="df7d83af-54c1-43f9-a4ec-fea9744b3563" providerId="ADAL" clId="{8FC66F7B-4498-487E-A275-31A28E83FAC6}" dt="2025-03-04T16:35:19.915" v="1853" actId="478"/>
          <ac:spMkLst>
            <pc:docMk/>
            <pc:sldMk cId="3865444069" sldId="422"/>
            <ac:spMk id="16" creationId="{3B91296E-37D3-8641-ECF5-EFDE7D10F38A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17" creationId="{8583F37C-B644-59A2-C682-666682A9094A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21" creationId="{7E3EF3D0-4D3D-F95B-E556-925099AF9000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23" creationId="{76901CEE-1148-4AC4-75DB-EDFA6064EE1A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24" creationId="{9D1A6BAC-BCEA-20E6-26EC-3B8845C02C71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25" creationId="{44F04322-A8F5-BD98-15FB-4A42F148A814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26" creationId="{6DBE0675-5D5A-747A-9F7D-EE0BFA171F8B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29" creationId="{73682A2E-0415-31B8-1391-9CCAEF7DA5ED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30" creationId="{4A129564-E9B1-14E0-2114-05BB9B7B76A9}"/>
          </ac:spMkLst>
        </pc:spChg>
        <pc:spChg chg="add mod">
          <ac:chgData name="Jenny Díaz Ramírez" userId="df7d83af-54c1-43f9-a4ec-fea9744b3563" providerId="ADAL" clId="{8FC66F7B-4498-487E-A275-31A28E83FAC6}" dt="2025-03-04T16:35:20.693" v="1854"/>
          <ac:spMkLst>
            <pc:docMk/>
            <pc:sldMk cId="3865444069" sldId="422"/>
            <ac:spMk id="31" creationId="{88778E03-CD7B-C2EE-C6F1-176C4244AB00}"/>
          </ac:spMkLst>
        </pc:spChg>
      </pc:sldChg>
      <pc:sldChg chg="addSp delSp modSp new mod modClrScheme chgLayout">
        <pc:chgData name="Jenny Díaz Ramírez" userId="df7d83af-54c1-43f9-a4ec-fea9744b3563" providerId="ADAL" clId="{8FC66F7B-4498-487E-A275-31A28E83FAC6}" dt="2025-03-04T17:07:29.130" v="2609" actId="20577"/>
        <pc:sldMkLst>
          <pc:docMk/>
          <pc:sldMk cId="1587795616" sldId="423"/>
        </pc:sldMkLst>
        <pc:spChg chg="del mod ord">
          <ac:chgData name="Jenny Díaz Ramírez" userId="df7d83af-54c1-43f9-a4ec-fea9744b3563" providerId="ADAL" clId="{8FC66F7B-4498-487E-A275-31A28E83FAC6}" dt="2025-03-04T16:57:26.734" v="2331" actId="700"/>
          <ac:spMkLst>
            <pc:docMk/>
            <pc:sldMk cId="1587795616" sldId="423"/>
            <ac:spMk id="2" creationId="{8CE783D4-B4D8-4098-6DC6-105FDEDF3274}"/>
          </ac:spMkLst>
        </pc:spChg>
        <pc:spChg chg="del mod ord">
          <ac:chgData name="Jenny Díaz Ramírez" userId="df7d83af-54c1-43f9-a4ec-fea9744b3563" providerId="ADAL" clId="{8FC66F7B-4498-487E-A275-31A28E83FAC6}" dt="2025-03-04T16:57:26.734" v="2331" actId="700"/>
          <ac:spMkLst>
            <pc:docMk/>
            <pc:sldMk cId="1587795616" sldId="423"/>
            <ac:spMk id="3" creationId="{9093B994-F0AD-DD9F-62F4-33E8C2B98C38}"/>
          </ac:spMkLst>
        </pc:spChg>
        <pc:spChg chg="add mod ord">
          <ac:chgData name="Jenny Díaz Ramírez" userId="df7d83af-54c1-43f9-a4ec-fea9744b3563" providerId="ADAL" clId="{8FC66F7B-4498-487E-A275-31A28E83FAC6}" dt="2025-03-04T17:07:29.130" v="2609" actId="20577"/>
          <ac:spMkLst>
            <pc:docMk/>
            <pc:sldMk cId="1587795616" sldId="423"/>
            <ac:spMk id="4" creationId="{19B8DC0A-BD7D-F05F-AE4D-137CC6E28B95}"/>
          </ac:spMkLst>
        </pc:spChg>
        <pc:spChg chg="add mod ord">
          <ac:chgData name="Jenny Díaz Ramírez" userId="df7d83af-54c1-43f9-a4ec-fea9744b3563" providerId="ADAL" clId="{8FC66F7B-4498-487E-A275-31A28E83FAC6}" dt="2025-03-04T16:58:01.192" v="2387" actId="14100"/>
          <ac:spMkLst>
            <pc:docMk/>
            <pc:sldMk cId="1587795616" sldId="423"/>
            <ac:spMk id="5" creationId="{03EAF363-07D8-D1A9-5D85-D1E00724FE1A}"/>
          </ac:spMkLst>
        </pc:spChg>
      </pc:sldChg>
      <pc:sldMasterChg chg="delSldLayout modSldLayout">
        <pc:chgData name="Jenny Díaz Ramírez" userId="df7d83af-54c1-43f9-a4ec-fea9744b3563" providerId="ADAL" clId="{8FC66F7B-4498-487E-A275-31A28E83FAC6}" dt="2025-03-04T16:11:20.982" v="203"/>
        <pc:sldMasterMkLst>
          <pc:docMk/>
          <pc:sldMasterMk cId="3515892240" sldId="2147483658"/>
        </pc:sldMasterMkLst>
        <pc:sldLayoutChg chg="modSp">
          <pc:chgData name="Jenny Díaz Ramírez" userId="df7d83af-54c1-43f9-a4ec-fea9744b3563" providerId="ADAL" clId="{8FC66F7B-4498-487E-A275-31A28E83FAC6}" dt="2025-03-04T16:11:18.464" v="202" actId="1076"/>
          <pc:sldLayoutMkLst>
            <pc:docMk/>
            <pc:sldMasterMk cId="3515892240" sldId="2147483658"/>
            <pc:sldLayoutMk cId="2550425395" sldId="2147483685"/>
          </pc:sldLayoutMkLst>
          <pc:spChg chg="mod">
            <ac:chgData name="Jenny Díaz Ramírez" userId="df7d83af-54c1-43f9-a4ec-fea9744b3563" providerId="ADAL" clId="{8FC66F7B-4498-487E-A275-31A28E83FAC6}" dt="2025-03-04T16:11:18.464" v="202" actId="1076"/>
            <ac:spMkLst>
              <pc:docMk/>
              <pc:sldMasterMk cId="3515892240" sldId="2147483658"/>
              <pc:sldLayoutMk cId="2550425395" sldId="2147483685"/>
              <ac:spMk id="20" creationId="{4E4E09DF-AF21-0E4A-9838-14DFBFFED7D7}"/>
            </ac:spMkLst>
          </pc:spChg>
          <pc:spChg chg="mod">
            <ac:chgData name="Jenny Díaz Ramírez" userId="df7d83af-54c1-43f9-a4ec-fea9744b3563" providerId="ADAL" clId="{8FC66F7B-4498-487E-A275-31A28E83FAC6}" dt="2025-03-04T16:11:18.464" v="202" actId="1076"/>
            <ac:spMkLst>
              <pc:docMk/>
              <pc:sldMasterMk cId="3515892240" sldId="2147483658"/>
              <pc:sldLayoutMk cId="2550425395" sldId="2147483685"/>
              <ac:spMk id="21" creationId="{653F54AE-9BC1-3A45-A129-4028EADE4064}"/>
            </ac:spMkLst>
          </pc:spChg>
          <pc:spChg chg="mod">
            <ac:chgData name="Jenny Díaz Ramírez" userId="df7d83af-54c1-43f9-a4ec-fea9744b3563" providerId="ADAL" clId="{8FC66F7B-4498-487E-A275-31A28E83FAC6}" dt="2025-03-04T16:11:18.464" v="202" actId="1076"/>
            <ac:spMkLst>
              <pc:docMk/>
              <pc:sldMasterMk cId="3515892240" sldId="2147483658"/>
              <pc:sldLayoutMk cId="2550425395" sldId="2147483685"/>
              <ac:spMk id="22" creationId="{254F6D22-4944-974A-999E-F9E22F159523}"/>
            </ac:spMkLst>
          </pc:spChg>
          <pc:grpChg chg="mod">
            <ac:chgData name="Jenny Díaz Ramírez" userId="df7d83af-54c1-43f9-a4ec-fea9744b3563" providerId="ADAL" clId="{8FC66F7B-4498-487E-A275-31A28E83FAC6}" dt="2025-03-04T16:11:18.464" v="202" actId="1076"/>
            <ac:grpSpMkLst>
              <pc:docMk/>
              <pc:sldMasterMk cId="3515892240" sldId="2147483658"/>
              <pc:sldLayoutMk cId="2550425395" sldId="2147483685"/>
              <ac:grpSpMk id="19" creationId="{BDEF3328-825B-3946-8472-DB93D6A32867}"/>
            </ac:grpSpMkLst>
          </pc:grpChg>
        </pc:sldLayoutChg>
        <pc:sldLayoutChg chg="del">
          <pc:chgData name="Jenny Díaz Ramírez" userId="df7d83af-54c1-43f9-a4ec-fea9744b3563" providerId="ADAL" clId="{8FC66F7B-4498-487E-A275-31A28E83FAC6}" dt="2025-02-21T22:10:23.395" v="63" actId="47"/>
          <pc:sldLayoutMkLst>
            <pc:docMk/>
            <pc:sldMasterMk cId="3515892240" sldId="2147483658"/>
            <pc:sldLayoutMk cId="161733636" sldId="2147483696"/>
          </pc:sldLayoutMkLst>
        </pc:sldLayoutChg>
        <pc:sldLayoutChg chg="del">
          <pc:chgData name="Jenny Díaz Ramírez" userId="df7d83af-54c1-43f9-a4ec-fea9744b3563" providerId="ADAL" clId="{8FC66F7B-4498-487E-A275-31A28E83FAC6}" dt="2025-02-21T22:10:23.395" v="63" actId="47"/>
          <pc:sldLayoutMkLst>
            <pc:docMk/>
            <pc:sldMasterMk cId="3515892240" sldId="2147483658"/>
            <pc:sldLayoutMk cId="1075511714" sldId="2147483699"/>
          </pc:sldLayoutMkLst>
        </pc:sldLayoutChg>
        <pc:sldLayoutChg chg="addSp delSp modSp mod">
          <pc:chgData name="Jenny Díaz Ramírez" userId="df7d83af-54c1-43f9-a4ec-fea9744b3563" providerId="ADAL" clId="{8FC66F7B-4498-487E-A275-31A28E83FAC6}" dt="2025-02-21T22:20:05.326" v="99"/>
          <pc:sldLayoutMkLst>
            <pc:docMk/>
            <pc:sldMasterMk cId="3515892240" sldId="2147483658"/>
            <pc:sldLayoutMk cId="1795021861" sldId="2147483701"/>
          </pc:sldLayoutMkLst>
        </pc:sldLayoutChg>
        <pc:sldLayoutChg chg="addSp delSp modSp mod">
          <pc:chgData name="Jenny Díaz Ramírez" userId="df7d83af-54c1-43f9-a4ec-fea9744b3563" providerId="ADAL" clId="{8FC66F7B-4498-487E-A275-31A28E83FAC6}" dt="2025-02-21T22:26:49.527" v="188" actId="1076"/>
          <pc:sldLayoutMkLst>
            <pc:docMk/>
            <pc:sldMasterMk cId="3515892240" sldId="2147483658"/>
            <pc:sldLayoutMk cId="2511197329" sldId="2147483702"/>
          </pc:sldLayoutMkLst>
          <pc:spChg chg="mod topLvl">
            <ac:chgData name="Jenny Díaz Ramírez" userId="df7d83af-54c1-43f9-a4ec-fea9744b3563" providerId="ADAL" clId="{8FC66F7B-4498-487E-A275-31A28E83FAC6}" dt="2025-02-21T22:26:01.260" v="174" actId="1037"/>
            <ac:spMkLst>
              <pc:docMk/>
              <pc:sldMasterMk cId="3515892240" sldId="2147483658"/>
              <pc:sldLayoutMk cId="2511197329" sldId="2147483702"/>
              <ac:spMk id="5" creationId="{78C6D677-3122-8450-2306-2E67EA2595DC}"/>
            </ac:spMkLst>
          </pc:spChg>
          <pc:spChg chg="del mod">
            <ac:chgData name="Jenny Díaz Ramírez" userId="df7d83af-54c1-43f9-a4ec-fea9744b3563" providerId="ADAL" clId="{8FC66F7B-4498-487E-A275-31A28E83FAC6}" dt="2025-02-21T22:26:49.527" v="188" actId="1076"/>
            <ac:spMkLst>
              <pc:docMk/>
              <pc:sldMasterMk cId="3515892240" sldId="2147483658"/>
              <pc:sldLayoutMk cId="2511197329" sldId="2147483702"/>
              <ac:spMk id="7" creationId="{6C14B503-619D-FECA-B1C8-EC84086F4DE6}"/>
            </ac:spMkLst>
          </pc:spChg>
          <pc:spChg chg="mod">
            <ac:chgData name="Jenny Díaz Ramírez" userId="df7d83af-54c1-43f9-a4ec-fea9744b3563" providerId="ADAL" clId="{8FC66F7B-4498-487E-A275-31A28E83FAC6}" dt="2025-02-21T22:26:32.131" v="186" actId="206"/>
            <ac:spMkLst>
              <pc:docMk/>
              <pc:sldMasterMk cId="3515892240" sldId="2147483658"/>
              <pc:sldLayoutMk cId="2511197329" sldId="2147483702"/>
              <ac:spMk id="9" creationId="{0AC106E8-3E4A-A8F8-E16C-BBF1326B7F20}"/>
            </ac:spMkLst>
          </pc:spChg>
          <pc:spChg chg="mod">
            <ac:chgData name="Jenny Díaz Ramírez" userId="df7d83af-54c1-43f9-a4ec-fea9744b3563" providerId="ADAL" clId="{8FC66F7B-4498-487E-A275-31A28E83FAC6}" dt="2025-02-21T22:20:42.823" v="114" actId="1076"/>
            <ac:spMkLst>
              <pc:docMk/>
              <pc:sldMasterMk cId="3515892240" sldId="2147483658"/>
              <pc:sldLayoutMk cId="2511197329" sldId="2147483702"/>
              <ac:spMk id="11" creationId="{56559DE5-8022-90C0-3366-610481E321EF}"/>
            </ac:spMkLst>
          </pc:spChg>
          <pc:spChg chg="mod topLvl">
            <ac:chgData name="Jenny Díaz Ramírez" userId="df7d83af-54c1-43f9-a4ec-fea9744b3563" providerId="ADAL" clId="{8FC66F7B-4498-487E-A275-31A28E83FAC6}" dt="2025-02-21T22:25:44.111" v="148" actId="1076"/>
            <ac:spMkLst>
              <pc:docMk/>
              <pc:sldMasterMk cId="3515892240" sldId="2147483658"/>
              <pc:sldLayoutMk cId="2511197329" sldId="2147483702"/>
              <ac:spMk id="12" creationId="{B474AF14-85FE-106F-700C-44B853B51BC5}"/>
            </ac:spMkLst>
          </pc:spChg>
        </pc:sldLayoutChg>
        <pc:sldLayoutChg chg="addSp delSp modSp">
          <pc:chgData name="Jenny Díaz Ramírez" userId="df7d83af-54c1-43f9-a4ec-fea9744b3563" providerId="ADAL" clId="{8FC66F7B-4498-487E-A275-31A28E83FAC6}" dt="2025-03-04T16:11:20.982" v="203"/>
          <pc:sldLayoutMkLst>
            <pc:docMk/>
            <pc:sldMasterMk cId="3515892240" sldId="2147483658"/>
            <pc:sldLayoutMk cId="1265107314" sldId="2147483703"/>
          </pc:sldLayoutMkLst>
          <pc:spChg chg="mod">
            <ac:chgData name="Jenny Díaz Ramírez" userId="df7d83af-54c1-43f9-a4ec-fea9744b3563" providerId="ADAL" clId="{8FC66F7B-4498-487E-A275-31A28E83FAC6}" dt="2025-03-04T16:11:20.982" v="203"/>
            <ac:spMkLst>
              <pc:docMk/>
              <pc:sldMasterMk cId="3515892240" sldId="2147483658"/>
              <pc:sldLayoutMk cId="1265107314" sldId="2147483703"/>
              <ac:spMk id="5" creationId="{B8382CE0-2649-DDEE-12FA-94D025B7DFD7}"/>
            </ac:spMkLst>
          </pc:spChg>
          <pc:spChg chg="mod">
            <ac:chgData name="Jenny Díaz Ramírez" userId="df7d83af-54c1-43f9-a4ec-fea9744b3563" providerId="ADAL" clId="{8FC66F7B-4498-487E-A275-31A28E83FAC6}" dt="2025-03-04T16:11:20.982" v="203"/>
            <ac:spMkLst>
              <pc:docMk/>
              <pc:sldMasterMk cId="3515892240" sldId="2147483658"/>
              <pc:sldLayoutMk cId="1265107314" sldId="2147483703"/>
              <ac:spMk id="6" creationId="{F4FE7385-4115-D6C0-21A9-A24A4E889E91}"/>
            </ac:spMkLst>
          </pc:spChg>
          <pc:spChg chg="del">
            <ac:chgData name="Jenny Díaz Ramírez" userId="df7d83af-54c1-43f9-a4ec-fea9744b3563" providerId="ADAL" clId="{8FC66F7B-4498-487E-A275-31A28E83FAC6}" dt="2025-03-04T16:11:17.147" v="201" actId="478"/>
            <ac:spMkLst>
              <pc:docMk/>
              <pc:sldMasterMk cId="3515892240" sldId="2147483658"/>
              <pc:sldLayoutMk cId="1265107314" sldId="2147483703"/>
              <ac:spMk id="7" creationId="{6C14B503-619D-FECA-B1C8-EC84086F4DE6}"/>
            </ac:spMkLst>
          </pc:spChg>
          <pc:spChg chg="mod">
            <ac:chgData name="Jenny Díaz Ramírez" userId="df7d83af-54c1-43f9-a4ec-fea9744b3563" providerId="ADAL" clId="{8FC66F7B-4498-487E-A275-31A28E83FAC6}" dt="2025-03-04T16:11:20.982" v="203"/>
            <ac:spMkLst>
              <pc:docMk/>
              <pc:sldMasterMk cId="3515892240" sldId="2147483658"/>
              <pc:sldLayoutMk cId="1265107314" sldId="2147483703"/>
              <ac:spMk id="8" creationId="{F3BF24F1-AFFE-7C83-F5DD-ECE5C8F39AA5}"/>
            </ac:spMkLst>
          </pc:spChg>
          <pc:spChg chg="del">
            <ac:chgData name="Jenny Díaz Ramírez" userId="df7d83af-54c1-43f9-a4ec-fea9744b3563" providerId="ADAL" clId="{8FC66F7B-4498-487E-A275-31A28E83FAC6}" dt="2025-03-04T16:11:16.224" v="200" actId="478"/>
            <ac:spMkLst>
              <pc:docMk/>
              <pc:sldMasterMk cId="3515892240" sldId="2147483658"/>
              <pc:sldLayoutMk cId="1265107314" sldId="2147483703"/>
              <ac:spMk id="9" creationId="{0AC106E8-3E4A-A8F8-E16C-BBF1326B7F20}"/>
            </ac:spMkLst>
          </pc:spChg>
          <pc:spChg chg="del">
            <ac:chgData name="Jenny Díaz Ramírez" userId="df7d83af-54c1-43f9-a4ec-fea9744b3563" providerId="ADAL" clId="{8FC66F7B-4498-487E-A275-31A28E83FAC6}" dt="2025-03-04T16:11:15.423" v="199" actId="478"/>
            <ac:spMkLst>
              <pc:docMk/>
              <pc:sldMasterMk cId="3515892240" sldId="2147483658"/>
              <pc:sldLayoutMk cId="1265107314" sldId="2147483703"/>
              <ac:spMk id="11" creationId="{56559DE5-8022-90C0-3366-610481E321EF}"/>
            </ac:spMkLst>
          </pc:spChg>
          <pc:grpChg chg="add mod">
            <ac:chgData name="Jenny Díaz Ramírez" userId="df7d83af-54c1-43f9-a4ec-fea9744b3563" providerId="ADAL" clId="{8FC66F7B-4498-487E-A275-31A28E83FAC6}" dt="2025-03-04T16:11:20.982" v="203"/>
            <ac:grpSpMkLst>
              <pc:docMk/>
              <pc:sldMasterMk cId="3515892240" sldId="2147483658"/>
              <pc:sldLayoutMk cId="1265107314" sldId="2147483703"/>
              <ac:grpSpMk id="4" creationId="{6F2C2FA9-5DE7-8BAA-8F71-7647DD2733B5}"/>
            </ac:grpSpMkLst>
          </pc:gr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5F2D1-9FFC-4DC9-9998-49E18EB751AF}" type="doc">
      <dgm:prSet loTypeId="urn:microsoft.com/office/officeart/2005/8/layout/l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0BA57C7-4969-4A90-AC51-24D0D83B1818}">
      <dgm:prSet phldrT="[Texto]"/>
      <dgm:spPr/>
      <dgm:t>
        <a:bodyPr/>
        <a:lstStyle/>
        <a:p>
          <a:r>
            <a:rPr lang="es-ES" dirty="0"/>
            <a:t>Notación</a:t>
          </a:r>
        </a:p>
      </dgm:t>
    </dgm:pt>
    <dgm:pt modelId="{C400F307-324D-48B7-ACBA-B44B4A852FFB}" type="parTrans" cxnId="{6925B54B-947D-4E6B-8F3D-2F3667C6CF5D}">
      <dgm:prSet/>
      <dgm:spPr/>
      <dgm:t>
        <a:bodyPr/>
        <a:lstStyle/>
        <a:p>
          <a:endParaRPr lang="es-ES"/>
        </a:p>
      </dgm:t>
    </dgm:pt>
    <dgm:pt modelId="{46C1E1BE-45C9-4FEC-BFE9-FA2F5D6D378A}" type="sibTrans" cxnId="{6925B54B-947D-4E6B-8F3D-2F3667C6CF5D}">
      <dgm:prSet/>
      <dgm:spPr/>
      <dgm:t>
        <a:bodyPr/>
        <a:lstStyle/>
        <a:p>
          <a:endParaRPr lang="es-ES"/>
        </a:p>
      </dgm:t>
    </dgm:pt>
    <dgm:pt modelId="{3F216AD1-6305-4FB0-941C-765A71D20FE7}">
      <dgm:prSet phldrT="[Texto]"/>
      <dgm:spPr/>
      <dgm:t>
        <a:bodyPr/>
        <a:lstStyle/>
        <a:p>
          <a:r>
            <a:rPr lang="es-ES" dirty="0"/>
            <a:t>Solución</a:t>
          </a:r>
        </a:p>
      </dgm:t>
    </dgm:pt>
    <dgm:pt modelId="{61F5B55A-00BC-4E37-B2D4-1F699F6A1615}" type="parTrans" cxnId="{6206D314-8669-4A6C-AC2D-2CBC14D8A8C9}">
      <dgm:prSet/>
      <dgm:spPr/>
      <dgm:t>
        <a:bodyPr/>
        <a:lstStyle/>
        <a:p>
          <a:endParaRPr lang="es-ES"/>
        </a:p>
      </dgm:t>
    </dgm:pt>
    <dgm:pt modelId="{9B5E24EE-5236-43F4-8C45-4C1954A50B7C}" type="sibTrans" cxnId="{6206D314-8669-4A6C-AC2D-2CBC14D8A8C9}">
      <dgm:prSet/>
      <dgm:spPr/>
      <dgm:t>
        <a:bodyPr/>
        <a:lstStyle/>
        <a:p>
          <a:endParaRPr lang="es-ES"/>
        </a:p>
      </dgm:t>
    </dgm:pt>
    <dgm:pt modelId="{5F1F5053-7867-437C-8772-6F909FABC426}">
      <dgm:prSet phldrT="[Texto]"/>
      <dgm:spPr/>
      <dgm:t>
        <a:bodyPr/>
        <a:lstStyle/>
        <a:p>
          <a:r>
            <a:rPr lang="es-ES" dirty="0"/>
            <a:t>Método de B&amp;B</a:t>
          </a:r>
        </a:p>
      </dgm:t>
    </dgm:pt>
    <dgm:pt modelId="{395CE6D9-3F3D-4FCE-A4FD-D5EE6B07AA3C}" type="parTrans" cxnId="{515B1B97-1B5C-4A96-BC9E-157589AEE0E5}">
      <dgm:prSet/>
      <dgm:spPr/>
      <dgm:t>
        <a:bodyPr/>
        <a:lstStyle/>
        <a:p>
          <a:endParaRPr lang="es-ES"/>
        </a:p>
      </dgm:t>
    </dgm:pt>
    <dgm:pt modelId="{D40438EA-4945-4D41-8374-1E800A96BD3F}" type="sibTrans" cxnId="{515B1B97-1B5C-4A96-BC9E-157589AEE0E5}">
      <dgm:prSet/>
      <dgm:spPr/>
      <dgm:t>
        <a:bodyPr/>
        <a:lstStyle/>
        <a:p>
          <a:endParaRPr lang="es-ES"/>
        </a:p>
      </dgm:t>
    </dgm:pt>
    <dgm:pt modelId="{55E69F3B-5077-42F4-BD47-3D396425F3F2}">
      <dgm:prSet phldrT="[Texto]"/>
      <dgm:spPr/>
      <dgm:t>
        <a:bodyPr/>
        <a:lstStyle/>
        <a:p>
          <a:r>
            <a:rPr lang="es-ES" dirty="0"/>
            <a:t>Algebraica</a:t>
          </a:r>
        </a:p>
      </dgm:t>
    </dgm:pt>
    <dgm:pt modelId="{54219654-28C6-4360-A738-956B3F3EB534}" type="parTrans" cxnId="{2D468B5B-1958-4B5B-AF2D-D059E6C35D86}">
      <dgm:prSet/>
      <dgm:spPr/>
      <dgm:t>
        <a:bodyPr/>
        <a:lstStyle/>
        <a:p>
          <a:endParaRPr lang="es-ES"/>
        </a:p>
      </dgm:t>
    </dgm:pt>
    <dgm:pt modelId="{7750E049-86CD-48A4-A808-B4801ADFF224}" type="sibTrans" cxnId="{2D468B5B-1958-4B5B-AF2D-D059E6C35D86}">
      <dgm:prSet/>
      <dgm:spPr/>
      <dgm:t>
        <a:bodyPr/>
        <a:lstStyle/>
        <a:p>
          <a:endParaRPr lang="es-ES"/>
        </a:p>
      </dgm:t>
    </dgm:pt>
    <dgm:pt modelId="{E8824C48-89F8-4E2D-B184-4E51DC7B58A6}">
      <dgm:prSet phldrT="[Texto]"/>
      <dgm:spPr/>
      <dgm:t>
        <a:bodyPr/>
        <a:lstStyle/>
        <a:p>
          <a:r>
            <a:rPr lang="es-ES" dirty="0"/>
            <a:t>Matricial</a:t>
          </a:r>
        </a:p>
      </dgm:t>
    </dgm:pt>
    <dgm:pt modelId="{97D717A4-71E3-4C42-83C9-CD0C15092AF7}" type="parTrans" cxnId="{FD67D657-5D19-437A-AD99-19266300C7EE}">
      <dgm:prSet/>
      <dgm:spPr/>
      <dgm:t>
        <a:bodyPr/>
        <a:lstStyle/>
        <a:p>
          <a:endParaRPr lang="es-ES"/>
        </a:p>
      </dgm:t>
    </dgm:pt>
    <dgm:pt modelId="{D2969FBB-94CE-4C9A-912E-D73F81F78D09}" type="sibTrans" cxnId="{FD67D657-5D19-437A-AD99-19266300C7EE}">
      <dgm:prSet/>
      <dgm:spPr/>
      <dgm:t>
        <a:bodyPr/>
        <a:lstStyle/>
        <a:p>
          <a:endParaRPr lang="es-ES"/>
        </a:p>
      </dgm:t>
    </dgm:pt>
    <dgm:pt modelId="{58C7CE55-3705-414C-A99D-6D5C6EF0625A}">
      <dgm:prSet phldrT="[Texto]"/>
      <dgm:spPr/>
      <dgm:t>
        <a:bodyPr/>
        <a:lstStyle/>
        <a:p>
          <a:r>
            <a:rPr lang="es-ES" dirty="0"/>
            <a:t>Espacios de solución</a:t>
          </a:r>
        </a:p>
      </dgm:t>
    </dgm:pt>
    <dgm:pt modelId="{E7470D9B-54C3-4CAC-BDB8-62C361F9CFA5}" type="parTrans" cxnId="{81BE24C9-F6AB-40E0-8BEA-10271A4C8969}">
      <dgm:prSet/>
      <dgm:spPr/>
      <dgm:t>
        <a:bodyPr/>
        <a:lstStyle/>
        <a:p>
          <a:endParaRPr lang="es-ES"/>
        </a:p>
      </dgm:t>
    </dgm:pt>
    <dgm:pt modelId="{1388855D-C69A-4F50-BA3A-19FB741F4314}" type="sibTrans" cxnId="{81BE24C9-F6AB-40E0-8BEA-10271A4C8969}">
      <dgm:prSet/>
      <dgm:spPr/>
      <dgm:t>
        <a:bodyPr/>
        <a:lstStyle/>
        <a:p>
          <a:endParaRPr lang="es-ES"/>
        </a:p>
      </dgm:t>
    </dgm:pt>
    <dgm:pt modelId="{277C10AB-1744-4421-BDF6-103B11EFEAB5}">
      <dgm:prSet phldrT="[Texto]"/>
      <dgm:spPr/>
      <dgm:t>
        <a:bodyPr/>
        <a:lstStyle/>
        <a:p>
          <a:r>
            <a:rPr lang="es-ES" dirty="0"/>
            <a:t>Tipos de solución</a:t>
          </a:r>
        </a:p>
      </dgm:t>
    </dgm:pt>
    <dgm:pt modelId="{697AEF14-9A35-4306-B1A3-1C71E9A583FC}" type="parTrans" cxnId="{AA01BE27-47FC-45CE-BE9F-CCAE91CABF64}">
      <dgm:prSet/>
      <dgm:spPr/>
      <dgm:t>
        <a:bodyPr/>
        <a:lstStyle/>
        <a:p>
          <a:endParaRPr lang="es-ES"/>
        </a:p>
      </dgm:t>
    </dgm:pt>
    <dgm:pt modelId="{5A703D59-6E1D-4640-92A8-AAC5024DFF9A}" type="sibTrans" cxnId="{AA01BE27-47FC-45CE-BE9F-CCAE91CABF64}">
      <dgm:prSet/>
      <dgm:spPr/>
      <dgm:t>
        <a:bodyPr/>
        <a:lstStyle/>
        <a:p>
          <a:endParaRPr lang="es-ES"/>
        </a:p>
      </dgm:t>
    </dgm:pt>
    <dgm:pt modelId="{372A84CE-0BBA-4EFE-8B2F-3650D408C9DD}">
      <dgm:prSet phldrT="[Texto]"/>
      <dgm:spPr/>
      <dgm:t>
        <a:bodyPr/>
        <a:lstStyle/>
        <a:p>
          <a:r>
            <a:rPr lang="es-ES" dirty="0"/>
            <a:t>Método Gráfico</a:t>
          </a:r>
        </a:p>
      </dgm:t>
    </dgm:pt>
    <dgm:pt modelId="{7C613DB5-43D4-4E91-A90B-882F1FE4AAAB}" type="parTrans" cxnId="{E03BFCE4-2E53-4351-969F-E8812B1671B7}">
      <dgm:prSet/>
      <dgm:spPr/>
      <dgm:t>
        <a:bodyPr/>
        <a:lstStyle/>
        <a:p>
          <a:endParaRPr lang="en-US"/>
        </a:p>
      </dgm:t>
    </dgm:pt>
    <dgm:pt modelId="{69C7C79E-1058-4AD7-89F3-63F00DA7A3FA}" type="sibTrans" cxnId="{E03BFCE4-2E53-4351-969F-E8812B1671B7}">
      <dgm:prSet/>
      <dgm:spPr/>
      <dgm:t>
        <a:bodyPr/>
        <a:lstStyle/>
        <a:p>
          <a:endParaRPr lang="en-US"/>
        </a:p>
      </dgm:t>
    </dgm:pt>
    <dgm:pt modelId="{215D5F0A-16E0-4272-823F-0C2384036CBE}">
      <dgm:prSet phldrT="[Texto]"/>
      <dgm:spPr/>
      <dgm:t>
        <a:bodyPr/>
        <a:lstStyle/>
        <a:p>
          <a:r>
            <a:rPr lang="es-ES" dirty="0"/>
            <a:t>Métodos Simplex</a:t>
          </a:r>
        </a:p>
      </dgm:t>
    </dgm:pt>
    <dgm:pt modelId="{4A4AEFB8-3EA8-4738-A25E-02FE69D51F40}" type="parTrans" cxnId="{6B4D3F3E-7473-4347-BA86-2FFFF5577065}">
      <dgm:prSet/>
      <dgm:spPr/>
      <dgm:t>
        <a:bodyPr/>
        <a:lstStyle/>
        <a:p>
          <a:endParaRPr lang="en-US"/>
        </a:p>
      </dgm:t>
    </dgm:pt>
    <dgm:pt modelId="{9CFC0607-9CFC-4548-8F52-BED8D73D763A}" type="sibTrans" cxnId="{6B4D3F3E-7473-4347-BA86-2FFFF5577065}">
      <dgm:prSet/>
      <dgm:spPr/>
      <dgm:t>
        <a:bodyPr/>
        <a:lstStyle/>
        <a:p>
          <a:endParaRPr lang="en-US"/>
        </a:p>
      </dgm:t>
    </dgm:pt>
    <dgm:pt modelId="{DEA047EF-5C57-4885-9D26-F0D90BF6F7B3}">
      <dgm:prSet phldrT="[Texto]"/>
      <dgm:spPr/>
      <dgm:t>
        <a:bodyPr/>
        <a:lstStyle/>
        <a:p>
          <a:r>
            <a:rPr lang="es-ES" dirty="0"/>
            <a:t>Para problemas enteros </a:t>
          </a:r>
        </a:p>
      </dgm:t>
    </dgm:pt>
    <dgm:pt modelId="{3303A7A1-F4FE-455C-B338-80FF4FB4EE64}" type="parTrans" cxnId="{52598A4E-6A96-43D4-ACFC-768B80478F0D}">
      <dgm:prSet/>
      <dgm:spPr/>
      <dgm:t>
        <a:bodyPr/>
        <a:lstStyle/>
        <a:p>
          <a:endParaRPr lang="en-US"/>
        </a:p>
      </dgm:t>
    </dgm:pt>
    <dgm:pt modelId="{5A4A898E-B530-43D0-80F1-13F49AE60AEB}" type="sibTrans" cxnId="{52598A4E-6A96-43D4-ACFC-768B80478F0D}">
      <dgm:prSet/>
      <dgm:spPr/>
      <dgm:t>
        <a:bodyPr/>
        <a:lstStyle/>
        <a:p>
          <a:endParaRPr lang="en-US"/>
        </a:p>
      </dgm:t>
    </dgm:pt>
    <dgm:pt modelId="{0007019D-BE48-4638-A758-11431E394BA5}">
      <dgm:prSet phldrT="[Texto]"/>
      <dgm:spPr>
        <a:solidFill>
          <a:schemeClr val="accent3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s-ES" dirty="0"/>
            <a:t>Estructura de una iteración</a:t>
          </a:r>
        </a:p>
      </dgm:t>
    </dgm:pt>
    <dgm:pt modelId="{5E8FDF75-2D20-4CFB-BD80-353B46F7CE6B}" type="parTrans" cxnId="{7A6AADAD-1532-48A7-B758-6CBD8D8FCA7C}">
      <dgm:prSet/>
      <dgm:spPr/>
      <dgm:t>
        <a:bodyPr/>
        <a:lstStyle/>
        <a:p>
          <a:endParaRPr lang="en-US"/>
        </a:p>
      </dgm:t>
    </dgm:pt>
    <dgm:pt modelId="{5903D355-A23F-47EC-B7EF-60D5C3C924C7}" type="sibTrans" cxnId="{7A6AADAD-1532-48A7-B758-6CBD8D8FCA7C}">
      <dgm:prSet/>
      <dgm:spPr/>
      <dgm:t>
        <a:bodyPr/>
        <a:lstStyle/>
        <a:p>
          <a:endParaRPr lang="en-US"/>
        </a:p>
      </dgm:t>
    </dgm:pt>
    <dgm:pt modelId="{F879121B-3B6F-494F-A6B0-9D9D880A98F3}">
      <dgm:prSet phldrT="[Texto]"/>
      <dgm:spPr/>
      <dgm:t>
        <a:bodyPr/>
        <a:lstStyle/>
        <a:p>
          <a:r>
            <a:rPr lang="es-ES" dirty="0"/>
            <a:t>Complejidad matemática</a:t>
          </a:r>
        </a:p>
      </dgm:t>
    </dgm:pt>
    <dgm:pt modelId="{75924DA9-7DDA-431C-BD22-9C134871FF33}" type="parTrans" cxnId="{D8A9688E-5CEF-4228-AC53-8023404E2183}">
      <dgm:prSet/>
      <dgm:spPr/>
      <dgm:t>
        <a:bodyPr/>
        <a:lstStyle/>
        <a:p>
          <a:endParaRPr lang="en-US"/>
        </a:p>
      </dgm:t>
    </dgm:pt>
    <dgm:pt modelId="{11FA5C7F-B48D-4D3E-9B1F-36FC84C2149F}" type="sibTrans" cxnId="{D8A9688E-5CEF-4228-AC53-8023404E2183}">
      <dgm:prSet/>
      <dgm:spPr/>
      <dgm:t>
        <a:bodyPr/>
        <a:lstStyle/>
        <a:p>
          <a:endParaRPr lang="en-US"/>
        </a:p>
      </dgm:t>
    </dgm:pt>
    <dgm:pt modelId="{08FE693D-850A-4B40-8FF2-9445DA2D25AC}">
      <dgm:prSet phldrT="[Texto]"/>
      <dgm:spPr/>
      <dgm:t>
        <a:bodyPr/>
        <a:lstStyle/>
        <a:p>
          <a:r>
            <a:rPr lang="es-ES" dirty="0"/>
            <a:t>Para problemas pequeños (2 </a:t>
          </a:r>
          <a:r>
            <a:rPr lang="es-ES" dirty="0" err="1"/>
            <a:t>var</a:t>
          </a:r>
          <a:r>
            <a:rPr lang="es-ES" dirty="0"/>
            <a:t>)</a:t>
          </a:r>
        </a:p>
      </dgm:t>
    </dgm:pt>
    <dgm:pt modelId="{DA56D5DD-5750-4B8F-B4C8-C815BFB1C98E}" type="parTrans" cxnId="{F77112FB-379B-499F-88B0-EDB8DCF65A99}">
      <dgm:prSet/>
      <dgm:spPr/>
      <dgm:t>
        <a:bodyPr/>
        <a:lstStyle/>
        <a:p>
          <a:endParaRPr lang="en-US"/>
        </a:p>
      </dgm:t>
    </dgm:pt>
    <dgm:pt modelId="{D87FC6F8-6A74-4CA0-B5AF-6BFA148479D4}" type="sibTrans" cxnId="{F77112FB-379B-499F-88B0-EDB8DCF65A99}">
      <dgm:prSet/>
      <dgm:spPr/>
      <dgm:t>
        <a:bodyPr/>
        <a:lstStyle/>
        <a:p>
          <a:endParaRPr lang="en-US"/>
        </a:p>
      </dgm:t>
    </dgm:pt>
    <dgm:pt modelId="{2BE51EC1-6900-4362-AF9A-4F7B272496B7}">
      <dgm:prSet phldrT="[Texto]"/>
      <dgm:spPr/>
      <dgm:t>
        <a:bodyPr/>
        <a:lstStyle/>
        <a:p>
          <a:r>
            <a:rPr lang="es-ES" dirty="0"/>
            <a:t>Preparación: forma estándar</a:t>
          </a:r>
        </a:p>
      </dgm:t>
    </dgm:pt>
    <dgm:pt modelId="{B859EEF5-44AF-4F21-B9E5-F0DA3A8834CF}" type="parTrans" cxnId="{A1EC3AA8-71F6-4746-9D20-CF4082AFF319}">
      <dgm:prSet/>
      <dgm:spPr/>
    </dgm:pt>
    <dgm:pt modelId="{5A44C576-CCA3-4739-AE58-94663F20F63F}" type="sibTrans" cxnId="{A1EC3AA8-71F6-4746-9D20-CF4082AFF319}">
      <dgm:prSet/>
      <dgm:spPr/>
    </dgm:pt>
    <dgm:pt modelId="{6AD91508-2DB0-4F8F-A27C-D4504EE3C201}" type="pres">
      <dgm:prSet presAssocID="{5C95F2D1-9FFC-4DC9-9998-49E18EB751AF}" presName="Name0" presStyleCnt="0">
        <dgm:presLayoutVars>
          <dgm:dir/>
          <dgm:animLvl val="lvl"/>
          <dgm:resizeHandles val="exact"/>
        </dgm:presLayoutVars>
      </dgm:prSet>
      <dgm:spPr/>
    </dgm:pt>
    <dgm:pt modelId="{8E0F53AA-013A-4CDA-AFE3-4AC8257F5AE7}" type="pres">
      <dgm:prSet presAssocID="{20BA57C7-4969-4A90-AC51-24D0D83B1818}" presName="vertFlow" presStyleCnt="0"/>
      <dgm:spPr/>
    </dgm:pt>
    <dgm:pt modelId="{97199732-22D3-4D58-B7C8-962AB9606A85}" type="pres">
      <dgm:prSet presAssocID="{20BA57C7-4969-4A90-AC51-24D0D83B1818}" presName="header" presStyleLbl="node1" presStyleIdx="0" presStyleCnt="5"/>
      <dgm:spPr/>
    </dgm:pt>
    <dgm:pt modelId="{26BD821F-CD8E-40CE-AF95-EC5966F3B356}" type="pres">
      <dgm:prSet presAssocID="{54219654-28C6-4360-A738-956B3F3EB534}" presName="parTrans" presStyleLbl="sibTrans2D1" presStyleIdx="0" presStyleCnt="9"/>
      <dgm:spPr/>
    </dgm:pt>
    <dgm:pt modelId="{3D6BFEE7-2020-4FA5-9BAB-5A229DDECB65}" type="pres">
      <dgm:prSet presAssocID="{55E69F3B-5077-42F4-BD47-3D396425F3F2}" presName="child" presStyleLbl="alignAccFollowNode1" presStyleIdx="0" presStyleCnt="9">
        <dgm:presLayoutVars>
          <dgm:chMax val="0"/>
          <dgm:bulletEnabled val="1"/>
        </dgm:presLayoutVars>
      </dgm:prSet>
      <dgm:spPr/>
    </dgm:pt>
    <dgm:pt modelId="{B357538F-AA79-4CC6-BE79-302F1201BF7E}" type="pres">
      <dgm:prSet presAssocID="{7750E049-86CD-48A4-A808-B4801ADFF224}" presName="sibTrans" presStyleLbl="sibTrans2D1" presStyleIdx="1" presStyleCnt="9"/>
      <dgm:spPr/>
    </dgm:pt>
    <dgm:pt modelId="{AACA5BA9-33E9-4D22-B3BA-B0E28BE5D756}" type="pres">
      <dgm:prSet presAssocID="{E8824C48-89F8-4E2D-B184-4E51DC7B58A6}" presName="child" presStyleLbl="alignAccFollowNode1" presStyleIdx="1" presStyleCnt="9">
        <dgm:presLayoutVars>
          <dgm:chMax val="0"/>
          <dgm:bulletEnabled val="1"/>
        </dgm:presLayoutVars>
      </dgm:prSet>
      <dgm:spPr/>
    </dgm:pt>
    <dgm:pt modelId="{D881AE06-50DA-416E-A2E0-79BEEAC64ED8}" type="pres">
      <dgm:prSet presAssocID="{20BA57C7-4969-4A90-AC51-24D0D83B1818}" presName="hSp" presStyleCnt="0"/>
      <dgm:spPr/>
    </dgm:pt>
    <dgm:pt modelId="{697967CA-7870-4CD7-95A8-1FC39E3217D6}" type="pres">
      <dgm:prSet presAssocID="{3F216AD1-6305-4FB0-941C-765A71D20FE7}" presName="vertFlow" presStyleCnt="0"/>
      <dgm:spPr/>
    </dgm:pt>
    <dgm:pt modelId="{80A669FE-51D7-4237-8202-D9BC9B1E52CB}" type="pres">
      <dgm:prSet presAssocID="{3F216AD1-6305-4FB0-941C-765A71D20FE7}" presName="header" presStyleLbl="node1" presStyleIdx="1" presStyleCnt="5"/>
      <dgm:spPr/>
    </dgm:pt>
    <dgm:pt modelId="{59934E18-18FF-4689-9164-FDD519257429}" type="pres">
      <dgm:prSet presAssocID="{E7470D9B-54C3-4CAC-BDB8-62C361F9CFA5}" presName="parTrans" presStyleLbl="sibTrans2D1" presStyleIdx="2" presStyleCnt="9"/>
      <dgm:spPr/>
    </dgm:pt>
    <dgm:pt modelId="{C9CB6B0D-52AE-45C2-992F-F16D5A34857A}" type="pres">
      <dgm:prSet presAssocID="{58C7CE55-3705-414C-A99D-6D5C6EF0625A}" presName="child" presStyleLbl="alignAccFollowNode1" presStyleIdx="2" presStyleCnt="9">
        <dgm:presLayoutVars>
          <dgm:chMax val="0"/>
          <dgm:bulletEnabled val="1"/>
        </dgm:presLayoutVars>
      </dgm:prSet>
      <dgm:spPr/>
    </dgm:pt>
    <dgm:pt modelId="{84323F49-06A9-4F37-B1A6-DC832E2DC220}" type="pres">
      <dgm:prSet presAssocID="{1388855D-C69A-4F50-BA3A-19FB741F4314}" presName="sibTrans" presStyleLbl="sibTrans2D1" presStyleIdx="3" presStyleCnt="9"/>
      <dgm:spPr/>
    </dgm:pt>
    <dgm:pt modelId="{8021EFB3-77FD-42C2-90D1-C95C53596EF1}" type="pres">
      <dgm:prSet presAssocID="{277C10AB-1744-4421-BDF6-103B11EFEAB5}" presName="child" presStyleLbl="alignAccFollowNode1" presStyleIdx="3" presStyleCnt="9">
        <dgm:presLayoutVars>
          <dgm:chMax val="0"/>
          <dgm:bulletEnabled val="1"/>
        </dgm:presLayoutVars>
      </dgm:prSet>
      <dgm:spPr/>
    </dgm:pt>
    <dgm:pt modelId="{8D2ACAA9-DF79-45FC-9198-28CE51F6BA18}" type="pres">
      <dgm:prSet presAssocID="{3F216AD1-6305-4FB0-941C-765A71D20FE7}" presName="hSp" presStyleCnt="0"/>
      <dgm:spPr/>
    </dgm:pt>
    <dgm:pt modelId="{DDFB7E4C-0C5E-4953-A22B-CCF057F9FA0F}" type="pres">
      <dgm:prSet presAssocID="{372A84CE-0BBA-4EFE-8B2F-3650D408C9DD}" presName="vertFlow" presStyleCnt="0"/>
      <dgm:spPr/>
    </dgm:pt>
    <dgm:pt modelId="{E723AFB1-778C-49C2-894D-D418A663E930}" type="pres">
      <dgm:prSet presAssocID="{372A84CE-0BBA-4EFE-8B2F-3650D408C9DD}" presName="header" presStyleLbl="node1" presStyleIdx="2" presStyleCnt="5"/>
      <dgm:spPr/>
    </dgm:pt>
    <dgm:pt modelId="{3E02E781-5BE2-45AA-9143-2CC178FA455E}" type="pres">
      <dgm:prSet presAssocID="{DA56D5DD-5750-4B8F-B4C8-C815BFB1C98E}" presName="parTrans" presStyleLbl="sibTrans2D1" presStyleIdx="4" presStyleCnt="9"/>
      <dgm:spPr/>
    </dgm:pt>
    <dgm:pt modelId="{469E4D95-2117-4314-A3CF-FEA6FB9D18D0}" type="pres">
      <dgm:prSet presAssocID="{08FE693D-850A-4B40-8FF2-9445DA2D25AC}" presName="child" presStyleLbl="alignAccFollowNode1" presStyleIdx="4" presStyleCnt="9">
        <dgm:presLayoutVars>
          <dgm:chMax val="0"/>
          <dgm:bulletEnabled val="1"/>
        </dgm:presLayoutVars>
      </dgm:prSet>
      <dgm:spPr/>
    </dgm:pt>
    <dgm:pt modelId="{76B4F20C-0E3A-450C-8D6B-0BECFBC6B12D}" type="pres">
      <dgm:prSet presAssocID="{372A84CE-0BBA-4EFE-8B2F-3650D408C9DD}" presName="hSp" presStyleCnt="0"/>
      <dgm:spPr/>
    </dgm:pt>
    <dgm:pt modelId="{B322878A-3403-457F-84CE-139C17E8F8A3}" type="pres">
      <dgm:prSet presAssocID="{5F1F5053-7867-437C-8772-6F909FABC426}" presName="vertFlow" presStyleCnt="0"/>
      <dgm:spPr/>
    </dgm:pt>
    <dgm:pt modelId="{D3CA2416-1B43-4029-8B78-4CA665BCB691}" type="pres">
      <dgm:prSet presAssocID="{5F1F5053-7867-437C-8772-6F909FABC426}" presName="header" presStyleLbl="node1" presStyleIdx="3" presStyleCnt="5"/>
      <dgm:spPr/>
    </dgm:pt>
    <dgm:pt modelId="{F4A7FEC3-13E9-4073-8C3F-3CACFE2209DC}" type="pres">
      <dgm:prSet presAssocID="{3303A7A1-F4FE-455C-B338-80FF4FB4EE64}" presName="parTrans" presStyleLbl="sibTrans2D1" presStyleIdx="5" presStyleCnt="9"/>
      <dgm:spPr/>
    </dgm:pt>
    <dgm:pt modelId="{42FBB82F-2E67-45B4-841A-415A09821E25}" type="pres">
      <dgm:prSet presAssocID="{DEA047EF-5C57-4885-9D26-F0D90BF6F7B3}" presName="child" presStyleLbl="alignAccFollowNode1" presStyleIdx="5" presStyleCnt="9">
        <dgm:presLayoutVars>
          <dgm:chMax val="0"/>
          <dgm:bulletEnabled val="1"/>
        </dgm:presLayoutVars>
      </dgm:prSet>
      <dgm:spPr/>
    </dgm:pt>
    <dgm:pt modelId="{3CB3C43E-5D68-4959-AC49-5023ED88866D}" type="pres">
      <dgm:prSet presAssocID="{5F1F5053-7867-437C-8772-6F909FABC426}" presName="hSp" presStyleCnt="0"/>
      <dgm:spPr/>
    </dgm:pt>
    <dgm:pt modelId="{E438B12F-87B6-4D20-B676-1ED9BD1E71C4}" type="pres">
      <dgm:prSet presAssocID="{215D5F0A-16E0-4272-823F-0C2384036CBE}" presName="vertFlow" presStyleCnt="0"/>
      <dgm:spPr/>
    </dgm:pt>
    <dgm:pt modelId="{1F1E2FFF-DE45-4707-9C4E-DEF136024FEF}" type="pres">
      <dgm:prSet presAssocID="{215D5F0A-16E0-4272-823F-0C2384036CBE}" presName="header" presStyleLbl="node1" presStyleIdx="4" presStyleCnt="5"/>
      <dgm:spPr/>
    </dgm:pt>
    <dgm:pt modelId="{DA1CB49E-F584-48A1-B920-8ECF53173746}" type="pres">
      <dgm:prSet presAssocID="{B859EEF5-44AF-4F21-B9E5-F0DA3A8834CF}" presName="parTrans" presStyleLbl="sibTrans2D1" presStyleIdx="6" presStyleCnt="9"/>
      <dgm:spPr/>
    </dgm:pt>
    <dgm:pt modelId="{4D017A7C-67E7-4AAA-9C6E-217F946F2FBB}" type="pres">
      <dgm:prSet presAssocID="{2BE51EC1-6900-4362-AF9A-4F7B272496B7}" presName="child" presStyleLbl="alignAccFollowNode1" presStyleIdx="6" presStyleCnt="9">
        <dgm:presLayoutVars>
          <dgm:chMax val="0"/>
          <dgm:bulletEnabled val="1"/>
        </dgm:presLayoutVars>
      </dgm:prSet>
      <dgm:spPr/>
    </dgm:pt>
    <dgm:pt modelId="{84F27E7F-54B9-45D9-A463-769A0BF1F9F9}" type="pres">
      <dgm:prSet presAssocID="{5A44C576-CCA3-4739-AE58-94663F20F63F}" presName="sibTrans" presStyleLbl="sibTrans2D1" presStyleIdx="7" presStyleCnt="9"/>
      <dgm:spPr/>
    </dgm:pt>
    <dgm:pt modelId="{8B04FC04-5B0B-4532-B067-3A96B91B1A71}" type="pres">
      <dgm:prSet presAssocID="{0007019D-BE48-4638-A758-11431E394BA5}" presName="child" presStyleLbl="alignAccFollowNode1" presStyleIdx="7" presStyleCnt="9">
        <dgm:presLayoutVars>
          <dgm:chMax val="0"/>
          <dgm:bulletEnabled val="1"/>
        </dgm:presLayoutVars>
      </dgm:prSet>
      <dgm:spPr/>
    </dgm:pt>
    <dgm:pt modelId="{40CDE28E-6463-4F26-9A6E-6F6001E14359}" type="pres">
      <dgm:prSet presAssocID="{5903D355-A23F-47EC-B7EF-60D5C3C924C7}" presName="sibTrans" presStyleLbl="sibTrans2D1" presStyleIdx="8" presStyleCnt="9"/>
      <dgm:spPr/>
    </dgm:pt>
    <dgm:pt modelId="{3CEBE889-FAE6-4538-9DB6-FFDB9389BE19}" type="pres">
      <dgm:prSet presAssocID="{F879121B-3B6F-494F-A6B0-9D9D880A98F3}" presName="child" presStyleLbl="alignAccFollowNode1" presStyleIdx="8" presStyleCnt="9">
        <dgm:presLayoutVars>
          <dgm:chMax val="0"/>
          <dgm:bulletEnabled val="1"/>
        </dgm:presLayoutVars>
      </dgm:prSet>
      <dgm:spPr/>
    </dgm:pt>
  </dgm:ptLst>
  <dgm:cxnLst>
    <dgm:cxn modelId="{433D9402-CF12-49C8-A58E-9067D6894788}" type="presOf" srcId="{F879121B-3B6F-494F-A6B0-9D9D880A98F3}" destId="{3CEBE889-FAE6-4538-9DB6-FFDB9389BE19}" srcOrd="0" destOrd="0" presId="urn:microsoft.com/office/officeart/2005/8/layout/lProcess1"/>
    <dgm:cxn modelId="{037FFC03-26E1-486C-B2EA-B8B425CDA284}" type="presOf" srcId="{5A44C576-CCA3-4739-AE58-94663F20F63F}" destId="{84F27E7F-54B9-45D9-A463-769A0BF1F9F9}" srcOrd="0" destOrd="0" presId="urn:microsoft.com/office/officeart/2005/8/layout/lProcess1"/>
    <dgm:cxn modelId="{92B4A912-C6E9-4E00-8107-C4CF9E65E8FE}" type="presOf" srcId="{1388855D-C69A-4F50-BA3A-19FB741F4314}" destId="{84323F49-06A9-4F37-B1A6-DC832E2DC220}" srcOrd="0" destOrd="0" presId="urn:microsoft.com/office/officeart/2005/8/layout/lProcess1"/>
    <dgm:cxn modelId="{38AB1613-474C-492D-8600-9BC14C8293B9}" type="presOf" srcId="{3F216AD1-6305-4FB0-941C-765A71D20FE7}" destId="{80A669FE-51D7-4237-8202-D9BC9B1E52CB}" srcOrd="0" destOrd="0" presId="urn:microsoft.com/office/officeart/2005/8/layout/lProcess1"/>
    <dgm:cxn modelId="{6206D314-8669-4A6C-AC2D-2CBC14D8A8C9}" srcId="{5C95F2D1-9FFC-4DC9-9998-49E18EB751AF}" destId="{3F216AD1-6305-4FB0-941C-765A71D20FE7}" srcOrd="1" destOrd="0" parTransId="{61F5B55A-00BC-4E37-B2D4-1F699F6A1615}" sibTransId="{9B5E24EE-5236-43F4-8C45-4C1954A50B7C}"/>
    <dgm:cxn modelId="{F7DA411F-ADF0-4011-8C6D-3F335A21CC5F}" type="presOf" srcId="{E7470D9B-54C3-4CAC-BDB8-62C361F9CFA5}" destId="{59934E18-18FF-4689-9164-FDD519257429}" srcOrd="0" destOrd="0" presId="urn:microsoft.com/office/officeart/2005/8/layout/lProcess1"/>
    <dgm:cxn modelId="{381AD720-D0BB-4DB7-8192-BD60618DF4ED}" type="presOf" srcId="{58C7CE55-3705-414C-A99D-6D5C6EF0625A}" destId="{C9CB6B0D-52AE-45C2-992F-F16D5A34857A}" srcOrd="0" destOrd="0" presId="urn:microsoft.com/office/officeart/2005/8/layout/lProcess1"/>
    <dgm:cxn modelId="{FEDFD121-9EAC-42BA-A69A-A54B1F9AA57B}" type="presOf" srcId="{215D5F0A-16E0-4272-823F-0C2384036CBE}" destId="{1F1E2FFF-DE45-4707-9C4E-DEF136024FEF}" srcOrd="0" destOrd="0" presId="urn:microsoft.com/office/officeart/2005/8/layout/lProcess1"/>
    <dgm:cxn modelId="{AA01BE27-47FC-45CE-BE9F-CCAE91CABF64}" srcId="{3F216AD1-6305-4FB0-941C-765A71D20FE7}" destId="{277C10AB-1744-4421-BDF6-103B11EFEAB5}" srcOrd="1" destOrd="0" parTransId="{697AEF14-9A35-4306-B1A3-1C71E9A583FC}" sibTransId="{5A703D59-6E1D-4640-92A8-AAC5024DFF9A}"/>
    <dgm:cxn modelId="{6B4D3F3E-7473-4347-BA86-2FFFF5577065}" srcId="{5C95F2D1-9FFC-4DC9-9998-49E18EB751AF}" destId="{215D5F0A-16E0-4272-823F-0C2384036CBE}" srcOrd="4" destOrd="0" parTransId="{4A4AEFB8-3EA8-4738-A25E-02FE69D51F40}" sibTransId="{9CFC0607-9CFC-4548-8F52-BED8D73D763A}"/>
    <dgm:cxn modelId="{2D468B5B-1958-4B5B-AF2D-D059E6C35D86}" srcId="{20BA57C7-4969-4A90-AC51-24D0D83B1818}" destId="{55E69F3B-5077-42F4-BD47-3D396425F3F2}" srcOrd="0" destOrd="0" parTransId="{54219654-28C6-4360-A738-956B3F3EB534}" sibTransId="{7750E049-86CD-48A4-A808-B4801ADFF224}"/>
    <dgm:cxn modelId="{55A65E68-18E8-486B-BFC5-181A40BD38DC}" type="presOf" srcId="{E8824C48-89F8-4E2D-B184-4E51DC7B58A6}" destId="{AACA5BA9-33E9-4D22-B3BA-B0E28BE5D756}" srcOrd="0" destOrd="0" presId="urn:microsoft.com/office/officeart/2005/8/layout/lProcess1"/>
    <dgm:cxn modelId="{21E52E49-F5F8-44E5-8F61-256F0254501E}" type="presOf" srcId="{DA56D5DD-5750-4B8F-B4C8-C815BFB1C98E}" destId="{3E02E781-5BE2-45AA-9143-2CC178FA455E}" srcOrd="0" destOrd="0" presId="urn:microsoft.com/office/officeart/2005/8/layout/lProcess1"/>
    <dgm:cxn modelId="{2E0A416A-24E8-4F01-BD1F-45BCBAB62D18}" type="presOf" srcId="{0007019D-BE48-4638-A758-11431E394BA5}" destId="{8B04FC04-5B0B-4532-B067-3A96B91B1A71}" srcOrd="0" destOrd="0" presId="urn:microsoft.com/office/officeart/2005/8/layout/lProcess1"/>
    <dgm:cxn modelId="{6925B54B-947D-4E6B-8F3D-2F3667C6CF5D}" srcId="{5C95F2D1-9FFC-4DC9-9998-49E18EB751AF}" destId="{20BA57C7-4969-4A90-AC51-24D0D83B1818}" srcOrd="0" destOrd="0" parTransId="{C400F307-324D-48B7-ACBA-B44B4A852FFB}" sibTransId="{46C1E1BE-45C9-4FEC-BFE9-FA2F5D6D378A}"/>
    <dgm:cxn modelId="{DC6C7A4C-83B2-416E-9472-E4E6F6480508}" type="presOf" srcId="{DEA047EF-5C57-4885-9D26-F0D90BF6F7B3}" destId="{42FBB82F-2E67-45B4-841A-415A09821E25}" srcOrd="0" destOrd="0" presId="urn:microsoft.com/office/officeart/2005/8/layout/lProcess1"/>
    <dgm:cxn modelId="{B518F46C-A7A0-452F-8F78-4EB63BA8E749}" type="presOf" srcId="{5F1F5053-7867-437C-8772-6F909FABC426}" destId="{D3CA2416-1B43-4029-8B78-4CA665BCB691}" srcOrd="0" destOrd="0" presId="urn:microsoft.com/office/officeart/2005/8/layout/lProcess1"/>
    <dgm:cxn modelId="{52598A4E-6A96-43D4-ACFC-768B80478F0D}" srcId="{5F1F5053-7867-437C-8772-6F909FABC426}" destId="{DEA047EF-5C57-4885-9D26-F0D90BF6F7B3}" srcOrd="0" destOrd="0" parTransId="{3303A7A1-F4FE-455C-B338-80FF4FB4EE64}" sibTransId="{5A4A898E-B530-43D0-80F1-13F49AE60AEB}"/>
    <dgm:cxn modelId="{38DFFC6E-A3B9-4335-AD29-889149D4EFFE}" type="presOf" srcId="{54219654-28C6-4360-A738-956B3F3EB534}" destId="{26BD821F-CD8E-40CE-AF95-EC5966F3B356}" srcOrd="0" destOrd="0" presId="urn:microsoft.com/office/officeart/2005/8/layout/lProcess1"/>
    <dgm:cxn modelId="{DEAB854F-5391-48B8-9918-AC59996A3876}" type="presOf" srcId="{372A84CE-0BBA-4EFE-8B2F-3650D408C9DD}" destId="{E723AFB1-778C-49C2-894D-D418A663E930}" srcOrd="0" destOrd="0" presId="urn:microsoft.com/office/officeart/2005/8/layout/lProcess1"/>
    <dgm:cxn modelId="{FD67D657-5D19-437A-AD99-19266300C7EE}" srcId="{20BA57C7-4969-4A90-AC51-24D0D83B1818}" destId="{E8824C48-89F8-4E2D-B184-4E51DC7B58A6}" srcOrd="1" destOrd="0" parTransId="{97D717A4-71E3-4C42-83C9-CD0C15092AF7}" sibTransId="{D2969FBB-94CE-4C9A-912E-D73F81F78D09}"/>
    <dgm:cxn modelId="{CA7D0C80-0E4A-49CE-AFFB-1C02ABEFDFE5}" type="presOf" srcId="{277C10AB-1744-4421-BDF6-103B11EFEAB5}" destId="{8021EFB3-77FD-42C2-90D1-C95C53596EF1}" srcOrd="0" destOrd="0" presId="urn:microsoft.com/office/officeart/2005/8/layout/lProcess1"/>
    <dgm:cxn modelId="{7B2A8D85-66EC-46E7-908A-B391A5EDAC95}" type="presOf" srcId="{20BA57C7-4969-4A90-AC51-24D0D83B1818}" destId="{97199732-22D3-4D58-B7C8-962AB9606A85}" srcOrd="0" destOrd="0" presId="urn:microsoft.com/office/officeart/2005/8/layout/lProcess1"/>
    <dgm:cxn modelId="{C00A018A-FDEA-414B-8081-F3534CDC4590}" type="presOf" srcId="{7750E049-86CD-48A4-A808-B4801ADFF224}" destId="{B357538F-AA79-4CC6-BE79-302F1201BF7E}" srcOrd="0" destOrd="0" presId="urn:microsoft.com/office/officeart/2005/8/layout/lProcess1"/>
    <dgm:cxn modelId="{D8A9688E-5CEF-4228-AC53-8023404E2183}" srcId="{215D5F0A-16E0-4272-823F-0C2384036CBE}" destId="{F879121B-3B6F-494F-A6B0-9D9D880A98F3}" srcOrd="2" destOrd="0" parTransId="{75924DA9-7DDA-431C-BD22-9C134871FF33}" sibTransId="{11FA5C7F-B48D-4D3E-9B1F-36FC84C2149F}"/>
    <dgm:cxn modelId="{515B1B97-1B5C-4A96-BC9E-157589AEE0E5}" srcId="{5C95F2D1-9FFC-4DC9-9998-49E18EB751AF}" destId="{5F1F5053-7867-437C-8772-6F909FABC426}" srcOrd="3" destOrd="0" parTransId="{395CE6D9-3F3D-4FCE-A4FD-D5EE6B07AA3C}" sibTransId="{D40438EA-4945-4D41-8374-1E800A96BD3F}"/>
    <dgm:cxn modelId="{A1EC3AA8-71F6-4746-9D20-CF4082AFF319}" srcId="{215D5F0A-16E0-4272-823F-0C2384036CBE}" destId="{2BE51EC1-6900-4362-AF9A-4F7B272496B7}" srcOrd="0" destOrd="0" parTransId="{B859EEF5-44AF-4F21-B9E5-F0DA3A8834CF}" sibTransId="{5A44C576-CCA3-4739-AE58-94663F20F63F}"/>
    <dgm:cxn modelId="{3BDAFBA9-D00B-4CE4-8834-D1C4969D02E2}" type="presOf" srcId="{2BE51EC1-6900-4362-AF9A-4F7B272496B7}" destId="{4D017A7C-67E7-4AAA-9C6E-217F946F2FBB}" srcOrd="0" destOrd="0" presId="urn:microsoft.com/office/officeart/2005/8/layout/lProcess1"/>
    <dgm:cxn modelId="{2181C5AC-F614-48C6-9EFD-38D4867CABE0}" type="presOf" srcId="{08FE693D-850A-4B40-8FF2-9445DA2D25AC}" destId="{469E4D95-2117-4314-A3CF-FEA6FB9D18D0}" srcOrd="0" destOrd="0" presId="urn:microsoft.com/office/officeart/2005/8/layout/lProcess1"/>
    <dgm:cxn modelId="{7A6AADAD-1532-48A7-B758-6CBD8D8FCA7C}" srcId="{215D5F0A-16E0-4272-823F-0C2384036CBE}" destId="{0007019D-BE48-4638-A758-11431E394BA5}" srcOrd="1" destOrd="0" parTransId="{5E8FDF75-2D20-4CFB-BD80-353B46F7CE6B}" sibTransId="{5903D355-A23F-47EC-B7EF-60D5C3C924C7}"/>
    <dgm:cxn modelId="{81EF45BF-AD37-4986-8D2A-E0A3D680462D}" type="presOf" srcId="{3303A7A1-F4FE-455C-B338-80FF4FB4EE64}" destId="{F4A7FEC3-13E9-4073-8C3F-3CACFE2209DC}" srcOrd="0" destOrd="0" presId="urn:microsoft.com/office/officeart/2005/8/layout/lProcess1"/>
    <dgm:cxn modelId="{81BE24C9-F6AB-40E0-8BEA-10271A4C8969}" srcId="{3F216AD1-6305-4FB0-941C-765A71D20FE7}" destId="{58C7CE55-3705-414C-A99D-6D5C6EF0625A}" srcOrd="0" destOrd="0" parTransId="{E7470D9B-54C3-4CAC-BDB8-62C361F9CFA5}" sibTransId="{1388855D-C69A-4F50-BA3A-19FB741F4314}"/>
    <dgm:cxn modelId="{189C1EDC-2C8F-4CDB-8A43-EA5F451997F4}" type="presOf" srcId="{5903D355-A23F-47EC-B7EF-60D5C3C924C7}" destId="{40CDE28E-6463-4F26-9A6E-6F6001E14359}" srcOrd="0" destOrd="0" presId="urn:microsoft.com/office/officeart/2005/8/layout/lProcess1"/>
    <dgm:cxn modelId="{E03BFCE4-2E53-4351-969F-E8812B1671B7}" srcId="{5C95F2D1-9FFC-4DC9-9998-49E18EB751AF}" destId="{372A84CE-0BBA-4EFE-8B2F-3650D408C9DD}" srcOrd="2" destOrd="0" parTransId="{7C613DB5-43D4-4E91-A90B-882F1FE4AAAB}" sibTransId="{69C7C79E-1058-4AD7-89F3-63F00DA7A3FA}"/>
    <dgm:cxn modelId="{73499FED-7208-4005-A6EE-F1E56B9BF479}" type="presOf" srcId="{55E69F3B-5077-42F4-BD47-3D396425F3F2}" destId="{3D6BFEE7-2020-4FA5-9BAB-5A229DDECB65}" srcOrd="0" destOrd="0" presId="urn:microsoft.com/office/officeart/2005/8/layout/lProcess1"/>
    <dgm:cxn modelId="{A9224CF1-CEFE-4F5F-A95F-FC3D6F9C7112}" type="presOf" srcId="{5C95F2D1-9FFC-4DC9-9998-49E18EB751AF}" destId="{6AD91508-2DB0-4F8F-A27C-D4504EE3C201}" srcOrd="0" destOrd="0" presId="urn:microsoft.com/office/officeart/2005/8/layout/lProcess1"/>
    <dgm:cxn modelId="{A9D114F7-8757-4906-8A82-012B497DD664}" type="presOf" srcId="{B859EEF5-44AF-4F21-B9E5-F0DA3A8834CF}" destId="{DA1CB49E-F584-48A1-B920-8ECF53173746}" srcOrd="0" destOrd="0" presId="urn:microsoft.com/office/officeart/2005/8/layout/lProcess1"/>
    <dgm:cxn modelId="{F77112FB-379B-499F-88B0-EDB8DCF65A99}" srcId="{372A84CE-0BBA-4EFE-8B2F-3650D408C9DD}" destId="{08FE693D-850A-4B40-8FF2-9445DA2D25AC}" srcOrd="0" destOrd="0" parTransId="{DA56D5DD-5750-4B8F-B4C8-C815BFB1C98E}" sibTransId="{D87FC6F8-6A74-4CA0-B5AF-6BFA148479D4}"/>
    <dgm:cxn modelId="{5E229206-948A-4BDE-88D6-36652FA3793B}" type="presParOf" srcId="{6AD91508-2DB0-4F8F-A27C-D4504EE3C201}" destId="{8E0F53AA-013A-4CDA-AFE3-4AC8257F5AE7}" srcOrd="0" destOrd="0" presId="urn:microsoft.com/office/officeart/2005/8/layout/lProcess1"/>
    <dgm:cxn modelId="{624B74EC-C3DE-4B58-BE46-0F94E374EDE0}" type="presParOf" srcId="{8E0F53AA-013A-4CDA-AFE3-4AC8257F5AE7}" destId="{97199732-22D3-4D58-B7C8-962AB9606A85}" srcOrd="0" destOrd="0" presId="urn:microsoft.com/office/officeart/2005/8/layout/lProcess1"/>
    <dgm:cxn modelId="{245BBF7B-FB53-464A-A0A1-3EE50C54D6C2}" type="presParOf" srcId="{8E0F53AA-013A-4CDA-AFE3-4AC8257F5AE7}" destId="{26BD821F-CD8E-40CE-AF95-EC5966F3B356}" srcOrd="1" destOrd="0" presId="urn:microsoft.com/office/officeart/2005/8/layout/lProcess1"/>
    <dgm:cxn modelId="{1E6D22E1-2016-4A03-89D1-152B1BA9EB5D}" type="presParOf" srcId="{8E0F53AA-013A-4CDA-AFE3-4AC8257F5AE7}" destId="{3D6BFEE7-2020-4FA5-9BAB-5A229DDECB65}" srcOrd="2" destOrd="0" presId="urn:microsoft.com/office/officeart/2005/8/layout/lProcess1"/>
    <dgm:cxn modelId="{BC815E9B-12F1-4C4E-BB14-6118AD8E56EF}" type="presParOf" srcId="{8E0F53AA-013A-4CDA-AFE3-4AC8257F5AE7}" destId="{B357538F-AA79-4CC6-BE79-302F1201BF7E}" srcOrd="3" destOrd="0" presId="urn:microsoft.com/office/officeart/2005/8/layout/lProcess1"/>
    <dgm:cxn modelId="{CA19DBD2-B227-44A8-A3A4-45AB5A7D03F3}" type="presParOf" srcId="{8E0F53AA-013A-4CDA-AFE3-4AC8257F5AE7}" destId="{AACA5BA9-33E9-4D22-B3BA-B0E28BE5D756}" srcOrd="4" destOrd="0" presId="urn:microsoft.com/office/officeart/2005/8/layout/lProcess1"/>
    <dgm:cxn modelId="{8E28F73C-DDC1-4597-A030-37000C99610E}" type="presParOf" srcId="{6AD91508-2DB0-4F8F-A27C-D4504EE3C201}" destId="{D881AE06-50DA-416E-A2E0-79BEEAC64ED8}" srcOrd="1" destOrd="0" presId="urn:microsoft.com/office/officeart/2005/8/layout/lProcess1"/>
    <dgm:cxn modelId="{F0DB5894-80AC-4923-A72E-58A45B4A4399}" type="presParOf" srcId="{6AD91508-2DB0-4F8F-A27C-D4504EE3C201}" destId="{697967CA-7870-4CD7-95A8-1FC39E3217D6}" srcOrd="2" destOrd="0" presId="urn:microsoft.com/office/officeart/2005/8/layout/lProcess1"/>
    <dgm:cxn modelId="{B0F2A63E-97B3-4DCA-9E12-92307C4AC230}" type="presParOf" srcId="{697967CA-7870-4CD7-95A8-1FC39E3217D6}" destId="{80A669FE-51D7-4237-8202-D9BC9B1E52CB}" srcOrd="0" destOrd="0" presId="urn:microsoft.com/office/officeart/2005/8/layout/lProcess1"/>
    <dgm:cxn modelId="{EDCAB896-7318-44D2-A351-C453E90BCC60}" type="presParOf" srcId="{697967CA-7870-4CD7-95A8-1FC39E3217D6}" destId="{59934E18-18FF-4689-9164-FDD519257429}" srcOrd="1" destOrd="0" presId="urn:microsoft.com/office/officeart/2005/8/layout/lProcess1"/>
    <dgm:cxn modelId="{3674D6FC-384C-4C09-A099-46E26A7971EB}" type="presParOf" srcId="{697967CA-7870-4CD7-95A8-1FC39E3217D6}" destId="{C9CB6B0D-52AE-45C2-992F-F16D5A34857A}" srcOrd="2" destOrd="0" presId="urn:microsoft.com/office/officeart/2005/8/layout/lProcess1"/>
    <dgm:cxn modelId="{C7209D3F-925F-4CB5-9108-4869D45F312D}" type="presParOf" srcId="{697967CA-7870-4CD7-95A8-1FC39E3217D6}" destId="{84323F49-06A9-4F37-B1A6-DC832E2DC220}" srcOrd="3" destOrd="0" presId="urn:microsoft.com/office/officeart/2005/8/layout/lProcess1"/>
    <dgm:cxn modelId="{B8C83064-244D-434F-9CD2-97FD1602FD12}" type="presParOf" srcId="{697967CA-7870-4CD7-95A8-1FC39E3217D6}" destId="{8021EFB3-77FD-42C2-90D1-C95C53596EF1}" srcOrd="4" destOrd="0" presId="urn:microsoft.com/office/officeart/2005/8/layout/lProcess1"/>
    <dgm:cxn modelId="{26BC58F7-6B05-4548-BD5E-3E3430526F1E}" type="presParOf" srcId="{6AD91508-2DB0-4F8F-A27C-D4504EE3C201}" destId="{8D2ACAA9-DF79-45FC-9198-28CE51F6BA18}" srcOrd="3" destOrd="0" presId="urn:microsoft.com/office/officeart/2005/8/layout/lProcess1"/>
    <dgm:cxn modelId="{49416230-B29F-4C7A-B780-779422EEB185}" type="presParOf" srcId="{6AD91508-2DB0-4F8F-A27C-D4504EE3C201}" destId="{DDFB7E4C-0C5E-4953-A22B-CCF057F9FA0F}" srcOrd="4" destOrd="0" presId="urn:microsoft.com/office/officeart/2005/8/layout/lProcess1"/>
    <dgm:cxn modelId="{BEAC9E1C-E7C3-45FD-B2EE-24F08BB16B91}" type="presParOf" srcId="{DDFB7E4C-0C5E-4953-A22B-CCF057F9FA0F}" destId="{E723AFB1-778C-49C2-894D-D418A663E930}" srcOrd="0" destOrd="0" presId="urn:microsoft.com/office/officeart/2005/8/layout/lProcess1"/>
    <dgm:cxn modelId="{B7613617-B064-428B-BC8A-BFEEF1D3517A}" type="presParOf" srcId="{DDFB7E4C-0C5E-4953-A22B-CCF057F9FA0F}" destId="{3E02E781-5BE2-45AA-9143-2CC178FA455E}" srcOrd="1" destOrd="0" presId="urn:microsoft.com/office/officeart/2005/8/layout/lProcess1"/>
    <dgm:cxn modelId="{1457A1B9-D9D3-4E53-92D0-80E9E295780F}" type="presParOf" srcId="{DDFB7E4C-0C5E-4953-A22B-CCF057F9FA0F}" destId="{469E4D95-2117-4314-A3CF-FEA6FB9D18D0}" srcOrd="2" destOrd="0" presId="urn:microsoft.com/office/officeart/2005/8/layout/lProcess1"/>
    <dgm:cxn modelId="{63802FFC-77F2-4DFD-A5E1-B58B77698460}" type="presParOf" srcId="{6AD91508-2DB0-4F8F-A27C-D4504EE3C201}" destId="{76B4F20C-0E3A-450C-8D6B-0BECFBC6B12D}" srcOrd="5" destOrd="0" presId="urn:microsoft.com/office/officeart/2005/8/layout/lProcess1"/>
    <dgm:cxn modelId="{C05337A1-5087-4953-9F59-1E31015D49B9}" type="presParOf" srcId="{6AD91508-2DB0-4F8F-A27C-D4504EE3C201}" destId="{B322878A-3403-457F-84CE-139C17E8F8A3}" srcOrd="6" destOrd="0" presId="urn:microsoft.com/office/officeart/2005/8/layout/lProcess1"/>
    <dgm:cxn modelId="{7F9B30AB-742F-410A-8AF0-AD8073A669F4}" type="presParOf" srcId="{B322878A-3403-457F-84CE-139C17E8F8A3}" destId="{D3CA2416-1B43-4029-8B78-4CA665BCB691}" srcOrd="0" destOrd="0" presId="urn:microsoft.com/office/officeart/2005/8/layout/lProcess1"/>
    <dgm:cxn modelId="{F913468E-E4C9-47D5-A547-DD6F6EFF8B18}" type="presParOf" srcId="{B322878A-3403-457F-84CE-139C17E8F8A3}" destId="{F4A7FEC3-13E9-4073-8C3F-3CACFE2209DC}" srcOrd="1" destOrd="0" presId="urn:microsoft.com/office/officeart/2005/8/layout/lProcess1"/>
    <dgm:cxn modelId="{3D585B06-23F1-4AB4-B915-2D3AB8698008}" type="presParOf" srcId="{B322878A-3403-457F-84CE-139C17E8F8A3}" destId="{42FBB82F-2E67-45B4-841A-415A09821E25}" srcOrd="2" destOrd="0" presId="urn:microsoft.com/office/officeart/2005/8/layout/lProcess1"/>
    <dgm:cxn modelId="{5998C07F-C99B-4FBA-9E4A-53EB7B2194E3}" type="presParOf" srcId="{6AD91508-2DB0-4F8F-A27C-D4504EE3C201}" destId="{3CB3C43E-5D68-4959-AC49-5023ED88866D}" srcOrd="7" destOrd="0" presId="urn:microsoft.com/office/officeart/2005/8/layout/lProcess1"/>
    <dgm:cxn modelId="{863A71CC-04C9-4CFA-8C82-57D19F3C2B6A}" type="presParOf" srcId="{6AD91508-2DB0-4F8F-A27C-D4504EE3C201}" destId="{E438B12F-87B6-4D20-B676-1ED9BD1E71C4}" srcOrd="8" destOrd="0" presId="urn:microsoft.com/office/officeart/2005/8/layout/lProcess1"/>
    <dgm:cxn modelId="{72B75FA8-A2DC-4F9B-898A-DCABCD0A06F1}" type="presParOf" srcId="{E438B12F-87B6-4D20-B676-1ED9BD1E71C4}" destId="{1F1E2FFF-DE45-4707-9C4E-DEF136024FEF}" srcOrd="0" destOrd="0" presId="urn:microsoft.com/office/officeart/2005/8/layout/lProcess1"/>
    <dgm:cxn modelId="{BB807C07-1030-48F7-81CB-C15C7B25FAC5}" type="presParOf" srcId="{E438B12F-87B6-4D20-B676-1ED9BD1E71C4}" destId="{DA1CB49E-F584-48A1-B920-8ECF53173746}" srcOrd="1" destOrd="0" presId="urn:microsoft.com/office/officeart/2005/8/layout/lProcess1"/>
    <dgm:cxn modelId="{BF4BECFF-85F9-4DE7-8164-213F583096A8}" type="presParOf" srcId="{E438B12F-87B6-4D20-B676-1ED9BD1E71C4}" destId="{4D017A7C-67E7-4AAA-9C6E-217F946F2FBB}" srcOrd="2" destOrd="0" presId="urn:microsoft.com/office/officeart/2005/8/layout/lProcess1"/>
    <dgm:cxn modelId="{F78C590B-1A5A-458F-8777-FAF5BCC168B7}" type="presParOf" srcId="{E438B12F-87B6-4D20-B676-1ED9BD1E71C4}" destId="{84F27E7F-54B9-45D9-A463-769A0BF1F9F9}" srcOrd="3" destOrd="0" presId="urn:microsoft.com/office/officeart/2005/8/layout/lProcess1"/>
    <dgm:cxn modelId="{18B7C0A2-F529-4C2A-B4F7-F57654AF250B}" type="presParOf" srcId="{E438B12F-87B6-4D20-B676-1ED9BD1E71C4}" destId="{8B04FC04-5B0B-4532-B067-3A96B91B1A71}" srcOrd="4" destOrd="0" presId="urn:microsoft.com/office/officeart/2005/8/layout/lProcess1"/>
    <dgm:cxn modelId="{0A0099CF-0B2C-4A3A-8C22-93A3DDB2EBEE}" type="presParOf" srcId="{E438B12F-87B6-4D20-B676-1ED9BD1E71C4}" destId="{40CDE28E-6463-4F26-9A6E-6F6001E14359}" srcOrd="5" destOrd="0" presId="urn:microsoft.com/office/officeart/2005/8/layout/lProcess1"/>
    <dgm:cxn modelId="{11FB498E-CF0C-43F4-BE3F-9D9DA417CD11}" type="presParOf" srcId="{E438B12F-87B6-4D20-B676-1ED9BD1E71C4}" destId="{3CEBE889-FAE6-4538-9DB6-FFDB9389BE19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99732-22D3-4D58-B7C8-962AB9606A85}">
      <dsp:nvSpPr>
        <dsp:cNvPr id="0" name=""/>
        <dsp:cNvSpPr/>
      </dsp:nvSpPr>
      <dsp:spPr>
        <a:xfrm>
          <a:off x="3860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Notación</a:t>
          </a:r>
        </a:p>
      </dsp:txBody>
      <dsp:txXfrm>
        <a:off x="14282" y="1084184"/>
        <a:ext cx="1402477" cy="334986"/>
      </dsp:txXfrm>
    </dsp:sp>
    <dsp:sp modelId="{26BD821F-CD8E-40CE-AF95-EC5966F3B356}">
      <dsp:nvSpPr>
        <dsp:cNvPr id="0" name=""/>
        <dsp:cNvSpPr/>
      </dsp:nvSpPr>
      <dsp:spPr>
        <a:xfrm rot="5400000">
          <a:off x="684386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BFEE7-2020-4FA5-9BAB-5A229DDECB65}">
      <dsp:nvSpPr>
        <dsp:cNvPr id="0" name=""/>
        <dsp:cNvSpPr/>
      </dsp:nvSpPr>
      <dsp:spPr>
        <a:xfrm>
          <a:off x="3860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Algebraica</a:t>
          </a:r>
        </a:p>
      </dsp:txBody>
      <dsp:txXfrm>
        <a:off x="14282" y="1564555"/>
        <a:ext cx="1402477" cy="334986"/>
      </dsp:txXfrm>
    </dsp:sp>
    <dsp:sp modelId="{B357538F-AA79-4CC6-BE79-302F1201BF7E}">
      <dsp:nvSpPr>
        <dsp:cNvPr id="0" name=""/>
        <dsp:cNvSpPr/>
      </dsp:nvSpPr>
      <dsp:spPr>
        <a:xfrm rot="5400000">
          <a:off x="684386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5BA9-33E9-4D22-B3BA-B0E28BE5D756}">
      <dsp:nvSpPr>
        <dsp:cNvPr id="0" name=""/>
        <dsp:cNvSpPr/>
      </dsp:nvSpPr>
      <dsp:spPr>
        <a:xfrm>
          <a:off x="3860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Matricial</a:t>
          </a:r>
        </a:p>
      </dsp:txBody>
      <dsp:txXfrm>
        <a:off x="14282" y="2044926"/>
        <a:ext cx="1402477" cy="334986"/>
      </dsp:txXfrm>
    </dsp:sp>
    <dsp:sp modelId="{80A669FE-51D7-4237-8202-D9BC9B1E52CB}">
      <dsp:nvSpPr>
        <dsp:cNvPr id="0" name=""/>
        <dsp:cNvSpPr/>
      </dsp:nvSpPr>
      <dsp:spPr>
        <a:xfrm>
          <a:off x="1626447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Solución</a:t>
          </a:r>
        </a:p>
      </dsp:txBody>
      <dsp:txXfrm>
        <a:off x="1636869" y="1084184"/>
        <a:ext cx="1402477" cy="334986"/>
      </dsp:txXfrm>
    </dsp:sp>
    <dsp:sp modelId="{59934E18-18FF-4689-9164-FDD519257429}">
      <dsp:nvSpPr>
        <dsp:cNvPr id="0" name=""/>
        <dsp:cNvSpPr/>
      </dsp:nvSpPr>
      <dsp:spPr>
        <a:xfrm rot="5400000">
          <a:off x="2306972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B6B0D-52AE-45C2-992F-F16D5A34857A}">
      <dsp:nvSpPr>
        <dsp:cNvPr id="0" name=""/>
        <dsp:cNvSpPr/>
      </dsp:nvSpPr>
      <dsp:spPr>
        <a:xfrm>
          <a:off x="1626447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Espacios de solución</a:t>
          </a:r>
        </a:p>
      </dsp:txBody>
      <dsp:txXfrm>
        <a:off x="1636869" y="1564555"/>
        <a:ext cx="1402477" cy="334986"/>
      </dsp:txXfrm>
    </dsp:sp>
    <dsp:sp modelId="{84323F49-06A9-4F37-B1A6-DC832E2DC220}">
      <dsp:nvSpPr>
        <dsp:cNvPr id="0" name=""/>
        <dsp:cNvSpPr/>
      </dsp:nvSpPr>
      <dsp:spPr>
        <a:xfrm rot="5400000">
          <a:off x="2306972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EFB3-77FD-42C2-90D1-C95C53596EF1}">
      <dsp:nvSpPr>
        <dsp:cNvPr id="0" name=""/>
        <dsp:cNvSpPr/>
      </dsp:nvSpPr>
      <dsp:spPr>
        <a:xfrm>
          <a:off x="1626447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Tipos de solución</a:t>
          </a:r>
        </a:p>
      </dsp:txBody>
      <dsp:txXfrm>
        <a:off x="1636869" y="2044926"/>
        <a:ext cx="1402477" cy="334986"/>
      </dsp:txXfrm>
    </dsp:sp>
    <dsp:sp modelId="{E723AFB1-778C-49C2-894D-D418A663E930}">
      <dsp:nvSpPr>
        <dsp:cNvPr id="0" name=""/>
        <dsp:cNvSpPr/>
      </dsp:nvSpPr>
      <dsp:spPr>
        <a:xfrm>
          <a:off x="3249033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Gráfico</a:t>
          </a:r>
        </a:p>
      </dsp:txBody>
      <dsp:txXfrm>
        <a:off x="3259455" y="1084184"/>
        <a:ext cx="1402477" cy="334986"/>
      </dsp:txXfrm>
    </dsp:sp>
    <dsp:sp modelId="{3E02E781-5BE2-45AA-9143-2CC178FA455E}">
      <dsp:nvSpPr>
        <dsp:cNvPr id="0" name=""/>
        <dsp:cNvSpPr/>
      </dsp:nvSpPr>
      <dsp:spPr>
        <a:xfrm rot="5400000">
          <a:off x="3929559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4D95-2117-4314-A3CF-FEA6FB9D18D0}">
      <dsp:nvSpPr>
        <dsp:cNvPr id="0" name=""/>
        <dsp:cNvSpPr/>
      </dsp:nvSpPr>
      <dsp:spPr>
        <a:xfrm>
          <a:off x="3249033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pequeños (2 </a:t>
          </a:r>
          <a:r>
            <a:rPr lang="es-ES" sz="1000" kern="1200" dirty="0" err="1"/>
            <a:t>var</a:t>
          </a:r>
          <a:r>
            <a:rPr lang="es-ES" sz="1000" kern="1200" dirty="0"/>
            <a:t>)</a:t>
          </a:r>
        </a:p>
      </dsp:txBody>
      <dsp:txXfrm>
        <a:off x="3259455" y="1564555"/>
        <a:ext cx="1402477" cy="334986"/>
      </dsp:txXfrm>
    </dsp:sp>
    <dsp:sp modelId="{D3CA2416-1B43-4029-8B78-4CA665BCB691}">
      <dsp:nvSpPr>
        <dsp:cNvPr id="0" name=""/>
        <dsp:cNvSpPr/>
      </dsp:nvSpPr>
      <dsp:spPr>
        <a:xfrm>
          <a:off x="4871620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de B&amp;B</a:t>
          </a:r>
        </a:p>
      </dsp:txBody>
      <dsp:txXfrm>
        <a:off x="4882042" y="1084184"/>
        <a:ext cx="1402477" cy="334986"/>
      </dsp:txXfrm>
    </dsp:sp>
    <dsp:sp modelId="{F4A7FEC3-13E9-4073-8C3F-3CACFE2209DC}">
      <dsp:nvSpPr>
        <dsp:cNvPr id="0" name=""/>
        <dsp:cNvSpPr/>
      </dsp:nvSpPr>
      <dsp:spPr>
        <a:xfrm rot="5400000">
          <a:off x="5552145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BB82F-2E67-45B4-841A-415A09821E25}">
      <dsp:nvSpPr>
        <dsp:cNvPr id="0" name=""/>
        <dsp:cNvSpPr/>
      </dsp:nvSpPr>
      <dsp:spPr>
        <a:xfrm>
          <a:off x="4871620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enteros </a:t>
          </a:r>
        </a:p>
      </dsp:txBody>
      <dsp:txXfrm>
        <a:off x="4882042" y="1564555"/>
        <a:ext cx="1402477" cy="334986"/>
      </dsp:txXfrm>
    </dsp:sp>
    <dsp:sp modelId="{1F1E2FFF-DE45-4707-9C4E-DEF136024FEF}">
      <dsp:nvSpPr>
        <dsp:cNvPr id="0" name=""/>
        <dsp:cNvSpPr/>
      </dsp:nvSpPr>
      <dsp:spPr>
        <a:xfrm>
          <a:off x="6494206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Métodos Simplex</a:t>
          </a:r>
        </a:p>
      </dsp:txBody>
      <dsp:txXfrm>
        <a:off x="6504628" y="1084184"/>
        <a:ext cx="1402477" cy="334986"/>
      </dsp:txXfrm>
    </dsp:sp>
    <dsp:sp modelId="{DA1CB49E-F584-48A1-B920-8ECF53173746}">
      <dsp:nvSpPr>
        <dsp:cNvPr id="0" name=""/>
        <dsp:cNvSpPr/>
      </dsp:nvSpPr>
      <dsp:spPr>
        <a:xfrm rot="5400000">
          <a:off x="7174732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17A7C-67E7-4AAA-9C6E-217F946F2FBB}">
      <dsp:nvSpPr>
        <dsp:cNvPr id="0" name=""/>
        <dsp:cNvSpPr/>
      </dsp:nvSpPr>
      <dsp:spPr>
        <a:xfrm>
          <a:off x="6494206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Preparación: forma estándar</a:t>
          </a:r>
        </a:p>
      </dsp:txBody>
      <dsp:txXfrm>
        <a:off x="6504628" y="1564555"/>
        <a:ext cx="1402477" cy="334986"/>
      </dsp:txXfrm>
    </dsp:sp>
    <dsp:sp modelId="{84F27E7F-54B9-45D9-A463-769A0BF1F9F9}">
      <dsp:nvSpPr>
        <dsp:cNvPr id="0" name=""/>
        <dsp:cNvSpPr/>
      </dsp:nvSpPr>
      <dsp:spPr>
        <a:xfrm rot="5400000">
          <a:off x="7174732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FC04-5B0B-4532-B067-3A96B91B1A71}">
      <dsp:nvSpPr>
        <dsp:cNvPr id="0" name=""/>
        <dsp:cNvSpPr/>
      </dsp:nvSpPr>
      <dsp:spPr>
        <a:xfrm>
          <a:off x="6494206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  <a:alpha val="9000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Estructura de una iteración</a:t>
          </a:r>
        </a:p>
      </dsp:txBody>
      <dsp:txXfrm>
        <a:off x="6504628" y="2044926"/>
        <a:ext cx="1402477" cy="334986"/>
      </dsp:txXfrm>
    </dsp:sp>
    <dsp:sp modelId="{40CDE28E-6463-4F26-9A6E-6F6001E14359}">
      <dsp:nvSpPr>
        <dsp:cNvPr id="0" name=""/>
        <dsp:cNvSpPr/>
      </dsp:nvSpPr>
      <dsp:spPr>
        <a:xfrm rot="5400000">
          <a:off x="7174732" y="2421470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E889-FAE6-4538-9DB6-FFDB9389BE19}">
      <dsp:nvSpPr>
        <dsp:cNvPr id="0" name=""/>
        <dsp:cNvSpPr/>
      </dsp:nvSpPr>
      <dsp:spPr>
        <a:xfrm>
          <a:off x="6494206" y="2514875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Complejidad matemática</a:t>
          </a:r>
        </a:p>
      </dsp:txBody>
      <dsp:txXfrm>
        <a:off x="6504628" y="2525297"/>
        <a:ext cx="1402477" cy="334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04/03/2025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formulación</a:t>
            </a:r>
            <a:r>
              <a:rPr lang="en-US" dirty="0"/>
              <a:t>.</a:t>
            </a:r>
          </a:p>
          <a:p>
            <a:r>
              <a:rPr lang="en-US" dirty="0"/>
              <a:t>Primero individual,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A7F30-9D1A-4F69-B462-041F90EFB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7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029A217F-D76A-49DF-A17D-DFD53CAD5FA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7D785354-D3F9-4F56-8BC7-7DFCD291EBB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1AF7F2CA-0EC8-471B-8885-070EE2CC5612}" type="datetimeyyyy">
              <a:rPr lang="es-MX" noProof="0" smtClean="0">
                <a:latin typeface="+mn-lt"/>
              </a:rPr>
              <a:t>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9CFD7E6B-8BA7-35DB-BE61-5DF2483E5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2113" y="6610347"/>
            <a:ext cx="2148534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 dirty="0"/>
              <a:t>OPTIMIZACIÓN DE OPERACIONES</a:t>
            </a:r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43FD86DC-D2BD-AECC-1A0A-3CE74BEE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898774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CFE3EC8D-01B2-4AEC-ABF0-D7812BDA46D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258715" y="6610349"/>
            <a:ext cx="1497330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735475" y="661034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fecha 3">
            <a:extLst>
              <a:ext uri="{FF2B5EF4-FFF2-40B4-BE49-F238E27FC236}">
                <a16:creationId xmlns:a16="http://schemas.microsoft.com/office/drawing/2014/main" id="{B8E7A9BD-F162-7384-3111-26CE7D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5272" y="6610349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A46D4A6-4781-4A63-977A-75931475B334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D3659ACD-AA93-F09D-1EA3-C961DA2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7943" y="6610349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61A49C7E-58DD-E07A-BB14-2F2606BA9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04703" y="661034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525963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7" name="Forma libre 38">
            <a:extLst>
              <a:ext uri="{FF2B5EF4-FFF2-40B4-BE49-F238E27FC236}">
                <a16:creationId xmlns:a16="http://schemas.microsoft.com/office/drawing/2014/main" id="{6C14B503-619D-FECA-B1C8-EC84086F4DE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-136" y="5890869"/>
            <a:ext cx="968626" cy="968353"/>
          </a:xfrm>
          <a:custGeom>
            <a:avLst/>
            <a:gdLst>
              <a:gd name="T0" fmla="*/ 0 w 1162"/>
              <a:gd name="T1" fmla="+- 0 14679 14679"/>
              <a:gd name="T2" fmla="*/ 14679 h 1162"/>
              <a:gd name="T3" fmla="*/ 0 w 1162"/>
              <a:gd name="T4" fmla="+- 0 15840 14679"/>
              <a:gd name="T5" fmla="*/ 15840 h 1162"/>
              <a:gd name="T6" fmla="*/ 1161 w 1162"/>
              <a:gd name="T7" fmla="+- 0 15840 14679"/>
              <a:gd name="T8" fmla="*/ 15840 h 1162"/>
              <a:gd name="T9" fmla="*/ 0 w 1162"/>
              <a:gd name="T10" fmla="+- 0 14679 14679"/>
              <a:gd name="T11" fmla="*/ 14679 h 1162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1162" h="1162">
                <a:moveTo>
                  <a:pt x="0" y="0"/>
                </a:moveTo>
                <a:lnTo>
                  <a:pt x="0" y="1161"/>
                </a:lnTo>
                <a:lnTo>
                  <a:pt x="1161" y="11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9ABDB8-8380-48B9-9C6F-79E9D39B59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500" y="365125"/>
            <a:ext cx="104013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9" name="Forma libre 15">
            <a:extLst>
              <a:ext uri="{FF2B5EF4-FFF2-40B4-BE49-F238E27FC236}">
                <a16:creationId xmlns:a16="http://schemas.microsoft.com/office/drawing/2014/main" id="{0AC106E8-3E4A-A8F8-E16C-BBF1326B7F20}"/>
              </a:ext>
            </a:extLst>
          </p:cNvPr>
          <p:cNvSpPr>
            <a:spLocks/>
          </p:cNvSpPr>
          <p:nvPr/>
        </p:nvSpPr>
        <p:spPr bwMode="auto">
          <a:xfrm rot="10800000">
            <a:off x="10540797" y="1080290"/>
            <a:ext cx="1675717" cy="2234285"/>
          </a:xfrm>
          <a:custGeom>
            <a:avLst/>
            <a:gdLst>
              <a:gd name="T0" fmla="*/ 0 w 1789"/>
              <a:gd name="T1" fmla="+- 0 12290 12290"/>
              <a:gd name="T2" fmla="*/ 12290 h 2386"/>
              <a:gd name="T3" fmla="*/ 0 w 1789"/>
              <a:gd name="T4" fmla="+- 0 13484 12290"/>
              <a:gd name="T5" fmla="*/ 13484 h 2386"/>
              <a:gd name="T6" fmla="*/ 1192 w 1789"/>
              <a:gd name="T7" fmla="+- 0 14676 12290"/>
              <a:gd name="T8" fmla="*/ 14676 h 2386"/>
              <a:gd name="T9" fmla="*/ 1789 w 1789"/>
              <a:gd name="T10" fmla="+- 0 14079 12290"/>
              <a:gd name="T11" fmla="*/ 14079 h 2386"/>
              <a:gd name="T12" fmla="*/ 0 w 1789"/>
              <a:gd name="T13" fmla="+- 0 12290 12290"/>
              <a:gd name="T14" fmla="*/ 12290 h 2386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  <a:cxn ang="0">
                <a:pos x="T12" y="T14"/>
              </a:cxn>
            </a:cxnLst>
            <a:rect l="0" t="0" r="r" b="b"/>
            <a:pathLst>
              <a:path w="1789" h="2386">
                <a:moveTo>
                  <a:pt x="0" y="0"/>
                </a:moveTo>
                <a:lnTo>
                  <a:pt x="0" y="1194"/>
                </a:lnTo>
                <a:lnTo>
                  <a:pt x="1192" y="2386"/>
                </a:lnTo>
                <a:lnTo>
                  <a:pt x="1789" y="17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11" name="Forma libre 17">
            <a:extLst>
              <a:ext uri="{FF2B5EF4-FFF2-40B4-BE49-F238E27FC236}">
                <a16:creationId xmlns:a16="http://schemas.microsoft.com/office/drawing/2014/main" id="{56559DE5-8022-90C0-3366-610481E321EF}"/>
              </a:ext>
            </a:extLst>
          </p:cNvPr>
          <p:cNvSpPr>
            <a:spLocks/>
          </p:cNvSpPr>
          <p:nvPr/>
        </p:nvSpPr>
        <p:spPr bwMode="auto">
          <a:xfrm rot="10800000">
            <a:off x="8891306" y="-10633"/>
            <a:ext cx="2181524" cy="1090923"/>
          </a:xfrm>
          <a:custGeom>
            <a:avLst/>
            <a:gdLst>
              <a:gd name="T0" fmla="+- 0 3550 1221"/>
              <a:gd name="T1" fmla="*/ T0 w 2329"/>
              <a:gd name="T2" fmla="+- 0 15840 14676"/>
              <a:gd name="T3" fmla="*/ 15840 h 1165"/>
              <a:gd name="T4" fmla="+- 0 2386 1221"/>
              <a:gd name="T5" fmla="*/ T4 w 2329"/>
              <a:gd name="T6" fmla="+- 0 14676 14676"/>
              <a:gd name="T7" fmla="*/ 14676 h 1165"/>
              <a:gd name="T8" fmla="+- 0 1221 1221"/>
              <a:gd name="T9" fmla="*/ T8 w 2329"/>
              <a:gd name="T10" fmla="+- 0 15840 14676"/>
              <a:gd name="T11" fmla="*/ 15840 h 1165"/>
              <a:gd name="T12" fmla="+- 0 3550 1221"/>
              <a:gd name="T13" fmla="*/ T12 w 2329"/>
              <a:gd name="T14" fmla="+- 0 15840 14676"/>
              <a:gd name="T15" fmla="*/ 15840 h 116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329" h="1165">
                <a:moveTo>
                  <a:pt x="2329" y="1164"/>
                </a:moveTo>
                <a:lnTo>
                  <a:pt x="1165" y="0"/>
                </a:lnTo>
                <a:lnTo>
                  <a:pt x="0" y="1164"/>
                </a:lnTo>
                <a:lnTo>
                  <a:pt x="2329" y="1164"/>
                </a:ln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795021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525963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9ABDB8-8380-48B9-9C6F-79E9D39B59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500" y="365125"/>
            <a:ext cx="104013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grpSp>
        <p:nvGrpSpPr>
          <p:cNvPr id="4" name="Grupo 18">
            <a:extLst>
              <a:ext uri="{FF2B5EF4-FFF2-40B4-BE49-F238E27FC236}">
                <a16:creationId xmlns:a16="http://schemas.microsoft.com/office/drawing/2014/main" id="{6F2C2FA9-5DE7-8BAA-8F71-7647DD2733B5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898774"/>
            <a:ext cx="2959226" cy="2959226"/>
            <a:chOff x="0" y="12289"/>
            <a:chExt cx="3550" cy="3551"/>
          </a:xfrm>
        </p:grpSpPr>
        <p:sp>
          <p:nvSpPr>
            <p:cNvPr id="5" name="Forma libre 19">
              <a:extLst>
                <a:ext uri="{FF2B5EF4-FFF2-40B4-BE49-F238E27FC236}">
                  <a16:creationId xmlns:a16="http://schemas.microsoft.com/office/drawing/2014/main" id="{B8382CE0-2649-DDEE-12FA-94D025B7D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6" name="Forma libre 20">
              <a:extLst>
                <a:ext uri="{FF2B5EF4-FFF2-40B4-BE49-F238E27FC236}">
                  <a16:creationId xmlns:a16="http://schemas.microsoft.com/office/drawing/2014/main" id="{F4FE7385-4115-D6C0-21A9-A24A4E889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21">
              <a:extLst>
                <a:ext uri="{FF2B5EF4-FFF2-40B4-BE49-F238E27FC236}">
                  <a16:creationId xmlns:a16="http://schemas.microsoft.com/office/drawing/2014/main" id="{F3BF24F1-AFFE-7C83-F5DD-ECE5C8F39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265107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525963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7" name="Forma libre 38">
            <a:extLst>
              <a:ext uri="{FF2B5EF4-FFF2-40B4-BE49-F238E27FC236}">
                <a16:creationId xmlns:a16="http://schemas.microsoft.com/office/drawing/2014/main" id="{6C14B503-619D-FECA-B1C8-EC84086F4DE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-8063" y="4798587"/>
            <a:ext cx="968626" cy="968353"/>
          </a:xfrm>
          <a:custGeom>
            <a:avLst/>
            <a:gdLst>
              <a:gd name="T0" fmla="*/ 0 w 1162"/>
              <a:gd name="T1" fmla="+- 0 14679 14679"/>
              <a:gd name="T2" fmla="*/ 14679 h 1162"/>
              <a:gd name="T3" fmla="*/ 0 w 1162"/>
              <a:gd name="T4" fmla="+- 0 15840 14679"/>
              <a:gd name="T5" fmla="*/ 15840 h 1162"/>
              <a:gd name="T6" fmla="*/ 1161 w 1162"/>
              <a:gd name="T7" fmla="+- 0 15840 14679"/>
              <a:gd name="T8" fmla="*/ 15840 h 1162"/>
              <a:gd name="T9" fmla="*/ 0 w 1162"/>
              <a:gd name="T10" fmla="+- 0 14679 14679"/>
              <a:gd name="T11" fmla="*/ 14679 h 1162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1162" h="1162">
                <a:moveTo>
                  <a:pt x="0" y="0"/>
                </a:moveTo>
                <a:lnTo>
                  <a:pt x="0" y="1161"/>
                </a:lnTo>
                <a:lnTo>
                  <a:pt x="1161" y="11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9ABDB8-8380-48B9-9C6F-79E9D39B59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500" y="365125"/>
            <a:ext cx="10401300" cy="1325563"/>
          </a:xfrm>
        </p:spPr>
        <p:txBody>
          <a:bodyPr rtlCol="0"/>
          <a:lstStyle/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sp>
        <p:nvSpPr>
          <p:cNvPr id="11" name="Forma libre 17">
            <a:extLst>
              <a:ext uri="{FF2B5EF4-FFF2-40B4-BE49-F238E27FC236}">
                <a16:creationId xmlns:a16="http://schemas.microsoft.com/office/drawing/2014/main" id="{56559DE5-8022-90C0-3366-610481E321EF}"/>
              </a:ext>
            </a:extLst>
          </p:cNvPr>
          <p:cNvSpPr>
            <a:spLocks/>
          </p:cNvSpPr>
          <p:nvPr/>
        </p:nvSpPr>
        <p:spPr bwMode="auto">
          <a:xfrm rot="10800000">
            <a:off x="-34823" y="5767077"/>
            <a:ext cx="2181524" cy="1090923"/>
          </a:xfrm>
          <a:custGeom>
            <a:avLst/>
            <a:gdLst>
              <a:gd name="T0" fmla="+- 0 3550 1221"/>
              <a:gd name="T1" fmla="*/ T0 w 2329"/>
              <a:gd name="T2" fmla="+- 0 15840 14676"/>
              <a:gd name="T3" fmla="*/ 15840 h 1165"/>
              <a:gd name="T4" fmla="+- 0 2386 1221"/>
              <a:gd name="T5" fmla="*/ T4 w 2329"/>
              <a:gd name="T6" fmla="+- 0 14676 14676"/>
              <a:gd name="T7" fmla="*/ 14676 h 1165"/>
              <a:gd name="T8" fmla="+- 0 1221 1221"/>
              <a:gd name="T9" fmla="*/ T8 w 2329"/>
              <a:gd name="T10" fmla="+- 0 15840 14676"/>
              <a:gd name="T11" fmla="*/ 15840 h 1165"/>
              <a:gd name="T12" fmla="+- 0 3550 1221"/>
              <a:gd name="T13" fmla="*/ T12 w 2329"/>
              <a:gd name="T14" fmla="+- 0 15840 14676"/>
              <a:gd name="T15" fmla="*/ 15840 h 116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329" h="1165">
                <a:moveTo>
                  <a:pt x="2329" y="1164"/>
                </a:moveTo>
                <a:lnTo>
                  <a:pt x="1165" y="0"/>
                </a:lnTo>
                <a:lnTo>
                  <a:pt x="0" y="1164"/>
                </a:lnTo>
                <a:lnTo>
                  <a:pt x="2329" y="1164"/>
                </a:ln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5" name="Autoforma 24">
            <a:extLst>
              <a:ext uri="{FF2B5EF4-FFF2-40B4-BE49-F238E27FC236}">
                <a16:creationId xmlns:a16="http://schemas.microsoft.com/office/drawing/2014/main" id="{78C6D677-3122-8450-2306-2E67EA2595DC}"/>
              </a:ext>
            </a:extLst>
          </p:cNvPr>
          <p:cNvSpPr>
            <a:spLocks/>
          </p:cNvSpPr>
          <p:nvPr/>
        </p:nvSpPr>
        <p:spPr bwMode="auto">
          <a:xfrm>
            <a:off x="8238637" y="-99153"/>
            <a:ext cx="3884751" cy="3235602"/>
          </a:xfrm>
          <a:custGeom>
            <a:avLst/>
            <a:gdLst>
              <a:gd name="T0" fmla="+- 0 8372 6586"/>
              <a:gd name="T1" fmla="*/ T0 w 3578"/>
              <a:gd name="T2" fmla="*/ 591 h 2980"/>
              <a:gd name="T3" fmla="+- 0 7780 6586"/>
              <a:gd name="T4" fmla="*/ T3 w 3578"/>
              <a:gd name="T5" fmla="*/ 0 h 2980"/>
              <a:gd name="T6" fmla="+- 0 6586 6586"/>
              <a:gd name="T7" fmla="*/ T6 w 3578"/>
              <a:gd name="T8" fmla="*/ 0 h 2980"/>
              <a:gd name="T9" fmla="+- 0 7774 6586"/>
              <a:gd name="T10" fmla="*/ T9 w 3578"/>
              <a:gd name="T11" fmla="*/ 1188 h 2980"/>
              <a:gd name="T12" fmla="+- 0 8372 6586"/>
              <a:gd name="T13" fmla="*/ T12 w 3578"/>
              <a:gd name="T14" fmla="*/ 591 h 2980"/>
              <a:gd name="T15" fmla="+- 0 10163 6586"/>
              <a:gd name="T16" fmla="*/ T15 w 3578"/>
              <a:gd name="T17" fmla="*/ 2383 h 2980"/>
              <a:gd name="T18" fmla="+- 0 9566 6586"/>
              <a:gd name="T19" fmla="*/ T18 w 3578"/>
              <a:gd name="T20" fmla="*/ 1786 h 2980"/>
              <a:gd name="T21" fmla="+- 0 8969 6586"/>
              <a:gd name="T22" fmla="*/ T21 w 3578"/>
              <a:gd name="T23" fmla="*/ 2383 h 2980"/>
              <a:gd name="T24" fmla="+- 0 9566 6586"/>
              <a:gd name="T25" fmla="*/ T24 w 3578"/>
              <a:gd name="T26" fmla="*/ 2980 h 2980"/>
              <a:gd name="T27" fmla="+- 0 10163 6586"/>
              <a:gd name="T28" fmla="*/ T27 w 3578"/>
              <a:gd name="T29" fmla="*/ 2383 h 298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  <a:cxn ang="0">
                <a:pos x="T13" y="T14"/>
              </a:cxn>
              <a:cxn ang="0">
                <a:pos x="T16" y="T17"/>
              </a:cxn>
              <a:cxn ang="0">
                <a:pos x="T19" y="T20"/>
              </a:cxn>
              <a:cxn ang="0">
                <a:pos x="T22" y="T23"/>
              </a:cxn>
              <a:cxn ang="0">
                <a:pos x="T25" y="T26"/>
              </a:cxn>
              <a:cxn ang="0">
                <a:pos x="T28" y="T29"/>
              </a:cxn>
            </a:cxnLst>
            <a:rect l="0" t="0" r="r" b="b"/>
            <a:pathLst>
              <a:path w="3578" h="2980">
                <a:moveTo>
                  <a:pt x="1786" y="591"/>
                </a:moveTo>
                <a:lnTo>
                  <a:pt x="1194" y="0"/>
                </a:lnTo>
                <a:lnTo>
                  <a:pt x="0" y="0"/>
                </a:lnTo>
                <a:lnTo>
                  <a:pt x="1188" y="1188"/>
                </a:lnTo>
                <a:lnTo>
                  <a:pt x="1786" y="591"/>
                </a:lnTo>
                <a:moveTo>
                  <a:pt x="3577" y="2383"/>
                </a:moveTo>
                <a:lnTo>
                  <a:pt x="2980" y="1786"/>
                </a:lnTo>
                <a:lnTo>
                  <a:pt x="2383" y="2383"/>
                </a:lnTo>
                <a:lnTo>
                  <a:pt x="2980" y="2980"/>
                </a:lnTo>
                <a:lnTo>
                  <a:pt x="3577" y="2383"/>
                </a:lnTo>
              </a:path>
            </a:pathLst>
          </a:custGeom>
          <a:solidFill>
            <a:schemeClr val="tx2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9" name="Forma libre 15">
            <a:extLst>
              <a:ext uri="{FF2B5EF4-FFF2-40B4-BE49-F238E27FC236}">
                <a16:creationId xmlns:a16="http://schemas.microsoft.com/office/drawing/2014/main" id="{0AC106E8-3E4A-A8F8-E16C-BBF1326B7F20}"/>
              </a:ext>
            </a:extLst>
          </p:cNvPr>
          <p:cNvSpPr>
            <a:spLocks/>
          </p:cNvSpPr>
          <p:nvPr/>
        </p:nvSpPr>
        <p:spPr bwMode="auto">
          <a:xfrm rot="10977862">
            <a:off x="10232164" y="1322983"/>
            <a:ext cx="2070459" cy="2630035"/>
          </a:xfrm>
          <a:custGeom>
            <a:avLst/>
            <a:gdLst>
              <a:gd name="T0" fmla="*/ 0 w 1789"/>
              <a:gd name="T1" fmla="+- 0 12290 12290"/>
              <a:gd name="T2" fmla="*/ 12290 h 2386"/>
              <a:gd name="T3" fmla="*/ 0 w 1789"/>
              <a:gd name="T4" fmla="+- 0 13484 12290"/>
              <a:gd name="T5" fmla="*/ 13484 h 2386"/>
              <a:gd name="T6" fmla="*/ 1192 w 1789"/>
              <a:gd name="T7" fmla="+- 0 14676 12290"/>
              <a:gd name="T8" fmla="*/ 14676 h 2386"/>
              <a:gd name="T9" fmla="*/ 1789 w 1789"/>
              <a:gd name="T10" fmla="+- 0 14079 12290"/>
              <a:gd name="T11" fmla="*/ 14079 h 2386"/>
              <a:gd name="T12" fmla="*/ 0 w 1789"/>
              <a:gd name="T13" fmla="+- 0 12290 12290"/>
              <a:gd name="T14" fmla="*/ 12290 h 2386"/>
              <a:gd name="connsiteX0" fmla="*/ 0 w 9628"/>
              <a:gd name="connsiteY0" fmla="*/ 0 h 10000"/>
              <a:gd name="connsiteX1" fmla="*/ 0 w 9628"/>
              <a:gd name="connsiteY1" fmla="*/ 5004 h 10000"/>
              <a:gd name="connsiteX2" fmla="*/ 6663 w 9628"/>
              <a:gd name="connsiteY2" fmla="*/ 10000 h 10000"/>
              <a:gd name="connsiteX3" fmla="*/ 9628 w 9628"/>
              <a:gd name="connsiteY3" fmla="*/ 7264 h 10000"/>
              <a:gd name="connsiteX4" fmla="*/ 0 w 9628"/>
              <a:gd name="connsiteY4" fmla="*/ 0 h 10000"/>
              <a:gd name="connsiteX0" fmla="*/ 0 w 10000"/>
              <a:gd name="connsiteY0" fmla="*/ 0 h 10000"/>
              <a:gd name="connsiteX1" fmla="*/ 556 w 10000"/>
              <a:gd name="connsiteY1" fmla="*/ 5397 h 10000"/>
              <a:gd name="connsiteX2" fmla="*/ 6920 w 10000"/>
              <a:gd name="connsiteY2" fmla="*/ 10000 h 10000"/>
              <a:gd name="connsiteX3" fmla="*/ 10000 w 10000"/>
              <a:gd name="connsiteY3" fmla="*/ 7264 h 10000"/>
              <a:gd name="connsiteX4" fmla="*/ 0 w 10000"/>
              <a:gd name="connsiteY4" fmla="*/ 0 h 10000"/>
              <a:gd name="connsiteX0" fmla="*/ 0 w 9942"/>
              <a:gd name="connsiteY0" fmla="*/ 0 h 9919"/>
              <a:gd name="connsiteX1" fmla="*/ 498 w 9942"/>
              <a:gd name="connsiteY1" fmla="*/ 5316 h 9919"/>
              <a:gd name="connsiteX2" fmla="*/ 6862 w 9942"/>
              <a:gd name="connsiteY2" fmla="*/ 9919 h 9919"/>
              <a:gd name="connsiteX3" fmla="*/ 9942 w 9942"/>
              <a:gd name="connsiteY3" fmla="*/ 7183 h 9919"/>
              <a:gd name="connsiteX4" fmla="*/ 0 w 9942"/>
              <a:gd name="connsiteY4" fmla="*/ 0 h 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42" h="9919">
                <a:moveTo>
                  <a:pt x="0" y="0"/>
                </a:moveTo>
                <a:cubicBezTo>
                  <a:pt x="185" y="1799"/>
                  <a:pt x="313" y="3517"/>
                  <a:pt x="498" y="5316"/>
                </a:cubicBezTo>
                <a:lnTo>
                  <a:pt x="6862" y="9919"/>
                </a:lnTo>
                <a:lnTo>
                  <a:pt x="9942" y="71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12" name="Forma libre 22">
            <a:extLst>
              <a:ext uri="{FF2B5EF4-FFF2-40B4-BE49-F238E27FC236}">
                <a16:creationId xmlns:a16="http://schemas.microsoft.com/office/drawing/2014/main" id="{B474AF14-85FE-106F-700C-44B853B51BC5}"/>
              </a:ext>
            </a:extLst>
          </p:cNvPr>
          <p:cNvSpPr>
            <a:spLocks/>
          </p:cNvSpPr>
          <p:nvPr/>
        </p:nvSpPr>
        <p:spPr bwMode="auto">
          <a:xfrm>
            <a:off x="10182482" y="-731833"/>
            <a:ext cx="2593815" cy="2593910"/>
          </a:xfrm>
          <a:custGeom>
            <a:avLst/>
            <a:gdLst>
              <a:gd name="T0" fmla="+- 0 11955 9566"/>
              <a:gd name="T1" fmla="*/ T0 w 2389"/>
              <a:gd name="T2" fmla="+- 0 1786 591"/>
              <a:gd name="T3" fmla="*/ 1786 h 2389"/>
              <a:gd name="T4" fmla="+- 0 10760 9566"/>
              <a:gd name="T5" fmla="*/ T4 w 2389"/>
              <a:gd name="T6" fmla="+- 0 591 591"/>
              <a:gd name="T7" fmla="*/ 591 h 2389"/>
              <a:gd name="T8" fmla="+- 0 9566 9566"/>
              <a:gd name="T9" fmla="*/ T8 w 2389"/>
              <a:gd name="T10" fmla="+- 0 1786 591"/>
              <a:gd name="T11" fmla="*/ 1786 h 2389"/>
              <a:gd name="T12" fmla="+- 0 10760 9566"/>
              <a:gd name="T13" fmla="*/ T12 w 2389"/>
              <a:gd name="T14" fmla="+- 0 2980 591"/>
              <a:gd name="T15" fmla="*/ 2980 h 2389"/>
              <a:gd name="T16" fmla="+- 0 11955 9566"/>
              <a:gd name="T17" fmla="*/ T16 w 2389"/>
              <a:gd name="T18" fmla="+- 0 1786 591"/>
              <a:gd name="T19" fmla="*/ 1786 h 238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2389" h="2389">
                <a:moveTo>
                  <a:pt x="2389" y="1195"/>
                </a:moveTo>
                <a:lnTo>
                  <a:pt x="1194" y="0"/>
                </a:lnTo>
                <a:lnTo>
                  <a:pt x="0" y="1195"/>
                </a:lnTo>
                <a:lnTo>
                  <a:pt x="1194" y="2389"/>
                </a:lnTo>
                <a:lnTo>
                  <a:pt x="2389" y="1195"/>
                </a:ln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511197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FDD8-57B0-4DE9-8E7E-2C7134BD65EC}" type="datetime1">
              <a:rPr lang="es-ES" smtClean="0"/>
              <a:t>04/03/2025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Jenny Díaz / Simplex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184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773936"/>
            <a:ext cx="5384800" cy="4623816"/>
          </a:xfrm>
        </p:spPr>
        <p:txBody>
          <a:bodyPr lIns="91440"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773936"/>
            <a:ext cx="5384800" cy="462381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9F2F-EAAB-4FC3-8BF1-93AD32DF4217}" type="datetime1">
              <a:rPr lang="es-ES" smtClean="0"/>
              <a:t>04/03/2025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Jenny Díaz / Simplex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9748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701" r:id="rId15"/>
    <p:sldLayoutId id="2147483703" r:id="rId16"/>
    <p:sldLayoutId id="2147483702" r:id="rId17"/>
    <p:sldLayoutId id="2147483697" r:id="rId18"/>
    <p:sldLayoutId id="2147483699" r:id="rId19"/>
    <p:sldLayoutId id="2147483700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ebp"/><Relationship Id="rId2" Type="http://schemas.openxmlformats.org/officeDocument/2006/relationships/image" Target="../media/image22.webp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NULL"/><Relationship Id="rId5" Type="http://schemas.openxmlformats.org/officeDocument/2006/relationships/image" Target="../media/image63.png"/><Relationship Id="rId10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Solución de un Problema de Programación Lineal</a:t>
            </a:r>
            <a:br>
              <a:rPr lang="es-MX" sz="4000" dirty="0">
                <a:latin typeface="Abadi" panose="020B0604020104020204" pitchFamily="34" charset="0"/>
              </a:rPr>
            </a:br>
            <a:r>
              <a:rPr lang="es-MX" sz="4000" dirty="0">
                <a:latin typeface="Abadi" panose="020B0604020104020204" pitchFamily="34" charset="0"/>
              </a:rPr>
              <a:t> – Forma Estándar – 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r>
              <a:rPr lang="en-US" dirty="0"/>
              <a:t> - </a:t>
            </a:r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9457-6A62-C110-0EAA-52AACAF1A0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10350"/>
            <a:ext cx="2644775" cy="247650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19A9-68C9-543E-958B-21AED095E8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8125" y="6610350"/>
            <a:ext cx="523875" cy="247650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</a:t>
            </a:fld>
            <a:endParaRPr lang="es-MX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BE39C-06CC-42B9-6A07-60E6A7446F4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492875"/>
            <a:ext cx="1562100" cy="247650"/>
          </a:xfrm>
          <a:prstGeom prst="rect">
            <a:avLst/>
          </a:prstGeom>
        </p:spPr>
        <p:txBody>
          <a:bodyPr/>
          <a:lstStyle/>
          <a:p>
            <a:pPr rtl="0"/>
            <a:fld id="{2C2668D5-CBFD-4351-8443-9E1705BAED96}" type="datetimeyyyy">
              <a:rPr lang="es-MX" noProof="0" smtClean="0"/>
              <a:t>2025</a:t>
            </a:fld>
            <a:endParaRPr lang="es-MX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CD45E0-DD8F-23A5-0873-9EDBC1D9867E}"/>
              </a:ext>
            </a:extLst>
          </p:cNvPr>
          <p:cNvSpPr/>
          <p:nvPr/>
        </p:nvSpPr>
        <p:spPr>
          <a:xfrm>
            <a:off x="8388931" y="1622612"/>
            <a:ext cx="1687397" cy="369025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3620029099"/>
              </p:ext>
            </p:extLst>
          </p:nvPr>
        </p:nvGraphicFramePr>
        <p:xfrm>
          <a:off x="2020469" y="1622612"/>
          <a:ext cx="7921389" cy="394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90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A65ED-6E83-4F0D-17DB-4AC9CE8C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F2685-66C9-D894-8E54-6ACE33FF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/>
              <a:t>Estandarización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1E1595-2396-0581-DF89-21838947B68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02525" y="3429000"/>
            <a:ext cx="6577950" cy="2697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Antes de emplear el Método Simplex para resolver un LP, el problema debe ser convertido la </a:t>
            </a:r>
            <a:r>
              <a:rPr lang="es-MX" sz="2400" b="1" dirty="0"/>
              <a:t>forma estándar </a:t>
            </a:r>
            <a:r>
              <a:rPr lang="es-MX" sz="2400" dirty="0"/>
              <a:t>del LP. En el cual todas las restricciones tienen signo de igualdad y las variables son no negativas.</a:t>
            </a:r>
          </a:p>
          <a:p>
            <a:pPr marL="0" indent="0">
              <a:buNone/>
            </a:pP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974836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MX" sz="2880" dirty="0"/>
              <a:t>	</a:t>
            </a:r>
            <a:r>
              <a:rPr lang="es-MX" sz="2880" b="1" dirty="0">
                <a:solidFill>
                  <a:srgbClr val="C00000"/>
                </a:solidFill>
              </a:rPr>
              <a:t>Condiciones para que un PPL esté en su forma estándar</a:t>
            </a:r>
          </a:p>
          <a:p>
            <a:pPr lvl="1"/>
            <a:r>
              <a:rPr lang="en-US" dirty="0" err="1"/>
              <a:t>Restricciones</a:t>
            </a:r>
            <a:r>
              <a:rPr lang="en-US" dirty="0"/>
              <a:t> </a:t>
            </a:r>
            <a:r>
              <a:rPr lang="en-US" dirty="0" err="1"/>
              <a:t>funcionales</a:t>
            </a:r>
            <a:r>
              <a:rPr lang="en-US" dirty="0"/>
              <a:t> (o </a:t>
            </a:r>
            <a:r>
              <a:rPr lang="en-US" dirty="0" err="1"/>
              <a:t>tecnológicas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ecuaciones</a:t>
            </a:r>
            <a:endParaRPr lang="en-US" dirty="0"/>
          </a:p>
          <a:p>
            <a:pPr lvl="1"/>
            <a:r>
              <a:rPr lang="en-US" dirty="0" err="1"/>
              <a:t>Lados</a:t>
            </a:r>
            <a:r>
              <a:rPr lang="en-US" dirty="0"/>
              <a:t> derechos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parámetros</a:t>
            </a:r>
            <a:r>
              <a:rPr lang="en-US" dirty="0">
                <a:sym typeface="Wingdings" panose="05000000000000000000" pitchFamily="2" charset="2"/>
              </a:rPr>
              <a:t> no </a:t>
            </a:r>
            <a:r>
              <a:rPr lang="en-US" dirty="0" err="1">
                <a:sym typeface="Wingdings" panose="05000000000000000000" pitchFamily="2" charset="2"/>
              </a:rPr>
              <a:t>negativos</a:t>
            </a:r>
            <a:endParaRPr lang="en-US" dirty="0"/>
          </a:p>
          <a:p>
            <a:pPr lvl="1"/>
            <a:r>
              <a:rPr lang="en-US" dirty="0"/>
              <a:t>Variables </a:t>
            </a:r>
            <a:r>
              <a:rPr lang="en-US" dirty="0">
                <a:sym typeface="Wingdings" panose="05000000000000000000" pitchFamily="2" charset="2"/>
              </a:rPr>
              <a:t> no </a:t>
            </a:r>
            <a:r>
              <a:rPr lang="en-US" dirty="0" err="1">
                <a:sym typeface="Wingdings" panose="05000000000000000000" pitchFamily="2" charset="2"/>
              </a:rPr>
              <a:t>negativas</a:t>
            </a:r>
            <a:endParaRPr lang="en-US" dirty="0"/>
          </a:p>
          <a:p>
            <a:pPr lvl="1"/>
            <a:endParaRPr lang="en-US" dirty="0"/>
          </a:p>
          <a:p>
            <a:pPr>
              <a:buNone/>
            </a:pPr>
            <a:r>
              <a:rPr lang="en-US" sz="2880" dirty="0"/>
              <a:t>	Por </a:t>
            </a:r>
            <a:r>
              <a:rPr lang="en-US" sz="2880" dirty="0" err="1"/>
              <a:t>convención</a:t>
            </a:r>
            <a:r>
              <a:rPr lang="en-US" sz="2880" dirty="0"/>
              <a:t>:</a:t>
            </a:r>
          </a:p>
          <a:p>
            <a:pPr lvl="1"/>
            <a:r>
              <a:rPr lang="en-US" dirty="0"/>
              <a:t>n: </a:t>
            </a:r>
            <a:r>
              <a:rPr lang="en-US" dirty="0" err="1"/>
              <a:t>número</a:t>
            </a:r>
            <a:r>
              <a:rPr lang="en-US" dirty="0"/>
              <a:t> de variables </a:t>
            </a:r>
          </a:p>
          <a:p>
            <a:pPr lvl="1"/>
            <a:r>
              <a:rPr lang="en-US" dirty="0"/>
              <a:t>m: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restricciones</a:t>
            </a:r>
            <a:r>
              <a:rPr lang="en-US" dirty="0"/>
              <a:t> </a:t>
            </a:r>
            <a:r>
              <a:rPr lang="en-US" dirty="0" err="1"/>
              <a:t>funcionales</a:t>
            </a:r>
            <a:endParaRPr lang="en-US" dirty="0"/>
          </a:p>
        </p:txBody>
      </p:sp>
      <p:sp>
        <p:nvSpPr>
          <p:cNvPr id="16" name="15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MX" dirty="0"/>
              <a:t>Forma Estándar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1158240" y="155448"/>
            <a:ext cx="9875520" cy="1252728"/>
          </a:xfrm>
          <a:prstGeom prst="rect">
            <a:avLst/>
          </a:prstGeom>
        </p:spPr>
        <p:txBody>
          <a:bodyPr vert="horz" lIns="109728" rIns="54864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defTabSz="1097280">
              <a:spcBef>
                <a:spcPct val="0"/>
              </a:spcBef>
              <a:defRPr/>
            </a:pPr>
            <a:endParaRPr lang="es-MX" sz="5400" b="1" dirty="0">
              <a:solidFill>
                <a:schemeClr val="accent1">
                  <a:satMod val="1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10672" y="3286124"/>
            <a:ext cx="1602104" cy="1828800"/>
          </a:xfrm>
          <a:prstGeom prst="rect">
            <a:avLst/>
          </a:prstGeom>
          <a:ln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Sistema de </a:t>
            </a:r>
            <a:r>
              <a:rPr lang="en-US" dirty="0" err="1"/>
              <a:t>ecuaciones</a:t>
            </a:r>
            <a:endParaRPr lang="en-US" dirty="0"/>
          </a:p>
          <a:p>
            <a:pPr lvl="1"/>
            <a:r>
              <a:rPr lang="en-US" i="1" dirty="0">
                <a:solidFill>
                  <a:srgbClr val="0070C0"/>
                </a:solidFill>
              </a:rPr>
              <a:t>Si n=m*   </a:t>
            </a:r>
          </a:p>
          <a:p>
            <a:pPr lvl="1">
              <a:buNone/>
            </a:pPr>
            <a:r>
              <a:rPr lang="en-US" dirty="0"/>
              <a:t>	Si </a:t>
            </a:r>
            <a:r>
              <a:rPr lang="en-US" dirty="0" err="1"/>
              <a:t>existe</a:t>
            </a:r>
            <a:r>
              <a:rPr lang="en-US" dirty="0"/>
              <a:t>, hay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</a:t>
            </a:r>
            <a:r>
              <a:rPr lang="en-US" dirty="0" err="1"/>
              <a:t>solución</a:t>
            </a:r>
            <a:endParaRPr lang="en-US" dirty="0"/>
          </a:p>
          <a:p>
            <a:pPr lvl="1"/>
            <a:r>
              <a:rPr lang="en-US" i="1" dirty="0">
                <a:solidFill>
                  <a:srgbClr val="0070C0"/>
                </a:solidFill>
              </a:rPr>
              <a:t>Si n&lt;m</a:t>
            </a:r>
          </a:p>
          <a:p>
            <a:pPr lvl="1">
              <a:buNone/>
            </a:pPr>
            <a:r>
              <a:rPr lang="en-US" dirty="0"/>
              <a:t>	Hay </a:t>
            </a:r>
            <a:r>
              <a:rPr lang="en-US" dirty="0" err="1"/>
              <a:t>restricciones</a:t>
            </a:r>
            <a:r>
              <a:rPr lang="en-US" dirty="0"/>
              <a:t> </a:t>
            </a:r>
            <a:r>
              <a:rPr lang="en-US" dirty="0" err="1"/>
              <a:t>redundantes</a:t>
            </a:r>
            <a:r>
              <a:rPr lang="en-US" dirty="0"/>
              <a:t> 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no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solución</a:t>
            </a:r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Si n&gt;m</a:t>
            </a:r>
          </a:p>
          <a:p>
            <a:pPr lvl="1">
              <a:buNone/>
            </a:pPr>
            <a:r>
              <a:rPr lang="en-US" dirty="0"/>
              <a:t>	Soluciones </a:t>
            </a:r>
            <a:r>
              <a:rPr lang="en-US" dirty="0" err="1"/>
              <a:t>múltiples</a:t>
            </a:r>
            <a:endParaRPr lang="en-US" dirty="0"/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n-m*</a:t>
            </a:r>
          </a:p>
          <a:p>
            <a:pPr lvl="2">
              <a:buNone/>
            </a:pPr>
            <a:r>
              <a:rPr lang="en-US" dirty="0"/>
              <a:t>	Grados de Libertad o </a:t>
            </a:r>
            <a:r>
              <a:rPr lang="en-US" dirty="0" err="1"/>
              <a:t>número</a:t>
            </a:r>
            <a:r>
              <a:rPr lang="en-US" dirty="0"/>
              <a:t> de variables </a:t>
            </a:r>
            <a:r>
              <a:rPr lang="en-US" dirty="0" err="1"/>
              <a:t>libres</a:t>
            </a:r>
            <a:r>
              <a:rPr lang="en-US" dirty="0"/>
              <a:t>. A </a:t>
            </a:r>
            <a:r>
              <a:rPr lang="en-US" i="1" dirty="0">
                <a:solidFill>
                  <a:srgbClr val="0070C0"/>
                </a:solidFill>
              </a:rPr>
              <a:t>(n-m) </a:t>
            </a:r>
            <a:r>
              <a:rPr lang="en-US" dirty="0"/>
              <a:t>variables se les da un valor </a:t>
            </a:r>
            <a:r>
              <a:rPr lang="en-US" dirty="0" err="1"/>
              <a:t>arbitrario</a:t>
            </a:r>
            <a:r>
              <a:rPr lang="en-US" dirty="0"/>
              <a:t>, </a:t>
            </a:r>
            <a:r>
              <a:rPr lang="en-US" dirty="0" err="1"/>
              <a:t>típicamente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cero</a:t>
            </a:r>
            <a:r>
              <a:rPr lang="en-US" dirty="0"/>
              <a:t> y las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m</a:t>
            </a:r>
            <a:r>
              <a:rPr lang="en-US" dirty="0"/>
              <a:t> variables se </a:t>
            </a:r>
            <a:r>
              <a:rPr lang="en-US" dirty="0" err="1"/>
              <a:t>encuentran</a:t>
            </a:r>
            <a:r>
              <a:rPr lang="en-US" dirty="0"/>
              <a:t> </a:t>
            </a:r>
            <a:r>
              <a:rPr lang="en-US" dirty="0" err="1"/>
              <a:t>resolviendo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Sistema de </a:t>
            </a:r>
            <a:r>
              <a:rPr lang="en-US" dirty="0" err="1"/>
              <a:t>ecuaciones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(</a:t>
            </a:r>
            <a:r>
              <a:rPr lang="en-US" i="1" dirty="0" err="1">
                <a:solidFill>
                  <a:srgbClr val="0070C0"/>
                </a:solidFill>
              </a:rPr>
              <a:t>mxm</a:t>
            </a:r>
            <a:r>
              <a:rPr lang="en-US" i="1" dirty="0">
                <a:solidFill>
                  <a:srgbClr val="0070C0"/>
                </a:solidFill>
              </a:rPr>
              <a:t>).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/>
              <a:t>*m: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ecuaciones</a:t>
            </a:r>
            <a:r>
              <a:rPr lang="en-US" dirty="0"/>
              <a:t> </a:t>
            </a:r>
            <a:r>
              <a:rPr lang="en-US" dirty="0" err="1"/>
              <a:t>linealmente</a:t>
            </a:r>
            <a:r>
              <a:rPr lang="en-US" dirty="0"/>
              <a:t> </a:t>
            </a:r>
            <a:r>
              <a:rPr lang="en-US" dirty="0" err="1"/>
              <a:t>independientes</a:t>
            </a:r>
            <a:r>
              <a:rPr lang="en-US" dirty="0"/>
              <a:t> </a:t>
            </a:r>
          </a:p>
        </p:txBody>
      </p:sp>
      <p:sp>
        <p:nvSpPr>
          <p:cNvPr id="16" name="15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MX" dirty="0"/>
              <a:t>Forma Estándar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4294967295"/>
          </p:nvPr>
        </p:nvSpPr>
        <p:spPr>
          <a:xfrm>
            <a:off x="0" y="6610350"/>
            <a:ext cx="2644775" cy="247650"/>
          </a:xfrm>
        </p:spPr>
        <p:txBody>
          <a:bodyPr/>
          <a:lstStyle/>
          <a:p>
            <a:r>
              <a:rPr lang="es-ES"/>
              <a:t>Jenny Díaz / Simplex</a:t>
            </a:r>
            <a:endParaRPr lang="es-ES" dirty="0"/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1158240" y="155448"/>
            <a:ext cx="9875520" cy="1252728"/>
          </a:xfrm>
          <a:prstGeom prst="rect">
            <a:avLst/>
          </a:prstGeom>
        </p:spPr>
        <p:txBody>
          <a:bodyPr vert="horz" lIns="109728" rIns="54864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defTabSz="1097280">
              <a:spcBef>
                <a:spcPct val="0"/>
              </a:spcBef>
              <a:defRPr/>
            </a:pPr>
            <a:endParaRPr lang="es-MX" sz="5400" b="1" dirty="0">
              <a:solidFill>
                <a:schemeClr val="accent1">
                  <a:satMod val="1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945612"/>
              </p:ext>
            </p:extLst>
          </p:nvPr>
        </p:nvGraphicFramePr>
        <p:xfrm>
          <a:off x="7803172" y="2000241"/>
          <a:ext cx="2268565" cy="725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431640" imgH="164880" progId="Equation.3">
                  <p:embed/>
                </p:oleObj>
              </mc:Choice>
              <mc:Fallback>
                <p:oleObj name="Ecuación" r:id="rId2" imgW="431640" imgH="164880" progId="Equation.3">
                  <p:embed/>
                  <p:pic>
                    <p:nvPicPr>
                      <p:cNvPr id="6" name="5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3172" y="2000241"/>
                        <a:ext cx="2268565" cy="7254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Modelo General de PL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r="41288"/>
          <a:stretch/>
        </p:blipFill>
        <p:spPr>
          <a:xfrm>
            <a:off x="2583859" y="2258202"/>
            <a:ext cx="6535633" cy="3736197"/>
          </a:xfrm>
          <a:prstGeom prst="rect">
            <a:avLst/>
          </a:prstGeom>
        </p:spPr>
      </p:pic>
      <p:cxnSp>
        <p:nvCxnSpPr>
          <p:cNvPr id="7" name="Conector recto de flecha 6"/>
          <p:cNvCxnSpPr/>
          <p:nvPr/>
        </p:nvCxnSpPr>
        <p:spPr>
          <a:xfrm>
            <a:off x="5313680" y="2011680"/>
            <a:ext cx="0" cy="337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5039360" y="1605113"/>
            <a:ext cx="400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Coeficientes de la función objetivo</a:t>
            </a:r>
          </a:p>
        </p:txBody>
      </p:sp>
      <p:cxnSp>
        <p:nvCxnSpPr>
          <p:cNvPr id="9" name="Conector recto de flecha 8"/>
          <p:cNvCxnSpPr/>
          <p:nvPr/>
        </p:nvCxnSpPr>
        <p:spPr>
          <a:xfrm>
            <a:off x="6096000" y="2041103"/>
            <a:ext cx="0" cy="337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>
            <a:off x="7396480" y="2011680"/>
            <a:ext cx="0" cy="337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8950960" y="3367556"/>
            <a:ext cx="117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Recursos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8249920" y="2722880"/>
            <a:ext cx="701040" cy="2174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/>
          <p:cNvSpPr txBox="1"/>
          <p:nvPr/>
        </p:nvSpPr>
        <p:spPr>
          <a:xfrm>
            <a:off x="1300480" y="4107320"/>
            <a:ext cx="293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Coeficientes Tecnológicos</a:t>
            </a:r>
          </a:p>
        </p:txBody>
      </p:sp>
      <p:cxnSp>
        <p:nvCxnSpPr>
          <p:cNvPr id="14" name="Conector recto de flecha 13"/>
          <p:cNvCxnSpPr/>
          <p:nvPr/>
        </p:nvCxnSpPr>
        <p:spPr>
          <a:xfrm flipV="1">
            <a:off x="3840480" y="3657600"/>
            <a:ext cx="934720" cy="6554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30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68354" y="1600205"/>
            <a:ext cx="7911241" cy="3026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rgbClr val="0070C0"/>
                </a:solidFill>
              </a:rPr>
              <a:t>Conversión de desigualdades a ecuaciones</a:t>
            </a:r>
          </a:p>
          <a:p>
            <a:r>
              <a:rPr lang="es-MX" sz="2400" dirty="0"/>
              <a:t>Las  restricciones ≤ se convierten en igualdad sumando una </a:t>
            </a:r>
            <a:r>
              <a:rPr lang="es-MX" sz="2400" b="1" dirty="0"/>
              <a:t>variable de holgura </a:t>
            </a:r>
            <a:r>
              <a:rPr lang="es-MX" sz="2400" dirty="0"/>
              <a:t>h</a:t>
            </a:r>
            <a:r>
              <a:rPr lang="es-MX" sz="2400" baseline="-25000" dirty="0"/>
              <a:t>i</a:t>
            </a:r>
            <a:r>
              <a:rPr lang="es-MX" sz="2400" dirty="0"/>
              <a:t> en la restricción y agregando una restricción de no negatividad h</a:t>
            </a:r>
            <a:r>
              <a:rPr lang="es-MX" sz="2400" baseline="-25000" dirty="0"/>
              <a:t>i</a:t>
            </a:r>
            <a:r>
              <a:rPr lang="es-MX" sz="2400" dirty="0"/>
              <a:t> ≥ 0.</a:t>
            </a:r>
          </a:p>
          <a:p>
            <a:r>
              <a:rPr lang="es-MX" sz="2400" dirty="0"/>
              <a:t>Las restricciones ≥ se convierten en igualdad restando una </a:t>
            </a:r>
            <a:r>
              <a:rPr lang="es-MX" sz="2400" b="1" dirty="0"/>
              <a:t>variable de exceso </a:t>
            </a:r>
            <a:r>
              <a:rPr lang="es-MX" sz="2400" dirty="0" err="1"/>
              <a:t>e</a:t>
            </a:r>
            <a:r>
              <a:rPr lang="es-MX" sz="2400" baseline="-25000" dirty="0" err="1"/>
              <a:t>i</a:t>
            </a:r>
            <a:r>
              <a:rPr lang="es-MX" sz="2400" dirty="0"/>
              <a:t> y agregando una restricción de no negatividad </a:t>
            </a:r>
            <a:r>
              <a:rPr lang="es-MX" sz="2400" dirty="0" err="1"/>
              <a:t>e</a:t>
            </a:r>
            <a:r>
              <a:rPr lang="es-MX" sz="2400" baseline="-25000" dirty="0" err="1"/>
              <a:t>i</a:t>
            </a:r>
            <a:r>
              <a:rPr lang="es-MX" sz="2400" dirty="0"/>
              <a:t> ≥ 0.</a:t>
            </a:r>
          </a:p>
          <a:p>
            <a:pPr marL="0" indent="0">
              <a:buNone/>
            </a:pPr>
            <a:endParaRPr lang="es-MX" sz="24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Estandarización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626725-7F24-2AE9-679C-143229E44BD5}"/>
                  </a:ext>
                </a:extLst>
              </p:cNvPr>
              <p:cNvSpPr txBox="1"/>
              <p:nvPr/>
            </p:nvSpPr>
            <p:spPr>
              <a:xfrm>
                <a:off x="5703982" y="4475469"/>
                <a:ext cx="5973897" cy="92333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s-MX" dirty="0">
                    <a:solidFill>
                      <a:schemeClr val="bg1"/>
                    </a:solidFill>
                  </a:rPr>
                  <a:t>En una restricción de recursos, donde el lado derecho representa la capacidad de un recurso (restricción con ≥)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representa</a:t>
                </a:r>
                <a:r>
                  <a:rPr lang="en-US" dirty="0">
                    <a:solidFill>
                      <a:schemeClr val="bg1"/>
                    </a:solidFill>
                  </a:rPr>
                  <a:t> la </a:t>
                </a:r>
                <a:r>
                  <a:rPr lang="en-US" dirty="0" err="1">
                    <a:solidFill>
                      <a:schemeClr val="bg1"/>
                    </a:solidFill>
                  </a:rPr>
                  <a:t>cantidad</a:t>
                </a:r>
                <a:r>
                  <a:rPr lang="en-US" dirty="0">
                    <a:solidFill>
                      <a:schemeClr val="bg1"/>
                    </a:solidFill>
                  </a:rPr>
                  <a:t> de </a:t>
                </a:r>
                <a:r>
                  <a:rPr lang="en-US" dirty="0" err="1">
                    <a:solidFill>
                      <a:schemeClr val="bg1"/>
                    </a:solidFill>
                  </a:rPr>
                  <a:t>recurso</a:t>
                </a:r>
                <a:r>
                  <a:rPr lang="en-US" dirty="0">
                    <a:solidFill>
                      <a:schemeClr val="bg1"/>
                    </a:solidFill>
                  </a:rPr>
                  <a:t> no </a:t>
                </a:r>
                <a:r>
                  <a:rPr lang="en-US" dirty="0" err="1">
                    <a:solidFill>
                      <a:schemeClr val="bg1"/>
                    </a:solidFill>
                  </a:rPr>
                  <a:t>utilizado</a:t>
                </a:r>
                <a:r>
                  <a:rPr lang="en-US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626725-7F24-2AE9-679C-143229E44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982" y="4475469"/>
                <a:ext cx="5973897" cy="923330"/>
              </a:xfrm>
              <a:prstGeom prst="rect">
                <a:avLst/>
              </a:prstGeom>
              <a:blipFill>
                <a:blip r:embed="rId2"/>
                <a:stretch>
                  <a:fillRect l="-918" t="-2632" r="-204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CB7D1B-B231-DB7A-3649-C35AC5C618FE}"/>
                  </a:ext>
                </a:extLst>
              </p:cNvPr>
              <p:cNvSpPr txBox="1"/>
              <p:nvPr/>
            </p:nvSpPr>
            <p:spPr>
              <a:xfrm>
                <a:off x="2991997" y="5569545"/>
                <a:ext cx="6196070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s-MX" dirty="0">
                    <a:solidFill>
                      <a:schemeClr val="bg1"/>
                    </a:solidFill>
                  </a:rPr>
                  <a:t>En una restricción donde el lado derecho representa un nivel de actividad mínima (restricción con ≥)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representa</a:t>
                </a:r>
                <a:r>
                  <a:rPr lang="en-US" dirty="0">
                    <a:solidFill>
                      <a:schemeClr val="bg1"/>
                    </a:solidFill>
                  </a:rPr>
                  <a:t> la </a:t>
                </a:r>
                <a:r>
                  <a:rPr lang="en-US" dirty="0" err="1">
                    <a:solidFill>
                      <a:schemeClr val="bg1"/>
                    </a:solidFill>
                  </a:rPr>
                  <a:t>cantidad</a:t>
                </a:r>
                <a:r>
                  <a:rPr lang="en-US" dirty="0">
                    <a:solidFill>
                      <a:schemeClr val="bg1"/>
                    </a:solidFill>
                  </a:rPr>
                  <a:t> de </a:t>
                </a:r>
                <a:r>
                  <a:rPr lang="en-US" dirty="0" err="1">
                    <a:solidFill>
                      <a:schemeClr val="bg1"/>
                    </a:solidFill>
                  </a:rPr>
                  <a:t>de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actividad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adicional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realizada</a:t>
                </a:r>
                <a:r>
                  <a:rPr lang="en-US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CB7D1B-B231-DB7A-3649-C35AC5C61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997" y="5569545"/>
                <a:ext cx="6196070" cy="923330"/>
              </a:xfrm>
              <a:prstGeom prst="rect">
                <a:avLst/>
              </a:prstGeom>
              <a:blipFill>
                <a:blip r:embed="rId3"/>
                <a:stretch>
                  <a:fillRect l="-886" t="-3311" r="-787" b="-10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403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F1C0-95F2-7B31-01FC-1621E8319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6857EAC-E503-636F-5D2A-07BFA857E0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8354" y="1600204"/>
                <a:ext cx="838496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400" b="1" dirty="0">
                    <a:solidFill>
                      <a:srgbClr val="0070C0"/>
                    </a:solidFill>
                  </a:rPr>
                  <a:t>Conversión de lados derechos no negativos</a:t>
                </a:r>
              </a:p>
              <a:p>
                <a:r>
                  <a:rPr lang="es-MX" sz="2400" dirty="0"/>
                  <a:t>Si es una ecuación </a:t>
                </a:r>
                <a:r>
                  <a:rPr lang="es-MX" sz="2400" dirty="0">
                    <a:sym typeface="Wingdings" panose="05000000000000000000" pitchFamily="2" charset="2"/>
                  </a:rPr>
                  <a:t> S</a:t>
                </a:r>
                <a:r>
                  <a:rPr lang="es-MX" sz="2400" dirty="0"/>
                  <a:t>e multiplica toda la ecuación por (-1).</a:t>
                </a:r>
              </a:p>
              <a:p>
                <a:r>
                  <a:rPr lang="es-MX" sz="2400" dirty="0"/>
                  <a:t>Si es una desigualdad </a:t>
                </a:r>
                <a:r>
                  <a:rPr lang="es-MX" sz="2400" dirty="0">
                    <a:sym typeface="Wingdings" panose="05000000000000000000" pitchFamily="2" charset="2"/>
                  </a:rPr>
                  <a:t> Se multiplica la desigualdad por (-1) sin olvidar el cambio de signo de la desigualdad:</a:t>
                </a:r>
                <a:br>
                  <a:rPr lang="es-MX" sz="2400" dirty="0">
                    <a:sym typeface="Wingdings" panose="05000000000000000000" pitchFamily="2" charset="2"/>
                  </a:rPr>
                </a:br>
                <a:endParaRPr lang="es-MX" sz="2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s-MX" sz="2400" dirty="0"/>
                  <a:t>Ejemplos:</a:t>
                </a:r>
              </a:p>
              <a:p>
                <a:pPr marL="0" indent="0">
                  <a:buNone/>
                </a:pPr>
                <a:r>
                  <a:rPr lang="es-MX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MX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−10  ×(−1)</m:t>
                    </m:r>
                  </m:oMath>
                </a14:m>
                <a:r>
                  <a:rPr lang="es-MX" sz="2400" dirty="0"/>
                  <a:t>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MX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endParaRPr lang="es-MX" sz="2400" dirty="0"/>
              </a:p>
              <a:p>
                <a:endParaRPr lang="es-MX" sz="2400" dirty="0"/>
              </a:p>
              <a:p>
                <a:pPr marL="0" indent="0">
                  <a:buNone/>
                </a:pPr>
                <a:endParaRPr lang="es-MX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6857EAC-E503-636F-5D2A-07BFA857E0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8354" y="1600204"/>
                <a:ext cx="8384966" cy="4525963"/>
              </a:xfrm>
              <a:blipFill>
                <a:blip r:embed="rId2"/>
                <a:stretch>
                  <a:fillRect l="-1164" t="-1752" r="-1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4073443F-8F94-FD35-DDC8-A6107875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Estandarización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4">
                <a:extLst>
                  <a:ext uri="{FF2B5EF4-FFF2-40B4-BE49-F238E27FC236}">
                    <a16:creationId xmlns:a16="http://schemas.microsoft.com/office/drawing/2014/main" id="{5C24433D-BDA5-8AC7-6A01-B1E03FB8307A}"/>
                  </a:ext>
                </a:extLst>
              </p:cNvPr>
              <p:cNvSpPr txBox="1"/>
              <p:nvPr/>
            </p:nvSpPr>
            <p:spPr>
              <a:xfrm>
                <a:off x="2952664" y="4980797"/>
                <a:ext cx="810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uadroTexto 4">
                <a:extLst>
                  <a:ext uri="{FF2B5EF4-FFF2-40B4-BE49-F238E27FC236}">
                    <a16:creationId xmlns:a16="http://schemas.microsoft.com/office/drawing/2014/main" id="{5C24433D-BDA5-8AC7-6A01-B1E03FB83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664" y="4980797"/>
                <a:ext cx="810543" cy="276999"/>
              </a:xfrm>
              <a:prstGeom prst="rect">
                <a:avLst/>
              </a:prstGeom>
              <a:blipFill>
                <a:blip r:embed="rId3"/>
                <a:stretch>
                  <a:fillRect l="-6767" r="-300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5">
                <a:extLst>
                  <a:ext uri="{FF2B5EF4-FFF2-40B4-BE49-F238E27FC236}">
                    <a16:creationId xmlns:a16="http://schemas.microsoft.com/office/drawing/2014/main" id="{40622B0F-2BCE-045F-E4AB-ABB02D1BEA18}"/>
                  </a:ext>
                </a:extLst>
              </p:cNvPr>
              <p:cNvSpPr txBox="1"/>
              <p:nvPr/>
            </p:nvSpPr>
            <p:spPr>
              <a:xfrm>
                <a:off x="2848501" y="5498047"/>
                <a:ext cx="16558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</mc:Choice>
        <mc:Fallback xmlns="">
          <p:sp>
            <p:nvSpPr>
              <p:cNvPr id="5" name="CuadroTexto 5">
                <a:extLst>
                  <a:ext uri="{FF2B5EF4-FFF2-40B4-BE49-F238E27FC236}">
                    <a16:creationId xmlns:a16="http://schemas.microsoft.com/office/drawing/2014/main" id="{40622B0F-2BCE-045F-E4AB-ABB02D1BE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501" y="5498047"/>
                <a:ext cx="1655838" cy="276999"/>
              </a:xfrm>
              <a:prstGeom prst="rect">
                <a:avLst/>
              </a:prstGeom>
              <a:blipFill>
                <a:blip r:embed="rId4"/>
                <a:stretch>
                  <a:fillRect l="-2206" t="-26667" r="-8088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7">
                <a:extLst>
                  <a:ext uri="{FF2B5EF4-FFF2-40B4-BE49-F238E27FC236}">
                    <a16:creationId xmlns:a16="http://schemas.microsoft.com/office/drawing/2014/main" id="{161BE368-65C5-4E32-AC44-186A501DF224}"/>
                  </a:ext>
                </a:extLst>
              </p:cNvPr>
              <p:cNvSpPr txBox="1"/>
              <p:nvPr/>
            </p:nvSpPr>
            <p:spPr>
              <a:xfrm>
                <a:off x="1806252" y="4980797"/>
                <a:ext cx="114531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Maximizar</m:t>
                      </m:r>
                    </m:oMath>
                  </m:oMathPara>
                </a14:m>
                <a:endParaRPr lang="es-MX" b="0" dirty="0">
                  <a:solidFill>
                    <a:schemeClr val="bg1"/>
                  </a:solidFill>
                </a:endParaRPr>
              </a:p>
              <a:p>
                <a:r>
                  <a:rPr lang="es-MX" dirty="0">
                    <a:solidFill>
                      <a:schemeClr val="bg1"/>
                    </a:solidFill>
                  </a:rPr>
                  <a:t>   s.a.</a:t>
                </a:r>
              </a:p>
            </p:txBody>
          </p:sp>
        </mc:Choice>
        <mc:Fallback xmlns="">
          <p:sp>
            <p:nvSpPr>
              <p:cNvPr id="6" name="CuadroTexto 7">
                <a:extLst>
                  <a:ext uri="{FF2B5EF4-FFF2-40B4-BE49-F238E27FC236}">
                    <a16:creationId xmlns:a16="http://schemas.microsoft.com/office/drawing/2014/main" id="{161BE368-65C5-4E32-AC44-186A501DF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252" y="4980797"/>
                <a:ext cx="1145314" cy="553998"/>
              </a:xfrm>
              <a:prstGeom prst="rect">
                <a:avLst/>
              </a:prstGeom>
              <a:blipFill>
                <a:blip r:embed="rId5"/>
                <a:stretch>
                  <a:fillRect l="-2128" r="-3191" b="-26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lecha: a la derecha 15">
            <a:extLst>
              <a:ext uri="{FF2B5EF4-FFF2-40B4-BE49-F238E27FC236}">
                <a16:creationId xmlns:a16="http://schemas.microsoft.com/office/drawing/2014/main" id="{8418DF07-F5C2-F1F2-8470-03DE790D41F5}"/>
              </a:ext>
            </a:extLst>
          </p:cNvPr>
          <p:cNvSpPr/>
          <p:nvPr/>
        </p:nvSpPr>
        <p:spPr>
          <a:xfrm>
            <a:off x="4732930" y="5308671"/>
            <a:ext cx="567451" cy="6557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16">
                <a:extLst>
                  <a:ext uri="{FF2B5EF4-FFF2-40B4-BE49-F238E27FC236}">
                    <a16:creationId xmlns:a16="http://schemas.microsoft.com/office/drawing/2014/main" id="{97B2093D-3F90-A0E0-FCD5-A198DBFC7E35}"/>
                  </a:ext>
                </a:extLst>
              </p:cNvPr>
              <p:cNvSpPr txBox="1"/>
              <p:nvPr/>
            </p:nvSpPr>
            <p:spPr>
              <a:xfrm>
                <a:off x="2779464" y="5909983"/>
                <a:ext cx="1050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16">
                <a:extLst>
                  <a:ext uri="{FF2B5EF4-FFF2-40B4-BE49-F238E27FC236}">
                    <a16:creationId xmlns:a16="http://schemas.microsoft.com/office/drawing/2014/main" id="{97B2093D-3F90-A0E0-FCD5-A198DBFC7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464" y="5909983"/>
                <a:ext cx="1050992" cy="276999"/>
              </a:xfrm>
              <a:prstGeom prst="rect">
                <a:avLst/>
              </a:prstGeom>
              <a:blipFill>
                <a:blip r:embed="rId6"/>
                <a:stretch>
                  <a:fillRect l="-5233" r="-523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17">
                <a:extLst>
                  <a:ext uri="{FF2B5EF4-FFF2-40B4-BE49-F238E27FC236}">
                    <a16:creationId xmlns:a16="http://schemas.microsoft.com/office/drawing/2014/main" id="{82722D1E-1A87-AE6E-B48D-57073C242184}"/>
                  </a:ext>
                </a:extLst>
              </p:cNvPr>
              <p:cNvSpPr txBox="1"/>
              <p:nvPr/>
            </p:nvSpPr>
            <p:spPr>
              <a:xfrm>
                <a:off x="6675384" y="4980797"/>
                <a:ext cx="810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uadroTexto 17">
                <a:extLst>
                  <a:ext uri="{FF2B5EF4-FFF2-40B4-BE49-F238E27FC236}">
                    <a16:creationId xmlns:a16="http://schemas.microsoft.com/office/drawing/2014/main" id="{82722D1E-1A87-AE6E-B48D-57073C242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384" y="4980797"/>
                <a:ext cx="810543" cy="276999"/>
              </a:xfrm>
              <a:prstGeom prst="rect">
                <a:avLst/>
              </a:prstGeom>
              <a:blipFill>
                <a:blip r:embed="rId7"/>
                <a:stretch>
                  <a:fillRect l="-6767" r="-300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18">
                <a:extLst>
                  <a:ext uri="{FF2B5EF4-FFF2-40B4-BE49-F238E27FC236}">
                    <a16:creationId xmlns:a16="http://schemas.microsoft.com/office/drawing/2014/main" id="{9E54F96B-1859-FF87-4714-042A168C3A80}"/>
                  </a:ext>
                </a:extLst>
              </p:cNvPr>
              <p:cNvSpPr txBox="1"/>
              <p:nvPr/>
            </p:nvSpPr>
            <p:spPr>
              <a:xfrm>
                <a:off x="6571221" y="5498047"/>
                <a:ext cx="12454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</mc:Choice>
        <mc:Fallback xmlns="">
          <p:sp>
            <p:nvSpPr>
              <p:cNvPr id="10" name="CuadroTexto 18">
                <a:extLst>
                  <a:ext uri="{FF2B5EF4-FFF2-40B4-BE49-F238E27FC236}">
                    <a16:creationId xmlns:a16="http://schemas.microsoft.com/office/drawing/2014/main" id="{9E54F96B-1859-FF87-4714-042A168C3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221" y="5498047"/>
                <a:ext cx="1245469" cy="276999"/>
              </a:xfrm>
              <a:prstGeom prst="rect">
                <a:avLst/>
              </a:prstGeom>
              <a:blipFill>
                <a:blip r:embed="rId8"/>
                <a:stretch>
                  <a:fillRect l="-6863" t="-26667" r="-10784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9">
                <a:extLst>
                  <a:ext uri="{FF2B5EF4-FFF2-40B4-BE49-F238E27FC236}">
                    <a16:creationId xmlns:a16="http://schemas.microsoft.com/office/drawing/2014/main" id="{6E9C40CF-A71D-6537-319F-C568001B0322}"/>
                  </a:ext>
                </a:extLst>
              </p:cNvPr>
              <p:cNvSpPr txBox="1"/>
              <p:nvPr/>
            </p:nvSpPr>
            <p:spPr>
              <a:xfrm>
                <a:off x="5528972" y="4980797"/>
                <a:ext cx="114531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Maximizar</m:t>
                      </m:r>
                    </m:oMath>
                  </m:oMathPara>
                </a14:m>
                <a:endParaRPr lang="es-MX" b="0" dirty="0">
                  <a:solidFill>
                    <a:schemeClr val="bg1"/>
                  </a:solidFill>
                </a:endParaRPr>
              </a:p>
              <a:p>
                <a:r>
                  <a:rPr lang="es-MX" dirty="0">
                    <a:solidFill>
                      <a:schemeClr val="bg1"/>
                    </a:solidFill>
                  </a:rPr>
                  <a:t>   s.a.</a:t>
                </a:r>
              </a:p>
            </p:txBody>
          </p:sp>
        </mc:Choice>
        <mc:Fallback xmlns="">
          <p:sp>
            <p:nvSpPr>
              <p:cNvPr id="11" name="CuadroTexto 19">
                <a:extLst>
                  <a:ext uri="{FF2B5EF4-FFF2-40B4-BE49-F238E27FC236}">
                    <a16:creationId xmlns:a16="http://schemas.microsoft.com/office/drawing/2014/main" id="{6E9C40CF-A71D-6537-319F-C568001B0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72" y="4980797"/>
                <a:ext cx="1145314" cy="553998"/>
              </a:xfrm>
              <a:prstGeom prst="rect">
                <a:avLst/>
              </a:prstGeom>
              <a:blipFill>
                <a:blip r:embed="rId9"/>
                <a:stretch>
                  <a:fillRect l="-2660" r="-2660" b="-26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20">
                <a:extLst>
                  <a:ext uri="{FF2B5EF4-FFF2-40B4-BE49-F238E27FC236}">
                    <a16:creationId xmlns:a16="http://schemas.microsoft.com/office/drawing/2014/main" id="{DBA98D5B-4DE2-412E-15DE-E3B4F7FD7078}"/>
                  </a:ext>
                </a:extLst>
              </p:cNvPr>
              <p:cNvSpPr txBox="1"/>
              <p:nvPr/>
            </p:nvSpPr>
            <p:spPr>
              <a:xfrm>
                <a:off x="6502184" y="5909983"/>
                <a:ext cx="1050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uadroTexto 20">
                <a:extLst>
                  <a:ext uri="{FF2B5EF4-FFF2-40B4-BE49-F238E27FC236}">
                    <a16:creationId xmlns:a16="http://schemas.microsoft.com/office/drawing/2014/main" id="{DBA98D5B-4DE2-412E-15DE-E3B4F7FD7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184" y="5909983"/>
                <a:ext cx="1050992" cy="276999"/>
              </a:xfrm>
              <a:prstGeom prst="rect">
                <a:avLst/>
              </a:prstGeom>
              <a:blipFill>
                <a:blip r:embed="rId10"/>
                <a:stretch>
                  <a:fillRect l="-5233" r="-523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lecha: a la derecha 25">
            <a:extLst>
              <a:ext uri="{FF2B5EF4-FFF2-40B4-BE49-F238E27FC236}">
                <a16:creationId xmlns:a16="http://schemas.microsoft.com/office/drawing/2014/main" id="{A1FAED20-D706-9B56-0AEF-A59FEFE662F9}"/>
              </a:ext>
            </a:extLst>
          </p:cNvPr>
          <p:cNvSpPr/>
          <p:nvPr/>
        </p:nvSpPr>
        <p:spPr>
          <a:xfrm>
            <a:off x="8156325" y="5308671"/>
            <a:ext cx="567451" cy="6557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26">
                <a:extLst>
                  <a:ext uri="{FF2B5EF4-FFF2-40B4-BE49-F238E27FC236}">
                    <a16:creationId xmlns:a16="http://schemas.microsoft.com/office/drawing/2014/main" id="{1FB2D02E-D89B-F3FA-2A9D-A5034A444207}"/>
                  </a:ext>
                </a:extLst>
              </p:cNvPr>
              <p:cNvSpPr txBox="1"/>
              <p:nvPr/>
            </p:nvSpPr>
            <p:spPr>
              <a:xfrm>
                <a:off x="10098779" y="4980797"/>
                <a:ext cx="810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uadroTexto 26">
                <a:extLst>
                  <a:ext uri="{FF2B5EF4-FFF2-40B4-BE49-F238E27FC236}">
                    <a16:creationId xmlns:a16="http://schemas.microsoft.com/office/drawing/2014/main" id="{1FB2D02E-D89B-F3FA-2A9D-A5034A444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779" y="4980797"/>
                <a:ext cx="810543" cy="276999"/>
              </a:xfrm>
              <a:prstGeom prst="rect">
                <a:avLst/>
              </a:prstGeom>
              <a:blipFill>
                <a:blip r:embed="rId11"/>
                <a:stretch>
                  <a:fillRect l="-7519" r="-2256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27">
                <a:extLst>
                  <a:ext uri="{FF2B5EF4-FFF2-40B4-BE49-F238E27FC236}">
                    <a16:creationId xmlns:a16="http://schemas.microsoft.com/office/drawing/2014/main" id="{5B51BE5D-E3EB-C6E7-B188-90F04D3D2962}"/>
                  </a:ext>
                </a:extLst>
              </p:cNvPr>
              <p:cNvSpPr txBox="1"/>
              <p:nvPr/>
            </p:nvSpPr>
            <p:spPr>
              <a:xfrm>
                <a:off x="9994616" y="5498047"/>
                <a:ext cx="18155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s-MX" dirty="0">
                          <a:solidFill>
                            <a:schemeClr val="bg1"/>
                          </a:solidFill>
                        </a:rPr>
                        <m:t>=10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uadroTexto 27">
                <a:extLst>
                  <a:ext uri="{FF2B5EF4-FFF2-40B4-BE49-F238E27FC236}">
                    <a16:creationId xmlns:a16="http://schemas.microsoft.com/office/drawing/2014/main" id="{5B51BE5D-E3EB-C6E7-B188-90F04D3D2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616" y="5498047"/>
                <a:ext cx="1815562" cy="276999"/>
              </a:xfrm>
              <a:prstGeom prst="rect">
                <a:avLst/>
              </a:prstGeom>
              <a:blipFill>
                <a:blip r:embed="rId12"/>
                <a:stretch>
                  <a:fillRect l="-3030" r="-303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28">
                <a:extLst>
                  <a:ext uri="{FF2B5EF4-FFF2-40B4-BE49-F238E27FC236}">
                    <a16:creationId xmlns:a16="http://schemas.microsoft.com/office/drawing/2014/main" id="{0F974FFD-A455-529C-250A-F34341E4197A}"/>
                  </a:ext>
                </a:extLst>
              </p:cNvPr>
              <p:cNvSpPr txBox="1"/>
              <p:nvPr/>
            </p:nvSpPr>
            <p:spPr>
              <a:xfrm>
                <a:off x="8952367" y="4980797"/>
                <a:ext cx="114531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Maximizar</m:t>
                      </m:r>
                    </m:oMath>
                  </m:oMathPara>
                </a14:m>
                <a:endParaRPr lang="es-MX" b="0" dirty="0">
                  <a:solidFill>
                    <a:schemeClr val="bg1"/>
                  </a:solidFill>
                </a:endParaRPr>
              </a:p>
              <a:p>
                <a:r>
                  <a:rPr lang="es-MX" dirty="0">
                    <a:solidFill>
                      <a:schemeClr val="bg1"/>
                    </a:solidFill>
                  </a:rPr>
                  <a:t>   s.a.</a:t>
                </a:r>
              </a:p>
            </p:txBody>
          </p:sp>
        </mc:Choice>
        <mc:Fallback xmlns="">
          <p:sp>
            <p:nvSpPr>
              <p:cNvPr id="16" name="CuadroTexto 28">
                <a:extLst>
                  <a:ext uri="{FF2B5EF4-FFF2-40B4-BE49-F238E27FC236}">
                    <a16:creationId xmlns:a16="http://schemas.microsoft.com/office/drawing/2014/main" id="{0F974FFD-A455-529C-250A-F34341E41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367" y="4980797"/>
                <a:ext cx="1145314" cy="553998"/>
              </a:xfrm>
              <a:prstGeom prst="rect">
                <a:avLst/>
              </a:prstGeom>
              <a:blipFill>
                <a:blip r:embed="rId13"/>
                <a:stretch>
                  <a:fillRect l="-2674" r="-3209" b="-26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29">
                <a:extLst>
                  <a:ext uri="{FF2B5EF4-FFF2-40B4-BE49-F238E27FC236}">
                    <a16:creationId xmlns:a16="http://schemas.microsoft.com/office/drawing/2014/main" id="{F8F0E1BD-5A72-CE50-60BA-9025E2CBE4F3}"/>
                  </a:ext>
                </a:extLst>
              </p:cNvPr>
              <p:cNvSpPr txBox="1"/>
              <p:nvPr/>
            </p:nvSpPr>
            <p:spPr>
              <a:xfrm>
                <a:off x="9925579" y="5909983"/>
                <a:ext cx="13731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uadroTexto 29">
                <a:extLst>
                  <a:ext uri="{FF2B5EF4-FFF2-40B4-BE49-F238E27FC236}">
                    <a16:creationId xmlns:a16="http://schemas.microsoft.com/office/drawing/2014/main" id="{F8F0E1BD-5A72-CE50-60BA-9025E2CBE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579" y="5909983"/>
                <a:ext cx="1373133" cy="276999"/>
              </a:xfrm>
              <a:prstGeom prst="rect">
                <a:avLst/>
              </a:prstGeom>
              <a:blipFill>
                <a:blip r:embed="rId14"/>
                <a:stretch>
                  <a:fillRect l="-3556" r="-4000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59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Convertir el siguiente modelo a su forma estándar.</a:t>
            </a:r>
          </a:p>
          <a:p>
            <a:endParaRPr lang="es-MX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1:</a:t>
            </a:r>
          </a:p>
        </p:txBody>
      </p:sp>
      <p:sp>
        <p:nvSpPr>
          <p:cNvPr id="8" name="Flecha derecha 7"/>
          <p:cNvSpPr/>
          <p:nvPr/>
        </p:nvSpPr>
        <p:spPr>
          <a:xfrm>
            <a:off x="5134707" y="3358662"/>
            <a:ext cx="844061" cy="5531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/>
          <a:srcRect r="58919"/>
          <a:stretch/>
        </p:blipFill>
        <p:spPr>
          <a:xfrm>
            <a:off x="801848" y="2835306"/>
            <a:ext cx="4036316" cy="238732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3"/>
          <a:srcRect r="49803"/>
          <a:stretch/>
        </p:blipFill>
        <p:spPr>
          <a:xfrm>
            <a:off x="6571855" y="2835305"/>
            <a:ext cx="4932056" cy="238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1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Ejemplo 2: Forma estándar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r="59215"/>
          <a:stretch/>
        </p:blipFill>
        <p:spPr>
          <a:xfrm>
            <a:off x="794566" y="2846090"/>
            <a:ext cx="3825040" cy="2278765"/>
          </a:xfrm>
          <a:prstGeom prst="rect">
            <a:avLst/>
          </a:prstGeom>
        </p:spPr>
      </p:pic>
      <p:sp>
        <p:nvSpPr>
          <p:cNvPr id="6" name="Flecha derecha 5"/>
          <p:cNvSpPr/>
          <p:nvPr/>
        </p:nvSpPr>
        <p:spPr>
          <a:xfrm>
            <a:off x="4901341" y="3243302"/>
            <a:ext cx="659423" cy="562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r="49933"/>
          <a:stretch/>
        </p:blipFill>
        <p:spPr>
          <a:xfrm>
            <a:off x="5941762" y="2846090"/>
            <a:ext cx="4695601" cy="227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7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7FB73-3DBD-39EE-72ED-009EB87DC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3E0785-838A-86CE-9B51-803A8F46B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354" y="1600204"/>
            <a:ext cx="8384966" cy="2059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rgbClr val="0070C0"/>
                </a:solidFill>
              </a:rPr>
              <a:t>Conversión variables a no negativas</a:t>
            </a:r>
          </a:p>
          <a:p>
            <a:r>
              <a:rPr lang="es-MX" sz="2400" dirty="0"/>
              <a:t>Cuando una variable es irrestricta (que puede tener signo positivo o negativo) se puede transformar como la diferencia entre dos variables positivas. X </a:t>
            </a:r>
            <a:r>
              <a:rPr lang="es-MX" sz="2400" dirty="0">
                <a:sym typeface="Wingdings" panose="05000000000000000000" pitchFamily="2" charset="2"/>
              </a:rPr>
              <a:t> (X</a:t>
            </a:r>
            <a:r>
              <a:rPr lang="es-MX" sz="2400" baseline="30000" dirty="0">
                <a:sym typeface="Wingdings" panose="05000000000000000000" pitchFamily="2" charset="2"/>
              </a:rPr>
              <a:t>+</a:t>
            </a:r>
            <a:r>
              <a:rPr lang="es-MX" sz="2400" dirty="0">
                <a:sym typeface="Wingdings" panose="05000000000000000000" pitchFamily="2" charset="2"/>
              </a:rPr>
              <a:t> – X</a:t>
            </a:r>
            <a:r>
              <a:rPr lang="es-MX" sz="2400" baseline="30000" dirty="0">
                <a:sym typeface="Wingdings" panose="05000000000000000000" pitchFamily="2" charset="2"/>
              </a:rPr>
              <a:t>-</a:t>
            </a:r>
            <a:r>
              <a:rPr lang="es-MX" sz="2400" dirty="0">
                <a:sym typeface="Wingdings" panose="05000000000000000000" pitchFamily="2" charset="2"/>
              </a:rPr>
              <a:t>)</a:t>
            </a:r>
            <a:endParaRPr lang="es-MX" sz="2400" dirty="0"/>
          </a:p>
          <a:p>
            <a:pPr marL="0" indent="0">
              <a:buNone/>
            </a:pPr>
            <a:r>
              <a:rPr lang="es-MX" sz="2400" dirty="0"/>
              <a:t>Ejemplo: Pasar a forma estándar el siguiente problema.</a:t>
            </a:r>
          </a:p>
          <a:p>
            <a:pPr marL="0" indent="0">
              <a:buNone/>
            </a:pPr>
            <a:endParaRPr lang="es-MX" sz="2400" dirty="0"/>
          </a:p>
          <a:p>
            <a:endParaRPr lang="es-MX" sz="2400" dirty="0"/>
          </a:p>
          <a:p>
            <a:pPr marL="0" indent="0">
              <a:buNone/>
            </a:pPr>
            <a:endParaRPr lang="es-MX" sz="2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981C32-ED2E-0F32-3DB0-A4A84E50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Estandarización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4">
                <a:extLst>
                  <a:ext uri="{FF2B5EF4-FFF2-40B4-BE49-F238E27FC236}">
                    <a16:creationId xmlns:a16="http://schemas.microsoft.com/office/drawing/2014/main" id="{E452E1B5-2AD5-9CDB-E89F-71953DEE1B8A}"/>
                  </a:ext>
                </a:extLst>
              </p:cNvPr>
              <p:cNvSpPr txBox="1"/>
              <p:nvPr/>
            </p:nvSpPr>
            <p:spPr>
              <a:xfrm>
                <a:off x="2500972" y="4481316"/>
                <a:ext cx="810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uadroTexto 4">
                <a:extLst>
                  <a:ext uri="{FF2B5EF4-FFF2-40B4-BE49-F238E27FC236}">
                    <a16:creationId xmlns:a16="http://schemas.microsoft.com/office/drawing/2014/main" id="{E452E1B5-2AD5-9CDB-E89F-71953DEE1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972" y="4481316"/>
                <a:ext cx="810543" cy="276999"/>
              </a:xfrm>
              <a:prstGeom prst="rect">
                <a:avLst/>
              </a:prstGeom>
              <a:blipFill>
                <a:blip r:embed="rId2"/>
                <a:stretch>
                  <a:fillRect l="-6767" r="-3008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5">
                <a:extLst>
                  <a:ext uri="{FF2B5EF4-FFF2-40B4-BE49-F238E27FC236}">
                    <a16:creationId xmlns:a16="http://schemas.microsoft.com/office/drawing/2014/main" id="{40C401CD-D2B9-9D26-5737-8BCD287ED66B}"/>
                  </a:ext>
                </a:extLst>
              </p:cNvPr>
              <p:cNvSpPr txBox="1"/>
              <p:nvPr/>
            </p:nvSpPr>
            <p:spPr>
              <a:xfrm>
                <a:off x="2396809" y="4998566"/>
                <a:ext cx="13737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</mc:Choice>
        <mc:Fallback xmlns="">
          <p:sp>
            <p:nvSpPr>
              <p:cNvPr id="5" name="CuadroTexto 5">
                <a:extLst>
                  <a:ext uri="{FF2B5EF4-FFF2-40B4-BE49-F238E27FC236}">
                    <a16:creationId xmlns:a16="http://schemas.microsoft.com/office/drawing/2014/main" id="{40C401CD-D2B9-9D26-5737-8BCD287ED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809" y="4998566"/>
                <a:ext cx="1373709" cy="276999"/>
              </a:xfrm>
              <a:prstGeom prst="rect">
                <a:avLst/>
              </a:prstGeom>
              <a:blipFill>
                <a:blip r:embed="rId3"/>
                <a:stretch>
                  <a:fillRect l="-5752" t="-26667" r="-9735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6">
                <a:extLst>
                  <a:ext uri="{FF2B5EF4-FFF2-40B4-BE49-F238E27FC236}">
                    <a16:creationId xmlns:a16="http://schemas.microsoft.com/office/drawing/2014/main" id="{B0072BA3-9B46-179D-05C7-86E9BEE8C5FE}"/>
                  </a:ext>
                </a:extLst>
              </p:cNvPr>
              <p:cNvSpPr txBox="1"/>
              <p:nvPr/>
            </p:nvSpPr>
            <p:spPr>
              <a:xfrm>
                <a:off x="2396809" y="5515816"/>
                <a:ext cx="16301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6">
                <a:extLst>
                  <a:ext uri="{FF2B5EF4-FFF2-40B4-BE49-F238E27FC236}">
                    <a16:creationId xmlns:a16="http://schemas.microsoft.com/office/drawing/2014/main" id="{B0072BA3-9B46-179D-05C7-86E9BEE8C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809" y="5515816"/>
                <a:ext cx="1630190" cy="276999"/>
              </a:xfrm>
              <a:prstGeom prst="rect">
                <a:avLst/>
              </a:prstGeom>
              <a:blipFill>
                <a:blip r:embed="rId4"/>
                <a:stretch>
                  <a:fillRect l="-2985" r="-2985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7">
                <a:extLst>
                  <a:ext uri="{FF2B5EF4-FFF2-40B4-BE49-F238E27FC236}">
                    <a16:creationId xmlns:a16="http://schemas.microsoft.com/office/drawing/2014/main" id="{B4FFB35E-14F4-4407-7A9D-83F9059208F5}"/>
                  </a:ext>
                </a:extLst>
              </p:cNvPr>
              <p:cNvSpPr txBox="1"/>
              <p:nvPr/>
            </p:nvSpPr>
            <p:spPr>
              <a:xfrm>
                <a:off x="1354560" y="4481316"/>
                <a:ext cx="114531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Maximizar</m:t>
                      </m:r>
                    </m:oMath>
                  </m:oMathPara>
                </a14:m>
                <a:endParaRPr lang="es-MX" b="0" dirty="0">
                  <a:solidFill>
                    <a:schemeClr val="bg1"/>
                  </a:solidFill>
                </a:endParaRPr>
              </a:p>
              <a:p>
                <a:r>
                  <a:rPr lang="es-MX" dirty="0">
                    <a:solidFill>
                      <a:schemeClr val="bg1"/>
                    </a:solidFill>
                  </a:rPr>
                  <a:t>     s. a.</a:t>
                </a:r>
              </a:p>
            </p:txBody>
          </p:sp>
        </mc:Choice>
        <mc:Fallback xmlns="">
          <p:sp>
            <p:nvSpPr>
              <p:cNvPr id="7" name="CuadroTexto 7">
                <a:extLst>
                  <a:ext uri="{FF2B5EF4-FFF2-40B4-BE49-F238E27FC236}">
                    <a16:creationId xmlns:a16="http://schemas.microsoft.com/office/drawing/2014/main" id="{B4FFB35E-14F4-4407-7A9D-83F905920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560" y="4481316"/>
                <a:ext cx="1145314" cy="553998"/>
              </a:xfrm>
              <a:prstGeom prst="rect">
                <a:avLst/>
              </a:prstGeom>
              <a:blipFill>
                <a:blip r:embed="rId5"/>
                <a:stretch>
                  <a:fillRect l="-2128" r="-3191" b="-26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8">
                <a:extLst>
                  <a:ext uri="{FF2B5EF4-FFF2-40B4-BE49-F238E27FC236}">
                    <a16:creationId xmlns:a16="http://schemas.microsoft.com/office/drawing/2014/main" id="{3124E587-6A52-A7A7-CFB8-63860E747CB6}"/>
                  </a:ext>
                </a:extLst>
              </p:cNvPr>
              <p:cNvSpPr txBox="1"/>
              <p:nvPr/>
            </p:nvSpPr>
            <p:spPr>
              <a:xfrm>
                <a:off x="2396809" y="5894566"/>
                <a:ext cx="723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8">
                <a:extLst>
                  <a:ext uri="{FF2B5EF4-FFF2-40B4-BE49-F238E27FC236}">
                    <a16:creationId xmlns:a16="http://schemas.microsoft.com/office/drawing/2014/main" id="{3124E587-6A52-A7A7-CFB8-63860E747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809" y="5894566"/>
                <a:ext cx="723468" cy="276999"/>
              </a:xfrm>
              <a:prstGeom prst="rect">
                <a:avLst/>
              </a:prstGeom>
              <a:blipFill>
                <a:blip r:embed="rId6"/>
                <a:stretch>
                  <a:fillRect l="-6723" r="-7563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10">
                <a:extLst>
                  <a:ext uri="{FF2B5EF4-FFF2-40B4-BE49-F238E27FC236}">
                    <a16:creationId xmlns:a16="http://schemas.microsoft.com/office/drawing/2014/main" id="{13EF9BAA-45E0-F8DE-3EB3-FE1235EF5D5B}"/>
                  </a:ext>
                </a:extLst>
              </p:cNvPr>
              <p:cNvSpPr txBox="1"/>
              <p:nvPr/>
            </p:nvSpPr>
            <p:spPr>
              <a:xfrm>
                <a:off x="8410944" y="4340372"/>
                <a:ext cx="16559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bSup>
                        <m:sSubSup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.−</m:t>
                          </m:r>
                        </m:sup>
                      </m:sSubSup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uadroTexto 10">
                <a:extLst>
                  <a:ext uri="{FF2B5EF4-FFF2-40B4-BE49-F238E27FC236}">
                    <a16:creationId xmlns:a16="http://schemas.microsoft.com/office/drawing/2014/main" id="{13EF9BAA-45E0-F8DE-3EB3-FE1235EF5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944" y="4340372"/>
                <a:ext cx="1655903" cy="276999"/>
              </a:xfrm>
              <a:prstGeom prst="rect">
                <a:avLst/>
              </a:prstGeom>
              <a:blipFill>
                <a:blip r:embed="rId7"/>
                <a:stretch>
                  <a:fillRect l="-2952" t="-2222" r="-5166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11">
                <a:extLst>
                  <a:ext uri="{FF2B5EF4-FFF2-40B4-BE49-F238E27FC236}">
                    <a16:creationId xmlns:a16="http://schemas.microsoft.com/office/drawing/2014/main" id="{CC29CBCB-C81F-103B-2363-8B438A3B8B0C}"/>
                  </a:ext>
                </a:extLst>
              </p:cNvPr>
              <p:cNvSpPr txBox="1"/>
              <p:nvPr/>
            </p:nvSpPr>
            <p:spPr>
              <a:xfrm>
                <a:off x="8306781" y="4857622"/>
                <a:ext cx="33216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+10</m:t>
                    </m:r>
                    <m:d>
                      <m:d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.−</m:t>
                            </m:r>
                          </m:sup>
                        </m:sSubSup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        = 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</mc:Choice>
        <mc:Fallback xmlns="">
          <p:sp>
            <p:nvSpPr>
              <p:cNvPr id="10" name="CuadroTexto 11">
                <a:extLst>
                  <a:ext uri="{FF2B5EF4-FFF2-40B4-BE49-F238E27FC236}">
                    <a16:creationId xmlns:a16="http://schemas.microsoft.com/office/drawing/2014/main" id="{CC29CBCB-C81F-103B-2363-8B438A3B8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781" y="4857622"/>
                <a:ext cx="3321679" cy="276999"/>
              </a:xfrm>
              <a:prstGeom prst="rect">
                <a:avLst/>
              </a:prstGeom>
              <a:blipFill>
                <a:blip r:embed="rId8"/>
                <a:stretch>
                  <a:fillRect l="-2569" t="-26667" r="-3486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2">
                <a:extLst>
                  <a:ext uri="{FF2B5EF4-FFF2-40B4-BE49-F238E27FC236}">
                    <a16:creationId xmlns:a16="http://schemas.microsoft.com/office/drawing/2014/main" id="{4AA10D3E-3668-1BBA-50DB-F0F6F39AFD68}"/>
                  </a:ext>
                </a:extLst>
              </p:cNvPr>
              <p:cNvSpPr txBox="1"/>
              <p:nvPr/>
            </p:nvSpPr>
            <p:spPr>
              <a:xfrm>
                <a:off x="8306781" y="5374872"/>
                <a:ext cx="3467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.−</m:t>
                              </m:r>
                            </m:sup>
                          </m:sSubSup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−</m:t>
                      </m:r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2">
                <a:extLst>
                  <a:ext uri="{FF2B5EF4-FFF2-40B4-BE49-F238E27FC236}">
                    <a16:creationId xmlns:a16="http://schemas.microsoft.com/office/drawing/2014/main" id="{4AA10D3E-3668-1BBA-50DB-F0F6F39AF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781" y="5374872"/>
                <a:ext cx="3467231" cy="276999"/>
              </a:xfrm>
              <a:prstGeom prst="rect">
                <a:avLst/>
              </a:prstGeom>
              <a:blipFill>
                <a:blip r:embed="rId9"/>
                <a:stretch>
                  <a:fillRect l="-1232" r="-123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3">
                <a:extLst>
                  <a:ext uri="{FF2B5EF4-FFF2-40B4-BE49-F238E27FC236}">
                    <a16:creationId xmlns:a16="http://schemas.microsoft.com/office/drawing/2014/main" id="{93D5B2BE-DF5B-67B7-1D92-543463B42FE3}"/>
                  </a:ext>
                </a:extLst>
              </p:cNvPr>
              <p:cNvSpPr txBox="1"/>
              <p:nvPr/>
            </p:nvSpPr>
            <p:spPr>
              <a:xfrm>
                <a:off x="7264532" y="4340372"/>
                <a:ext cx="114531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Maximizar</m:t>
                      </m:r>
                    </m:oMath>
                  </m:oMathPara>
                </a14:m>
                <a:endParaRPr lang="es-MX" b="0" dirty="0">
                  <a:solidFill>
                    <a:schemeClr val="bg1"/>
                  </a:solidFill>
                </a:endParaRPr>
              </a:p>
              <a:p>
                <a:r>
                  <a:rPr lang="es-MX" dirty="0">
                    <a:solidFill>
                      <a:schemeClr val="bg1"/>
                    </a:solidFill>
                  </a:rPr>
                  <a:t>      s. a.</a:t>
                </a:r>
              </a:p>
            </p:txBody>
          </p:sp>
        </mc:Choice>
        <mc:Fallback xmlns="">
          <p:sp>
            <p:nvSpPr>
              <p:cNvPr id="12" name="CuadroTexto 13">
                <a:extLst>
                  <a:ext uri="{FF2B5EF4-FFF2-40B4-BE49-F238E27FC236}">
                    <a16:creationId xmlns:a16="http://schemas.microsoft.com/office/drawing/2014/main" id="{93D5B2BE-DF5B-67B7-1D92-543463B42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532" y="4340372"/>
                <a:ext cx="1145314" cy="553998"/>
              </a:xfrm>
              <a:prstGeom prst="rect">
                <a:avLst/>
              </a:prstGeom>
              <a:blipFill>
                <a:blip r:embed="rId10"/>
                <a:stretch>
                  <a:fillRect l="-2660" r="-2660" b="-26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4">
                <a:extLst>
                  <a:ext uri="{FF2B5EF4-FFF2-40B4-BE49-F238E27FC236}">
                    <a16:creationId xmlns:a16="http://schemas.microsoft.com/office/drawing/2014/main" id="{0DBF9A11-60A2-A75C-E77F-AEE039711855}"/>
                  </a:ext>
                </a:extLst>
              </p:cNvPr>
              <p:cNvSpPr txBox="1"/>
              <p:nvPr/>
            </p:nvSpPr>
            <p:spPr>
              <a:xfrm>
                <a:off x="8306781" y="5753622"/>
                <a:ext cx="21786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.−</m:t>
                          </m:r>
                        </m:sup>
                      </m:sSubSup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uadroTexto 14">
                <a:extLst>
                  <a:ext uri="{FF2B5EF4-FFF2-40B4-BE49-F238E27FC236}">
                    <a16:creationId xmlns:a16="http://schemas.microsoft.com/office/drawing/2014/main" id="{0DBF9A11-60A2-A75C-E77F-AEE039711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781" y="5753622"/>
                <a:ext cx="2178610" cy="276999"/>
              </a:xfrm>
              <a:prstGeom prst="rect">
                <a:avLst/>
              </a:prstGeom>
              <a:blipFill>
                <a:blip r:embed="rId11"/>
                <a:stretch>
                  <a:fillRect l="-2241" r="-196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Flecha: a la derecha 15">
                <a:extLst>
                  <a:ext uri="{FF2B5EF4-FFF2-40B4-BE49-F238E27FC236}">
                    <a16:creationId xmlns:a16="http://schemas.microsoft.com/office/drawing/2014/main" id="{9E7E74FF-B2C6-88BF-3AA1-8843131A338D}"/>
                  </a:ext>
                </a:extLst>
              </p:cNvPr>
              <p:cNvSpPr/>
              <p:nvPr/>
            </p:nvSpPr>
            <p:spPr>
              <a:xfrm>
                <a:off x="4381766" y="4860067"/>
                <a:ext cx="2591911" cy="65574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>
                    <a:solidFill>
                      <a:schemeClr val="bg1"/>
                    </a:solidFill>
                  </a:rPr>
                  <a:t>Transformación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</m:oMath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Flecha: a la derecha 15">
                <a:extLst>
                  <a:ext uri="{FF2B5EF4-FFF2-40B4-BE49-F238E27FC236}">
                    <a16:creationId xmlns:a16="http://schemas.microsoft.com/office/drawing/2014/main" id="{9E7E74FF-B2C6-88BF-3AA1-8843131A3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766" y="4860067"/>
                <a:ext cx="2591911" cy="655749"/>
              </a:xfrm>
              <a:prstGeom prst="rightArrow">
                <a:avLst/>
              </a:prstGeom>
              <a:blipFill>
                <a:blip r:embed="rId12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7FCBF1-3176-1BF7-B9E2-0D816665140D}"/>
                  </a:ext>
                </a:extLst>
              </p:cNvPr>
              <p:cNvSpPr txBox="1"/>
              <p:nvPr/>
            </p:nvSpPr>
            <p:spPr>
              <a:xfrm>
                <a:off x="4381766" y="4221565"/>
                <a:ext cx="2146188" cy="675249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.−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s-MX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.−</m:t>
                          </m:r>
                        </m:sup>
                      </m:sSubSup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7FCBF1-3176-1BF7-B9E2-0D8166651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766" y="4221565"/>
                <a:ext cx="2146188" cy="675249"/>
              </a:xfrm>
              <a:prstGeom prst="rect">
                <a:avLst/>
              </a:prstGeom>
              <a:blipFill>
                <a:blip r:embed="rId1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C28BBD-F0FD-5AAF-C3EA-9F8D632D709A}"/>
                  </a:ext>
                </a:extLst>
              </p:cNvPr>
              <p:cNvSpPr txBox="1"/>
              <p:nvPr/>
            </p:nvSpPr>
            <p:spPr>
              <a:xfrm>
                <a:off x="3770518" y="5915987"/>
                <a:ext cx="2591912" cy="942013"/>
              </a:xfrm>
              <a:prstGeom prst="leftArrow">
                <a:avLst>
                  <a:gd name="adj1" fmla="val 71377"/>
                  <a:gd name="adj2" fmla="val 40956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s-MX" dirty="0">
                    <a:solidFill>
                      <a:schemeClr val="bg1"/>
                    </a:solidFill>
                  </a:rPr>
                  <a:t>Restricción tácita: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irrestricta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C28BBD-F0FD-5AAF-C3EA-9F8D632D7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518" y="5915987"/>
                <a:ext cx="2591912" cy="942013"/>
              </a:xfrm>
              <a:prstGeom prst="leftArrow">
                <a:avLst>
                  <a:gd name="adj1" fmla="val 71377"/>
                  <a:gd name="adj2" fmla="val 40956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42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834927"/>
              </p:ext>
            </p:extLst>
          </p:nvPr>
        </p:nvGraphicFramePr>
        <p:xfrm>
          <a:off x="1621774" y="2136641"/>
          <a:ext cx="2752502" cy="2115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866600" imgH="1434960" progId="Equation.3">
                  <p:embed/>
                </p:oleObj>
              </mc:Choice>
              <mc:Fallback>
                <p:oleObj name="Ecuación" r:id="rId2" imgW="1866600" imgH="1434960" progId="Equation.3">
                  <p:embed/>
                  <p:pic>
                    <p:nvPicPr>
                      <p:cNvPr id="4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774" y="2136641"/>
                        <a:ext cx="2752502" cy="2115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Ejercicios de práctica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type="body" sz="quarter" idx="4294967295"/>
          </p:nvPr>
        </p:nvSpPr>
        <p:spPr>
          <a:xfrm>
            <a:off x="7436385" y="2635024"/>
            <a:ext cx="2886419" cy="13255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Este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:</a:t>
            </a:r>
          </a:p>
          <a:p>
            <a:r>
              <a:rPr lang="en-US" dirty="0" err="1"/>
              <a:t>Desigualdades</a:t>
            </a:r>
            <a:endParaRPr lang="en-US" dirty="0"/>
          </a:p>
          <a:p>
            <a:r>
              <a:rPr lang="en-US" dirty="0"/>
              <a:t>Variables </a:t>
            </a:r>
            <a:r>
              <a:rPr lang="en-US" dirty="0" err="1"/>
              <a:t>irrestrictas</a:t>
            </a:r>
            <a:endParaRPr lang="en-US" dirty="0"/>
          </a:p>
          <a:p>
            <a:r>
              <a:rPr lang="en-US" dirty="0" err="1"/>
              <a:t>Lados</a:t>
            </a:r>
            <a:r>
              <a:rPr lang="en-US" dirty="0"/>
              <a:t> derechos </a:t>
            </a:r>
            <a:r>
              <a:rPr lang="en-US" dirty="0" err="1"/>
              <a:t>negativos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12</a:t>
            </a:fld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D541-E199-008B-2A31-901A7620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F4CBAB2-F63E-8527-8A93-8226ED6F0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8354" y="1600204"/>
                <a:ext cx="8384966" cy="205908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MX" sz="2400" b="1" dirty="0">
                    <a:solidFill>
                      <a:srgbClr val="0070C0"/>
                    </a:solidFill>
                  </a:rPr>
                  <a:t>Restricciones con valor absoluto en el lado izquierdo</a:t>
                </a:r>
              </a:p>
              <a:p>
                <a:r>
                  <a:rPr lang="es-MX" sz="2400" dirty="0"/>
                  <a:t>Si una restricción tiene valor absoluto en el lado derecho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MX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s-MX" sz="2400" dirty="0"/>
                  <a:t>, esta se puede transformar como dos desigualdades una con signo positivo del lado derecho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)≤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MX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400" dirty="0"/>
                  <a:t>y otra con signo negativo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)≤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MX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400" dirty="0"/>
                  <a:t>.</a:t>
                </a:r>
              </a:p>
              <a:p>
                <a:r>
                  <a:rPr lang="es-MX" sz="2400" dirty="0"/>
                  <a:t>Ejemplo:</a:t>
                </a:r>
              </a:p>
              <a:p>
                <a:pPr marL="0" indent="0">
                  <a:buNone/>
                </a:pPr>
                <a:endParaRPr lang="es-MX" sz="2400" dirty="0"/>
              </a:p>
              <a:p>
                <a:endParaRPr lang="es-MX" sz="2400" dirty="0"/>
              </a:p>
              <a:p>
                <a:pPr marL="0" indent="0">
                  <a:buNone/>
                </a:pPr>
                <a:endParaRPr lang="es-MX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F4CBAB2-F63E-8527-8A93-8226ED6F0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8354" y="1600204"/>
                <a:ext cx="8384966" cy="2059087"/>
              </a:xfrm>
              <a:blipFill>
                <a:blip r:embed="rId2"/>
                <a:stretch>
                  <a:fillRect l="-945" t="-4748" r="-364" b="-1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B78F6344-D51B-24C3-4FD7-AF116F915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Estandarización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3">
                <a:extLst>
                  <a:ext uri="{FF2B5EF4-FFF2-40B4-BE49-F238E27FC236}">
                    <a16:creationId xmlns:a16="http://schemas.microsoft.com/office/drawing/2014/main" id="{ECBF3428-DA44-AD8F-59A1-F47E5611DB70}"/>
                  </a:ext>
                </a:extLst>
              </p:cNvPr>
              <p:cNvSpPr txBox="1"/>
              <p:nvPr/>
            </p:nvSpPr>
            <p:spPr>
              <a:xfrm>
                <a:off x="1760561" y="4008984"/>
                <a:ext cx="810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uadroTexto 3">
                <a:extLst>
                  <a:ext uri="{FF2B5EF4-FFF2-40B4-BE49-F238E27FC236}">
                    <a16:creationId xmlns:a16="http://schemas.microsoft.com/office/drawing/2014/main" id="{ECBF3428-DA44-AD8F-59A1-F47E5611D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561" y="4008984"/>
                <a:ext cx="810543" cy="276999"/>
              </a:xfrm>
              <a:prstGeom prst="rect">
                <a:avLst/>
              </a:prstGeom>
              <a:blipFill>
                <a:blip r:embed="rId3"/>
                <a:stretch>
                  <a:fillRect l="-7519" r="-225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4">
                <a:extLst>
                  <a:ext uri="{FF2B5EF4-FFF2-40B4-BE49-F238E27FC236}">
                    <a16:creationId xmlns:a16="http://schemas.microsoft.com/office/drawing/2014/main" id="{8583F37C-B644-59A2-C682-666682A9094A}"/>
                  </a:ext>
                </a:extLst>
              </p:cNvPr>
              <p:cNvSpPr txBox="1"/>
              <p:nvPr/>
            </p:nvSpPr>
            <p:spPr>
              <a:xfrm>
                <a:off x="1656398" y="4526234"/>
                <a:ext cx="15099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|≤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17" name="CuadroTexto 4">
                <a:extLst>
                  <a:ext uri="{FF2B5EF4-FFF2-40B4-BE49-F238E27FC236}">
                    <a16:creationId xmlns:a16="http://schemas.microsoft.com/office/drawing/2014/main" id="{8583F37C-B644-59A2-C682-666682A90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398" y="4526234"/>
                <a:ext cx="1509965" cy="276999"/>
              </a:xfrm>
              <a:prstGeom prst="rect">
                <a:avLst/>
              </a:prstGeom>
              <a:blipFill>
                <a:blip r:embed="rId4"/>
                <a:stretch>
                  <a:fillRect l="-7287" t="-26087" r="-9312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echa: a la derecha 6">
            <a:extLst>
              <a:ext uri="{FF2B5EF4-FFF2-40B4-BE49-F238E27FC236}">
                <a16:creationId xmlns:a16="http://schemas.microsoft.com/office/drawing/2014/main" id="{377B28B7-77D9-82A4-9198-FD53D4E89E5E}"/>
              </a:ext>
            </a:extLst>
          </p:cNvPr>
          <p:cNvSpPr/>
          <p:nvPr/>
        </p:nvSpPr>
        <p:spPr>
          <a:xfrm>
            <a:off x="3530387" y="4650566"/>
            <a:ext cx="678487" cy="6557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7">
                <a:extLst>
                  <a:ext uri="{FF2B5EF4-FFF2-40B4-BE49-F238E27FC236}">
                    <a16:creationId xmlns:a16="http://schemas.microsoft.com/office/drawing/2014/main" id="{36E04471-F9AA-D83C-50F2-3A6D2B10E476}"/>
                  </a:ext>
                </a:extLst>
              </p:cNvPr>
              <p:cNvSpPr txBox="1"/>
              <p:nvPr/>
            </p:nvSpPr>
            <p:spPr>
              <a:xfrm>
                <a:off x="1587361" y="4938170"/>
                <a:ext cx="1050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uadroTexto 7">
                <a:extLst>
                  <a:ext uri="{FF2B5EF4-FFF2-40B4-BE49-F238E27FC236}">
                    <a16:creationId xmlns:a16="http://schemas.microsoft.com/office/drawing/2014/main" id="{36E04471-F9AA-D83C-50F2-3A6D2B10E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361" y="4938170"/>
                <a:ext cx="1050992" cy="276999"/>
              </a:xfrm>
              <a:prstGeom prst="rect">
                <a:avLst/>
              </a:prstGeom>
              <a:blipFill>
                <a:blip r:embed="rId5"/>
                <a:stretch>
                  <a:fillRect l="-4624" r="-520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8">
                <a:extLst>
                  <a:ext uri="{FF2B5EF4-FFF2-40B4-BE49-F238E27FC236}">
                    <a16:creationId xmlns:a16="http://schemas.microsoft.com/office/drawing/2014/main" id="{7E3EF3D0-4D3D-F95B-E556-925099AF9000}"/>
                  </a:ext>
                </a:extLst>
              </p:cNvPr>
              <p:cNvSpPr txBox="1"/>
              <p:nvPr/>
            </p:nvSpPr>
            <p:spPr>
              <a:xfrm>
                <a:off x="5555164" y="3972236"/>
                <a:ext cx="810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uadroTexto 8">
                <a:extLst>
                  <a:ext uri="{FF2B5EF4-FFF2-40B4-BE49-F238E27FC236}">
                    <a16:creationId xmlns:a16="http://schemas.microsoft.com/office/drawing/2014/main" id="{7E3EF3D0-4D3D-F95B-E556-925099AF9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164" y="3972236"/>
                <a:ext cx="810543" cy="276999"/>
              </a:xfrm>
              <a:prstGeom prst="rect">
                <a:avLst/>
              </a:prstGeom>
              <a:blipFill>
                <a:blip r:embed="rId6"/>
                <a:stretch>
                  <a:fillRect l="-6767" r="-300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10">
                <a:extLst>
                  <a:ext uri="{FF2B5EF4-FFF2-40B4-BE49-F238E27FC236}">
                    <a16:creationId xmlns:a16="http://schemas.microsoft.com/office/drawing/2014/main" id="{6F95B047-1C20-0E8E-1FC3-300D45AB9E63}"/>
                  </a:ext>
                </a:extLst>
              </p:cNvPr>
              <p:cNvSpPr txBox="1"/>
              <p:nvPr/>
            </p:nvSpPr>
            <p:spPr>
              <a:xfrm>
                <a:off x="4408752" y="3972236"/>
                <a:ext cx="114531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Maximizar</m:t>
                      </m:r>
                    </m:oMath>
                  </m:oMathPara>
                </a14:m>
                <a:endParaRPr lang="es-MX" b="0" dirty="0">
                  <a:solidFill>
                    <a:schemeClr val="bg1"/>
                  </a:solidFill>
                </a:endParaRPr>
              </a:p>
              <a:p>
                <a:r>
                  <a:rPr lang="es-MX" dirty="0">
                    <a:solidFill>
                      <a:schemeClr val="bg1"/>
                    </a:solidFill>
                  </a:rPr>
                  <a:t>   s.a.</a:t>
                </a:r>
              </a:p>
            </p:txBody>
          </p:sp>
        </mc:Choice>
        <mc:Fallback xmlns="">
          <p:sp>
            <p:nvSpPr>
              <p:cNvPr id="22" name="CuadroTexto 10">
                <a:extLst>
                  <a:ext uri="{FF2B5EF4-FFF2-40B4-BE49-F238E27FC236}">
                    <a16:creationId xmlns:a16="http://schemas.microsoft.com/office/drawing/2014/main" id="{6F95B047-1C20-0E8E-1FC3-300D45AB9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752" y="3972236"/>
                <a:ext cx="1145314" cy="553998"/>
              </a:xfrm>
              <a:prstGeom prst="rect">
                <a:avLst/>
              </a:prstGeom>
              <a:blipFill>
                <a:blip r:embed="rId7"/>
                <a:stretch>
                  <a:fillRect l="-2128" r="-319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11">
                <a:extLst>
                  <a:ext uri="{FF2B5EF4-FFF2-40B4-BE49-F238E27FC236}">
                    <a16:creationId xmlns:a16="http://schemas.microsoft.com/office/drawing/2014/main" id="{76901CEE-1148-4AC4-75DB-EDFA6064EE1A}"/>
                  </a:ext>
                </a:extLst>
              </p:cNvPr>
              <p:cNvSpPr txBox="1"/>
              <p:nvPr/>
            </p:nvSpPr>
            <p:spPr>
              <a:xfrm>
                <a:off x="5381964" y="5370582"/>
                <a:ext cx="1050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uadroTexto 11">
                <a:extLst>
                  <a:ext uri="{FF2B5EF4-FFF2-40B4-BE49-F238E27FC236}">
                    <a16:creationId xmlns:a16="http://schemas.microsoft.com/office/drawing/2014/main" id="{76901CEE-1148-4AC4-75DB-EDFA6064E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964" y="5370582"/>
                <a:ext cx="1050992" cy="276999"/>
              </a:xfrm>
              <a:prstGeom prst="rect">
                <a:avLst/>
              </a:prstGeom>
              <a:blipFill>
                <a:blip r:embed="rId8"/>
                <a:stretch>
                  <a:fillRect l="-5233" r="-523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12">
                <a:extLst>
                  <a:ext uri="{FF2B5EF4-FFF2-40B4-BE49-F238E27FC236}">
                    <a16:creationId xmlns:a16="http://schemas.microsoft.com/office/drawing/2014/main" id="{9D1A6BAC-BCEA-20E6-26EC-3B8845C02C71}"/>
                  </a:ext>
                </a:extLst>
              </p:cNvPr>
              <p:cNvSpPr txBox="1"/>
              <p:nvPr/>
            </p:nvSpPr>
            <p:spPr>
              <a:xfrm>
                <a:off x="5205452" y="4489486"/>
                <a:ext cx="15019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≤10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uadroTexto 12">
                <a:extLst>
                  <a:ext uri="{FF2B5EF4-FFF2-40B4-BE49-F238E27FC236}">
                    <a16:creationId xmlns:a16="http://schemas.microsoft.com/office/drawing/2014/main" id="{9D1A6BAC-BCEA-20E6-26EC-3B8845C02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452" y="4489486"/>
                <a:ext cx="1501950" cy="276999"/>
              </a:xfrm>
              <a:prstGeom prst="rect">
                <a:avLst/>
              </a:prstGeom>
              <a:blipFill>
                <a:blip r:embed="rId9"/>
                <a:stretch>
                  <a:fillRect l="-3659" r="-325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13">
                <a:extLst>
                  <a:ext uri="{FF2B5EF4-FFF2-40B4-BE49-F238E27FC236}">
                    <a16:creationId xmlns:a16="http://schemas.microsoft.com/office/drawing/2014/main" id="{44F04322-A8F5-BD98-15FB-4A42F148A814}"/>
                  </a:ext>
                </a:extLst>
              </p:cNvPr>
              <p:cNvSpPr txBox="1"/>
              <p:nvPr/>
            </p:nvSpPr>
            <p:spPr>
              <a:xfrm>
                <a:off x="5032328" y="4868236"/>
                <a:ext cx="1675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≤10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uadroTexto 13">
                <a:extLst>
                  <a:ext uri="{FF2B5EF4-FFF2-40B4-BE49-F238E27FC236}">
                    <a16:creationId xmlns:a16="http://schemas.microsoft.com/office/drawing/2014/main" id="{44F04322-A8F5-BD98-15FB-4A42F148A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28" y="4868236"/>
                <a:ext cx="1675074" cy="276999"/>
              </a:xfrm>
              <a:prstGeom prst="rect">
                <a:avLst/>
              </a:prstGeom>
              <a:blipFill>
                <a:blip r:embed="rId10"/>
                <a:stretch>
                  <a:fillRect l="-365" r="-292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lecha: a la derecha 14">
            <a:extLst>
              <a:ext uri="{FF2B5EF4-FFF2-40B4-BE49-F238E27FC236}">
                <a16:creationId xmlns:a16="http://schemas.microsoft.com/office/drawing/2014/main" id="{6DBE0675-5D5A-747A-9F7D-EE0BFA171F8B}"/>
              </a:ext>
            </a:extLst>
          </p:cNvPr>
          <p:cNvSpPr/>
          <p:nvPr/>
        </p:nvSpPr>
        <p:spPr>
          <a:xfrm>
            <a:off x="7284667" y="4650566"/>
            <a:ext cx="678487" cy="6557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15">
                <a:extLst>
                  <a:ext uri="{FF2B5EF4-FFF2-40B4-BE49-F238E27FC236}">
                    <a16:creationId xmlns:a16="http://schemas.microsoft.com/office/drawing/2014/main" id="{670557C6-707C-B200-A673-AA5634CC74C3}"/>
                  </a:ext>
                </a:extLst>
              </p:cNvPr>
              <p:cNvSpPr txBox="1"/>
              <p:nvPr/>
            </p:nvSpPr>
            <p:spPr>
              <a:xfrm>
                <a:off x="9309444" y="3972236"/>
                <a:ext cx="810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uadroTexto 15">
                <a:extLst>
                  <a:ext uri="{FF2B5EF4-FFF2-40B4-BE49-F238E27FC236}">
                    <a16:creationId xmlns:a16="http://schemas.microsoft.com/office/drawing/2014/main" id="{670557C6-707C-B200-A673-AA5634CC7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444" y="3972236"/>
                <a:ext cx="810543" cy="276999"/>
              </a:xfrm>
              <a:prstGeom prst="rect">
                <a:avLst/>
              </a:prstGeom>
              <a:blipFill>
                <a:blip r:embed="rId11"/>
                <a:stretch>
                  <a:fillRect l="-6767" r="-300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16">
                <a:extLst>
                  <a:ext uri="{FF2B5EF4-FFF2-40B4-BE49-F238E27FC236}">
                    <a16:creationId xmlns:a16="http://schemas.microsoft.com/office/drawing/2014/main" id="{C2E6400F-8F1F-2126-9CEF-7389D4448985}"/>
                  </a:ext>
                </a:extLst>
              </p:cNvPr>
              <p:cNvSpPr txBox="1"/>
              <p:nvPr/>
            </p:nvSpPr>
            <p:spPr>
              <a:xfrm>
                <a:off x="8163032" y="3972236"/>
                <a:ext cx="114531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Maximizar</m:t>
                      </m:r>
                    </m:oMath>
                  </m:oMathPara>
                </a14:m>
                <a:endParaRPr lang="es-MX" b="0" dirty="0">
                  <a:solidFill>
                    <a:schemeClr val="bg1"/>
                  </a:solidFill>
                </a:endParaRPr>
              </a:p>
              <a:p>
                <a:r>
                  <a:rPr lang="es-MX" dirty="0">
                    <a:solidFill>
                      <a:schemeClr val="bg1"/>
                    </a:solidFill>
                  </a:rPr>
                  <a:t>   s.a.</a:t>
                </a:r>
              </a:p>
            </p:txBody>
          </p:sp>
        </mc:Choice>
        <mc:Fallback xmlns="">
          <p:sp>
            <p:nvSpPr>
              <p:cNvPr id="28" name="CuadroTexto 16">
                <a:extLst>
                  <a:ext uri="{FF2B5EF4-FFF2-40B4-BE49-F238E27FC236}">
                    <a16:creationId xmlns:a16="http://schemas.microsoft.com/office/drawing/2014/main" id="{C2E6400F-8F1F-2126-9CEF-7389D4448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032" y="3972236"/>
                <a:ext cx="1145314" cy="553998"/>
              </a:xfrm>
              <a:prstGeom prst="rect">
                <a:avLst/>
              </a:prstGeom>
              <a:blipFill>
                <a:blip r:embed="rId12"/>
                <a:stretch>
                  <a:fillRect l="-2128" r="-319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17">
                <a:extLst>
                  <a:ext uri="{FF2B5EF4-FFF2-40B4-BE49-F238E27FC236}">
                    <a16:creationId xmlns:a16="http://schemas.microsoft.com/office/drawing/2014/main" id="{73682A2E-0415-31B8-1391-9CCAEF7DA5ED}"/>
                  </a:ext>
                </a:extLst>
              </p:cNvPr>
              <p:cNvSpPr txBox="1"/>
              <p:nvPr/>
            </p:nvSpPr>
            <p:spPr>
              <a:xfrm>
                <a:off x="9136244" y="5370582"/>
                <a:ext cx="16899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uadroTexto 17">
                <a:extLst>
                  <a:ext uri="{FF2B5EF4-FFF2-40B4-BE49-F238E27FC236}">
                    <a16:creationId xmlns:a16="http://schemas.microsoft.com/office/drawing/2014/main" id="{73682A2E-0415-31B8-1391-9CCAEF7DA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44" y="5370582"/>
                <a:ext cx="1689950" cy="276999"/>
              </a:xfrm>
              <a:prstGeom prst="rect">
                <a:avLst/>
              </a:prstGeom>
              <a:blipFill>
                <a:blip r:embed="rId13"/>
                <a:stretch>
                  <a:fillRect l="-3249" r="-288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18">
                <a:extLst>
                  <a:ext uri="{FF2B5EF4-FFF2-40B4-BE49-F238E27FC236}">
                    <a16:creationId xmlns:a16="http://schemas.microsoft.com/office/drawing/2014/main" id="{4A129564-E9B1-14E0-2114-05BB9B7B76A9}"/>
                  </a:ext>
                </a:extLst>
              </p:cNvPr>
              <p:cNvSpPr txBox="1"/>
              <p:nvPr/>
            </p:nvSpPr>
            <p:spPr>
              <a:xfrm>
                <a:off x="8959732" y="4489486"/>
                <a:ext cx="25721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=10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uadroTexto 18">
                <a:extLst>
                  <a:ext uri="{FF2B5EF4-FFF2-40B4-BE49-F238E27FC236}">
                    <a16:creationId xmlns:a16="http://schemas.microsoft.com/office/drawing/2014/main" id="{4A129564-E9B1-14E0-2114-05BB9B7B7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732" y="4489486"/>
                <a:ext cx="2572178" cy="276999"/>
              </a:xfrm>
              <a:prstGeom prst="rect">
                <a:avLst/>
              </a:prstGeom>
              <a:blipFill>
                <a:blip r:embed="rId14"/>
                <a:stretch>
                  <a:fillRect l="-1896" r="-165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19">
                <a:extLst>
                  <a:ext uri="{FF2B5EF4-FFF2-40B4-BE49-F238E27FC236}">
                    <a16:creationId xmlns:a16="http://schemas.microsoft.com/office/drawing/2014/main" id="{88778E03-CD7B-C2EE-C6F1-176C4244AB00}"/>
                  </a:ext>
                </a:extLst>
              </p:cNvPr>
              <p:cNvSpPr txBox="1"/>
              <p:nvPr/>
            </p:nvSpPr>
            <p:spPr>
              <a:xfrm>
                <a:off x="8786608" y="4868236"/>
                <a:ext cx="26929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uadroTexto 19">
                <a:extLst>
                  <a:ext uri="{FF2B5EF4-FFF2-40B4-BE49-F238E27FC236}">
                    <a16:creationId xmlns:a16="http://schemas.microsoft.com/office/drawing/2014/main" id="{88778E03-CD7B-C2EE-C6F1-176C4244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608" y="4868236"/>
                <a:ext cx="2692917" cy="276999"/>
              </a:xfrm>
              <a:prstGeom prst="rect">
                <a:avLst/>
              </a:prstGeom>
              <a:blipFill>
                <a:blip r:embed="rId15"/>
                <a:stretch>
                  <a:fillRect r="-181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44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EDAEB6-5578-4A64-8037-97EA0348DF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La matriz dimensión de una matriz se identifica como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MX" dirty="0"/>
                  <a:t>, donde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MX" dirty="0"/>
                  <a:t> es el número de renglones y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MX" dirty="0"/>
                  <a:t> el número de columnas de la matriz.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EDAEB6-5578-4A64-8037-97EA0348DF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9AE0D06A-ED5E-4747-A0E1-A3CD6DE3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Operaciones con matrices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672A94-EF68-41F7-9FE6-D0F232380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64" y="3336596"/>
            <a:ext cx="3948752" cy="17451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25945D6-F8C8-4347-8A2A-51372145A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901" y="3310527"/>
            <a:ext cx="4438273" cy="1615580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8230D44-83DD-4D6C-9180-93E8074A9543}"/>
              </a:ext>
            </a:extLst>
          </p:cNvPr>
          <p:cNvCxnSpPr/>
          <p:nvPr/>
        </p:nvCxnSpPr>
        <p:spPr>
          <a:xfrm>
            <a:off x="7680960" y="4572000"/>
            <a:ext cx="0" cy="815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21D931-0D79-404A-B1DD-D359CE42C69B}"/>
              </a:ext>
            </a:extLst>
          </p:cNvPr>
          <p:cNvSpPr txBox="1"/>
          <p:nvPr/>
        </p:nvSpPr>
        <p:spPr>
          <a:xfrm>
            <a:off x="6766561" y="5556738"/>
            <a:ext cx="4937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Para identificar la posición de un elemento dentro de la matriz se identifica primero el renglón y luego la columna.</a:t>
            </a:r>
          </a:p>
        </p:txBody>
      </p:sp>
    </p:spTree>
    <p:extLst>
      <p:ext uri="{BB962C8B-B14F-4D97-AF65-F5344CB8AC3E}">
        <p14:creationId xmlns:p14="http://schemas.microsoft.com/office/powerpoint/2010/main" val="2118219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3EAF363-07D8-D1A9-5D85-D1E00724F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269474"/>
            <a:ext cx="12192000" cy="45885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B8DC0A-BD7D-F05F-AE4D-137CC6E2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081" y="3045437"/>
            <a:ext cx="6858340" cy="61086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Repaso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de Algebra Lineal: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Operaciones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matriciales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795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C8F0CCB-9589-47A5-B27A-AEDCBF261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354" y="1600205"/>
            <a:ext cx="10368396" cy="968172"/>
          </a:xfrm>
        </p:spPr>
        <p:txBody>
          <a:bodyPr/>
          <a:lstStyle/>
          <a:p>
            <a:r>
              <a:rPr lang="es-MX" dirty="0"/>
              <a:t>Para sumar y restar dos matrices, deben tener la misma dimensión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296647-D308-41A0-85E0-DE5806E8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Sumas y restas</a:t>
            </a:r>
          </a:p>
        </p:txBody>
      </p:sp>
      <p:pic>
        <p:nvPicPr>
          <p:cNvPr id="9" name="Marcador de contenido 4">
            <a:extLst>
              <a:ext uri="{FF2B5EF4-FFF2-40B4-BE49-F238E27FC236}">
                <a16:creationId xmlns:a16="http://schemas.microsoft.com/office/drawing/2014/main" id="{2B11572F-EC8E-4D0B-B719-9EFCCEC93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287" y="2715022"/>
            <a:ext cx="9262925" cy="142795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D15E142-B750-43A3-848D-3D4A511A1A9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287" y="4669234"/>
            <a:ext cx="9811888" cy="121443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975462E-C685-4278-9CF4-814EE08DC869}"/>
              </a:ext>
            </a:extLst>
          </p:cNvPr>
          <p:cNvSpPr txBox="1"/>
          <p:nvPr/>
        </p:nvSpPr>
        <p:spPr>
          <a:xfrm>
            <a:off x="2056679" y="376007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2x2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40801EE-60F8-49FA-B20B-9B67E6DF8E25}"/>
              </a:ext>
            </a:extLst>
          </p:cNvPr>
          <p:cNvSpPr txBox="1"/>
          <p:nvPr/>
        </p:nvSpPr>
        <p:spPr>
          <a:xfrm>
            <a:off x="165540" y="376007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Dimensiones: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EDBDAE2-D786-4585-B5E9-C8119C2AFE5D}"/>
              </a:ext>
            </a:extLst>
          </p:cNvPr>
          <p:cNvSpPr txBox="1"/>
          <p:nvPr/>
        </p:nvSpPr>
        <p:spPr>
          <a:xfrm>
            <a:off x="3733079" y="376007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2x2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8BBE693-7D84-47B5-B968-F1F9035BE004}"/>
              </a:ext>
            </a:extLst>
          </p:cNvPr>
          <p:cNvSpPr txBox="1"/>
          <p:nvPr/>
        </p:nvSpPr>
        <p:spPr>
          <a:xfrm>
            <a:off x="8808033" y="376007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2x2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93558F2-C162-4E08-A6B9-CC32B0054DB3}"/>
              </a:ext>
            </a:extLst>
          </p:cNvPr>
          <p:cNvSpPr txBox="1"/>
          <p:nvPr/>
        </p:nvSpPr>
        <p:spPr>
          <a:xfrm>
            <a:off x="6872587" y="376007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2x2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BD1BFEC-2AFF-407B-AF63-8EEBF9D65959}"/>
              </a:ext>
            </a:extLst>
          </p:cNvPr>
          <p:cNvSpPr txBox="1"/>
          <p:nvPr/>
        </p:nvSpPr>
        <p:spPr>
          <a:xfrm>
            <a:off x="2056679" y="561526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2x2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14FA50F-B8A0-4CCE-A119-CCEAC8C8429C}"/>
              </a:ext>
            </a:extLst>
          </p:cNvPr>
          <p:cNvSpPr txBox="1"/>
          <p:nvPr/>
        </p:nvSpPr>
        <p:spPr>
          <a:xfrm>
            <a:off x="3733079" y="561526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2x2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018C83C-823D-47C5-A9AA-9285C32FDE58}"/>
              </a:ext>
            </a:extLst>
          </p:cNvPr>
          <p:cNvSpPr txBox="1"/>
          <p:nvPr/>
        </p:nvSpPr>
        <p:spPr>
          <a:xfrm>
            <a:off x="9557333" y="561526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2x2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7412C22-7B4E-414C-9943-8C72490CF83C}"/>
              </a:ext>
            </a:extLst>
          </p:cNvPr>
          <p:cNvSpPr txBox="1"/>
          <p:nvPr/>
        </p:nvSpPr>
        <p:spPr>
          <a:xfrm>
            <a:off x="7558387" y="561526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2x2</a:t>
            </a:r>
            <a:endParaRPr lang="es-MX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4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612AE3-6A5C-4319-9F0D-1DDB1CB0A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355" y="1600205"/>
            <a:ext cx="8804295" cy="2549596"/>
          </a:xfrm>
        </p:spPr>
        <p:txBody>
          <a:bodyPr>
            <a:normAutofit/>
          </a:bodyPr>
          <a:lstStyle/>
          <a:p>
            <a:r>
              <a:rPr lang="es-MX" sz="2400" dirty="0"/>
              <a:t>Para multiplicar dos matrices o vectores, el número de columnas de la primera matriz debe ser igual al número de renglones de la segunda.</a:t>
            </a:r>
          </a:p>
          <a:p>
            <a:r>
              <a:rPr lang="es-MX" sz="2400" dirty="0"/>
              <a:t>El resultado obtenido de la operación genera una matriz con dimensiones iguales al número de renglones de la primera matriz por el número de columnas de la segunda.</a:t>
            </a:r>
          </a:p>
          <a:p>
            <a:endParaRPr lang="es-MX" sz="2400" dirty="0"/>
          </a:p>
          <a:p>
            <a:endParaRPr lang="es-MX" sz="2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0FAB83-AF81-4E0F-B4A1-9F1B4E4CC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Multiplicación de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5B3B75-4302-93CC-D40D-FFE8627C8034}"/>
                  </a:ext>
                </a:extLst>
              </p:cNvPr>
              <p:cNvSpPr txBox="1"/>
              <p:nvPr/>
            </p:nvSpPr>
            <p:spPr>
              <a:xfrm>
                <a:off x="2998470" y="4149800"/>
                <a:ext cx="1184910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Sea: 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MX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5B3B75-4302-93CC-D40D-FFE8627C8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470" y="4149800"/>
                <a:ext cx="1184910" cy="1107996"/>
              </a:xfrm>
              <a:prstGeom prst="rect">
                <a:avLst/>
              </a:prstGeom>
              <a:blipFill>
                <a:blip r:embed="rId2"/>
                <a:stretch>
                  <a:fillRect l="-12371" t="-6630" r="-1031" b="-8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408C40-8323-A4A8-5452-2BD3FA8FB190}"/>
                  </a:ext>
                </a:extLst>
              </p:cNvPr>
              <p:cNvSpPr txBox="1"/>
              <p:nvPr/>
            </p:nvSpPr>
            <p:spPr>
              <a:xfrm>
                <a:off x="4947286" y="4334466"/>
                <a:ext cx="17392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s-MX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408C40-8323-A4A8-5452-2BD3FA8FB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286" y="4334466"/>
                <a:ext cx="1739264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B5D437-B5EB-BD2A-6482-06D26563CBC6}"/>
                  </a:ext>
                </a:extLst>
              </p:cNvPr>
              <p:cNvSpPr txBox="1"/>
              <p:nvPr/>
            </p:nvSpPr>
            <p:spPr>
              <a:xfrm>
                <a:off x="4947286" y="4713676"/>
                <a:ext cx="29737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MX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no está definida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B5D437-B5EB-BD2A-6482-06D26563C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286" y="4713676"/>
                <a:ext cx="2973704" cy="369332"/>
              </a:xfrm>
              <a:prstGeom prst="rect">
                <a:avLst/>
              </a:prstGeom>
              <a:blipFill>
                <a:blip r:embed="rId4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800A35-511C-A559-257D-27383439FA55}"/>
                  </a:ext>
                </a:extLst>
              </p:cNvPr>
              <p:cNvSpPr txBox="1"/>
              <p:nvPr/>
            </p:nvSpPr>
            <p:spPr>
              <a:xfrm>
                <a:off x="4947286" y="5073129"/>
                <a:ext cx="17392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s-MX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800A35-511C-A559-257D-27383439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286" y="5073129"/>
                <a:ext cx="1739264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174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365125"/>
            <a:ext cx="8671560" cy="1325563"/>
          </a:xfrm>
        </p:spPr>
        <p:txBody>
          <a:bodyPr>
            <a:normAutofit/>
          </a:bodyPr>
          <a:lstStyle/>
          <a:p>
            <a:r>
              <a:rPr lang="es-MX" dirty="0"/>
              <a:t>Multiplicación de vectores y matrices</a:t>
            </a:r>
          </a:p>
        </p:txBody>
      </p:sp>
      <p:sp>
        <p:nvSpPr>
          <p:cNvPr id="5" name="CuadroTexto 7"/>
          <p:cNvSpPr txBox="1"/>
          <p:nvPr/>
        </p:nvSpPr>
        <p:spPr>
          <a:xfrm>
            <a:off x="1167050" y="4511357"/>
            <a:ext cx="30841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Para multiplicar dos matices: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11"/>
              <p:cNvSpPr/>
              <p:nvPr/>
            </p:nvSpPr>
            <p:spPr>
              <a:xfrm>
                <a:off x="1176030" y="4853051"/>
                <a:ext cx="4157741" cy="6235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𝑎𝑒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𝑏𝑔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𝑎𝑓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𝑏h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𝑐𝑒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𝑑𝑔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𝑐𝑓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𝑑h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030" y="4853051"/>
                <a:ext cx="4157741" cy="6235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/>
          <p:cNvSpPr txBox="1"/>
          <p:nvPr/>
        </p:nvSpPr>
        <p:spPr>
          <a:xfrm>
            <a:off x="1115151" y="3156028"/>
            <a:ext cx="403770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Para multiplicar un vector y una matriz: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11"/>
              <p:cNvSpPr/>
              <p:nvPr/>
            </p:nvSpPr>
            <p:spPr>
              <a:xfrm>
                <a:off x="1115151" y="3497561"/>
                <a:ext cx="4084131" cy="608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𝑎𝑐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𝑏𝑒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𝑎𝑑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151" y="3497561"/>
                <a:ext cx="4084131" cy="6083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516596" y="4146118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1x2</a:t>
            </a:r>
            <a:endParaRPr lang="es-MX" sz="11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64509" y="4146118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2x2</a:t>
            </a:r>
            <a:endParaRPr lang="es-MX" sz="1100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57216" y="4146118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1x2</a:t>
            </a:r>
            <a:endParaRPr lang="es-MX" sz="1100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83047" y="5476620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2x2</a:t>
            </a:r>
            <a:endParaRPr lang="es-MX" sz="1100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1874" y="5476620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2x2</a:t>
            </a:r>
            <a:endParaRPr lang="es-MX" sz="1100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17099" y="5476620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2x2</a:t>
            </a:r>
            <a:endParaRPr lang="es-MX" sz="1100" dirty="0">
              <a:solidFill>
                <a:srgbClr val="0070C0"/>
              </a:solidFill>
            </a:endParaRPr>
          </a:p>
        </p:txBody>
      </p:sp>
      <p:sp>
        <p:nvSpPr>
          <p:cNvPr id="19" name="CuadroTexto 7"/>
          <p:cNvSpPr txBox="1"/>
          <p:nvPr/>
        </p:nvSpPr>
        <p:spPr>
          <a:xfrm>
            <a:off x="1176030" y="1870490"/>
            <a:ext cx="403770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Para multiplicar un vector y una matriz: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1"/>
              <p:cNvSpPr/>
              <p:nvPr/>
            </p:nvSpPr>
            <p:spPr>
              <a:xfrm>
                <a:off x="1176030" y="2267864"/>
                <a:ext cx="2554482" cy="5081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𝑎𝑐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𝑏𝑑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030" y="2267864"/>
                <a:ext cx="2554482" cy="508152"/>
              </a:xfrm>
              <a:prstGeom prst="rect">
                <a:avLst/>
              </a:prstGeom>
              <a:blipFill>
                <a:blip r:embed="rId4"/>
                <a:stretch>
                  <a:fillRect b="-72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1616033" y="2760574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1x2</a:t>
            </a:r>
            <a:endParaRPr lang="es-MX" sz="1100" dirty="0"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63946" y="2760574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2x1</a:t>
            </a:r>
            <a:endParaRPr lang="es-MX" sz="1100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4959" y="2748984"/>
            <a:ext cx="39786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rgbClr val="0070C0"/>
                </a:solidFill>
              </a:rPr>
              <a:t>1x1</a:t>
            </a:r>
            <a:endParaRPr lang="es-MX" sz="11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11"/>
              <p:cNvSpPr/>
              <p:nvPr/>
            </p:nvSpPr>
            <p:spPr>
              <a:xfrm>
                <a:off x="6252670" y="1904700"/>
                <a:ext cx="1688283" cy="5524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670" y="1904700"/>
                <a:ext cx="1688283" cy="5524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252670" y="1366921"/>
            <a:ext cx="115454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Ejercicios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7830964" y="1996680"/>
                <a:ext cx="20136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s-MX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∗3+5∗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964" y="1996680"/>
                <a:ext cx="20136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11"/>
              <p:cNvSpPr/>
              <p:nvPr/>
            </p:nvSpPr>
            <p:spPr>
              <a:xfrm>
                <a:off x="6226313" y="3429000"/>
                <a:ext cx="2047227" cy="585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313" y="3429000"/>
                <a:ext cx="2047227" cy="585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183986" y="3521461"/>
                <a:ext cx="11429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986" y="3521461"/>
                <a:ext cx="114294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252670" y="4807955"/>
                <a:ext cx="2060564" cy="585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670" y="4807955"/>
                <a:ext cx="2060564" cy="5852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8111803" y="4784632"/>
                <a:ext cx="1149867" cy="585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  <m:e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03" y="4784632"/>
                <a:ext cx="1149867" cy="5852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17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0" grpId="0"/>
    </p:bldLst>
  </p:timing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1948</TotalTime>
  <Words>1049</Words>
  <Application>Microsoft Office PowerPoint</Application>
  <PresentationFormat>Widescreen</PresentationFormat>
  <Paragraphs>183</Paragraphs>
  <Slides>18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Abadi</vt:lpstr>
      <vt:lpstr>Aptos</vt:lpstr>
      <vt:lpstr>Aptos Black</vt:lpstr>
      <vt:lpstr>Aptos Display</vt:lpstr>
      <vt:lpstr>Arial</vt:lpstr>
      <vt:lpstr>Calibri</vt:lpstr>
      <vt:lpstr>Cambria Math</vt:lpstr>
      <vt:lpstr>Wingdings</vt:lpstr>
      <vt:lpstr>Tema1</vt:lpstr>
      <vt:lpstr>Ecuación</vt:lpstr>
      <vt:lpstr>Solución de un Problema de Programación Lineal  – Forma Estándar – </vt:lpstr>
      <vt:lpstr>Métodos de Solución - Contenido</vt:lpstr>
      <vt:lpstr>Estandarización</vt:lpstr>
      <vt:lpstr>Forma Estándar</vt:lpstr>
      <vt:lpstr>Forma Estándar</vt:lpstr>
      <vt:lpstr>Modelo General de PL</vt:lpstr>
      <vt:lpstr>Estandarización</vt:lpstr>
      <vt:lpstr>Estandarización</vt:lpstr>
      <vt:lpstr>Ejemplo 1:</vt:lpstr>
      <vt:lpstr>Ejemplo 2: Forma estándar</vt:lpstr>
      <vt:lpstr>Estandarización</vt:lpstr>
      <vt:lpstr>Ejercicios de práctica</vt:lpstr>
      <vt:lpstr>Estandarización</vt:lpstr>
      <vt:lpstr>Operaciones con matrices</vt:lpstr>
      <vt:lpstr>Repaso de Algebra Lineal: Operaciones matriciales</vt:lpstr>
      <vt:lpstr>Sumas y restas</vt:lpstr>
      <vt:lpstr>Multiplicación de matrices</vt:lpstr>
      <vt:lpstr>Multiplicación de vectores y matrices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3</cp:revision>
  <dcterms:created xsi:type="dcterms:W3CDTF">2023-10-30T18:22:20Z</dcterms:created>
  <dcterms:modified xsi:type="dcterms:W3CDTF">2025-03-04T17:08:47Z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