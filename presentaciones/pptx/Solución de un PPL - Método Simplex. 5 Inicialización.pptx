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4"/>
  </p:notesMasterIdLst>
  <p:handoutMasterIdLst>
    <p:handoutMasterId r:id="rId25"/>
  </p:handoutMasterIdLst>
  <p:sldIdLst>
    <p:sldId id="350" r:id="rId5"/>
    <p:sldId id="346" r:id="rId6"/>
    <p:sldId id="300" r:id="rId7"/>
    <p:sldId id="299" r:id="rId8"/>
    <p:sldId id="301" r:id="rId9"/>
    <p:sldId id="302" r:id="rId10"/>
    <p:sldId id="290" r:id="rId11"/>
    <p:sldId id="303" r:id="rId12"/>
    <p:sldId id="292" r:id="rId13"/>
    <p:sldId id="304" r:id="rId14"/>
    <p:sldId id="305" r:id="rId15"/>
    <p:sldId id="306" r:id="rId16"/>
    <p:sldId id="307" r:id="rId17"/>
    <p:sldId id="313" r:id="rId18"/>
    <p:sldId id="314" r:id="rId19"/>
    <p:sldId id="308" r:id="rId20"/>
    <p:sldId id="309" r:id="rId21"/>
    <p:sldId id="310" r:id="rId22"/>
    <p:sldId id="312" r:id="rId23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114B26-19FB-449E-A82D-75D16EA986A0}" v="73" dt="2025-03-04T22:30:01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26" autoAdjust="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y Díaz Ramírez" userId="df7d83af-54c1-43f9-a4ec-fea9744b3563" providerId="ADAL" clId="{1A114B26-19FB-449E-A82D-75D16EA986A0}"/>
    <pc:docChg chg="custSel delSld modSld modMainMaster">
      <pc:chgData name="Jenny Díaz Ramírez" userId="df7d83af-54c1-43f9-a4ec-fea9744b3563" providerId="ADAL" clId="{1A114B26-19FB-449E-A82D-75D16EA986A0}" dt="2025-03-04T22:30:42.361" v="153" actId="1076"/>
      <pc:docMkLst>
        <pc:docMk/>
      </pc:docMkLst>
      <pc:sldChg chg="del">
        <pc:chgData name="Jenny Díaz Ramírez" userId="df7d83af-54c1-43f9-a4ec-fea9744b3563" providerId="ADAL" clId="{1A114B26-19FB-449E-A82D-75D16EA986A0}" dt="2025-03-04T22:24:56.310" v="30" actId="47"/>
        <pc:sldMkLst>
          <pc:docMk/>
          <pc:sldMk cId="0" sldId="280"/>
        </pc:sldMkLst>
      </pc:sldChg>
      <pc:sldChg chg="delSp modSp mod">
        <pc:chgData name="Jenny Díaz Ramírez" userId="df7d83af-54c1-43f9-a4ec-fea9744b3563" providerId="ADAL" clId="{1A114B26-19FB-449E-A82D-75D16EA986A0}" dt="2025-03-04T22:26:27.391" v="60" actId="14100"/>
        <pc:sldMkLst>
          <pc:docMk/>
          <pc:sldMk cId="0" sldId="290"/>
        </pc:sldMkLst>
        <pc:spChg chg="mod">
          <ac:chgData name="Jenny Díaz Ramírez" userId="df7d83af-54c1-43f9-a4ec-fea9744b3563" providerId="ADAL" clId="{1A114B26-19FB-449E-A82D-75D16EA986A0}" dt="2025-03-04T22:26:27.391" v="60" actId="14100"/>
          <ac:spMkLst>
            <pc:docMk/>
            <pc:sldMk cId="0" sldId="290"/>
            <ac:spMk id="5" creationId="{00000000-0000-0000-0000-000000000000}"/>
          </ac:spMkLst>
        </pc:spChg>
        <pc:spChg chg="mod">
          <ac:chgData name="Jenny Díaz Ramírez" userId="df7d83af-54c1-43f9-a4ec-fea9744b3563" providerId="ADAL" clId="{1A114B26-19FB-449E-A82D-75D16EA986A0}" dt="2025-03-04T22:26:09.520" v="53" actId="207"/>
          <ac:spMkLst>
            <pc:docMk/>
            <pc:sldMk cId="0" sldId="290"/>
            <ac:spMk id="6" creationId="{00000000-0000-0000-0000-000000000000}"/>
          </ac:spMkLst>
        </pc:spChg>
        <pc:spChg chg="mod">
          <ac:chgData name="Jenny Díaz Ramírez" userId="df7d83af-54c1-43f9-a4ec-fea9744b3563" providerId="ADAL" clId="{1A114B26-19FB-449E-A82D-75D16EA986A0}" dt="2025-03-04T22:26:09.520" v="53" actId="207"/>
          <ac:spMkLst>
            <pc:docMk/>
            <pc:sldMk cId="0" sldId="290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1A114B26-19FB-449E-A82D-75D16EA986A0}" dt="2025-03-04T22:26:09.520" v="53" actId="207"/>
          <ac:spMkLst>
            <pc:docMk/>
            <pc:sldMk cId="0" sldId="290"/>
            <ac:spMk id="8" creationId="{00000000-0000-0000-0000-000000000000}"/>
          </ac:spMkLst>
        </pc:spChg>
        <pc:spChg chg="del">
          <ac:chgData name="Jenny Díaz Ramírez" userId="df7d83af-54c1-43f9-a4ec-fea9744b3563" providerId="ADAL" clId="{1A114B26-19FB-449E-A82D-75D16EA986A0}" dt="2025-03-04T22:26:19.346" v="55" actId="478"/>
          <ac:spMkLst>
            <pc:docMk/>
            <pc:sldMk cId="0" sldId="290"/>
            <ac:spMk id="9" creationId="{00000000-0000-0000-0000-000000000000}"/>
          </ac:spMkLst>
        </pc:spChg>
        <pc:graphicFrameChg chg="mod">
          <ac:chgData name="Jenny Díaz Ramírez" userId="df7d83af-54c1-43f9-a4ec-fea9744b3563" providerId="ADAL" clId="{1A114B26-19FB-449E-A82D-75D16EA986A0}" dt="2025-03-04T22:26:17.057" v="54" actId="1076"/>
          <ac:graphicFrameMkLst>
            <pc:docMk/>
            <pc:sldMk cId="0" sldId="290"/>
            <ac:graphicFrameMk id="4" creationId="{00000000-0000-0000-0000-000000000000}"/>
          </ac:graphicFrameMkLst>
        </pc:graphicFrameChg>
      </pc:sldChg>
      <pc:sldChg chg="delSp modSp mod">
        <pc:chgData name="Jenny Díaz Ramírez" userId="df7d83af-54c1-43f9-a4ec-fea9744b3563" providerId="ADAL" clId="{1A114B26-19FB-449E-A82D-75D16EA986A0}" dt="2025-03-04T22:27:10.574" v="74" actId="478"/>
        <pc:sldMkLst>
          <pc:docMk/>
          <pc:sldMk cId="0" sldId="292"/>
        </pc:sldMkLst>
        <pc:spChg chg="mod">
          <ac:chgData name="Jenny Díaz Ramírez" userId="df7d83af-54c1-43f9-a4ec-fea9744b3563" providerId="ADAL" clId="{1A114B26-19FB-449E-A82D-75D16EA986A0}" dt="2025-03-04T22:27:08.801" v="73" actId="207"/>
          <ac:spMkLst>
            <pc:docMk/>
            <pc:sldMk cId="0" sldId="292"/>
            <ac:spMk id="5" creationId="{00000000-0000-0000-0000-000000000000}"/>
          </ac:spMkLst>
        </pc:spChg>
        <pc:spChg chg="del">
          <ac:chgData name="Jenny Díaz Ramírez" userId="df7d83af-54c1-43f9-a4ec-fea9744b3563" providerId="ADAL" clId="{1A114B26-19FB-449E-A82D-75D16EA986A0}" dt="2025-03-04T22:27:10.574" v="74" actId="478"/>
          <ac:spMkLst>
            <pc:docMk/>
            <pc:sldMk cId="0" sldId="292"/>
            <ac:spMk id="6" creationId="{00000000-0000-0000-0000-000000000000}"/>
          </ac:spMkLst>
        </pc:spChg>
        <pc:graphicFrameChg chg="mod">
          <ac:chgData name="Jenny Díaz Ramírez" userId="df7d83af-54c1-43f9-a4ec-fea9744b3563" providerId="ADAL" clId="{1A114B26-19FB-449E-A82D-75D16EA986A0}" dt="2025-03-04T22:27:03.030" v="69" actId="1076"/>
          <ac:graphicFrameMkLst>
            <pc:docMk/>
            <pc:sldMk cId="0" sldId="292"/>
            <ac:graphicFrameMk id="4" creationId="{00000000-0000-0000-0000-000000000000}"/>
          </ac:graphicFrameMkLst>
        </pc:graphicFrameChg>
      </pc:sldChg>
      <pc:sldChg chg="delSp modSp mod">
        <pc:chgData name="Jenny Díaz Ramírez" userId="df7d83af-54c1-43f9-a4ec-fea9744b3563" providerId="ADAL" clId="{1A114B26-19FB-449E-A82D-75D16EA986A0}" dt="2025-03-04T22:25:08.405" v="33" actId="404"/>
        <pc:sldMkLst>
          <pc:docMk/>
          <pc:sldMk cId="0" sldId="299"/>
        </pc:sldMkLst>
        <pc:spChg chg="mod">
          <ac:chgData name="Jenny Díaz Ramírez" userId="df7d83af-54c1-43f9-a4ec-fea9744b3563" providerId="ADAL" clId="{1A114B26-19FB-449E-A82D-75D16EA986A0}" dt="2025-03-04T22:25:08.405" v="33" actId="404"/>
          <ac:spMkLst>
            <pc:docMk/>
            <pc:sldMk cId="0" sldId="299"/>
            <ac:spMk id="3" creationId="{00000000-0000-0000-0000-000000000000}"/>
          </ac:spMkLst>
        </pc:spChg>
        <pc:spChg chg="del">
          <ac:chgData name="Jenny Díaz Ramírez" userId="df7d83af-54c1-43f9-a4ec-fea9744b3563" providerId="ADAL" clId="{1A114B26-19FB-449E-A82D-75D16EA986A0}" dt="2025-03-04T22:25:01.098" v="31" actId="478"/>
          <ac:spMkLst>
            <pc:docMk/>
            <pc:sldMk cId="0" sldId="299"/>
            <ac:spMk id="5" creationId="{00000000-0000-0000-0000-000000000000}"/>
          </ac:spMkLst>
        </pc:spChg>
      </pc:sldChg>
      <pc:sldChg chg="delSp modSp mod">
        <pc:chgData name="Jenny Díaz Ramírez" userId="df7d83af-54c1-43f9-a4ec-fea9744b3563" providerId="ADAL" clId="{1A114B26-19FB-449E-A82D-75D16EA986A0}" dt="2025-03-04T22:24:51.346" v="29" actId="478"/>
        <pc:sldMkLst>
          <pc:docMk/>
          <pc:sldMk cId="0" sldId="300"/>
        </pc:sldMkLst>
        <pc:spChg chg="del">
          <ac:chgData name="Jenny Díaz Ramírez" userId="df7d83af-54c1-43f9-a4ec-fea9744b3563" providerId="ADAL" clId="{1A114B26-19FB-449E-A82D-75D16EA986A0}" dt="2025-03-04T22:24:51.346" v="29" actId="478"/>
          <ac:spMkLst>
            <pc:docMk/>
            <pc:sldMk cId="0" sldId="300"/>
            <ac:spMk id="5" creationId="{00000000-0000-0000-0000-000000000000}"/>
          </ac:spMkLst>
        </pc:spChg>
        <pc:spChg chg="mod">
          <ac:chgData name="Jenny Díaz Ramírez" userId="df7d83af-54c1-43f9-a4ec-fea9744b3563" providerId="ADAL" clId="{1A114B26-19FB-449E-A82D-75D16EA986A0}" dt="2025-03-04T22:24:48.869" v="28" actId="14100"/>
          <ac:spMkLst>
            <pc:docMk/>
            <pc:sldMk cId="0" sldId="300"/>
            <ac:spMk id="9" creationId="{00000000-0000-0000-0000-000000000000}"/>
          </ac:spMkLst>
        </pc:spChg>
        <pc:graphicFrameChg chg="mod">
          <ac:chgData name="Jenny Díaz Ramírez" userId="df7d83af-54c1-43f9-a4ec-fea9744b3563" providerId="ADAL" clId="{1A114B26-19FB-449E-A82D-75D16EA986A0}" dt="2025-03-04T22:24:38.706" v="21" actId="1076"/>
          <ac:graphicFrameMkLst>
            <pc:docMk/>
            <pc:sldMk cId="0" sldId="300"/>
            <ac:graphicFrameMk id="4" creationId="{00000000-0000-0000-0000-000000000000}"/>
          </ac:graphicFrameMkLst>
        </pc:graphicFrameChg>
        <pc:graphicFrameChg chg="mod">
          <ac:chgData name="Jenny Díaz Ramírez" userId="df7d83af-54c1-43f9-a4ec-fea9744b3563" providerId="ADAL" clId="{1A114B26-19FB-449E-A82D-75D16EA986A0}" dt="2025-03-04T22:24:41.584" v="22" actId="1076"/>
          <ac:graphicFrameMkLst>
            <pc:docMk/>
            <pc:sldMk cId="0" sldId="300"/>
            <ac:graphicFrameMk id="21507" creationId="{00000000-0000-0000-0000-000000000000}"/>
          </ac:graphicFrameMkLst>
        </pc:graphicFrameChg>
      </pc:sldChg>
      <pc:sldChg chg="addSp delSp modSp mod">
        <pc:chgData name="Jenny Díaz Ramírez" userId="df7d83af-54c1-43f9-a4ec-fea9744b3563" providerId="ADAL" clId="{1A114B26-19FB-449E-A82D-75D16EA986A0}" dt="2025-03-04T22:25:56.531" v="51" actId="478"/>
        <pc:sldMkLst>
          <pc:docMk/>
          <pc:sldMk cId="0" sldId="301"/>
        </pc:sldMkLst>
        <pc:spChg chg="mod">
          <ac:chgData name="Jenny Díaz Ramírez" userId="df7d83af-54c1-43f9-a4ec-fea9744b3563" providerId="ADAL" clId="{1A114B26-19FB-449E-A82D-75D16EA986A0}" dt="2025-03-04T22:25:41.067" v="46" actId="20577"/>
          <ac:spMkLst>
            <pc:docMk/>
            <pc:sldMk cId="0" sldId="301"/>
            <ac:spMk id="3" creationId="{00000000-0000-0000-0000-000000000000}"/>
          </ac:spMkLst>
        </pc:spChg>
        <pc:spChg chg="del">
          <ac:chgData name="Jenny Díaz Ramírez" userId="df7d83af-54c1-43f9-a4ec-fea9744b3563" providerId="ADAL" clId="{1A114B26-19FB-449E-A82D-75D16EA986A0}" dt="2025-03-04T22:25:56.531" v="51" actId="478"/>
          <ac:spMkLst>
            <pc:docMk/>
            <pc:sldMk cId="0" sldId="301"/>
            <ac:spMk id="5" creationId="{00000000-0000-0000-0000-000000000000}"/>
          </ac:spMkLst>
        </pc:spChg>
        <pc:graphicFrameChg chg="add del modGraphic">
          <ac:chgData name="Jenny Díaz Ramírez" userId="df7d83af-54c1-43f9-a4ec-fea9744b3563" providerId="ADAL" clId="{1A114B26-19FB-449E-A82D-75D16EA986A0}" dt="2025-03-04T22:25:28.999" v="40" actId="478"/>
          <ac:graphicFrameMkLst>
            <pc:docMk/>
            <pc:sldMk cId="0" sldId="301"/>
            <ac:graphicFrameMk id="7" creationId="{92D026A1-F348-5AD3-0E4E-EF693F33E3C3}"/>
          </ac:graphicFrameMkLst>
        </pc:graphicFrameChg>
      </pc:sldChg>
      <pc:sldChg chg="delSp modSp mod">
        <pc:chgData name="Jenny Díaz Ramírez" userId="df7d83af-54c1-43f9-a4ec-fea9744b3563" providerId="ADAL" clId="{1A114B26-19FB-449E-A82D-75D16EA986A0}" dt="2025-03-04T22:25:53.717" v="50" actId="478"/>
        <pc:sldMkLst>
          <pc:docMk/>
          <pc:sldMk cId="0" sldId="302"/>
        </pc:sldMkLst>
        <pc:spChg chg="del">
          <ac:chgData name="Jenny Díaz Ramírez" userId="df7d83af-54c1-43f9-a4ec-fea9744b3563" providerId="ADAL" clId="{1A114B26-19FB-449E-A82D-75D16EA986A0}" dt="2025-03-04T22:25:53.717" v="50" actId="478"/>
          <ac:spMkLst>
            <pc:docMk/>
            <pc:sldMk cId="0" sldId="302"/>
            <ac:spMk id="5" creationId="{00000000-0000-0000-0000-000000000000}"/>
          </ac:spMkLst>
        </pc:spChg>
        <pc:graphicFrameChg chg="mod">
          <ac:chgData name="Jenny Díaz Ramírez" userId="df7d83af-54c1-43f9-a4ec-fea9744b3563" providerId="ADAL" clId="{1A114B26-19FB-449E-A82D-75D16EA986A0}" dt="2025-03-04T22:25:51.875" v="49" actId="14100"/>
          <ac:graphicFrameMkLst>
            <pc:docMk/>
            <pc:sldMk cId="0" sldId="302"/>
            <ac:graphicFrameMk id="4" creationId="{00000000-0000-0000-0000-000000000000}"/>
          </ac:graphicFrameMkLst>
        </pc:graphicFrameChg>
      </pc:sldChg>
      <pc:sldChg chg="delSp modSp mod">
        <pc:chgData name="Jenny Díaz Ramírez" userId="df7d83af-54c1-43f9-a4ec-fea9744b3563" providerId="ADAL" clId="{1A114B26-19FB-449E-A82D-75D16EA986A0}" dt="2025-03-04T22:26:58.010" v="68" actId="1076"/>
        <pc:sldMkLst>
          <pc:docMk/>
          <pc:sldMk cId="0" sldId="303"/>
        </pc:sldMkLst>
        <pc:spChg chg="mod">
          <ac:chgData name="Jenny Díaz Ramírez" userId="df7d83af-54c1-43f9-a4ec-fea9744b3563" providerId="ADAL" clId="{1A114B26-19FB-449E-A82D-75D16EA986A0}" dt="2025-03-04T22:26:50.903" v="66" actId="14100"/>
          <ac:spMkLst>
            <pc:docMk/>
            <pc:sldMk cId="0" sldId="303"/>
            <ac:spMk id="5" creationId="{00000000-0000-0000-0000-000000000000}"/>
          </ac:spMkLst>
        </pc:spChg>
        <pc:spChg chg="del">
          <ac:chgData name="Jenny Díaz Ramírez" userId="df7d83af-54c1-43f9-a4ec-fea9744b3563" providerId="ADAL" clId="{1A114B26-19FB-449E-A82D-75D16EA986A0}" dt="2025-03-04T22:26:52.969" v="67" actId="478"/>
          <ac:spMkLst>
            <pc:docMk/>
            <pc:sldMk cId="0" sldId="303"/>
            <ac:spMk id="10" creationId="{00000000-0000-0000-0000-000000000000}"/>
          </ac:spMkLst>
        </pc:spChg>
        <pc:graphicFrameChg chg="mod">
          <ac:chgData name="Jenny Díaz Ramírez" userId="df7d83af-54c1-43f9-a4ec-fea9744b3563" providerId="ADAL" clId="{1A114B26-19FB-449E-A82D-75D16EA986A0}" dt="2025-03-04T22:26:58.010" v="68" actId="1076"/>
          <ac:graphicFrameMkLst>
            <pc:docMk/>
            <pc:sldMk cId="0" sldId="303"/>
            <ac:graphicFrameMk id="4" creationId="{00000000-0000-0000-0000-000000000000}"/>
          </ac:graphicFrameMkLst>
        </pc:graphicFrameChg>
      </pc:sldChg>
      <pc:sldChg chg="delSp modSp mod">
        <pc:chgData name="Jenny Díaz Ramírez" userId="df7d83af-54c1-43f9-a4ec-fea9744b3563" providerId="ADAL" clId="{1A114B26-19FB-449E-A82D-75D16EA986A0}" dt="2025-03-04T22:27:19.290" v="77" actId="478"/>
        <pc:sldMkLst>
          <pc:docMk/>
          <pc:sldMk cId="0" sldId="304"/>
        </pc:sldMkLst>
        <pc:spChg chg="del">
          <ac:chgData name="Jenny Díaz Ramírez" userId="df7d83af-54c1-43f9-a4ec-fea9744b3563" providerId="ADAL" clId="{1A114B26-19FB-449E-A82D-75D16EA986A0}" dt="2025-03-04T22:27:19.290" v="77" actId="478"/>
          <ac:spMkLst>
            <pc:docMk/>
            <pc:sldMk cId="0" sldId="304"/>
            <ac:spMk id="5" creationId="{00000000-0000-0000-0000-000000000000}"/>
          </ac:spMkLst>
        </pc:spChg>
        <pc:graphicFrameChg chg="mod">
          <ac:chgData name="Jenny Díaz Ramírez" userId="df7d83af-54c1-43f9-a4ec-fea9744b3563" providerId="ADAL" clId="{1A114B26-19FB-449E-A82D-75D16EA986A0}" dt="2025-03-04T22:27:17.714" v="76" actId="1076"/>
          <ac:graphicFrameMkLst>
            <pc:docMk/>
            <pc:sldMk cId="0" sldId="304"/>
            <ac:graphicFrameMk id="4" creationId="{00000000-0000-0000-0000-000000000000}"/>
          </ac:graphicFrameMkLst>
        </pc:graphicFrameChg>
      </pc:sldChg>
      <pc:sldChg chg="delSp modSp mod">
        <pc:chgData name="Jenny Díaz Ramírez" userId="df7d83af-54c1-43f9-a4ec-fea9744b3563" providerId="ADAL" clId="{1A114B26-19FB-449E-A82D-75D16EA986A0}" dt="2025-03-04T22:27:46.251" v="82" actId="478"/>
        <pc:sldMkLst>
          <pc:docMk/>
          <pc:sldMk cId="0" sldId="305"/>
        </pc:sldMkLst>
        <pc:spChg chg="del">
          <ac:chgData name="Jenny Díaz Ramírez" userId="df7d83af-54c1-43f9-a4ec-fea9744b3563" providerId="ADAL" clId="{1A114B26-19FB-449E-A82D-75D16EA986A0}" dt="2025-03-04T22:27:46.251" v="82" actId="478"/>
          <ac:spMkLst>
            <pc:docMk/>
            <pc:sldMk cId="0" sldId="305"/>
            <ac:spMk id="4" creationId="{00000000-0000-0000-0000-000000000000}"/>
          </ac:spMkLst>
        </pc:spChg>
        <pc:graphicFrameChg chg="mod">
          <ac:chgData name="Jenny Díaz Ramírez" userId="df7d83af-54c1-43f9-a4ec-fea9744b3563" providerId="ADAL" clId="{1A114B26-19FB-449E-A82D-75D16EA986A0}" dt="2025-03-04T22:27:35.114" v="80" actId="12269"/>
          <ac:graphicFrameMkLst>
            <pc:docMk/>
            <pc:sldMk cId="0" sldId="305"/>
            <ac:graphicFrameMk id="14" creationId="{00000000-0000-0000-0000-000000000000}"/>
          </ac:graphicFrameMkLst>
        </pc:graphicFrameChg>
      </pc:sldChg>
      <pc:sldChg chg="delSp mod">
        <pc:chgData name="Jenny Díaz Ramírez" userId="df7d83af-54c1-43f9-a4ec-fea9744b3563" providerId="ADAL" clId="{1A114B26-19FB-449E-A82D-75D16EA986A0}" dt="2025-03-04T22:27:43.726" v="81" actId="478"/>
        <pc:sldMkLst>
          <pc:docMk/>
          <pc:sldMk cId="0" sldId="306"/>
        </pc:sldMkLst>
        <pc:spChg chg="del">
          <ac:chgData name="Jenny Díaz Ramírez" userId="df7d83af-54c1-43f9-a4ec-fea9744b3563" providerId="ADAL" clId="{1A114B26-19FB-449E-A82D-75D16EA986A0}" dt="2025-03-04T22:27:43.726" v="81" actId="478"/>
          <ac:spMkLst>
            <pc:docMk/>
            <pc:sldMk cId="0" sldId="306"/>
            <ac:spMk id="4" creationId="{00000000-0000-0000-0000-000000000000}"/>
          </ac:spMkLst>
        </pc:spChg>
      </pc:sldChg>
      <pc:sldChg chg="delSp modSp mod">
        <pc:chgData name="Jenny Díaz Ramírez" userId="df7d83af-54c1-43f9-a4ec-fea9744b3563" providerId="ADAL" clId="{1A114B26-19FB-449E-A82D-75D16EA986A0}" dt="2025-03-04T22:27:55.365" v="86" actId="478"/>
        <pc:sldMkLst>
          <pc:docMk/>
          <pc:sldMk cId="0" sldId="307"/>
        </pc:sldMkLst>
        <pc:spChg chg="del">
          <ac:chgData name="Jenny Díaz Ramírez" userId="df7d83af-54c1-43f9-a4ec-fea9744b3563" providerId="ADAL" clId="{1A114B26-19FB-449E-A82D-75D16EA986A0}" dt="2025-03-04T22:27:55.365" v="86" actId="478"/>
          <ac:spMkLst>
            <pc:docMk/>
            <pc:sldMk cId="0" sldId="307"/>
            <ac:spMk id="5" creationId="{00000000-0000-0000-0000-000000000000}"/>
          </ac:spMkLst>
        </pc:spChg>
        <pc:graphicFrameChg chg="mod">
          <ac:chgData name="Jenny Díaz Ramírez" userId="df7d83af-54c1-43f9-a4ec-fea9744b3563" providerId="ADAL" clId="{1A114B26-19FB-449E-A82D-75D16EA986A0}" dt="2025-03-04T22:27:53.603" v="85" actId="1076"/>
          <ac:graphicFrameMkLst>
            <pc:docMk/>
            <pc:sldMk cId="0" sldId="307"/>
            <ac:graphicFrameMk id="4" creationId="{00000000-0000-0000-0000-000000000000}"/>
          </ac:graphicFrameMkLst>
        </pc:graphicFrameChg>
      </pc:sldChg>
      <pc:sldChg chg="delSp modSp mod">
        <pc:chgData name="Jenny Díaz Ramírez" userId="df7d83af-54c1-43f9-a4ec-fea9744b3563" providerId="ADAL" clId="{1A114B26-19FB-449E-A82D-75D16EA986A0}" dt="2025-03-04T22:29:06.904" v="109" actId="14100"/>
        <pc:sldMkLst>
          <pc:docMk/>
          <pc:sldMk cId="0" sldId="308"/>
        </pc:sldMkLst>
        <pc:spChg chg="mod">
          <ac:chgData name="Jenny Díaz Ramírez" userId="df7d83af-54c1-43f9-a4ec-fea9744b3563" providerId="ADAL" clId="{1A114B26-19FB-449E-A82D-75D16EA986A0}" dt="2025-03-04T22:29:01.439" v="107" actId="14100"/>
          <ac:spMkLst>
            <pc:docMk/>
            <pc:sldMk cId="0" sldId="308"/>
            <ac:spMk id="5" creationId="{00000000-0000-0000-0000-000000000000}"/>
          </ac:spMkLst>
        </pc:spChg>
        <pc:spChg chg="mod">
          <ac:chgData name="Jenny Díaz Ramírez" userId="df7d83af-54c1-43f9-a4ec-fea9744b3563" providerId="ADAL" clId="{1A114B26-19FB-449E-A82D-75D16EA986A0}" dt="2025-03-04T22:28:53.390" v="103" actId="1076"/>
          <ac:spMkLst>
            <pc:docMk/>
            <pc:sldMk cId="0" sldId="308"/>
            <ac:spMk id="6" creationId="{00000000-0000-0000-0000-000000000000}"/>
          </ac:spMkLst>
        </pc:spChg>
        <pc:spChg chg="mod">
          <ac:chgData name="Jenny Díaz Ramírez" userId="df7d83af-54c1-43f9-a4ec-fea9744b3563" providerId="ADAL" clId="{1A114B26-19FB-449E-A82D-75D16EA986A0}" dt="2025-03-04T22:28:53.390" v="103" actId="1076"/>
          <ac:spMkLst>
            <pc:docMk/>
            <pc:sldMk cId="0" sldId="308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1A114B26-19FB-449E-A82D-75D16EA986A0}" dt="2025-03-04T22:29:06.904" v="109" actId="14100"/>
          <ac:spMkLst>
            <pc:docMk/>
            <pc:sldMk cId="0" sldId="308"/>
            <ac:spMk id="8" creationId="{00000000-0000-0000-0000-000000000000}"/>
          </ac:spMkLst>
        </pc:spChg>
        <pc:spChg chg="del">
          <ac:chgData name="Jenny Díaz Ramírez" userId="df7d83af-54c1-43f9-a4ec-fea9744b3563" providerId="ADAL" clId="{1A114B26-19FB-449E-A82D-75D16EA986A0}" dt="2025-03-04T22:29:03.335" v="108" actId="478"/>
          <ac:spMkLst>
            <pc:docMk/>
            <pc:sldMk cId="0" sldId="308"/>
            <ac:spMk id="9" creationId="{00000000-0000-0000-0000-000000000000}"/>
          </ac:spMkLst>
        </pc:spChg>
        <pc:graphicFrameChg chg="mod">
          <ac:chgData name="Jenny Díaz Ramírez" userId="df7d83af-54c1-43f9-a4ec-fea9744b3563" providerId="ADAL" clId="{1A114B26-19FB-449E-A82D-75D16EA986A0}" dt="2025-03-04T22:28:45.015" v="101" actId="1076"/>
          <ac:graphicFrameMkLst>
            <pc:docMk/>
            <pc:sldMk cId="0" sldId="308"/>
            <ac:graphicFrameMk id="4" creationId="{00000000-0000-0000-0000-000000000000}"/>
          </ac:graphicFrameMkLst>
        </pc:graphicFrameChg>
      </pc:sldChg>
      <pc:sldChg chg="delSp modSp mod">
        <pc:chgData name="Jenny Díaz Ramírez" userId="df7d83af-54c1-43f9-a4ec-fea9744b3563" providerId="ADAL" clId="{1A114B26-19FB-449E-A82D-75D16EA986A0}" dt="2025-03-04T22:29:23.678" v="117" actId="478"/>
        <pc:sldMkLst>
          <pc:docMk/>
          <pc:sldMk cId="0" sldId="310"/>
        </pc:sldMkLst>
        <pc:spChg chg="mod">
          <ac:chgData name="Jenny Díaz Ramírez" userId="df7d83af-54c1-43f9-a4ec-fea9744b3563" providerId="ADAL" clId="{1A114B26-19FB-449E-A82D-75D16EA986A0}" dt="2025-03-04T22:29:19.754" v="116" actId="207"/>
          <ac:spMkLst>
            <pc:docMk/>
            <pc:sldMk cId="0" sldId="310"/>
            <ac:spMk id="5" creationId="{00000000-0000-0000-0000-000000000000}"/>
          </ac:spMkLst>
        </pc:spChg>
        <pc:spChg chg="del">
          <ac:chgData name="Jenny Díaz Ramírez" userId="df7d83af-54c1-43f9-a4ec-fea9744b3563" providerId="ADAL" clId="{1A114B26-19FB-449E-A82D-75D16EA986A0}" dt="2025-03-04T22:29:23.678" v="117" actId="478"/>
          <ac:spMkLst>
            <pc:docMk/>
            <pc:sldMk cId="0" sldId="310"/>
            <ac:spMk id="6" creationId="{00000000-0000-0000-0000-000000000000}"/>
          </ac:spMkLst>
        </pc:spChg>
        <pc:graphicFrameChg chg="mod">
          <ac:chgData name="Jenny Díaz Ramírez" userId="df7d83af-54c1-43f9-a4ec-fea9744b3563" providerId="ADAL" clId="{1A114B26-19FB-449E-A82D-75D16EA986A0}" dt="2025-03-04T22:29:14.855" v="110" actId="1076"/>
          <ac:graphicFrameMkLst>
            <pc:docMk/>
            <pc:sldMk cId="0" sldId="310"/>
            <ac:graphicFrameMk id="4" creationId="{00000000-0000-0000-0000-000000000000}"/>
          </ac:graphicFrameMkLst>
        </pc:graphicFrameChg>
      </pc:sldChg>
      <pc:sldChg chg="delSp modSp mod">
        <pc:chgData name="Jenny Díaz Ramírez" userId="df7d83af-54c1-43f9-a4ec-fea9744b3563" providerId="ADAL" clId="{1A114B26-19FB-449E-A82D-75D16EA986A0}" dt="2025-03-04T22:30:05.586" v="147" actId="1076"/>
        <pc:sldMkLst>
          <pc:docMk/>
          <pc:sldMk cId="0" sldId="312"/>
        </pc:sldMkLst>
        <pc:spChg chg="mod">
          <ac:chgData name="Jenny Díaz Ramírez" userId="df7d83af-54c1-43f9-a4ec-fea9744b3563" providerId="ADAL" clId="{1A114B26-19FB-449E-A82D-75D16EA986A0}" dt="2025-03-04T22:29:39.324" v="121" actId="207"/>
          <ac:spMkLst>
            <pc:docMk/>
            <pc:sldMk cId="0" sldId="312"/>
            <ac:spMk id="5" creationId="{00000000-0000-0000-0000-000000000000}"/>
          </ac:spMkLst>
        </pc:spChg>
        <pc:spChg chg="del">
          <ac:chgData name="Jenny Díaz Ramírez" userId="df7d83af-54c1-43f9-a4ec-fea9744b3563" providerId="ADAL" clId="{1A114B26-19FB-449E-A82D-75D16EA986A0}" dt="2025-03-04T22:29:33.079" v="119" actId="478"/>
          <ac:spMkLst>
            <pc:docMk/>
            <pc:sldMk cId="0" sldId="312"/>
            <ac:spMk id="6" creationId="{00000000-0000-0000-0000-000000000000}"/>
          </ac:spMkLst>
        </pc:spChg>
        <pc:spChg chg="mod">
          <ac:chgData name="Jenny Díaz Ramírez" userId="df7d83af-54c1-43f9-a4ec-fea9744b3563" providerId="ADAL" clId="{1A114B26-19FB-449E-A82D-75D16EA986A0}" dt="2025-03-04T22:30:05.586" v="147" actId="1076"/>
          <ac:spMkLst>
            <pc:docMk/>
            <pc:sldMk cId="0" sldId="312"/>
            <ac:spMk id="12" creationId="{00000000-0000-0000-0000-000000000000}"/>
          </ac:spMkLst>
        </pc:spChg>
        <pc:graphicFrameChg chg="mod">
          <ac:chgData name="Jenny Díaz Ramírez" userId="df7d83af-54c1-43f9-a4ec-fea9744b3563" providerId="ADAL" clId="{1A114B26-19FB-449E-A82D-75D16EA986A0}" dt="2025-03-04T22:29:31.419" v="118" actId="1076"/>
          <ac:graphicFrameMkLst>
            <pc:docMk/>
            <pc:sldMk cId="0" sldId="312"/>
            <ac:graphicFrameMk id="4" creationId="{00000000-0000-0000-0000-000000000000}"/>
          </ac:graphicFrameMkLst>
        </pc:graphicFrameChg>
      </pc:sldChg>
      <pc:sldChg chg="delSp modSp mod">
        <pc:chgData name="Jenny Díaz Ramírez" userId="df7d83af-54c1-43f9-a4ec-fea9744b3563" providerId="ADAL" clId="{1A114B26-19FB-449E-A82D-75D16EA986A0}" dt="2025-03-04T22:28:16.930" v="92" actId="478"/>
        <pc:sldMkLst>
          <pc:docMk/>
          <pc:sldMk cId="1392069639" sldId="313"/>
        </pc:sldMkLst>
        <pc:spChg chg="del">
          <ac:chgData name="Jenny Díaz Ramírez" userId="df7d83af-54c1-43f9-a4ec-fea9744b3563" providerId="ADAL" clId="{1A114B26-19FB-449E-A82D-75D16EA986A0}" dt="2025-03-04T22:28:09.626" v="90" actId="478"/>
          <ac:spMkLst>
            <pc:docMk/>
            <pc:sldMk cId="1392069639" sldId="313"/>
            <ac:spMk id="3" creationId="{89E9FE9A-DBA9-EA30-1016-A51C7DD606C3}"/>
          </ac:spMkLst>
        </pc:spChg>
        <pc:spChg chg="del">
          <ac:chgData name="Jenny Díaz Ramírez" userId="df7d83af-54c1-43f9-a4ec-fea9744b3563" providerId="ADAL" clId="{1A114B26-19FB-449E-A82D-75D16EA986A0}" dt="2025-03-04T22:28:16.930" v="92" actId="478"/>
          <ac:spMkLst>
            <pc:docMk/>
            <pc:sldMk cId="1392069639" sldId="313"/>
            <ac:spMk id="4" creationId="{00000000-0000-0000-0000-000000000000}"/>
          </ac:spMkLst>
        </pc:spChg>
        <pc:spChg chg="mod">
          <ac:chgData name="Jenny Díaz Ramírez" userId="df7d83af-54c1-43f9-a4ec-fea9744b3563" providerId="ADAL" clId="{1A114B26-19FB-449E-A82D-75D16EA986A0}" dt="2025-03-04T22:28:06.461" v="89" actId="207"/>
          <ac:spMkLst>
            <pc:docMk/>
            <pc:sldMk cId="1392069639" sldId="313"/>
            <ac:spMk id="8" creationId="{00000000-0000-0000-0000-000000000000}"/>
          </ac:spMkLst>
        </pc:spChg>
        <pc:spChg chg="mod">
          <ac:chgData name="Jenny Díaz Ramírez" userId="df7d83af-54c1-43f9-a4ec-fea9744b3563" providerId="ADAL" clId="{1A114B26-19FB-449E-A82D-75D16EA986A0}" dt="2025-03-04T22:28:14.100" v="91" actId="1076"/>
          <ac:spMkLst>
            <pc:docMk/>
            <pc:sldMk cId="1392069639" sldId="313"/>
            <ac:spMk id="9" creationId="{00000000-0000-0000-0000-000000000000}"/>
          </ac:spMkLst>
        </pc:spChg>
        <pc:graphicFrameChg chg="mod">
          <ac:chgData name="Jenny Díaz Ramírez" userId="df7d83af-54c1-43f9-a4ec-fea9744b3563" providerId="ADAL" clId="{1A114B26-19FB-449E-A82D-75D16EA986A0}" dt="2025-03-04T22:28:03.703" v="88" actId="1076"/>
          <ac:graphicFrameMkLst>
            <pc:docMk/>
            <pc:sldMk cId="1392069639" sldId="313"/>
            <ac:graphicFrameMk id="7" creationId="{00000000-0000-0000-0000-000000000000}"/>
          </ac:graphicFrameMkLst>
        </pc:graphicFrameChg>
      </pc:sldChg>
      <pc:sldChg chg="delSp modSp mod">
        <pc:chgData name="Jenny Díaz Ramírez" userId="df7d83af-54c1-43f9-a4ec-fea9744b3563" providerId="ADAL" clId="{1A114B26-19FB-449E-A82D-75D16EA986A0}" dt="2025-03-04T22:28:37.098" v="100" actId="14100"/>
        <pc:sldMkLst>
          <pc:docMk/>
          <pc:sldMk cId="1905326669" sldId="314"/>
        </pc:sldMkLst>
        <pc:spChg chg="del">
          <ac:chgData name="Jenny Díaz Ramírez" userId="df7d83af-54c1-43f9-a4ec-fea9744b3563" providerId="ADAL" clId="{1A114B26-19FB-449E-A82D-75D16EA986A0}" dt="2025-03-04T22:28:31.256" v="97" actId="478"/>
          <ac:spMkLst>
            <pc:docMk/>
            <pc:sldMk cId="1905326669" sldId="314"/>
            <ac:spMk id="4" creationId="{00000000-0000-0000-0000-000000000000}"/>
          </ac:spMkLst>
        </pc:spChg>
        <pc:spChg chg="del">
          <ac:chgData name="Jenny Díaz Ramírez" userId="df7d83af-54c1-43f9-a4ec-fea9744b3563" providerId="ADAL" clId="{1A114B26-19FB-449E-A82D-75D16EA986A0}" dt="2025-03-04T22:28:19.146" v="93" actId="478"/>
          <ac:spMkLst>
            <pc:docMk/>
            <pc:sldMk cId="1905326669" sldId="314"/>
            <ac:spMk id="6" creationId="{90BF3FC1-A172-F1D8-3A6D-16AD508890F6}"/>
          </ac:spMkLst>
        </pc:spChg>
        <pc:spChg chg="mod">
          <ac:chgData name="Jenny Díaz Ramírez" userId="df7d83af-54c1-43f9-a4ec-fea9744b3563" providerId="ADAL" clId="{1A114B26-19FB-449E-A82D-75D16EA986A0}" dt="2025-03-04T22:28:29.169" v="96" actId="1076"/>
          <ac:spMkLst>
            <pc:docMk/>
            <pc:sldMk cId="1905326669" sldId="314"/>
            <ac:spMk id="9" creationId="{00000000-0000-0000-0000-000000000000}"/>
          </ac:spMkLst>
        </pc:spChg>
        <pc:spChg chg="mod">
          <ac:chgData name="Jenny Díaz Ramírez" userId="df7d83af-54c1-43f9-a4ec-fea9744b3563" providerId="ADAL" clId="{1A114B26-19FB-449E-A82D-75D16EA986A0}" dt="2025-03-04T22:28:37.098" v="100" actId="14100"/>
          <ac:spMkLst>
            <pc:docMk/>
            <pc:sldMk cId="1905326669" sldId="314"/>
            <ac:spMk id="10" creationId="{00000000-0000-0000-0000-000000000000}"/>
          </ac:spMkLst>
        </pc:spChg>
      </pc:sldChg>
      <pc:sldChg chg="delSp modSp mod">
        <pc:chgData name="Jenny Díaz Ramírez" userId="df7d83af-54c1-43f9-a4ec-fea9744b3563" providerId="ADAL" clId="{1A114B26-19FB-449E-A82D-75D16EA986A0}" dt="2025-03-04T22:24:24.054" v="19" actId="478"/>
        <pc:sldMkLst>
          <pc:docMk/>
          <pc:sldMk cId="529042108" sldId="346"/>
        </pc:sldMkLst>
        <pc:spChg chg="del">
          <ac:chgData name="Jenny Díaz Ramírez" userId="df7d83af-54c1-43f9-a4ec-fea9744b3563" providerId="ADAL" clId="{1A114B26-19FB-449E-A82D-75D16EA986A0}" dt="2025-03-04T22:24:24.054" v="19" actId="478"/>
          <ac:spMkLst>
            <pc:docMk/>
            <pc:sldMk cId="529042108" sldId="346"/>
            <ac:spMk id="8" creationId="{3D6659FD-4AD5-AD04-190D-C781908847BA}"/>
          </ac:spMkLst>
        </pc:spChg>
        <pc:graphicFrameChg chg="mod">
          <ac:chgData name="Jenny Díaz Ramírez" userId="df7d83af-54c1-43f9-a4ec-fea9744b3563" providerId="ADAL" clId="{1A114B26-19FB-449E-A82D-75D16EA986A0}" dt="2025-03-04T22:23:57.581" v="14" actId="20577"/>
          <ac:graphicFrameMkLst>
            <pc:docMk/>
            <pc:sldMk cId="529042108" sldId="346"/>
            <ac:graphicFrameMk id="5" creationId="{00000000-0000-0000-0000-000000000000}"/>
          </ac:graphicFrameMkLst>
        </pc:graphicFrameChg>
      </pc:sldChg>
      <pc:sldMasterChg chg="addSp modSp mod modSldLayout">
        <pc:chgData name="Jenny Díaz Ramírez" userId="df7d83af-54c1-43f9-a4ec-fea9744b3563" providerId="ADAL" clId="{1A114B26-19FB-449E-A82D-75D16EA986A0}" dt="2025-03-04T22:30:42.361" v="153" actId="1076"/>
        <pc:sldMasterMkLst>
          <pc:docMk/>
          <pc:sldMasterMk cId="3515892240" sldId="2147483658"/>
        </pc:sldMasterMkLst>
        <pc:spChg chg="add mod">
          <ac:chgData name="Jenny Díaz Ramírez" userId="df7d83af-54c1-43f9-a4ec-fea9744b3563" providerId="ADAL" clId="{1A114B26-19FB-449E-A82D-75D16EA986A0}" dt="2025-03-04T22:30:42.361" v="153" actId="1076"/>
          <ac:spMkLst>
            <pc:docMk/>
            <pc:sldMasterMk cId="3515892240" sldId="2147483658"/>
            <ac:spMk id="5" creationId="{58DBCD42-5575-0FDF-5C9C-C17952DFC8C7}"/>
          </ac:spMkLst>
        </pc:spChg>
        <pc:sldLayoutChg chg="addSp delSp modSp mod">
          <pc:chgData name="Jenny Díaz Ramírez" userId="df7d83af-54c1-43f9-a4ec-fea9744b3563" providerId="ADAL" clId="{1A114B26-19FB-449E-A82D-75D16EA986A0}" dt="2025-03-04T22:24:13.745" v="17" actId="21"/>
          <pc:sldLayoutMkLst>
            <pc:docMk/>
            <pc:sldMasterMk cId="3515892240" sldId="2147483658"/>
            <pc:sldLayoutMk cId="2598890964" sldId="2147483700"/>
          </pc:sldLayoutMkLst>
          <pc:spChg chg="add del mod">
            <ac:chgData name="Jenny Díaz Ramírez" userId="df7d83af-54c1-43f9-a4ec-fea9744b3563" providerId="ADAL" clId="{1A114B26-19FB-449E-A82D-75D16EA986A0}" dt="2025-03-04T22:24:13.745" v="17" actId="21"/>
            <ac:spMkLst>
              <pc:docMk/>
              <pc:sldMasterMk cId="3515892240" sldId="2147483658"/>
              <pc:sldLayoutMk cId="2598890964" sldId="2147483700"/>
              <ac:spMk id="5" creationId="{58DBCD42-5575-0FDF-5C9C-C17952DFC8C7}"/>
            </ac:spMkLst>
          </pc:spChg>
        </pc:sldLayoutChg>
      </pc:sldMasterChg>
    </pc:docChg>
  </pc:docChgLst>
  <pc:docChgLst>
    <pc:chgData name="Jenny Díaz Ramírez" userId="df7d83af-54c1-43f9-a4ec-fea9744b3563" providerId="ADAL" clId="{A45234B8-4EA4-4FA1-A7BE-C8AD1AA5A46F}"/>
    <pc:docChg chg="custSel addSld delSld modSld">
      <pc:chgData name="Jenny Díaz Ramírez" userId="df7d83af-54c1-43f9-a4ec-fea9744b3563" providerId="ADAL" clId="{A45234B8-4EA4-4FA1-A7BE-C8AD1AA5A46F}" dt="2025-02-21T21:59:57.177" v="3" actId="700"/>
      <pc:docMkLst>
        <pc:docMk/>
      </pc:docMkLst>
      <pc:sldChg chg="modSp add del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280"/>
        </pc:sldMkLst>
      </pc:sldChg>
      <pc:sldChg chg="del">
        <pc:chgData name="Jenny Díaz Ramírez" userId="df7d83af-54c1-43f9-a4ec-fea9744b3563" providerId="ADAL" clId="{A45234B8-4EA4-4FA1-A7BE-C8AD1AA5A46F}" dt="2025-02-21T21:59:20.155" v="0" actId="47"/>
        <pc:sldMkLst>
          <pc:docMk/>
          <pc:sldMk cId="0" sldId="287"/>
        </pc:sldMkLst>
      </pc:sldChg>
      <pc:sldChg chg="del">
        <pc:chgData name="Jenny Díaz Ramírez" userId="df7d83af-54c1-43f9-a4ec-fea9744b3563" providerId="ADAL" clId="{A45234B8-4EA4-4FA1-A7BE-C8AD1AA5A46F}" dt="2025-02-21T21:59:20.155" v="0" actId="47"/>
        <pc:sldMkLst>
          <pc:docMk/>
          <pc:sldMk cId="0" sldId="288"/>
        </pc:sldMkLst>
      </pc:sldChg>
      <pc:sldChg chg="del">
        <pc:chgData name="Jenny Díaz Ramírez" userId="df7d83af-54c1-43f9-a4ec-fea9744b3563" providerId="ADAL" clId="{A45234B8-4EA4-4FA1-A7BE-C8AD1AA5A46F}" dt="2025-02-21T21:59:20.155" v="0" actId="47"/>
        <pc:sldMkLst>
          <pc:docMk/>
          <pc:sldMk cId="0" sldId="289"/>
        </pc:sldMkLst>
      </pc:sldChg>
      <pc:sldChg chg="modSp add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290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290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290"/>
            <ac:spMk id="3" creationId="{00000000-0000-0000-0000-000000000000}"/>
          </ac:spMkLst>
        </pc:spChg>
        <pc:graphicFrameChg chg="mod ord modGraphic">
          <ac:chgData name="Jenny Díaz Ramírez" userId="df7d83af-54c1-43f9-a4ec-fea9744b3563" providerId="ADAL" clId="{A45234B8-4EA4-4FA1-A7BE-C8AD1AA5A46F}" dt="2025-02-21T21:59:57.177" v="3" actId="700"/>
          <ac:graphicFrameMkLst>
            <pc:docMk/>
            <pc:sldMk cId="0" sldId="290"/>
            <ac:graphicFrameMk id="4" creationId="{00000000-0000-0000-0000-000000000000}"/>
          </ac:graphicFrameMkLst>
        </pc:graphicFrameChg>
      </pc:sldChg>
      <pc:sldChg chg="del">
        <pc:chgData name="Jenny Díaz Ramírez" userId="df7d83af-54c1-43f9-a4ec-fea9744b3563" providerId="ADAL" clId="{A45234B8-4EA4-4FA1-A7BE-C8AD1AA5A46F}" dt="2025-02-21T21:59:24.477" v="1" actId="47"/>
        <pc:sldMkLst>
          <pc:docMk/>
          <pc:sldMk cId="0" sldId="291"/>
        </pc:sldMkLst>
      </pc:sldChg>
      <pc:sldChg chg="modSp add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292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292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292"/>
            <ac:spMk id="3" creationId="{00000000-0000-0000-0000-000000000000}"/>
          </ac:spMkLst>
        </pc:spChg>
        <pc:graphicFrameChg chg="mod ord modGraphic">
          <ac:chgData name="Jenny Díaz Ramírez" userId="df7d83af-54c1-43f9-a4ec-fea9744b3563" providerId="ADAL" clId="{A45234B8-4EA4-4FA1-A7BE-C8AD1AA5A46F}" dt="2025-02-21T21:59:57.177" v="3" actId="700"/>
          <ac:graphicFrameMkLst>
            <pc:docMk/>
            <pc:sldMk cId="0" sldId="292"/>
            <ac:graphicFrameMk id="4" creationId="{00000000-0000-0000-0000-000000000000}"/>
          </ac:graphicFrameMkLst>
        </pc:graphicFrameChg>
      </pc:sldChg>
      <pc:sldChg chg="modSp add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299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299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299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299"/>
            <ac:spMk id="4" creationId="{00000000-0000-0000-0000-000000000000}"/>
          </ac:spMkLst>
        </pc:spChg>
      </pc:sldChg>
      <pc:sldChg chg="modSp add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300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0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0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0"/>
            <ac:spMk id="7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0"/>
            <ac:spMk id="8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0"/>
            <ac:spMk id="9" creationId="{00000000-0000-0000-0000-000000000000}"/>
          </ac:spMkLst>
        </pc:spChg>
        <pc:graphicFrameChg chg="mod ord">
          <ac:chgData name="Jenny Díaz Ramírez" userId="df7d83af-54c1-43f9-a4ec-fea9744b3563" providerId="ADAL" clId="{A45234B8-4EA4-4FA1-A7BE-C8AD1AA5A46F}" dt="2025-02-21T21:59:57.177" v="3" actId="700"/>
          <ac:graphicFrameMkLst>
            <pc:docMk/>
            <pc:sldMk cId="0" sldId="300"/>
            <ac:graphicFrameMk id="4" creationId="{00000000-0000-0000-0000-000000000000}"/>
          </ac:graphicFrameMkLst>
        </pc:graphicFrameChg>
      </pc:sldChg>
      <pc:sldChg chg="modSp add del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301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1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1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1"/>
            <ac:spMk id="4" creationId="{00000000-0000-0000-0000-000000000000}"/>
          </ac:spMkLst>
        </pc:spChg>
      </pc:sldChg>
      <pc:sldChg chg="modSp add del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302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2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2"/>
            <ac:spMk id="3" creationId="{00000000-0000-0000-0000-000000000000}"/>
          </ac:spMkLst>
        </pc:spChg>
        <pc:graphicFrameChg chg="mod ord">
          <ac:chgData name="Jenny Díaz Ramírez" userId="df7d83af-54c1-43f9-a4ec-fea9744b3563" providerId="ADAL" clId="{A45234B8-4EA4-4FA1-A7BE-C8AD1AA5A46F}" dt="2025-02-21T21:59:57.177" v="3" actId="700"/>
          <ac:graphicFrameMkLst>
            <pc:docMk/>
            <pc:sldMk cId="0" sldId="302"/>
            <ac:graphicFrameMk id="4" creationId="{00000000-0000-0000-0000-000000000000}"/>
          </ac:graphicFrameMkLst>
        </pc:graphicFrameChg>
      </pc:sldChg>
      <pc:sldChg chg="modSp add del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303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3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3"/>
            <ac:spMk id="3" creationId="{00000000-0000-0000-0000-000000000000}"/>
          </ac:spMkLst>
        </pc:spChg>
        <pc:graphicFrameChg chg="mod ord modGraphic">
          <ac:chgData name="Jenny Díaz Ramírez" userId="df7d83af-54c1-43f9-a4ec-fea9744b3563" providerId="ADAL" clId="{A45234B8-4EA4-4FA1-A7BE-C8AD1AA5A46F}" dt="2025-02-21T21:59:57.177" v="3" actId="700"/>
          <ac:graphicFrameMkLst>
            <pc:docMk/>
            <pc:sldMk cId="0" sldId="303"/>
            <ac:graphicFrameMk id="4" creationId="{00000000-0000-0000-0000-000000000000}"/>
          </ac:graphicFrameMkLst>
        </pc:graphicFrameChg>
      </pc:sldChg>
      <pc:sldChg chg="modSp add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304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4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4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4"/>
            <ac:spMk id="7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4"/>
            <ac:spMk id="8" creationId="{00000000-0000-0000-0000-000000000000}"/>
          </ac:spMkLst>
        </pc:spChg>
        <pc:graphicFrameChg chg="mod ord">
          <ac:chgData name="Jenny Díaz Ramírez" userId="df7d83af-54c1-43f9-a4ec-fea9744b3563" providerId="ADAL" clId="{A45234B8-4EA4-4FA1-A7BE-C8AD1AA5A46F}" dt="2025-02-21T21:59:57.177" v="3" actId="700"/>
          <ac:graphicFrameMkLst>
            <pc:docMk/>
            <pc:sldMk cId="0" sldId="304"/>
            <ac:graphicFrameMk id="4" creationId="{00000000-0000-0000-0000-000000000000}"/>
          </ac:graphicFrameMkLst>
        </pc:graphicFrameChg>
      </pc:sldChg>
      <pc:sldChg chg="modSp add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305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5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5"/>
            <ac:spMk id="3" creationId="{00000000-0000-0000-0000-000000000000}"/>
          </ac:spMkLst>
        </pc:spChg>
        <pc:graphicFrameChg chg="mod ord">
          <ac:chgData name="Jenny Díaz Ramírez" userId="df7d83af-54c1-43f9-a4ec-fea9744b3563" providerId="ADAL" clId="{A45234B8-4EA4-4FA1-A7BE-C8AD1AA5A46F}" dt="2025-02-21T21:59:57.177" v="3" actId="700"/>
          <ac:graphicFrameMkLst>
            <pc:docMk/>
            <pc:sldMk cId="0" sldId="305"/>
            <ac:graphicFrameMk id="14" creationId="{00000000-0000-0000-0000-000000000000}"/>
          </ac:graphicFrameMkLst>
        </pc:graphicFrameChg>
      </pc:sldChg>
      <pc:sldChg chg="addSp modSp add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306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6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6"/>
            <ac:spMk id="3" creationId="{00000000-0000-0000-0000-000000000000}"/>
          </ac:spMkLst>
        </pc:spChg>
        <pc:spChg chg="add 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6"/>
            <ac:spMk id="7" creationId="{557F179B-4021-C2BE-642B-242B7E572060}"/>
          </ac:spMkLst>
        </pc:spChg>
      </pc:sldChg>
      <pc:sldChg chg="modSp add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307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7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7"/>
            <ac:spMk id="3" creationId="{00000000-0000-0000-0000-000000000000}"/>
          </ac:spMkLst>
        </pc:spChg>
        <pc:graphicFrameChg chg="mod ord">
          <ac:chgData name="Jenny Díaz Ramírez" userId="df7d83af-54c1-43f9-a4ec-fea9744b3563" providerId="ADAL" clId="{A45234B8-4EA4-4FA1-A7BE-C8AD1AA5A46F}" dt="2025-02-21T21:59:57.177" v="3" actId="700"/>
          <ac:graphicFrameMkLst>
            <pc:docMk/>
            <pc:sldMk cId="0" sldId="307"/>
            <ac:graphicFrameMk id="4" creationId="{00000000-0000-0000-0000-000000000000}"/>
          </ac:graphicFrameMkLst>
        </pc:graphicFrameChg>
      </pc:sldChg>
      <pc:sldChg chg="modSp add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308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8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8"/>
            <ac:spMk id="3" creationId="{00000000-0000-0000-0000-000000000000}"/>
          </ac:spMkLst>
        </pc:spChg>
        <pc:graphicFrameChg chg="mod ord modGraphic">
          <ac:chgData name="Jenny Díaz Ramírez" userId="df7d83af-54c1-43f9-a4ec-fea9744b3563" providerId="ADAL" clId="{A45234B8-4EA4-4FA1-A7BE-C8AD1AA5A46F}" dt="2025-02-21T21:59:57.177" v="3" actId="700"/>
          <ac:graphicFrameMkLst>
            <pc:docMk/>
            <pc:sldMk cId="0" sldId="308"/>
            <ac:graphicFrameMk id="4" creationId="{00000000-0000-0000-0000-000000000000}"/>
          </ac:graphicFrameMkLst>
        </pc:graphicFrameChg>
      </pc:sldChg>
      <pc:sldChg chg="modSp add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309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9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9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09"/>
            <ac:spMk id="10" creationId="{00000000-0000-0000-0000-000000000000}"/>
          </ac:spMkLst>
        </pc:spChg>
        <pc:graphicFrameChg chg="mod ord modGraphic">
          <ac:chgData name="Jenny Díaz Ramírez" userId="df7d83af-54c1-43f9-a4ec-fea9744b3563" providerId="ADAL" clId="{A45234B8-4EA4-4FA1-A7BE-C8AD1AA5A46F}" dt="2025-02-21T21:59:57.177" v="3" actId="700"/>
          <ac:graphicFrameMkLst>
            <pc:docMk/>
            <pc:sldMk cId="0" sldId="309"/>
            <ac:graphicFrameMk id="4" creationId="{00000000-0000-0000-0000-000000000000}"/>
          </ac:graphicFrameMkLst>
        </pc:graphicFrameChg>
      </pc:sldChg>
      <pc:sldChg chg="modSp add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310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10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10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10"/>
            <ac:spMk id="6" creationId="{00000000-0000-0000-0000-000000000000}"/>
          </ac:spMkLst>
        </pc:spChg>
        <pc:graphicFrameChg chg="mod ord modGraphic">
          <ac:chgData name="Jenny Díaz Ramírez" userId="df7d83af-54c1-43f9-a4ec-fea9744b3563" providerId="ADAL" clId="{A45234B8-4EA4-4FA1-A7BE-C8AD1AA5A46F}" dt="2025-02-21T21:59:57.177" v="3" actId="700"/>
          <ac:graphicFrameMkLst>
            <pc:docMk/>
            <pc:sldMk cId="0" sldId="310"/>
            <ac:graphicFrameMk id="4" creationId="{00000000-0000-0000-0000-000000000000}"/>
          </ac:graphicFrameMkLst>
        </pc:graphicFrameChg>
      </pc:sldChg>
      <pc:sldChg chg="modSp add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0" sldId="312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12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12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0" sldId="312"/>
            <ac:spMk id="6" creationId="{00000000-0000-0000-0000-000000000000}"/>
          </ac:spMkLst>
        </pc:spChg>
        <pc:graphicFrameChg chg="mod ord modGraphic">
          <ac:chgData name="Jenny Díaz Ramírez" userId="df7d83af-54c1-43f9-a4ec-fea9744b3563" providerId="ADAL" clId="{A45234B8-4EA4-4FA1-A7BE-C8AD1AA5A46F}" dt="2025-02-21T21:59:57.177" v="3" actId="700"/>
          <ac:graphicFrameMkLst>
            <pc:docMk/>
            <pc:sldMk cId="0" sldId="312"/>
            <ac:graphicFrameMk id="4" creationId="{00000000-0000-0000-0000-000000000000}"/>
          </ac:graphicFrameMkLst>
        </pc:graphicFrameChg>
      </pc:sldChg>
      <pc:sldChg chg="addSp modSp add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1392069639" sldId="313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1392069639" sldId="313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1392069639" sldId="313"/>
            <ac:spMk id="5" creationId="{00000000-0000-0000-0000-000000000000}"/>
          </ac:spMkLst>
        </pc:spChg>
      </pc:sldChg>
      <pc:sldChg chg="addSp modSp add mod modClrScheme chgLayout">
        <pc:chgData name="Jenny Díaz Ramírez" userId="df7d83af-54c1-43f9-a4ec-fea9744b3563" providerId="ADAL" clId="{A45234B8-4EA4-4FA1-A7BE-C8AD1AA5A46F}" dt="2025-02-21T21:59:57.177" v="3" actId="700"/>
        <pc:sldMkLst>
          <pc:docMk/>
          <pc:sldMk cId="1905326669" sldId="314"/>
        </pc:sldMkLst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1905326669" sldId="314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A45234B8-4EA4-4FA1-A7BE-C8AD1AA5A46F}" dt="2025-02-21T21:59:57.177" v="3" actId="700"/>
          <ac:spMkLst>
            <pc:docMk/>
            <pc:sldMk cId="1905326669" sldId="314"/>
            <ac:spMk id="5" creationId="{00000000-0000-0000-0000-000000000000}"/>
          </ac:spMkLst>
        </pc:spChg>
      </pc:sldChg>
      <pc:sldChg chg="del">
        <pc:chgData name="Jenny Díaz Ramírez" userId="df7d83af-54c1-43f9-a4ec-fea9744b3563" providerId="ADAL" clId="{A45234B8-4EA4-4FA1-A7BE-C8AD1AA5A46F}" dt="2025-02-21T21:59:24.477" v="1" actId="47"/>
        <pc:sldMkLst>
          <pc:docMk/>
          <pc:sldMk cId="0" sldId="327"/>
        </pc:sldMkLst>
      </pc:sldChg>
      <pc:sldChg chg="del">
        <pc:chgData name="Jenny Díaz Ramírez" userId="df7d83af-54c1-43f9-a4ec-fea9744b3563" providerId="ADAL" clId="{A45234B8-4EA4-4FA1-A7BE-C8AD1AA5A46F}" dt="2025-02-21T21:59:24.477" v="1" actId="47"/>
        <pc:sldMkLst>
          <pc:docMk/>
          <pc:sldMk cId="0" sldId="328"/>
        </pc:sldMkLst>
      </pc:sldChg>
      <pc:sldChg chg="del">
        <pc:chgData name="Jenny Díaz Ramírez" userId="df7d83af-54c1-43f9-a4ec-fea9744b3563" providerId="ADAL" clId="{A45234B8-4EA4-4FA1-A7BE-C8AD1AA5A46F}" dt="2025-02-21T21:59:24.477" v="1" actId="47"/>
        <pc:sldMkLst>
          <pc:docMk/>
          <pc:sldMk cId="0" sldId="329"/>
        </pc:sldMkLst>
      </pc:sldChg>
      <pc:sldChg chg="del">
        <pc:chgData name="Jenny Díaz Ramírez" userId="df7d83af-54c1-43f9-a4ec-fea9744b3563" providerId="ADAL" clId="{A45234B8-4EA4-4FA1-A7BE-C8AD1AA5A46F}" dt="2025-02-21T21:59:24.477" v="1" actId="47"/>
        <pc:sldMkLst>
          <pc:docMk/>
          <pc:sldMk cId="0" sldId="330"/>
        </pc:sldMkLst>
      </pc:sldChg>
      <pc:sldChg chg="del">
        <pc:chgData name="Jenny Díaz Ramírez" userId="df7d83af-54c1-43f9-a4ec-fea9744b3563" providerId="ADAL" clId="{A45234B8-4EA4-4FA1-A7BE-C8AD1AA5A46F}" dt="2025-02-21T21:59:24.477" v="1" actId="47"/>
        <pc:sldMkLst>
          <pc:docMk/>
          <pc:sldMk cId="0" sldId="331"/>
        </pc:sldMkLst>
      </pc:sldChg>
      <pc:sldChg chg="del">
        <pc:chgData name="Jenny Díaz Ramírez" userId="df7d83af-54c1-43f9-a4ec-fea9744b3563" providerId="ADAL" clId="{A45234B8-4EA4-4FA1-A7BE-C8AD1AA5A46F}" dt="2025-02-21T21:59:24.477" v="1" actId="47"/>
        <pc:sldMkLst>
          <pc:docMk/>
          <pc:sldMk cId="2434826197" sldId="333"/>
        </pc:sldMkLst>
      </pc:sldChg>
      <pc:sldChg chg="del">
        <pc:chgData name="Jenny Díaz Ramírez" userId="df7d83af-54c1-43f9-a4ec-fea9744b3563" providerId="ADAL" clId="{A45234B8-4EA4-4FA1-A7BE-C8AD1AA5A46F}" dt="2025-02-21T21:59:24.477" v="1" actId="47"/>
        <pc:sldMkLst>
          <pc:docMk/>
          <pc:sldMk cId="961838741" sldId="334"/>
        </pc:sldMkLst>
      </pc:sldChg>
      <pc:sldChg chg="del">
        <pc:chgData name="Jenny Díaz Ramírez" userId="df7d83af-54c1-43f9-a4ec-fea9744b3563" providerId="ADAL" clId="{A45234B8-4EA4-4FA1-A7BE-C8AD1AA5A46F}" dt="2025-02-21T21:59:24.477" v="1" actId="47"/>
        <pc:sldMkLst>
          <pc:docMk/>
          <pc:sldMk cId="2633552067" sldId="335"/>
        </pc:sldMkLst>
      </pc:sldChg>
      <pc:sldChg chg="del">
        <pc:chgData name="Jenny Díaz Ramírez" userId="df7d83af-54c1-43f9-a4ec-fea9744b3563" providerId="ADAL" clId="{A45234B8-4EA4-4FA1-A7BE-C8AD1AA5A46F}" dt="2025-02-21T21:59:20.155" v="0" actId="47"/>
        <pc:sldMkLst>
          <pc:docMk/>
          <pc:sldMk cId="0" sldId="399"/>
        </pc:sldMkLst>
      </pc:sldChg>
      <pc:sldChg chg="del">
        <pc:chgData name="Jenny Díaz Ramírez" userId="df7d83af-54c1-43f9-a4ec-fea9744b3563" providerId="ADAL" clId="{A45234B8-4EA4-4FA1-A7BE-C8AD1AA5A46F}" dt="2025-02-21T21:59:20.155" v="0" actId="47"/>
        <pc:sldMkLst>
          <pc:docMk/>
          <pc:sldMk cId="0" sldId="400"/>
        </pc:sldMkLst>
      </pc:sldChg>
      <pc:sldChg chg="del">
        <pc:chgData name="Jenny Díaz Ramírez" userId="df7d83af-54c1-43f9-a4ec-fea9744b3563" providerId="ADAL" clId="{A45234B8-4EA4-4FA1-A7BE-C8AD1AA5A46F}" dt="2025-02-21T21:59:20.155" v="0" actId="47"/>
        <pc:sldMkLst>
          <pc:docMk/>
          <pc:sldMk cId="0" sldId="401"/>
        </pc:sldMkLst>
      </pc:sldChg>
      <pc:sldChg chg="del">
        <pc:chgData name="Jenny Díaz Ramírez" userId="df7d83af-54c1-43f9-a4ec-fea9744b3563" providerId="ADAL" clId="{A45234B8-4EA4-4FA1-A7BE-C8AD1AA5A46F}" dt="2025-02-21T21:59:20.155" v="0" actId="47"/>
        <pc:sldMkLst>
          <pc:docMk/>
          <pc:sldMk cId="0" sldId="402"/>
        </pc:sldMkLst>
      </pc:sldChg>
      <pc:sldChg chg="del">
        <pc:chgData name="Jenny Díaz Ramírez" userId="df7d83af-54c1-43f9-a4ec-fea9744b3563" providerId="ADAL" clId="{A45234B8-4EA4-4FA1-A7BE-C8AD1AA5A46F}" dt="2025-02-21T21:59:20.155" v="0" actId="47"/>
        <pc:sldMkLst>
          <pc:docMk/>
          <pc:sldMk cId="0" sldId="411"/>
        </pc:sldMkLst>
      </pc:sldChg>
      <pc:sldChg chg="del">
        <pc:chgData name="Jenny Díaz Ramírez" userId="df7d83af-54c1-43f9-a4ec-fea9744b3563" providerId="ADAL" clId="{A45234B8-4EA4-4FA1-A7BE-C8AD1AA5A46F}" dt="2025-02-21T21:59:20.155" v="0" actId="47"/>
        <pc:sldMkLst>
          <pc:docMk/>
          <pc:sldMk cId="0" sldId="412"/>
        </pc:sldMkLst>
      </pc:sldChg>
      <pc:sldChg chg="del">
        <pc:chgData name="Jenny Díaz Ramírez" userId="df7d83af-54c1-43f9-a4ec-fea9744b3563" providerId="ADAL" clId="{A45234B8-4EA4-4FA1-A7BE-C8AD1AA5A46F}" dt="2025-02-21T21:59:20.155" v="0" actId="47"/>
        <pc:sldMkLst>
          <pc:docMk/>
          <pc:sldMk cId="0" sldId="413"/>
        </pc:sldMkLst>
      </pc:sldChg>
      <pc:sldChg chg="del">
        <pc:chgData name="Jenny Díaz Ramírez" userId="df7d83af-54c1-43f9-a4ec-fea9744b3563" providerId="ADAL" clId="{A45234B8-4EA4-4FA1-A7BE-C8AD1AA5A46F}" dt="2025-02-21T21:59:20.155" v="0" actId="47"/>
        <pc:sldMkLst>
          <pc:docMk/>
          <pc:sldMk cId="0" sldId="414"/>
        </pc:sldMkLst>
      </pc:sldChg>
      <pc:sldChg chg="del">
        <pc:chgData name="Jenny Díaz Ramírez" userId="df7d83af-54c1-43f9-a4ec-fea9744b3563" providerId="ADAL" clId="{A45234B8-4EA4-4FA1-A7BE-C8AD1AA5A46F}" dt="2025-02-21T21:59:20.155" v="0" actId="47"/>
        <pc:sldMkLst>
          <pc:docMk/>
          <pc:sldMk cId="0" sldId="415"/>
        </pc:sldMkLst>
      </pc:sldChg>
      <pc:sldChg chg="del">
        <pc:chgData name="Jenny Díaz Ramírez" userId="df7d83af-54c1-43f9-a4ec-fea9744b3563" providerId="ADAL" clId="{A45234B8-4EA4-4FA1-A7BE-C8AD1AA5A46F}" dt="2025-02-21T21:59:24.477" v="1" actId="47"/>
        <pc:sldMkLst>
          <pc:docMk/>
          <pc:sldMk cId="0" sldId="439"/>
        </pc:sldMkLst>
      </pc:sldChg>
      <pc:sldChg chg="del">
        <pc:chgData name="Jenny Díaz Ramírez" userId="df7d83af-54c1-43f9-a4ec-fea9744b3563" providerId="ADAL" clId="{A45234B8-4EA4-4FA1-A7BE-C8AD1AA5A46F}" dt="2025-02-21T21:59:24.477" v="1" actId="47"/>
        <pc:sldMkLst>
          <pc:docMk/>
          <pc:sldMk cId="0" sldId="440"/>
        </pc:sldMkLst>
      </pc:sldChg>
      <pc:sldChg chg="del">
        <pc:chgData name="Jenny Díaz Ramírez" userId="df7d83af-54c1-43f9-a4ec-fea9744b3563" providerId="ADAL" clId="{A45234B8-4EA4-4FA1-A7BE-C8AD1AA5A46F}" dt="2025-02-21T21:59:24.477" v="1" actId="47"/>
        <pc:sldMkLst>
          <pc:docMk/>
          <pc:sldMk cId="0" sldId="443"/>
        </pc:sldMkLst>
      </pc:sldChg>
      <pc:sldChg chg="del">
        <pc:chgData name="Jenny Díaz Ramírez" userId="df7d83af-54c1-43f9-a4ec-fea9744b3563" providerId="ADAL" clId="{A45234B8-4EA4-4FA1-A7BE-C8AD1AA5A46F}" dt="2025-02-21T21:59:24.477" v="1" actId="47"/>
        <pc:sldMkLst>
          <pc:docMk/>
          <pc:sldMk cId="0" sldId="444"/>
        </pc:sldMkLst>
      </pc:sldChg>
      <pc:sldChg chg="del">
        <pc:chgData name="Jenny Díaz Ramírez" userId="df7d83af-54c1-43f9-a4ec-fea9744b3563" providerId="ADAL" clId="{A45234B8-4EA4-4FA1-A7BE-C8AD1AA5A46F}" dt="2025-02-21T21:59:20.155" v="0" actId="47"/>
        <pc:sldMkLst>
          <pc:docMk/>
          <pc:sldMk cId="1878908121" sldId="454"/>
        </pc:sldMkLst>
      </pc:sldChg>
      <pc:sldChg chg="del">
        <pc:chgData name="Jenny Díaz Ramírez" userId="df7d83af-54c1-43f9-a4ec-fea9744b3563" providerId="ADAL" clId="{A45234B8-4EA4-4FA1-A7BE-C8AD1AA5A46F}" dt="2025-02-21T21:59:20.155" v="0" actId="47"/>
        <pc:sldMkLst>
          <pc:docMk/>
          <pc:sldMk cId="761789482" sldId="455"/>
        </pc:sldMkLst>
      </pc:sldChg>
      <pc:sldMasterChg chg="delSldLayout">
        <pc:chgData name="Jenny Díaz Ramírez" userId="df7d83af-54c1-43f9-a4ec-fea9744b3563" providerId="ADAL" clId="{A45234B8-4EA4-4FA1-A7BE-C8AD1AA5A46F}" dt="2025-02-21T21:59:24.477" v="1" actId="47"/>
        <pc:sldMasterMkLst>
          <pc:docMk/>
          <pc:sldMasterMk cId="3515892240" sldId="2147483658"/>
        </pc:sldMasterMkLst>
        <pc:sldLayoutChg chg="del">
          <pc:chgData name="Jenny Díaz Ramírez" userId="df7d83af-54c1-43f9-a4ec-fea9744b3563" providerId="ADAL" clId="{A45234B8-4EA4-4FA1-A7BE-C8AD1AA5A46F}" dt="2025-02-21T21:59:24.477" v="1" actId="47"/>
          <pc:sldLayoutMkLst>
            <pc:docMk/>
            <pc:sldMasterMk cId="3515892240" sldId="2147483658"/>
            <pc:sldLayoutMk cId="502455585" sldId="2147483699"/>
          </pc:sldLayoutMkLst>
        </pc:sldLayoutChg>
        <pc:sldLayoutChg chg="del">
          <pc:chgData name="Jenny Díaz Ramírez" userId="df7d83af-54c1-43f9-a4ec-fea9744b3563" providerId="ADAL" clId="{A45234B8-4EA4-4FA1-A7BE-C8AD1AA5A46F}" dt="2025-02-21T21:59:24.477" v="1" actId="47"/>
          <pc:sldLayoutMkLst>
            <pc:docMk/>
            <pc:sldMasterMk cId="3515892240" sldId="2147483658"/>
            <pc:sldLayoutMk cId="3843260245" sldId="2147483701"/>
          </pc:sldLayoutMkLst>
        </pc:sldLayoutChg>
        <pc:sldLayoutChg chg="del">
          <pc:chgData name="Jenny Díaz Ramírez" userId="df7d83af-54c1-43f9-a4ec-fea9744b3563" providerId="ADAL" clId="{A45234B8-4EA4-4FA1-A7BE-C8AD1AA5A46F}" dt="2025-02-21T21:59:24.477" v="1" actId="47"/>
          <pc:sldLayoutMkLst>
            <pc:docMk/>
            <pc:sldMasterMk cId="3515892240" sldId="2147483658"/>
            <pc:sldLayoutMk cId="1822654250" sldId="2147483702"/>
          </pc:sldLayoutMkLst>
        </pc:sldLayoutChg>
      </pc:sldMasterChg>
    </pc:docChg>
  </pc:docChgLst>
  <pc:docChgLst>
    <pc:chgData name="Jenny Díaz Ramírez" userId="df7d83af-54c1-43f9-a4ec-fea9744b3563" providerId="ADAL" clId="{5FED732F-5535-4218-B498-E1928A0349A6}"/>
    <pc:docChg chg="addSld delSld modSld">
      <pc:chgData name="Jenny Díaz Ramírez" userId="df7d83af-54c1-43f9-a4ec-fea9744b3563" providerId="ADAL" clId="{5FED732F-5535-4218-B498-E1928A0349A6}" dt="2025-02-21T21:53:16.008" v="6"/>
      <pc:docMkLst>
        <pc:docMk/>
      </pc:docMkLst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2612403435" sldId="257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1524610384" sldId="258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2929276412" sldId="259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1827302849" sldId="261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4091125877" sldId="274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3327596392" sldId="275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1315403258" sldId="276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2118219978" sldId="277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1753174141" sldId="278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3254174005" sldId="279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280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2044141377" sldId="281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287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288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289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291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0" sldId="299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0" sldId="300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301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302"/>
        </pc:sldMkLst>
      </pc:sldChg>
      <pc:sldChg chg="add">
        <pc:chgData name="Jenny Díaz Ramírez" userId="df7d83af-54c1-43f9-a4ec-fea9744b3563" providerId="ADAL" clId="{5FED732F-5535-4218-B498-E1928A0349A6}" dt="2025-02-21T21:44:45.875" v="2"/>
        <pc:sldMkLst>
          <pc:docMk/>
          <pc:sldMk cId="0" sldId="303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0" sldId="327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0" sldId="328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0" sldId="329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0" sldId="330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0" sldId="331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2434826197" sldId="333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961838741" sldId="334"/>
        </pc:sldMkLst>
      </pc:sldChg>
      <pc:sldChg chg="add">
        <pc:chgData name="Jenny Díaz Ramírez" userId="df7d83af-54c1-43f9-a4ec-fea9744b3563" providerId="ADAL" clId="{5FED732F-5535-4218-B498-E1928A0349A6}" dt="2025-02-21T21:46:08.699" v="3"/>
        <pc:sldMkLst>
          <pc:docMk/>
          <pc:sldMk cId="2633552067" sldId="335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0" sldId="397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0" sldId="398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399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00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01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02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11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12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13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14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0" sldId="415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0" sldId="418"/>
        </pc:sldMkLst>
      </pc:sldChg>
      <pc:sldChg chg="add">
        <pc:chgData name="Jenny Díaz Ramírez" userId="df7d83af-54c1-43f9-a4ec-fea9744b3563" providerId="ADAL" clId="{5FED732F-5535-4218-B498-E1928A0349A6}" dt="2025-02-21T21:53:16.008" v="6"/>
        <pc:sldMkLst>
          <pc:docMk/>
          <pc:sldMk cId="0" sldId="439"/>
        </pc:sldMkLst>
      </pc:sldChg>
      <pc:sldChg chg="add">
        <pc:chgData name="Jenny Díaz Ramírez" userId="df7d83af-54c1-43f9-a4ec-fea9744b3563" providerId="ADAL" clId="{5FED732F-5535-4218-B498-E1928A0349A6}" dt="2025-02-21T21:53:16.008" v="6"/>
        <pc:sldMkLst>
          <pc:docMk/>
          <pc:sldMk cId="0" sldId="440"/>
        </pc:sldMkLst>
      </pc:sldChg>
      <pc:sldChg chg="add">
        <pc:chgData name="Jenny Díaz Ramírez" userId="df7d83af-54c1-43f9-a4ec-fea9744b3563" providerId="ADAL" clId="{5FED732F-5535-4218-B498-E1928A0349A6}" dt="2025-02-21T21:53:16.008" v="6"/>
        <pc:sldMkLst>
          <pc:docMk/>
          <pc:sldMk cId="0" sldId="443"/>
        </pc:sldMkLst>
      </pc:sldChg>
      <pc:sldChg chg="add">
        <pc:chgData name="Jenny Díaz Ramírez" userId="df7d83af-54c1-43f9-a4ec-fea9744b3563" providerId="ADAL" clId="{5FED732F-5535-4218-B498-E1928A0349A6}" dt="2025-02-21T21:53:16.008" v="6"/>
        <pc:sldMkLst>
          <pc:docMk/>
          <pc:sldMk cId="0" sldId="444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1878908121" sldId="454"/>
        </pc:sldMkLst>
      </pc:sldChg>
      <pc:sldChg chg="add">
        <pc:chgData name="Jenny Díaz Ramírez" userId="df7d83af-54c1-43f9-a4ec-fea9744b3563" providerId="ADAL" clId="{5FED732F-5535-4218-B498-E1928A0349A6}" dt="2025-02-21T21:43:13.141" v="1"/>
        <pc:sldMkLst>
          <pc:docMk/>
          <pc:sldMk cId="761789482" sldId="455"/>
        </pc:sldMkLst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56"/>
        </pc:sldMkLst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57"/>
        </pc:sldMkLst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58"/>
        </pc:sldMkLst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59"/>
        </pc:sldMkLst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60"/>
        </pc:sldMkLst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61"/>
        </pc:sldMkLst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6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95F2D1-9FFC-4DC9-9998-49E18EB751AF}" type="doc">
      <dgm:prSet loTypeId="urn:microsoft.com/office/officeart/2005/8/layout/l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20BA57C7-4969-4A90-AC51-24D0D83B1818}">
      <dgm:prSet phldrT="[Texto]"/>
      <dgm:spPr/>
      <dgm:t>
        <a:bodyPr/>
        <a:lstStyle/>
        <a:p>
          <a:r>
            <a:rPr lang="es-ES" dirty="0"/>
            <a:t>Notación</a:t>
          </a:r>
        </a:p>
      </dgm:t>
    </dgm:pt>
    <dgm:pt modelId="{C400F307-324D-48B7-ACBA-B44B4A852FFB}" type="parTrans" cxnId="{6925B54B-947D-4E6B-8F3D-2F3667C6CF5D}">
      <dgm:prSet/>
      <dgm:spPr/>
      <dgm:t>
        <a:bodyPr/>
        <a:lstStyle/>
        <a:p>
          <a:endParaRPr lang="es-ES"/>
        </a:p>
      </dgm:t>
    </dgm:pt>
    <dgm:pt modelId="{46C1E1BE-45C9-4FEC-BFE9-FA2F5D6D378A}" type="sibTrans" cxnId="{6925B54B-947D-4E6B-8F3D-2F3667C6CF5D}">
      <dgm:prSet/>
      <dgm:spPr/>
      <dgm:t>
        <a:bodyPr/>
        <a:lstStyle/>
        <a:p>
          <a:endParaRPr lang="es-ES"/>
        </a:p>
      </dgm:t>
    </dgm:pt>
    <dgm:pt modelId="{3F216AD1-6305-4FB0-941C-765A71D20FE7}">
      <dgm:prSet phldrT="[Texto]"/>
      <dgm:spPr/>
      <dgm:t>
        <a:bodyPr/>
        <a:lstStyle/>
        <a:p>
          <a:r>
            <a:rPr lang="es-ES" dirty="0"/>
            <a:t>Solución</a:t>
          </a:r>
        </a:p>
      </dgm:t>
    </dgm:pt>
    <dgm:pt modelId="{61F5B55A-00BC-4E37-B2D4-1F699F6A1615}" type="parTrans" cxnId="{6206D314-8669-4A6C-AC2D-2CBC14D8A8C9}">
      <dgm:prSet/>
      <dgm:spPr/>
      <dgm:t>
        <a:bodyPr/>
        <a:lstStyle/>
        <a:p>
          <a:endParaRPr lang="es-ES"/>
        </a:p>
      </dgm:t>
    </dgm:pt>
    <dgm:pt modelId="{9B5E24EE-5236-43F4-8C45-4C1954A50B7C}" type="sibTrans" cxnId="{6206D314-8669-4A6C-AC2D-2CBC14D8A8C9}">
      <dgm:prSet/>
      <dgm:spPr/>
      <dgm:t>
        <a:bodyPr/>
        <a:lstStyle/>
        <a:p>
          <a:endParaRPr lang="es-ES"/>
        </a:p>
      </dgm:t>
    </dgm:pt>
    <dgm:pt modelId="{5F1F5053-7867-437C-8772-6F909FABC426}">
      <dgm:prSet phldrT="[Texto]"/>
      <dgm:spPr/>
      <dgm:t>
        <a:bodyPr/>
        <a:lstStyle/>
        <a:p>
          <a:r>
            <a:rPr lang="es-ES" dirty="0"/>
            <a:t>Método de B&amp;B</a:t>
          </a:r>
        </a:p>
      </dgm:t>
    </dgm:pt>
    <dgm:pt modelId="{395CE6D9-3F3D-4FCE-A4FD-D5EE6B07AA3C}" type="parTrans" cxnId="{515B1B97-1B5C-4A96-BC9E-157589AEE0E5}">
      <dgm:prSet/>
      <dgm:spPr/>
      <dgm:t>
        <a:bodyPr/>
        <a:lstStyle/>
        <a:p>
          <a:endParaRPr lang="es-ES"/>
        </a:p>
      </dgm:t>
    </dgm:pt>
    <dgm:pt modelId="{D40438EA-4945-4D41-8374-1E800A96BD3F}" type="sibTrans" cxnId="{515B1B97-1B5C-4A96-BC9E-157589AEE0E5}">
      <dgm:prSet/>
      <dgm:spPr/>
      <dgm:t>
        <a:bodyPr/>
        <a:lstStyle/>
        <a:p>
          <a:endParaRPr lang="es-ES"/>
        </a:p>
      </dgm:t>
    </dgm:pt>
    <dgm:pt modelId="{55E69F3B-5077-42F4-BD47-3D396425F3F2}">
      <dgm:prSet phldrT="[Texto]"/>
      <dgm:spPr/>
      <dgm:t>
        <a:bodyPr/>
        <a:lstStyle/>
        <a:p>
          <a:r>
            <a:rPr lang="es-ES" dirty="0"/>
            <a:t>Algebraica</a:t>
          </a:r>
        </a:p>
      </dgm:t>
    </dgm:pt>
    <dgm:pt modelId="{54219654-28C6-4360-A738-956B3F3EB534}" type="parTrans" cxnId="{2D468B5B-1958-4B5B-AF2D-D059E6C35D86}">
      <dgm:prSet/>
      <dgm:spPr/>
      <dgm:t>
        <a:bodyPr/>
        <a:lstStyle/>
        <a:p>
          <a:endParaRPr lang="es-ES"/>
        </a:p>
      </dgm:t>
    </dgm:pt>
    <dgm:pt modelId="{7750E049-86CD-48A4-A808-B4801ADFF224}" type="sibTrans" cxnId="{2D468B5B-1958-4B5B-AF2D-D059E6C35D86}">
      <dgm:prSet/>
      <dgm:spPr/>
      <dgm:t>
        <a:bodyPr/>
        <a:lstStyle/>
        <a:p>
          <a:endParaRPr lang="es-ES"/>
        </a:p>
      </dgm:t>
    </dgm:pt>
    <dgm:pt modelId="{E8824C48-89F8-4E2D-B184-4E51DC7B58A6}">
      <dgm:prSet phldrT="[Texto]"/>
      <dgm:spPr/>
      <dgm:t>
        <a:bodyPr/>
        <a:lstStyle/>
        <a:p>
          <a:r>
            <a:rPr lang="es-ES" dirty="0"/>
            <a:t>Matricial</a:t>
          </a:r>
        </a:p>
      </dgm:t>
    </dgm:pt>
    <dgm:pt modelId="{97D717A4-71E3-4C42-83C9-CD0C15092AF7}" type="parTrans" cxnId="{FD67D657-5D19-437A-AD99-19266300C7EE}">
      <dgm:prSet/>
      <dgm:spPr/>
      <dgm:t>
        <a:bodyPr/>
        <a:lstStyle/>
        <a:p>
          <a:endParaRPr lang="es-ES"/>
        </a:p>
      </dgm:t>
    </dgm:pt>
    <dgm:pt modelId="{D2969FBB-94CE-4C9A-912E-D73F81F78D09}" type="sibTrans" cxnId="{FD67D657-5D19-437A-AD99-19266300C7EE}">
      <dgm:prSet/>
      <dgm:spPr/>
      <dgm:t>
        <a:bodyPr/>
        <a:lstStyle/>
        <a:p>
          <a:endParaRPr lang="es-ES"/>
        </a:p>
      </dgm:t>
    </dgm:pt>
    <dgm:pt modelId="{58C7CE55-3705-414C-A99D-6D5C6EF0625A}">
      <dgm:prSet phldrT="[Texto]"/>
      <dgm:spPr/>
      <dgm:t>
        <a:bodyPr/>
        <a:lstStyle/>
        <a:p>
          <a:r>
            <a:rPr lang="es-ES" dirty="0"/>
            <a:t>Espacios de solución</a:t>
          </a:r>
        </a:p>
      </dgm:t>
    </dgm:pt>
    <dgm:pt modelId="{E7470D9B-54C3-4CAC-BDB8-62C361F9CFA5}" type="parTrans" cxnId="{81BE24C9-F6AB-40E0-8BEA-10271A4C8969}">
      <dgm:prSet/>
      <dgm:spPr/>
      <dgm:t>
        <a:bodyPr/>
        <a:lstStyle/>
        <a:p>
          <a:endParaRPr lang="es-ES"/>
        </a:p>
      </dgm:t>
    </dgm:pt>
    <dgm:pt modelId="{1388855D-C69A-4F50-BA3A-19FB741F4314}" type="sibTrans" cxnId="{81BE24C9-F6AB-40E0-8BEA-10271A4C8969}">
      <dgm:prSet/>
      <dgm:spPr/>
      <dgm:t>
        <a:bodyPr/>
        <a:lstStyle/>
        <a:p>
          <a:endParaRPr lang="es-ES"/>
        </a:p>
      </dgm:t>
    </dgm:pt>
    <dgm:pt modelId="{277C10AB-1744-4421-BDF6-103B11EFEAB5}">
      <dgm:prSet phldrT="[Texto]"/>
      <dgm:spPr/>
      <dgm:t>
        <a:bodyPr/>
        <a:lstStyle/>
        <a:p>
          <a:r>
            <a:rPr lang="es-ES" dirty="0"/>
            <a:t>Tipos de solución</a:t>
          </a:r>
        </a:p>
      </dgm:t>
    </dgm:pt>
    <dgm:pt modelId="{697AEF14-9A35-4306-B1A3-1C71E9A583FC}" type="parTrans" cxnId="{AA01BE27-47FC-45CE-BE9F-CCAE91CABF64}">
      <dgm:prSet/>
      <dgm:spPr/>
      <dgm:t>
        <a:bodyPr/>
        <a:lstStyle/>
        <a:p>
          <a:endParaRPr lang="es-ES"/>
        </a:p>
      </dgm:t>
    </dgm:pt>
    <dgm:pt modelId="{5A703D59-6E1D-4640-92A8-AAC5024DFF9A}" type="sibTrans" cxnId="{AA01BE27-47FC-45CE-BE9F-CCAE91CABF64}">
      <dgm:prSet/>
      <dgm:spPr/>
      <dgm:t>
        <a:bodyPr/>
        <a:lstStyle/>
        <a:p>
          <a:endParaRPr lang="es-ES"/>
        </a:p>
      </dgm:t>
    </dgm:pt>
    <dgm:pt modelId="{372A84CE-0BBA-4EFE-8B2F-3650D408C9DD}">
      <dgm:prSet phldrT="[Texto]"/>
      <dgm:spPr/>
      <dgm:t>
        <a:bodyPr/>
        <a:lstStyle/>
        <a:p>
          <a:r>
            <a:rPr lang="es-ES" dirty="0"/>
            <a:t>Método Gráfico</a:t>
          </a:r>
        </a:p>
      </dgm:t>
    </dgm:pt>
    <dgm:pt modelId="{7C613DB5-43D4-4E91-A90B-882F1FE4AAAB}" type="parTrans" cxnId="{E03BFCE4-2E53-4351-969F-E8812B1671B7}">
      <dgm:prSet/>
      <dgm:spPr/>
      <dgm:t>
        <a:bodyPr/>
        <a:lstStyle/>
        <a:p>
          <a:endParaRPr lang="en-US"/>
        </a:p>
      </dgm:t>
    </dgm:pt>
    <dgm:pt modelId="{69C7C79E-1058-4AD7-89F3-63F00DA7A3FA}" type="sibTrans" cxnId="{E03BFCE4-2E53-4351-969F-E8812B1671B7}">
      <dgm:prSet/>
      <dgm:spPr/>
      <dgm:t>
        <a:bodyPr/>
        <a:lstStyle/>
        <a:p>
          <a:endParaRPr lang="en-US"/>
        </a:p>
      </dgm:t>
    </dgm:pt>
    <dgm:pt modelId="{215D5F0A-16E0-4272-823F-0C2384036CBE}">
      <dgm:prSet phldrT="[Texto]"/>
      <dgm:spPr/>
      <dgm:t>
        <a:bodyPr/>
        <a:lstStyle/>
        <a:p>
          <a:r>
            <a:rPr lang="es-ES" dirty="0"/>
            <a:t>Métodos Simplex</a:t>
          </a:r>
        </a:p>
      </dgm:t>
    </dgm:pt>
    <dgm:pt modelId="{4A4AEFB8-3EA8-4738-A25E-02FE69D51F40}" type="parTrans" cxnId="{6B4D3F3E-7473-4347-BA86-2FFFF5577065}">
      <dgm:prSet/>
      <dgm:spPr/>
      <dgm:t>
        <a:bodyPr/>
        <a:lstStyle/>
        <a:p>
          <a:endParaRPr lang="en-US"/>
        </a:p>
      </dgm:t>
    </dgm:pt>
    <dgm:pt modelId="{9CFC0607-9CFC-4548-8F52-BED8D73D763A}" type="sibTrans" cxnId="{6B4D3F3E-7473-4347-BA86-2FFFF5577065}">
      <dgm:prSet/>
      <dgm:spPr/>
      <dgm:t>
        <a:bodyPr/>
        <a:lstStyle/>
        <a:p>
          <a:endParaRPr lang="en-US"/>
        </a:p>
      </dgm:t>
    </dgm:pt>
    <dgm:pt modelId="{DEA047EF-5C57-4885-9D26-F0D90BF6F7B3}">
      <dgm:prSet phldrT="[Texto]"/>
      <dgm:spPr/>
      <dgm:t>
        <a:bodyPr/>
        <a:lstStyle/>
        <a:p>
          <a:r>
            <a:rPr lang="es-ES" dirty="0"/>
            <a:t>Para problemas enteros </a:t>
          </a:r>
        </a:p>
      </dgm:t>
    </dgm:pt>
    <dgm:pt modelId="{3303A7A1-F4FE-455C-B338-80FF4FB4EE64}" type="parTrans" cxnId="{52598A4E-6A96-43D4-ACFC-768B80478F0D}">
      <dgm:prSet/>
      <dgm:spPr/>
      <dgm:t>
        <a:bodyPr/>
        <a:lstStyle/>
        <a:p>
          <a:endParaRPr lang="en-US"/>
        </a:p>
      </dgm:t>
    </dgm:pt>
    <dgm:pt modelId="{5A4A898E-B530-43D0-80F1-13F49AE60AEB}" type="sibTrans" cxnId="{52598A4E-6A96-43D4-ACFC-768B80478F0D}">
      <dgm:prSet/>
      <dgm:spPr/>
      <dgm:t>
        <a:bodyPr/>
        <a:lstStyle/>
        <a:p>
          <a:endParaRPr lang="en-US"/>
        </a:p>
      </dgm:t>
    </dgm:pt>
    <dgm:pt modelId="{0007019D-BE48-4638-A758-11431E394BA5}">
      <dgm:prSet phldrT="[Texto]"/>
      <dgm:spPr/>
      <dgm:t>
        <a:bodyPr/>
        <a:lstStyle/>
        <a:p>
          <a:r>
            <a:rPr lang="es-ES" dirty="0"/>
            <a:t>Estructura de una iteración</a:t>
          </a:r>
        </a:p>
      </dgm:t>
    </dgm:pt>
    <dgm:pt modelId="{5E8FDF75-2D20-4CFB-BD80-353B46F7CE6B}" type="parTrans" cxnId="{7A6AADAD-1532-48A7-B758-6CBD8D8FCA7C}">
      <dgm:prSet/>
      <dgm:spPr/>
      <dgm:t>
        <a:bodyPr/>
        <a:lstStyle/>
        <a:p>
          <a:endParaRPr lang="en-US"/>
        </a:p>
      </dgm:t>
    </dgm:pt>
    <dgm:pt modelId="{5903D355-A23F-47EC-B7EF-60D5C3C924C7}" type="sibTrans" cxnId="{7A6AADAD-1532-48A7-B758-6CBD8D8FCA7C}">
      <dgm:prSet/>
      <dgm:spPr/>
      <dgm:t>
        <a:bodyPr/>
        <a:lstStyle/>
        <a:p>
          <a:endParaRPr lang="en-US"/>
        </a:p>
      </dgm:t>
    </dgm:pt>
    <dgm:pt modelId="{F879121B-3B6F-494F-A6B0-9D9D880A98F3}">
      <dgm:prSet phldrT="[Texto]"/>
      <dgm:spPr/>
      <dgm:t>
        <a:bodyPr/>
        <a:lstStyle/>
        <a:p>
          <a:r>
            <a:rPr lang="es-ES" dirty="0"/>
            <a:t>Inicialización</a:t>
          </a:r>
        </a:p>
      </dgm:t>
    </dgm:pt>
    <dgm:pt modelId="{75924DA9-7DDA-431C-BD22-9C134871FF33}" type="parTrans" cxnId="{D8A9688E-5CEF-4228-AC53-8023404E2183}">
      <dgm:prSet/>
      <dgm:spPr/>
      <dgm:t>
        <a:bodyPr/>
        <a:lstStyle/>
        <a:p>
          <a:endParaRPr lang="en-US"/>
        </a:p>
      </dgm:t>
    </dgm:pt>
    <dgm:pt modelId="{11FA5C7F-B48D-4D3E-9B1F-36FC84C2149F}" type="sibTrans" cxnId="{D8A9688E-5CEF-4228-AC53-8023404E2183}">
      <dgm:prSet/>
      <dgm:spPr/>
      <dgm:t>
        <a:bodyPr/>
        <a:lstStyle/>
        <a:p>
          <a:endParaRPr lang="en-US"/>
        </a:p>
      </dgm:t>
    </dgm:pt>
    <dgm:pt modelId="{08FE693D-850A-4B40-8FF2-9445DA2D25AC}">
      <dgm:prSet phldrT="[Texto]"/>
      <dgm:spPr/>
      <dgm:t>
        <a:bodyPr/>
        <a:lstStyle/>
        <a:p>
          <a:r>
            <a:rPr lang="es-ES" dirty="0"/>
            <a:t>Para problemas pequeños (2 </a:t>
          </a:r>
          <a:r>
            <a:rPr lang="es-ES" dirty="0" err="1"/>
            <a:t>var</a:t>
          </a:r>
          <a:r>
            <a:rPr lang="es-ES" dirty="0"/>
            <a:t>)</a:t>
          </a:r>
        </a:p>
      </dgm:t>
    </dgm:pt>
    <dgm:pt modelId="{DA56D5DD-5750-4B8F-B4C8-C815BFB1C98E}" type="parTrans" cxnId="{F77112FB-379B-499F-88B0-EDB8DCF65A99}">
      <dgm:prSet/>
      <dgm:spPr/>
      <dgm:t>
        <a:bodyPr/>
        <a:lstStyle/>
        <a:p>
          <a:endParaRPr lang="en-US"/>
        </a:p>
      </dgm:t>
    </dgm:pt>
    <dgm:pt modelId="{D87FC6F8-6A74-4CA0-B5AF-6BFA148479D4}" type="sibTrans" cxnId="{F77112FB-379B-499F-88B0-EDB8DCF65A99}">
      <dgm:prSet/>
      <dgm:spPr/>
      <dgm:t>
        <a:bodyPr/>
        <a:lstStyle/>
        <a:p>
          <a:endParaRPr lang="en-US"/>
        </a:p>
      </dgm:t>
    </dgm:pt>
    <dgm:pt modelId="{6AD91508-2DB0-4F8F-A27C-D4504EE3C201}" type="pres">
      <dgm:prSet presAssocID="{5C95F2D1-9FFC-4DC9-9998-49E18EB751AF}" presName="Name0" presStyleCnt="0">
        <dgm:presLayoutVars>
          <dgm:dir/>
          <dgm:animLvl val="lvl"/>
          <dgm:resizeHandles val="exact"/>
        </dgm:presLayoutVars>
      </dgm:prSet>
      <dgm:spPr/>
    </dgm:pt>
    <dgm:pt modelId="{8E0F53AA-013A-4CDA-AFE3-4AC8257F5AE7}" type="pres">
      <dgm:prSet presAssocID="{20BA57C7-4969-4A90-AC51-24D0D83B1818}" presName="vertFlow" presStyleCnt="0"/>
      <dgm:spPr/>
    </dgm:pt>
    <dgm:pt modelId="{97199732-22D3-4D58-B7C8-962AB9606A85}" type="pres">
      <dgm:prSet presAssocID="{20BA57C7-4969-4A90-AC51-24D0D83B1818}" presName="header" presStyleLbl="node1" presStyleIdx="0" presStyleCnt="5"/>
      <dgm:spPr/>
    </dgm:pt>
    <dgm:pt modelId="{26BD821F-CD8E-40CE-AF95-EC5966F3B356}" type="pres">
      <dgm:prSet presAssocID="{54219654-28C6-4360-A738-956B3F3EB534}" presName="parTrans" presStyleLbl="sibTrans2D1" presStyleIdx="0" presStyleCnt="8"/>
      <dgm:spPr/>
    </dgm:pt>
    <dgm:pt modelId="{3D6BFEE7-2020-4FA5-9BAB-5A229DDECB65}" type="pres">
      <dgm:prSet presAssocID="{55E69F3B-5077-42F4-BD47-3D396425F3F2}" presName="child" presStyleLbl="alignAccFollowNode1" presStyleIdx="0" presStyleCnt="8">
        <dgm:presLayoutVars>
          <dgm:chMax val="0"/>
          <dgm:bulletEnabled val="1"/>
        </dgm:presLayoutVars>
      </dgm:prSet>
      <dgm:spPr/>
    </dgm:pt>
    <dgm:pt modelId="{B357538F-AA79-4CC6-BE79-302F1201BF7E}" type="pres">
      <dgm:prSet presAssocID="{7750E049-86CD-48A4-A808-B4801ADFF224}" presName="sibTrans" presStyleLbl="sibTrans2D1" presStyleIdx="1" presStyleCnt="8"/>
      <dgm:spPr/>
    </dgm:pt>
    <dgm:pt modelId="{AACA5BA9-33E9-4D22-B3BA-B0E28BE5D756}" type="pres">
      <dgm:prSet presAssocID="{E8824C48-89F8-4E2D-B184-4E51DC7B58A6}" presName="child" presStyleLbl="alignAccFollowNode1" presStyleIdx="1" presStyleCnt="8">
        <dgm:presLayoutVars>
          <dgm:chMax val="0"/>
          <dgm:bulletEnabled val="1"/>
        </dgm:presLayoutVars>
      </dgm:prSet>
      <dgm:spPr/>
    </dgm:pt>
    <dgm:pt modelId="{D881AE06-50DA-416E-A2E0-79BEEAC64ED8}" type="pres">
      <dgm:prSet presAssocID="{20BA57C7-4969-4A90-AC51-24D0D83B1818}" presName="hSp" presStyleCnt="0"/>
      <dgm:spPr/>
    </dgm:pt>
    <dgm:pt modelId="{697967CA-7870-4CD7-95A8-1FC39E3217D6}" type="pres">
      <dgm:prSet presAssocID="{3F216AD1-6305-4FB0-941C-765A71D20FE7}" presName="vertFlow" presStyleCnt="0"/>
      <dgm:spPr/>
    </dgm:pt>
    <dgm:pt modelId="{80A669FE-51D7-4237-8202-D9BC9B1E52CB}" type="pres">
      <dgm:prSet presAssocID="{3F216AD1-6305-4FB0-941C-765A71D20FE7}" presName="header" presStyleLbl="node1" presStyleIdx="1" presStyleCnt="5"/>
      <dgm:spPr/>
    </dgm:pt>
    <dgm:pt modelId="{59934E18-18FF-4689-9164-FDD519257429}" type="pres">
      <dgm:prSet presAssocID="{E7470D9B-54C3-4CAC-BDB8-62C361F9CFA5}" presName="parTrans" presStyleLbl="sibTrans2D1" presStyleIdx="2" presStyleCnt="8"/>
      <dgm:spPr/>
    </dgm:pt>
    <dgm:pt modelId="{C9CB6B0D-52AE-45C2-992F-F16D5A34857A}" type="pres">
      <dgm:prSet presAssocID="{58C7CE55-3705-414C-A99D-6D5C6EF0625A}" presName="child" presStyleLbl="alignAccFollowNode1" presStyleIdx="2" presStyleCnt="8">
        <dgm:presLayoutVars>
          <dgm:chMax val="0"/>
          <dgm:bulletEnabled val="1"/>
        </dgm:presLayoutVars>
      </dgm:prSet>
      <dgm:spPr/>
    </dgm:pt>
    <dgm:pt modelId="{84323F49-06A9-4F37-B1A6-DC832E2DC220}" type="pres">
      <dgm:prSet presAssocID="{1388855D-C69A-4F50-BA3A-19FB741F4314}" presName="sibTrans" presStyleLbl="sibTrans2D1" presStyleIdx="3" presStyleCnt="8"/>
      <dgm:spPr/>
    </dgm:pt>
    <dgm:pt modelId="{8021EFB3-77FD-42C2-90D1-C95C53596EF1}" type="pres">
      <dgm:prSet presAssocID="{277C10AB-1744-4421-BDF6-103B11EFEAB5}" presName="child" presStyleLbl="alignAccFollowNode1" presStyleIdx="3" presStyleCnt="8">
        <dgm:presLayoutVars>
          <dgm:chMax val="0"/>
          <dgm:bulletEnabled val="1"/>
        </dgm:presLayoutVars>
      </dgm:prSet>
      <dgm:spPr/>
    </dgm:pt>
    <dgm:pt modelId="{8D2ACAA9-DF79-45FC-9198-28CE51F6BA18}" type="pres">
      <dgm:prSet presAssocID="{3F216AD1-6305-4FB0-941C-765A71D20FE7}" presName="hSp" presStyleCnt="0"/>
      <dgm:spPr/>
    </dgm:pt>
    <dgm:pt modelId="{DDFB7E4C-0C5E-4953-A22B-CCF057F9FA0F}" type="pres">
      <dgm:prSet presAssocID="{372A84CE-0BBA-4EFE-8B2F-3650D408C9DD}" presName="vertFlow" presStyleCnt="0"/>
      <dgm:spPr/>
    </dgm:pt>
    <dgm:pt modelId="{E723AFB1-778C-49C2-894D-D418A663E930}" type="pres">
      <dgm:prSet presAssocID="{372A84CE-0BBA-4EFE-8B2F-3650D408C9DD}" presName="header" presStyleLbl="node1" presStyleIdx="2" presStyleCnt="5"/>
      <dgm:spPr/>
    </dgm:pt>
    <dgm:pt modelId="{3E02E781-5BE2-45AA-9143-2CC178FA455E}" type="pres">
      <dgm:prSet presAssocID="{DA56D5DD-5750-4B8F-B4C8-C815BFB1C98E}" presName="parTrans" presStyleLbl="sibTrans2D1" presStyleIdx="4" presStyleCnt="8"/>
      <dgm:spPr/>
    </dgm:pt>
    <dgm:pt modelId="{469E4D95-2117-4314-A3CF-FEA6FB9D18D0}" type="pres">
      <dgm:prSet presAssocID="{08FE693D-850A-4B40-8FF2-9445DA2D25AC}" presName="child" presStyleLbl="alignAccFollowNode1" presStyleIdx="4" presStyleCnt="8">
        <dgm:presLayoutVars>
          <dgm:chMax val="0"/>
          <dgm:bulletEnabled val="1"/>
        </dgm:presLayoutVars>
      </dgm:prSet>
      <dgm:spPr/>
    </dgm:pt>
    <dgm:pt modelId="{76B4F20C-0E3A-450C-8D6B-0BECFBC6B12D}" type="pres">
      <dgm:prSet presAssocID="{372A84CE-0BBA-4EFE-8B2F-3650D408C9DD}" presName="hSp" presStyleCnt="0"/>
      <dgm:spPr/>
    </dgm:pt>
    <dgm:pt modelId="{B322878A-3403-457F-84CE-139C17E8F8A3}" type="pres">
      <dgm:prSet presAssocID="{5F1F5053-7867-437C-8772-6F909FABC426}" presName="vertFlow" presStyleCnt="0"/>
      <dgm:spPr/>
    </dgm:pt>
    <dgm:pt modelId="{D3CA2416-1B43-4029-8B78-4CA665BCB691}" type="pres">
      <dgm:prSet presAssocID="{5F1F5053-7867-437C-8772-6F909FABC426}" presName="header" presStyleLbl="node1" presStyleIdx="3" presStyleCnt="5"/>
      <dgm:spPr/>
    </dgm:pt>
    <dgm:pt modelId="{F4A7FEC3-13E9-4073-8C3F-3CACFE2209DC}" type="pres">
      <dgm:prSet presAssocID="{3303A7A1-F4FE-455C-B338-80FF4FB4EE64}" presName="parTrans" presStyleLbl="sibTrans2D1" presStyleIdx="5" presStyleCnt="8"/>
      <dgm:spPr/>
    </dgm:pt>
    <dgm:pt modelId="{42FBB82F-2E67-45B4-841A-415A09821E25}" type="pres">
      <dgm:prSet presAssocID="{DEA047EF-5C57-4885-9D26-F0D90BF6F7B3}" presName="child" presStyleLbl="alignAccFollowNode1" presStyleIdx="5" presStyleCnt="8">
        <dgm:presLayoutVars>
          <dgm:chMax val="0"/>
          <dgm:bulletEnabled val="1"/>
        </dgm:presLayoutVars>
      </dgm:prSet>
      <dgm:spPr/>
    </dgm:pt>
    <dgm:pt modelId="{3CB3C43E-5D68-4959-AC49-5023ED88866D}" type="pres">
      <dgm:prSet presAssocID="{5F1F5053-7867-437C-8772-6F909FABC426}" presName="hSp" presStyleCnt="0"/>
      <dgm:spPr/>
    </dgm:pt>
    <dgm:pt modelId="{E438B12F-87B6-4D20-B676-1ED9BD1E71C4}" type="pres">
      <dgm:prSet presAssocID="{215D5F0A-16E0-4272-823F-0C2384036CBE}" presName="vertFlow" presStyleCnt="0"/>
      <dgm:spPr/>
    </dgm:pt>
    <dgm:pt modelId="{1F1E2FFF-DE45-4707-9C4E-DEF136024FEF}" type="pres">
      <dgm:prSet presAssocID="{215D5F0A-16E0-4272-823F-0C2384036CBE}" presName="header" presStyleLbl="node1" presStyleIdx="4" presStyleCnt="5"/>
      <dgm:spPr/>
    </dgm:pt>
    <dgm:pt modelId="{CF6AEAD6-B0B5-40A1-886E-349EAFCBF537}" type="pres">
      <dgm:prSet presAssocID="{5E8FDF75-2D20-4CFB-BD80-353B46F7CE6B}" presName="parTrans" presStyleLbl="sibTrans2D1" presStyleIdx="6" presStyleCnt="8"/>
      <dgm:spPr/>
    </dgm:pt>
    <dgm:pt modelId="{8B04FC04-5B0B-4532-B067-3A96B91B1A71}" type="pres">
      <dgm:prSet presAssocID="{0007019D-BE48-4638-A758-11431E394BA5}" presName="child" presStyleLbl="alignAccFollowNode1" presStyleIdx="6" presStyleCnt="8">
        <dgm:presLayoutVars>
          <dgm:chMax val="0"/>
          <dgm:bulletEnabled val="1"/>
        </dgm:presLayoutVars>
      </dgm:prSet>
      <dgm:spPr/>
    </dgm:pt>
    <dgm:pt modelId="{40CDE28E-6463-4F26-9A6E-6F6001E14359}" type="pres">
      <dgm:prSet presAssocID="{5903D355-A23F-47EC-B7EF-60D5C3C924C7}" presName="sibTrans" presStyleLbl="sibTrans2D1" presStyleIdx="7" presStyleCnt="8"/>
      <dgm:spPr/>
    </dgm:pt>
    <dgm:pt modelId="{3CEBE889-FAE6-4538-9DB6-FFDB9389BE19}" type="pres">
      <dgm:prSet presAssocID="{F879121B-3B6F-494F-A6B0-9D9D880A98F3}" presName="child" presStyleLbl="alignAccFollowNode1" presStyleIdx="7" presStyleCnt="8">
        <dgm:presLayoutVars>
          <dgm:chMax val="0"/>
          <dgm:bulletEnabled val="1"/>
        </dgm:presLayoutVars>
      </dgm:prSet>
      <dgm:spPr/>
    </dgm:pt>
  </dgm:ptLst>
  <dgm:cxnLst>
    <dgm:cxn modelId="{92B4A912-C6E9-4E00-8107-C4CF9E65E8FE}" type="presOf" srcId="{1388855D-C69A-4F50-BA3A-19FB741F4314}" destId="{84323F49-06A9-4F37-B1A6-DC832E2DC220}" srcOrd="0" destOrd="0" presId="urn:microsoft.com/office/officeart/2005/8/layout/lProcess1"/>
    <dgm:cxn modelId="{38AB1613-474C-492D-8600-9BC14C8293B9}" type="presOf" srcId="{3F216AD1-6305-4FB0-941C-765A71D20FE7}" destId="{80A669FE-51D7-4237-8202-D9BC9B1E52CB}" srcOrd="0" destOrd="0" presId="urn:microsoft.com/office/officeart/2005/8/layout/lProcess1"/>
    <dgm:cxn modelId="{6206D314-8669-4A6C-AC2D-2CBC14D8A8C9}" srcId="{5C95F2D1-9FFC-4DC9-9998-49E18EB751AF}" destId="{3F216AD1-6305-4FB0-941C-765A71D20FE7}" srcOrd="1" destOrd="0" parTransId="{61F5B55A-00BC-4E37-B2D4-1F699F6A1615}" sibTransId="{9B5E24EE-5236-43F4-8C45-4C1954A50B7C}"/>
    <dgm:cxn modelId="{F7DA411F-ADF0-4011-8C6D-3F335A21CC5F}" type="presOf" srcId="{E7470D9B-54C3-4CAC-BDB8-62C361F9CFA5}" destId="{59934E18-18FF-4689-9164-FDD519257429}" srcOrd="0" destOrd="0" presId="urn:microsoft.com/office/officeart/2005/8/layout/lProcess1"/>
    <dgm:cxn modelId="{381AD720-D0BB-4DB7-8192-BD60618DF4ED}" type="presOf" srcId="{58C7CE55-3705-414C-A99D-6D5C6EF0625A}" destId="{C9CB6B0D-52AE-45C2-992F-F16D5A34857A}" srcOrd="0" destOrd="0" presId="urn:microsoft.com/office/officeart/2005/8/layout/lProcess1"/>
    <dgm:cxn modelId="{FEDFD121-9EAC-42BA-A69A-A54B1F9AA57B}" type="presOf" srcId="{215D5F0A-16E0-4272-823F-0C2384036CBE}" destId="{1F1E2FFF-DE45-4707-9C4E-DEF136024FEF}" srcOrd="0" destOrd="0" presId="urn:microsoft.com/office/officeart/2005/8/layout/lProcess1"/>
    <dgm:cxn modelId="{AA01BE27-47FC-45CE-BE9F-CCAE91CABF64}" srcId="{3F216AD1-6305-4FB0-941C-765A71D20FE7}" destId="{277C10AB-1744-4421-BDF6-103B11EFEAB5}" srcOrd="1" destOrd="0" parTransId="{697AEF14-9A35-4306-B1A3-1C71E9A583FC}" sibTransId="{5A703D59-6E1D-4640-92A8-AAC5024DFF9A}"/>
    <dgm:cxn modelId="{6B4D3F3E-7473-4347-BA86-2FFFF5577065}" srcId="{5C95F2D1-9FFC-4DC9-9998-49E18EB751AF}" destId="{215D5F0A-16E0-4272-823F-0C2384036CBE}" srcOrd="4" destOrd="0" parTransId="{4A4AEFB8-3EA8-4738-A25E-02FE69D51F40}" sibTransId="{9CFC0607-9CFC-4548-8F52-BED8D73D763A}"/>
    <dgm:cxn modelId="{2D468B5B-1958-4B5B-AF2D-D059E6C35D86}" srcId="{20BA57C7-4969-4A90-AC51-24D0D83B1818}" destId="{55E69F3B-5077-42F4-BD47-3D396425F3F2}" srcOrd="0" destOrd="0" parTransId="{54219654-28C6-4360-A738-956B3F3EB534}" sibTransId="{7750E049-86CD-48A4-A808-B4801ADFF224}"/>
    <dgm:cxn modelId="{55A65E68-18E8-486B-BFC5-181A40BD38DC}" type="presOf" srcId="{E8824C48-89F8-4E2D-B184-4E51DC7B58A6}" destId="{AACA5BA9-33E9-4D22-B3BA-B0E28BE5D756}" srcOrd="0" destOrd="0" presId="urn:microsoft.com/office/officeart/2005/8/layout/lProcess1"/>
    <dgm:cxn modelId="{21E52E49-F5F8-44E5-8F61-256F0254501E}" type="presOf" srcId="{DA56D5DD-5750-4B8F-B4C8-C815BFB1C98E}" destId="{3E02E781-5BE2-45AA-9143-2CC178FA455E}" srcOrd="0" destOrd="0" presId="urn:microsoft.com/office/officeart/2005/8/layout/lProcess1"/>
    <dgm:cxn modelId="{6925B54B-947D-4E6B-8F3D-2F3667C6CF5D}" srcId="{5C95F2D1-9FFC-4DC9-9998-49E18EB751AF}" destId="{20BA57C7-4969-4A90-AC51-24D0D83B1818}" srcOrd="0" destOrd="0" parTransId="{C400F307-324D-48B7-ACBA-B44B4A852FFB}" sibTransId="{46C1E1BE-45C9-4FEC-BFE9-FA2F5D6D378A}"/>
    <dgm:cxn modelId="{DC6C7A4C-83B2-416E-9472-E4E6F6480508}" type="presOf" srcId="{DEA047EF-5C57-4885-9D26-F0D90BF6F7B3}" destId="{42FBB82F-2E67-45B4-841A-415A09821E25}" srcOrd="0" destOrd="0" presId="urn:microsoft.com/office/officeart/2005/8/layout/lProcess1"/>
    <dgm:cxn modelId="{B518F46C-A7A0-452F-8F78-4EB63BA8E749}" type="presOf" srcId="{5F1F5053-7867-437C-8772-6F909FABC426}" destId="{D3CA2416-1B43-4029-8B78-4CA665BCB691}" srcOrd="0" destOrd="0" presId="urn:microsoft.com/office/officeart/2005/8/layout/lProcess1"/>
    <dgm:cxn modelId="{52598A4E-6A96-43D4-ACFC-768B80478F0D}" srcId="{5F1F5053-7867-437C-8772-6F909FABC426}" destId="{DEA047EF-5C57-4885-9D26-F0D90BF6F7B3}" srcOrd="0" destOrd="0" parTransId="{3303A7A1-F4FE-455C-B338-80FF4FB4EE64}" sibTransId="{5A4A898E-B530-43D0-80F1-13F49AE60AEB}"/>
    <dgm:cxn modelId="{38DFFC6E-A3B9-4335-AD29-889149D4EFFE}" type="presOf" srcId="{54219654-28C6-4360-A738-956B3F3EB534}" destId="{26BD821F-CD8E-40CE-AF95-EC5966F3B356}" srcOrd="0" destOrd="0" presId="urn:microsoft.com/office/officeart/2005/8/layout/lProcess1"/>
    <dgm:cxn modelId="{DEAB854F-5391-48B8-9918-AC59996A3876}" type="presOf" srcId="{372A84CE-0BBA-4EFE-8B2F-3650D408C9DD}" destId="{E723AFB1-778C-49C2-894D-D418A663E930}" srcOrd="0" destOrd="0" presId="urn:microsoft.com/office/officeart/2005/8/layout/lProcess1"/>
    <dgm:cxn modelId="{8F580B72-6F54-4DD7-9469-F045DC1CC096}" type="presOf" srcId="{5E8FDF75-2D20-4CFB-BD80-353B46F7CE6B}" destId="{CF6AEAD6-B0B5-40A1-886E-349EAFCBF537}" srcOrd="0" destOrd="0" presId="urn:microsoft.com/office/officeart/2005/8/layout/lProcess1"/>
    <dgm:cxn modelId="{FD67D657-5D19-437A-AD99-19266300C7EE}" srcId="{20BA57C7-4969-4A90-AC51-24D0D83B1818}" destId="{E8824C48-89F8-4E2D-B184-4E51DC7B58A6}" srcOrd="1" destOrd="0" parTransId="{97D717A4-71E3-4C42-83C9-CD0C15092AF7}" sibTransId="{D2969FBB-94CE-4C9A-912E-D73F81F78D09}"/>
    <dgm:cxn modelId="{CA7D0C80-0E4A-49CE-AFFB-1C02ABEFDFE5}" type="presOf" srcId="{277C10AB-1744-4421-BDF6-103B11EFEAB5}" destId="{8021EFB3-77FD-42C2-90D1-C95C53596EF1}" srcOrd="0" destOrd="0" presId="urn:microsoft.com/office/officeart/2005/8/layout/lProcess1"/>
    <dgm:cxn modelId="{7B2A8D85-66EC-46E7-908A-B391A5EDAC95}" type="presOf" srcId="{20BA57C7-4969-4A90-AC51-24D0D83B1818}" destId="{97199732-22D3-4D58-B7C8-962AB9606A85}" srcOrd="0" destOrd="0" presId="urn:microsoft.com/office/officeart/2005/8/layout/lProcess1"/>
    <dgm:cxn modelId="{C00A018A-FDEA-414B-8081-F3534CDC4590}" type="presOf" srcId="{7750E049-86CD-48A4-A808-B4801ADFF224}" destId="{B357538F-AA79-4CC6-BE79-302F1201BF7E}" srcOrd="0" destOrd="0" presId="urn:microsoft.com/office/officeart/2005/8/layout/lProcess1"/>
    <dgm:cxn modelId="{D8A9688E-5CEF-4228-AC53-8023404E2183}" srcId="{215D5F0A-16E0-4272-823F-0C2384036CBE}" destId="{F879121B-3B6F-494F-A6B0-9D9D880A98F3}" srcOrd="1" destOrd="0" parTransId="{75924DA9-7DDA-431C-BD22-9C134871FF33}" sibTransId="{11FA5C7F-B48D-4D3E-9B1F-36FC84C2149F}"/>
    <dgm:cxn modelId="{515B1B97-1B5C-4A96-BC9E-157589AEE0E5}" srcId="{5C95F2D1-9FFC-4DC9-9998-49E18EB751AF}" destId="{5F1F5053-7867-437C-8772-6F909FABC426}" srcOrd="3" destOrd="0" parTransId="{395CE6D9-3F3D-4FCE-A4FD-D5EE6B07AA3C}" sibTransId="{D40438EA-4945-4D41-8374-1E800A96BD3F}"/>
    <dgm:cxn modelId="{7FD54EA3-5021-4E3E-9A5D-D6E55E1CC50F}" type="presOf" srcId="{0007019D-BE48-4638-A758-11431E394BA5}" destId="{8B04FC04-5B0B-4532-B067-3A96B91B1A71}" srcOrd="0" destOrd="0" presId="urn:microsoft.com/office/officeart/2005/8/layout/lProcess1"/>
    <dgm:cxn modelId="{2181C5AC-F614-48C6-9EFD-38D4867CABE0}" type="presOf" srcId="{08FE693D-850A-4B40-8FF2-9445DA2D25AC}" destId="{469E4D95-2117-4314-A3CF-FEA6FB9D18D0}" srcOrd="0" destOrd="0" presId="urn:microsoft.com/office/officeart/2005/8/layout/lProcess1"/>
    <dgm:cxn modelId="{7A6AADAD-1532-48A7-B758-6CBD8D8FCA7C}" srcId="{215D5F0A-16E0-4272-823F-0C2384036CBE}" destId="{0007019D-BE48-4638-A758-11431E394BA5}" srcOrd="0" destOrd="0" parTransId="{5E8FDF75-2D20-4CFB-BD80-353B46F7CE6B}" sibTransId="{5903D355-A23F-47EC-B7EF-60D5C3C924C7}"/>
    <dgm:cxn modelId="{5CA010BB-4B8F-43CB-B04B-9D510D3D4A7D}" type="presOf" srcId="{5903D355-A23F-47EC-B7EF-60D5C3C924C7}" destId="{40CDE28E-6463-4F26-9A6E-6F6001E14359}" srcOrd="0" destOrd="0" presId="urn:microsoft.com/office/officeart/2005/8/layout/lProcess1"/>
    <dgm:cxn modelId="{81EF45BF-AD37-4986-8D2A-E0A3D680462D}" type="presOf" srcId="{3303A7A1-F4FE-455C-B338-80FF4FB4EE64}" destId="{F4A7FEC3-13E9-4073-8C3F-3CACFE2209DC}" srcOrd="0" destOrd="0" presId="urn:microsoft.com/office/officeart/2005/8/layout/lProcess1"/>
    <dgm:cxn modelId="{81BE24C9-F6AB-40E0-8BEA-10271A4C8969}" srcId="{3F216AD1-6305-4FB0-941C-765A71D20FE7}" destId="{58C7CE55-3705-414C-A99D-6D5C6EF0625A}" srcOrd="0" destOrd="0" parTransId="{E7470D9B-54C3-4CAC-BDB8-62C361F9CFA5}" sibTransId="{1388855D-C69A-4F50-BA3A-19FB741F4314}"/>
    <dgm:cxn modelId="{AF643BD7-9BBA-49A7-9C65-78A8083E6593}" type="presOf" srcId="{F879121B-3B6F-494F-A6B0-9D9D880A98F3}" destId="{3CEBE889-FAE6-4538-9DB6-FFDB9389BE19}" srcOrd="0" destOrd="0" presId="urn:microsoft.com/office/officeart/2005/8/layout/lProcess1"/>
    <dgm:cxn modelId="{E03BFCE4-2E53-4351-969F-E8812B1671B7}" srcId="{5C95F2D1-9FFC-4DC9-9998-49E18EB751AF}" destId="{372A84CE-0BBA-4EFE-8B2F-3650D408C9DD}" srcOrd="2" destOrd="0" parTransId="{7C613DB5-43D4-4E91-A90B-882F1FE4AAAB}" sibTransId="{69C7C79E-1058-4AD7-89F3-63F00DA7A3FA}"/>
    <dgm:cxn modelId="{73499FED-7208-4005-A6EE-F1E56B9BF479}" type="presOf" srcId="{55E69F3B-5077-42F4-BD47-3D396425F3F2}" destId="{3D6BFEE7-2020-4FA5-9BAB-5A229DDECB65}" srcOrd="0" destOrd="0" presId="urn:microsoft.com/office/officeart/2005/8/layout/lProcess1"/>
    <dgm:cxn modelId="{A9224CF1-CEFE-4F5F-A95F-FC3D6F9C7112}" type="presOf" srcId="{5C95F2D1-9FFC-4DC9-9998-49E18EB751AF}" destId="{6AD91508-2DB0-4F8F-A27C-D4504EE3C201}" srcOrd="0" destOrd="0" presId="urn:microsoft.com/office/officeart/2005/8/layout/lProcess1"/>
    <dgm:cxn modelId="{F77112FB-379B-499F-88B0-EDB8DCF65A99}" srcId="{372A84CE-0BBA-4EFE-8B2F-3650D408C9DD}" destId="{08FE693D-850A-4B40-8FF2-9445DA2D25AC}" srcOrd="0" destOrd="0" parTransId="{DA56D5DD-5750-4B8F-B4C8-C815BFB1C98E}" sibTransId="{D87FC6F8-6A74-4CA0-B5AF-6BFA148479D4}"/>
    <dgm:cxn modelId="{5E229206-948A-4BDE-88D6-36652FA3793B}" type="presParOf" srcId="{6AD91508-2DB0-4F8F-A27C-D4504EE3C201}" destId="{8E0F53AA-013A-4CDA-AFE3-4AC8257F5AE7}" srcOrd="0" destOrd="0" presId="urn:microsoft.com/office/officeart/2005/8/layout/lProcess1"/>
    <dgm:cxn modelId="{624B74EC-C3DE-4B58-BE46-0F94E374EDE0}" type="presParOf" srcId="{8E0F53AA-013A-4CDA-AFE3-4AC8257F5AE7}" destId="{97199732-22D3-4D58-B7C8-962AB9606A85}" srcOrd="0" destOrd="0" presId="urn:microsoft.com/office/officeart/2005/8/layout/lProcess1"/>
    <dgm:cxn modelId="{245BBF7B-FB53-464A-A0A1-3EE50C54D6C2}" type="presParOf" srcId="{8E0F53AA-013A-4CDA-AFE3-4AC8257F5AE7}" destId="{26BD821F-CD8E-40CE-AF95-EC5966F3B356}" srcOrd="1" destOrd="0" presId="urn:microsoft.com/office/officeart/2005/8/layout/lProcess1"/>
    <dgm:cxn modelId="{1E6D22E1-2016-4A03-89D1-152B1BA9EB5D}" type="presParOf" srcId="{8E0F53AA-013A-4CDA-AFE3-4AC8257F5AE7}" destId="{3D6BFEE7-2020-4FA5-9BAB-5A229DDECB65}" srcOrd="2" destOrd="0" presId="urn:microsoft.com/office/officeart/2005/8/layout/lProcess1"/>
    <dgm:cxn modelId="{BC815E9B-12F1-4C4E-BB14-6118AD8E56EF}" type="presParOf" srcId="{8E0F53AA-013A-4CDA-AFE3-4AC8257F5AE7}" destId="{B357538F-AA79-4CC6-BE79-302F1201BF7E}" srcOrd="3" destOrd="0" presId="urn:microsoft.com/office/officeart/2005/8/layout/lProcess1"/>
    <dgm:cxn modelId="{CA19DBD2-B227-44A8-A3A4-45AB5A7D03F3}" type="presParOf" srcId="{8E0F53AA-013A-4CDA-AFE3-4AC8257F5AE7}" destId="{AACA5BA9-33E9-4D22-B3BA-B0E28BE5D756}" srcOrd="4" destOrd="0" presId="urn:microsoft.com/office/officeart/2005/8/layout/lProcess1"/>
    <dgm:cxn modelId="{8E28F73C-DDC1-4597-A030-37000C99610E}" type="presParOf" srcId="{6AD91508-2DB0-4F8F-A27C-D4504EE3C201}" destId="{D881AE06-50DA-416E-A2E0-79BEEAC64ED8}" srcOrd="1" destOrd="0" presId="urn:microsoft.com/office/officeart/2005/8/layout/lProcess1"/>
    <dgm:cxn modelId="{F0DB5894-80AC-4923-A72E-58A45B4A4399}" type="presParOf" srcId="{6AD91508-2DB0-4F8F-A27C-D4504EE3C201}" destId="{697967CA-7870-4CD7-95A8-1FC39E3217D6}" srcOrd="2" destOrd="0" presId="urn:microsoft.com/office/officeart/2005/8/layout/lProcess1"/>
    <dgm:cxn modelId="{B0F2A63E-97B3-4DCA-9E12-92307C4AC230}" type="presParOf" srcId="{697967CA-7870-4CD7-95A8-1FC39E3217D6}" destId="{80A669FE-51D7-4237-8202-D9BC9B1E52CB}" srcOrd="0" destOrd="0" presId="urn:microsoft.com/office/officeart/2005/8/layout/lProcess1"/>
    <dgm:cxn modelId="{EDCAB896-7318-44D2-A351-C453E90BCC60}" type="presParOf" srcId="{697967CA-7870-4CD7-95A8-1FC39E3217D6}" destId="{59934E18-18FF-4689-9164-FDD519257429}" srcOrd="1" destOrd="0" presId="urn:microsoft.com/office/officeart/2005/8/layout/lProcess1"/>
    <dgm:cxn modelId="{3674D6FC-384C-4C09-A099-46E26A7971EB}" type="presParOf" srcId="{697967CA-7870-4CD7-95A8-1FC39E3217D6}" destId="{C9CB6B0D-52AE-45C2-992F-F16D5A34857A}" srcOrd="2" destOrd="0" presId="urn:microsoft.com/office/officeart/2005/8/layout/lProcess1"/>
    <dgm:cxn modelId="{C7209D3F-925F-4CB5-9108-4869D45F312D}" type="presParOf" srcId="{697967CA-7870-4CD7-95A8-1FC39E3217D6}" destId="{84323F49-06A9-4F37-B1A6-DC832E2DC220}" srcOrd="3" destOrd="0" presId="urn:microsoft.com/office/officeart/2005/8/layout/lProcess1"/>
    <dgm:cxn modelId="{B8C83064-244D-434F-9CD2-97FD1602FD12}" type="presParOf" srcId="{697967CA-7870-4CD7-95A8-1FC39E3217D6}" destId="{8021EFB3-77FD-42C2-90D1-C95C53596EF1}" srcOrd="4" destOrd="0" presId="urn:microsoft.com/office/officeart/2005/8/layout/lProcess1"/>
    <dgm:cxn modelId="{26BC58F7-6B05-4548-BD5E-3E3430526F1E}" type="presParOf" srcId="{6AD91508-2DB0-4F8F-A27C-D4504EE3C201}" destId="{8D2ACAA9-DF79-45FC-9198-28CE51F6BA18}" srcOrd="3" destOrd="0" presId="urn:microsoft.com/office/officeart/2005/8/layout/lProcess1"/>
    <dgm:cxn modelId="{49416230-B29F-4C7A-B780-779422EEB185}" type="presParOf" srcId="{6AD91508-2DB0-4F8F-A27C-D4504EE3C201}" destId="{DDFB7E4C-0C5E-4953-A22B-CCF057F9FA0F}" srcOrd="4" destOrd="0" presId="urn:microsoft.com/office/officeart/2005/8/layout/lProcess1"/>
    <dgm:cxn modelId="{BEAC9E1C-E7C3-45FD-B2EE-24F08BB16B91}" type="presParOf" srcId="{DDFB7E4C-0C5E-4953-A22B-CCF057F9FA0F}" destId="{E723AFB1-778C-49C2-894D-D418A663E930}" srcOrd="0" destOrd="0" presId="urn:microsoft.com/office/officeart/2005/8/layout/lProcess1"/>
    <dgm:cxn modelId="{B7613617-B064-428B-BC8A-BFEEF1D3517A}" type="presParOf" srcId="{DDFB7E4C-0C5E-4953-A22B-CCF057F9FA0F}" destId="{3E02E781-5BE2-45AA-9143-2CC178FA455E}" srcOrd="1" destOrd="0" presId="urn:microsoft.com/office/officeart/2005/8/layout/lProcess1"/>
    <dgm:cxn modelId="{1457A1B9-D9D3-4E53-92D0-80E9E295780F}" type="presParOf" srcId="{DDFB7E4C-0C5E-4953-A22B-CCF057F9FA0F}" destId="{469E4D95-2117-4314-A3CF-FEA6FB9D18D0}" srcOrd="2" destOrd="0" presId="urn:microsoft.com/office/officeart/2005/8/layout/lProcess1"/>
    <dgm:cxn modelId="{63802FFC-77F2-4DFD-A5E1-B58B77698460}" type="presParOf" srcId="{6AD91508-2DB0-4F8F-A27C-D4504EE3C201}" destId="{76B4F20C-0E3A-450C-8D6B-0BECFBC6B12D}" srcOrd="5" destOrd="0" presId="urn:microsoft.com/office/officeart/2005/8/layout/lProcess1"/>
    <dgm:cxn modelId="{C05337A1-5087-4953-9F59-1E31015D49B9}" type="presParOf" srcId="{6AD91508-2DB0-4F8F-A27C-D4504EE3C201}" destId="{B322878A-3403-457F-84CE-139C17E8F8A3}" srcOrd="6" destOrd="0" presId="urn:microsoft.com/office/officeart/2005/8/layout/lProcess1"/>
    <dgm:cxn modelId="{7F9B30AB-742F-410A-8AF0-AD8073A669F4}" type="presParOf" srcId="{B322878A-3403-457F-84CE-139C17E8F8A3}" destId="{D3CA2416-1B43-4029-8B78-4CA665BCB691}" srcOrd="0" destOrd="0" presId="urn:microsoft.com/office/officeart/2005/8/layout/lProcess1"/>
    <dgm:cxn modelId="{F913468E-E4C9-47D5-A547-DD6F6EFF8B18}" type="presParOf" srcId="{B322878A-3403-457F-84CE-139C17E8F8A3}" destId="{F4A7FEC3-13E9-4073-8C3F-3CACFE2209DC}" srcOrd="1" destOrd="0" presId="urn:microsoft.com/office/officeart/2005/8/layout/lProcess1"/>
    <dgm:cxn modelId="{3D585B06-23F1-4AB4-B915-2D3AB8698008}" type="presParOf" srcId="{B322878A-3403-457F-84CE-139C17E8F8A3}" destId="{42FBB82F-2E67-45B4-841A-415A09821E25}" srcOrd="2" destOrd="0" presId="urn:microsoft.com/office/officeart/2005/8/layout/lProcess1"/>
    <dgm:cxn modelId="{5998C07F-C99B-4FBA-9E4A-53EB7B2194E3}" type="presParOf" srcId="{6AD91508-2DB0-4F8F-A27C-D4504EE3C201}" destId="{3CB3C43E-5D68-4959-AC49-5023ED88866D}" srcOrd="7" destOrd="0" presId="urn:microsoft.com/office/officeart/2005/8/layout/lProcess1"/>
    <dgm:cxn modelId="{863A71CC-04C9-4CFA-8C82-57D19F3C2B6A}" type="presParOf" srcId="{6AD91508-2DB0-4F8F-A27C-D4504EE3C201}" destId="{E438B12F-87B6-4D20-B676-1ED9BD1E71C4}" srcOrd="8" destOrd="0" presId="urn:microsoft.com/office/officeart/2005/8/layout/lProcess1"/>
    <dgm:cxn modelId="{72B75FA8-A2DC-4F9B-898A-DCABCD0A06F1}" type="presParOf" srcId="{E438B12F-87B6-4D20-B676-1ED9BD1E71C4}" destId="{1F1E2FFF-DE45-4707-9C4E-DEF136024FEF}" srcOrd="0" destOrd="0" presId="urn:microsoft.com/office/officeart/2005/8/layout/lProcess1"/>
    <dgm:cxn modelId="{5BFB8B88-3930-4BA9-9AFB-940105B32840}" type="presParOf" srcId="{E438B12F-87B6-4D20-B676-1ED9BD1E71C4}" destId="{CF6AEAD6-B0B5-40A1-886E-349EAFCBF537}" srcOrd="1" destOrd="0" presId="urn:microsoft.com/office/officeart/2005/8/layout/lProcess1"/>
    <dgm:cxn modelId="{E906FE5E-D0ED-4DDE-BB61-91F222F60281}" type="presParOf" srcId="{E438B12F-87B6-4D20-B676-1ED9BD1E71C4}" destId="{8B04FC04-5B0B-4532-B067-3A96B91B1A71}" srcOrd="2" destOrd="0" presId="urn:microsoft.com/office/officeart/2005/8/layout/lProcess1"/>
    <dgm:cxn modelId="{68D98F03-5650-4CF8-B3CE-F343D43C31E3}" type="presParOf" srcId="{E438B12F-87B6-4D20-B676-1ED9BD1E71C4}" destId="{40CDE28E-6463-4F26-9A6E-6F6001E14359}" srcOrd="3" destOrd="0" presId="urn:microsoft.com/office/officeart/2005/8/layout/lProcess1"/>
    <dgm:cxn modelId="{1730EDA4-0993-4F48-AAA5-E6CDAFBD3F91}" type="presParOf" srcId="{E438B12F-87B6-4D20-B676-1ED9BD1E71C4}" destId="{3CEBE889-FAE6-4538-9DB6-FFDB9389BE19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AE53BC-B44D-4AAE-AE9B-C3F857C9A219}" type="doc">
      <dgm:prSet loTypeId="urn:microsoft.com/office/officeart/2005/8/layout/default#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MX"/>
        </a:p>
      </dgm:t>
    </dgm:pt>
    <dgm:pt modelId="{421506A3-D972-43F8-8B92-D85A2FF5EDE1}" type="pres">
      <dgm:prSet presAssocID="{C6AE53BC-B44D-4AAE-AE9B-C3F857C9A219}" presName="diagram" presStyleCnt="0">
        <dgm:presLayoutVars>
          <dgm:dir/>
          <dgm:resizeHandles val="exact"/>
        </dgm:presLayoutVars>
      </dgm:prSet>
      <dgm:spPr/>
    </dgm:pt>
  </dgm:ptLst>
  <dgm:cxnLst>
    <dgm:cxn modelId="{AC749BEB-0473-483C-8F7D-3E37793D03CE}" type="presOf" srcId="{C6AE53BC-B44D-4AAE-AE9B-C3F857C9A219}" destId="{421506A3-D972-43F8-8B92-D85A2FF5EDE1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F45E0C-40EF-4C40-8489-075CDE6FC216}" type="doc">
      <dgm:prSet loTypeId="urn:microsoft.com/office/officeart/2005/8/layout/vProcess5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MX"/>
        </a:p>
      </dgm:t>
    </dgm:pt>
    <dgm:pt modelId="{C1830142-D291-4EDF-B55E-4E43ADF5347D}">
      <dgm:prSet phldrT="[Texto]" custT="1"/>
      <dgm:spPr/>
      <dgm:t>
        <a:bodyPr/>
        <a:lstStyle/>
        <a:p>
          <a:r>
            <a:rPr lang="es-MX" sz="2000" dirty="0">
              <a:latin typeface="Times New Roman" pitchFamily="18" charset="0"/>
              <a:cs typeface="Times New Roman" pitchFamily="18" charset="0"/>
            </a:rPr>
            <a:t>Agregue las variables artificiales necesarias para formar la primera base.</a:t>
          </a:r>
          <a:endParaRPr lang="es-MX" sz="2000" dirty="0"/>
        </a:p>
      </dgm:t>
    </dgm:pt>
    <dgm:pt modelId="{2576D917-D25A-4383-84EB-3F88D4EDDFD4}" type="parTrans" cxnId="{0123DD4F-1D69-4016-A876-46A2F5A6403F}">
      <dgm:prSet/>
      <dgm:spPr/>
      <dgm:t>
        <a:bodyPr/>
        <a:lstStyle/>
        <a:p>
          <a:endParaRPr lang="es-MX" sz="2000"/>
        </a:p>
      </dgm:t>
    </dgm:pt>
    <dgm:pt modelId="{8A511D60-3B48-4095-9E5B-A1722035F0D4}" type="sibTrans" cxnId="{0123DD4F-1D69-4016-A876-46A2F5A6403F}">
      <dgm:prSet custT="1"/>
      <dgm:spPr/>
      <dgm:t>
        <a:bodyPr/>
        <a:lstStyle/>
        <a:p>
          <a:endParaRPr lang="es-MX" sz="2000"/>
        </a:p>
      </dgm:t>
    </dgm:pt>
    <dgm:pt modelId="{9918FE91-29E5-4DA0-9E49-3E0A6DB126CB}">
      <dgm:prSet phldrT="[Texto]" custT="1"/>
      <dgm:spPr/>
      <dgm:t>
        <a:bodyPr/>
        <a:lstStyle/>
        <a:p>
          <a:r>
            <a:rPr lang="es-MX" sz="2000" dirty="0">
              <a:latin typeface="Times New Roman" pitchFamily="18" charset="0"/>
              <a:cs typeface="Times New Roman" pitchFamily="18" charset="0"/>
            </a:rPr>
            <a:t>Resuelva el problema de minimizar la suma de las variables artificiales, sujeta a las restricciones funcionales del problema original</a:t>
          </a:r>
          <a:endParaRPr lang="es-MX" sz="2000" dirty="0"/>
        </a:p>
      </dgm:t>
    </dgm:pt>
    <dgm:pt modelId="{0231DF99-138B-42C2-9043-8735C586C3F9}" type="parTrans" cxnId="{C1C66DF6-3C7F-4C42-80E5-2303C87DEE18}">
      <dgm:prSet/>
      <dgm:spPr/>
      <dgm:t>
        <a:bodyPr/>
        <a:lstStyle/>
        <a:p>
          <a:endParaRPr lang="es-MX" sz="2000"/>
        </a:p>
      </dgm:t>
    </dgm:pt>
    <dgm:pt modelId="{B6CF2877-C9B1-4EA8-8C17-DE469156A431}" type="sibTrans" cxnId="{C1C66DF6-3C7F-4C42-80E5-2303C87DEE18}">
      <dgm:prSet custT="1"/>
      <dgm:spPr/>
      <dgm:t>
        <a:bodyPr/>
        <a:lstStyle/>
        <a:p>
          <a:endParaRPr lang="es-MX" sz="2000"/>
        </a:p>
      </dgm:t>
    </dgm:pt>
    <dgm:pt modelId="{0704B497-A67F-460A-BDFE-5A8F2359564D}">
      <dgm:prSet phldrT="[Texto]" custT="1"/>
      <dgm:spPr/>
      <dgm:t>
        <a:bodyPr/>
        <a:lstStyle/>
        <a:p>
          <a:r>
            <a:rPr lang="es-MX" sz="2000" dirty="0">
              <a:latin typeface="Times New Roman" pitchFamily="18" charset="0"/>
              <a:cs typeface="Times New Roman" pitchFamily="18" charset="0"/>
            </a:rPr>
            <a:t>Corrija el renglón 0::  nuevo R0’ = R0 – </a:t>
          </a:r>
          <a:r>
            <a:rPr lang="es-MX" sz="2000" dirty="0" err="1">
              <a:latin typeface="Times New Roman" pitchFamily="18" charset="0"/>
              <a:cs typeface="Times New Roman" pitchFamily="18" charset="0"/>
            </a:rPr>
            <a:t>Ri</a:t>
          </a:r>
          <a:r>
            <a:rPr lang="es-MX" sz="2000" dirty="0">
              <a:latin typeface="Times New Roman" pitchFamily="18" charset="0"/>
              <a:cs typeface="Times New Roman" pitchFamily="18" charset="0"/>
            </a:rPr>
            <a:t>, </a:t>
          </a:r>
          <a:r>
            <a:rPr lang="es-MX" sz="2000" dirty="0" err="1">
              <a:latin typeface="Times New Roman" pitchFamily="18" charset="0"/>
              <a:cs typeface="Times New Roman" pitchFamily="18" charset="0"/>
            </a:rPr>
            <a:t>Ri</a:t>
          </a:r>
          <a:r>
            <a:rPr lang="es-MX" sz="2000" dirty="0">
              <a:latin typeface="Times New Roman" pitchFamily="18" charset="0"/>
              <a:cs typeface="Times New Roman" pitchFamily="18" charset="0"/>
            </a:rPr>
            <a:t>=todos los renglones con artificiales </a:t>
          </a:r>
          <a:endParaRPr lang="es-MX" sz="2000" dirty="0"/>
        </a:p>
      </dgm:t>
    </dgm:pt>
    <dgm:pt modelId="{F5353BEA-734D-4AE1-A4F9-53D22E7BA2EA}" type="parTrans" cxnId="{B9E95242-441C-4309-BCB9-AB2E44550963}">
      <dgm:prSet/>
      <dgm:spPr/>
      <dgm:t>
        <a:bodyPr/>
        <a:lstStyle/>
        <a:p>
          <a:endParaRPr lang="es-MX" sz="2000"/>
        </a:p>
      </dgm:t>
    </dgm:pt>
    <dgm:pt modelId="{B7F85443-1587-4795-8C08-62CD31241257}" type="sibTrans" cxnId="{B9E95242-441C-4309-BCB9-AB2E44550963}">
      <dgm:prSet custT="1"/>
      <dgm:spPr/>
      <dgm:t>
        <a:bodyPr/>
        <a:lstStyle/>
        <a:p>
          <a:endParaRPr lang="es-MX" sz="2000"/>
        </a:p>
      </dgm:t>
    </dgm:pt>
    <dgm:pt modelId="{35EB8C47-3034-492B-A9D3-AF1856B448FF}">
      <dgm:prSet custT="1"/>
      <dgm:spPr/>
      <dgm:t>
        <a:bodyPr/>
        <a:lstStyle/>
        <a:p>
          <a:r>
            <a:rPr lang="es-MX" sz="2000" dirty="0">
              <a:latin typeface="Times New Roman" pitchFamily="18" charset="0"/>
              <a:cs typeface="Times New Roman" pitchFamily="18" charset="0"/>
            </a:rPr>
            <a:t>Si Z=0, vaya a la fase 2</a:t>
          </a:r>
        </a:p>
      </dgm:t>
    </dgm:pt>
    <dgm:pt modelId="{DD8E55E8-EE7C-40B2-9A93-D6FB3E04CD24}" type="parTrans" cxnId="{41B8B03F-FB12-46E9-B7D8-36ABBDFEF7F4}">
      <dgm:prSet/>
      <dgm:spPr/>
      <dgm:t>
        <a:bodyPr/>
        <a:lstStyle/>
        <a:p>
          <a:endParaRPr lang="es-MX" sz="2000"/>
        </a:p>
      </dgm:t>
    </dgm:pt>
    <dgm:pt modelId="{22BCD52C-8880-4491-9D23-FD11C20D3D1F}" type="sibTrans" cxnId="{41B8B03F-FB12-46E9-B7D8-36ABBDFEF7F4}">
      <dgm:prSet/>
      <dgm:spPr/>
      <dgm:t>
        <a:bodyPr/>
        <a:lstStyle/>
        <a:p>
          <a:endParaRPr lang="es-MX" sz="2000"/>
        </a:p>
      </dgm:t>
    </dgm:pt>
    <dgm:pt modelId="{5ABFC966-E4DE-4998-AB25-50B8D63D2B63}">
      <dgm:prSet custT="1"/>
      <dgm:spPr/>
      <dgm:t>
        <a:bodyPr rIns="108000"/>
        <a:lstStyle/>
        <a:p>
          <a:r>
            <a:rPr lang="es-MX" sz="2000" dirty="0">
              <a:latin typeface="Times New Roman" pitchFamily="18" charset="0"/>
              <a:cs typeface="Times New Roman" pitchFamily="18" charset="0"/>
            </a:rPr>
            <a:t>Si Z*&gt;0 (o si alguna </a:t>
          </a:r>
          <a:r>
            <a:rPr lang="es-MX" sz="2000" dirty="0" err="1">
              <a:latin typeface="Times New Roman" pitchFamily="18" charset="0"/>
              <a:cs typeface="Times New Roman" pitchFamily="18" charset="0"/>
            </a:rPr>
            <a:t>Xa</a:t>
          </a:r>
          <a:r>
            <a:rPr lang="es-MX" sz="2000" dirty="0">
              <a:latin typeface="Times New Roman" pitchFamily="18" charset="0"/>
              <a:cs typeface="Times New Roman" pitchFamily="18" charset="0"/>
            </a:rPr>
            <a:t>*&gt;0), pare. El problema original es </a:t>
          </a:r>
          <a:r>
            <a:rPr lang="es-MX" sz="2000" dirty="0" err="1">
              <a:latin typeface="Times New Roman" pitchFamily="18" charset="0"/>
              <a:cs typeface="Times New Roman" pitchFamily="18" charset="0"/>
            </a:rPr>
            <a:t>infactible</a:t>
          </a:r>
          <a:r>
            <a:rPr lang="es-MX" sz="2000" dirty="0">
              <a:latin typeface="Times New Roman" pitchFamily="18" charset="0"/>
              <a:cs typeface="Times New Roman" pitchFamily="18" charset="0"/>
            </a:rPr>
            <a:t>. </a:t>
          </a:r>
        </a:p>
      </dgm:t>
    </dgm:pt>
    <dgm:pt modelId="{1A546502-051B-448A-ACE4-59A1909BF939}" type="parTrans" cxnId="{C7977096-4AFF-4F70-ACC9-418E30E24244}">
      <dgm:prSet/>
      <dgm:spPr/>
      <dgm:t>
        <a:bodyPr/>
        <a:lstStyle/>
        <a:p>
          <a:endParaRPr lang="es-MX" sz="2000"/>
        </a:p>
      </dgm:t>
    </dgm:pt>
    <dgm:pt modelId="{89469E63-6583-460F-B454-464FD3742F91}" type="sibTrans" cxnId="{C7977096-4AFF-4F70-ACC9-418E30E24244}">
      <dgm:prSet custT="1"/>
      <dgm:spPr/>
      <dgm:t>
        <a:bodyPr/>
        <a:lstStyle/>
        <a:p>
          <a:endParaRPr lang="es-MX" sz="2000"/>
        </a:p>
      </dgm:t>
    </dgm:pt>
    <dgm:pt modelId="{32B5B188-92E6-4F5E-B824-98A978EDBE99}" type="pres">
      <dgm:prSet presAssocID="{31F45E0C-40EF-4C40-8489-075CDE6FC216}" presName="outerComposite" presStyleCnt="0">
        <dgm:presLayoutVars>
          <dgm:chMax val="5"/>
          <dgm:dir/>
          <dgm:resizeHandles val="exact"/>
        </dgm:presLayoutVars>
      </dgm:prSet>
      <dgm:spPr/>
    </dgm:pt>
    <dgm:pt modelId="{F6A126AC-2482-4F13-80FA-AAFDF1422DA1}" type="pres">
      <dgm:prSet presAssocID="{31F45E0C-40EF-4C40-8489-075CDE6FC216}" presName="dummyMaxCanvas" presStyleCnt="0">
        <dgm:presLayoutVars/>
      </dgm:prSet>
      <dgm:spPr/>
    </dgm:pt>
    <dgm:pt modelId="{CA63EDDF-CF5D-4881-983E-FC3C83E24F99}" type="pres">
      <dgm:prSet presAssocID="{31F45E0C-40EF-4C40-8489-075CDE6FC216}" presName="FiveNodes_1" presStyleLbl="node1" presStyleIdx="0" presStyleCnt="5">
        <dgm:presLayoutVars>
          <dgm:bulletEnabled val="1"/>
        </dgm:presLayoutVars>
      </dgm:prSet>
      <dgm:spPr/>
    </dgm:pt>
    <dgm:pt modelId="{5D7E4CE1-76D8-4AD7-BB8B-0946F34592E8}" type="pres">
      <dgm:prSet presAssocID="{31F45E0C-40EF-4C40-8489-075CDE6FC216}" presName="FiveNodes_2" presStyleLbl="node1" presStyleIdx="1" presStyleCnt="5" custScaleX="110233">
        <dgm:presLayoutVars>
          <dgm:bulletEnabled val="1"/>
        </dgm:presLayoutVars>
      </dgm:prSet>
      <dgm:spPr/>
    </dgm:pt>
    <dgm:pt modelId="{3F6566A7-D753-4F86-8D56-990064ECD07C}" type="pres">
      <dgm:prSet presAssocID="{31F45E0C-40EF-4C40-8489-075CDE6FC216}" presName="FiveNodes_3" presStyleLbl="node1" presStyleIdx="2" presStyleCnt="5" custScaleX="111338">
        <dgm:presLayoutVars>
          <dgm:bulletEnabled val="1"/>
        </dgm:presLayoutVars>
      </dgm:prSet>
      <dgm:spPr/>
    </dgm:pt>
    <dgm:pt modelId="{F9EC8206-C2E8-435B-A7AA-91705D47C2E3}" type="pres">
      <dgm:prSet presAssocID="{31F45E0C-40EF-4C40-8489-075CDE6FC216}" presName="FiveNodes_4" presStyleLbl="node1" presStyleIdx="3" presStyleCnt="5" custScaleX="76480" custLinFactNeighborX="-24892" custLinFactNeighborY="12467">
        <dgm:presLayoutVars>
          <dgm:bulletEnabled val="1"/>
        </dgm:presLayoutVars>
      </dgm:prSet>
      <dgm:spPr/>
    </dgm:pt>
    <dgm:pt modelId="{A18FB75F-2F5E-4783-BB0D-F47C49A80428}" type="pres">
      <dgm:prSet presAssocID="{31F45E0C-40EF-4C40-8489-075CDE6FC216}" presName="FiveNodes_5" presStyleLbl="node1" presStyleIdx="4" presStyleCnt="5" custScaleX="45508" custLinFactNeighborX="23655" custLinFactNeighborY="-8673">
        <dgm:presLayoutVars>
          <dgm:bulletEnabled val="1"/>
        </dgm:presLayoutVars>
      </dgm:prSet>
      <dgm:spPr/>
    </dgm:pt>
    <dgm:pt modelId="{8ED692AF-C8DF-4AF1-9FA9-F4C3F0125EE8}" type="pres">
      <dgm:prSet presAssocID="{31F45E0C-40EF-4C40-8489-075CDE6FC216}" presName="FiveConn_1-2" presStyleLbl="fgAccFollowNode1" presStyleIdx="0" presStyleCnt="4">
        <dgm:presLayoutVars>
          <dgm:bulletEnabled val="1"/>
        </dgm:presLayoutVars>
      </dgm:prSet>
      <dgm:spPr/>
    </dgm:pt>
    <dgm:pt modelId="{9372BE63-9376-4A67-9C7C-EE186CA74CCC}" type="pres">
      <dgm:prSet presAssocID="{31F45E0C-40EF-4C40-8489-075CDE6FC216}" presName="FiveConn_2-3" presStyleLbl="fgAccFollowNode1" presStyleIdx="1" presStyleCnt="4">
        <dgm:presLayoutVars>
          <dgm:bulletEnabled val="1"/>
        </dgm:presLayoutVars>
      </dgm:prSet>
      <dgm:spPr/>
    </dgm:pt>
    <dgm:pt modelId="{D9652B80-86B3-4F70-AC85-EBEBCBEDA335}" type="pres">
      <dgm:prSet presAssocID="{31F45E0C-40EF-4C40-8489-075CDE6FC216}" presName="FiveConn_3-4" presStyleLbl="fgAccFollowNode1" presStyleIdx="2" presStyleCnt="4" custLinFactX="-100000" custLinFactNeighborX="-189756" custLinFactNeighborY="10448">
        <dgm:presLayoutVars>
          <dgm:bulletEnabled val="1"/>
        </dgm:presLayoutVars>
      </dgm:prSet>
      <dgm:spPr/>
    </dgm:pt>
    <dgm:pt modelId="{FDEED3A2-09E1-4BB6-873F-C4A64AA53365}" type="pres">
      <dgm:prSet presAssocID="{31F45E0C-40EF-4C40-8489-075CDE6FC216}" presName="FiveConn_4-5" presStyleLbl="fgAccFollowNode1" presStyleIdx="3" presStyleCnt="4" custScaleY="212245" custLinFactY="-1095" custLinFactNeighborX="-85934" custLinFactNeighborY="-100000">
        <dgm:presLayoutVars>
          <dgm:bulletEnabled val="1"/>
        </dgm:presLayoutVars>
      </dgm:prSet>
      <dgm:spPr/>
    </dgm:pt>
    <dgm:pt modelId="{0B7E7037-1783-4D59-995A-6BA0765FCCF4}" type="pres">
      <dgm:prSet presAssocID="{31F45E0C-40EF-4C40-8489-075CDE6FC216}" presName="FiveNodes_1_text" presStyleLbl="node1" presStyleIdx="4" presStyleCnt="5">
        <dgm:presLayoutVars>
          <dgm:bulletEnabled val="1"/>
        </dgm:presLayoutVars>
      </dgm:prSet>
      <dgm:spPr/>
    </dgm:pt>
    <dgm:pt modelId="{3D882966-E4CE-42A8-85B5-C55250B30AAE}" type="pres">
      <dgm:prSet presAssocID="{31F45E0C-40EF-4C40-8489-075CDE6FC216}" presName="FiveNodes_2_text" presStyleLbl="node1" presStyleIdx="4" presStyleCnt="5">
        <dgm:presLayoutVars>
          <dgm:bulletEnabled val="1"/>
        </dgm:presLayoutVars>
      </dgm:prSet>
      <dgm:spPr/>
    </dgm:pt>
    <dgm:pt modelId="{5DE6E004-5199-4F75-B550-AF6D16BB5F13}" type="pres">
      <dgm:prSet presAssocID="{31F45E0C-40EF-4C40-8489-075CDE6FC216}" presName="FiveNodes_3_text" presStyleLbl="node1" presStyleIdx="4" presStyleCnt="5">
        <dgm:presLayoutVars>
          <dgm:bulletEnabled val="1"/>
        </dgm:presLayoutVars>
      </dgm:prSet>
      <dgm:spPr/>
    </dgm:pt>
    <dgm:pt modelId="{8483E351-27F0-4724-B7F6-2F7F26027BE1}" type="pres">
      <dgm:prSet presAssocID="{31F45E0C-40EF-4C40-8489-075CDE6FC216}" presName="FiveNodes_4_text" presStyleLbl="node1" presStyleIdx="4" presStyleCnt="5">
        <dgm:presLayoutVars>
          <dgm:bulletEnabled val="1"/>
        </dgm:presLayoutVars>
      </dgm:prSet>
      <dgm:spPr/>
    </dgm:pt>
    <dgm:pt modelId="{59C24F8C-1CAC-483E-91BD-0C62954FD00B}" type="pres">
      <dgm:prSet presAssocID="{31F45E0C-40EF-4C40-8489-075CDE6FC216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0AF33200-BBC5-441F-A35F-7EC8210F8786}" type="presOf" srcId="{35EB8C47-3034-492B-A9D3-AF1856B448FF}" destId="{59C24F8C-1CAC-483E-91BD-0C62954FD00B}" srcOrd="1" destOrd="0" presId="urn:microsoft.com/office/officeart/2005/8/layout/vProcess5"/>
    <dgm:cxn modelId="{048DB103-F0D3-4732-9EA3-4CDBE96D9BFC}" type="presOf" srcId="{C1830142-D291-4EDF-B55E-4E43ADF5347D}" destId="{0B7E7037-1783-4D59-995A-6BA0765FCCF4}" srcOrd="1" destOrd="0" presId="urn:microsoft.com/office/officeart/2005/8/layout/vProcess5"/>
    <dgm:cxn modelId="{62532016-29D1-45C1-BD6F-000B2A969743}" type="presOf" srcId="{0704B497-A67F-460A-BDFE-5A8F2359564D}" destId="{5DE6E004-5199-4F75-B550-AF6D16BB5F13}" srcOrd="1" destOrd="0" presId="urn:microsoft.com/office/officeart/2005/8/layout/vProcess5"/>
    <dgm:cxn modelId="{614CF01B-81AE-4AE3-9568-4C95D8E8B04D}" type="presOf" srcId="{9918FE91-29E5-4DA0-9E49-3E0A6DB126CB}" destId="{5D7E4CE1-76D8-4AD7-BB8B-0946F34592E8}" srcOrd="0" destOrd="0" presId="urn:microsoft.com/office/officeart/2005/8/layout/vProcess5"/>
    <dgm:cxn modelId="{4D5B293D-EFD6-4442-A434-827CECA4497A}" type="presOf" srcId="{89469E63-6583-460F-B454-464FD3742F91}" destId="{FDEED3A2-09E1-4BB6-873F-C4A64AA53365}" srcOrd="0" destOrd="0" presId="urn:microsoft.com/office/officeart/2005/8/layout/vProcess5"/>
    <dgm:cxn modelId="{41B8B03F-FB12-46E9-B7D8-36ABBDFEF7F4}" srcId="{31F45E0C-40EF-4C40-8489-075CDE6FC216}" destId="{35EB8C47-3034-492B-A9D3-AF1856B448FF}" srcOrd="4" destOrd="0" parTransId="{DD8E55E8-EE7C-40B2-9A93-D6FB3E04CD24}" sibTransId="{22BCD52C-8880-4491-9D23-FD11C20D3D1F}"/>
    <dgm:cxn modelId="{80478E41-7AB9-4E49-A40B-2ED8CA566BE5}" type="presOf" srcId="{31F45E0C-40EF-4C40-8489-075CDE6FC216}" destId="{32B5B188-92E6-4F5E-B824-98A978EDBE99}" srcOrd="0" destOrd="0" presId="urn:microsoft.com/office/officeart/2005/8/layout/vProcess5"/>
    <dgm:cxn modelId="{B9E95242-441C-4309-BCB9-AB2E44550963}" srcId="{31F45E0C-40EF-4C40-8489-075CDE6FC216}" destId="{0704B497-A67F-460A-BDFE-5A8F2359564D}" srcOrd="2" destOrd="0" parTransId="{F5353BEA-734D-4AE1-A4F9-53D22E7BA2EA}" sibTransId="{B7F85443-1587-4795-8C08-62CD31241257}"/>
    <dgm:cxn modelId="{A4A25A4E-76D8-4173-A380-8CCC0B067D98}" type="presOf" srcId="{35EB8C47-3034-492B-A9D3-AF1856B448FF}" destId="{A18FB75F-2F5E-4783-BB0D-F47C49A80428}" srcOrd="0" destOrd="0" presId="urn:microsoft.com/office/officeart/2005/8/layout/vProcess5"/>
    <dgm:cxn modelId="{0123DD4F-1D69-4016-A876-46A2F5A6403F}" srcId="{31F45E0C-40EF-4C40-8489-075CDE6FC216}" destId="{C1830142-D291-4EDF-B55E-4E43ADF5347D}" srcOrd="0" destOrd="0" parTransId="{2576D917-D25A-4383-84EB-3F88D4EDDFD4}" sibTransId="{8A511D60-3B48-4095-9E5B-A1722035F0D4}"/>
    <dgm:cxn modelId="{4D260E50-2AE6-4F12-9966-04A4275FAE86}" type="presOf" srcId="{0704B497-A67F-460A-BDFE-5A8F2359564D}" destId="{3F6566A7-D753-4F86-8D56-990064ECD07C}" srcOrd="0" destOrd="0" presId="urn:microsoft.com/office/officeart/2005/8/layout/vProcess5"/>
    <dgm:cxn modelId="{BEEC038B-1FBD-491A-B6DB-C0142AD8F31A}" type="presOf" srcId="{9918FE91-29E5-4DA0-9E49-3E0A6DB126CB}" destId="{3D882966-E4CE-42A8-85B5-C55250B30AAE}" srcOrd="1" destOrd="0" presId="urn:microsoft.com/office/officeart/2005/8/layout/vProcess5"/>
    <dgm:cxn modelId="{C7977096-4AFF-4F70-ACC9-418E30E24244}" srcId="{31F45E0C-40EF-4C40-8489-075CDE6FC216}" destId="{5ABFC966-E4DE-4998-AB25-50B8D63D2B63}" srcOrd="3" destOrd="0" parTransId="{1A546502-051B-448A-ACE4-59A1909BF939}" sibTransId="{89469E63-6583-460F-B454-464FD3742F91}"/>
    <dgm:cxn modelId="{A28891A2-D3D7-43DA-8E84-7CC81F8D05C3}" type="presOf" srcId="{5ABFC966-E4DE-4998-AB25-50B8D63D2B63}" destId="{8483E351-27F0-4724-B7F6-2F7F26027BE1}" srcOrd="1" destOrd="0" presId="urn:microsoft.com/office/officeart/2005/8/layout/vProcess5"/>
    <dgm:cxn modelId="{681E3AA4-D9F2-4052-91C4-C7A257B78802}" type="presOf" srcId="{C1830142-D291-4EDF-B55E-4E43ADF5347D}" destId="{CA63EDDF-CF5D-4881-983E-FC3C83E24F99}" srcOrd="0" destOrd="0" presId="urn:microsoft.com/office/officeart/2005/8/layout/vProcess5"/>
    <dgm:cxn modelId="{8DED2CBA-34C9-4E20-A085-286A6072B0BF}" type="presOf" srcId="{B6CF2877-C9B1-4EA8-8C17-DE469156A431}" destId="{9372BE63-9376-4A67-9C7C-EE186CA74CCC}" srcOrd="0" destOrd="0" presId="urn:microsoft.com/office/officeart/2005/8/layout/vProcess5"/>
    <dgm:cxn modelId="{1DD203C1-D18A-4C1A-A047-DC018FA3D6E9}" type="presOf" srcId="{B7F85443-1587-4795-8C08-62CD31241257}" destId="{D9652B80-86B3-4F70-AC85-EBEBCBEDA335}" srcOrd="0" destOrd="0" presId="urn:microsoft.com/office/officeart/2005/8/layout/vProcess5"/>
    <dgm:cxn modelId="{8C09CEC8-0E52-4495-9E09-023A56122514}" type="presOf" srcId="{5ABFC966-E4DE-4998-AB25-50B8D63D2B63}" destId="{F9EC8206-C2E8-435B-A7AA-91705D47C2E3}" srcOrd="0" destOrd="0" presId="urn:microsoft.com/office/officeart/2005/8/layout/vProcess5"/>
    <dgm:cxn modelId="{76086EE3-4CD9-4B20-ABEC-E48E194FC033}" type="presOf" srcId="{8A511D60-3B48-4095-9E5B-A1722035F0D4}" destId="{8ED692AF-C8DF-4AF1-9FA9-F4C3F0125EE8}" srcOrd="0" destOrd="0" presId="urn:microsoft.com/office/officeart/2005/8/layout/vProcess5"/>
    <dgm:cxn modelId="{C1C66DF6-3C7F-4C42-80E5-2303C87DEE18}" srcId="{31F45E0C-40EF-4C40-8489-075CDE6FC216}" destId="{9918FE91-29E5-4DA0-9E49-3E0A6DB126CB}" srcOrd="1" destOrd="0" parTransId="{0231DF99-138B-42C2-9043-8735C586C3F9}" sibTransId="{B6CF2877-C9B1-4EA8-8C17-DE469156A431}"/>
    <dgm:cxn modelId="{A0AEE95D-D594-4EED-9A71-CFD7CB5C363C}" type="presParOf" srcId="{32B5B188-92E6-4F5E-B824-98A978EDBE99}" destId="{F6A126AC-2482-4F13-80FA-AAFDF1422DA1}" srcOrd="0" destOrd="0" presId="urn:microsoft.com/office/officeart/2005/8/layout/vProcess5"/>
    <dgm:cxn modelId="{EA1BADE4-DDEC-4B36-A963-7705429A4592}" type="presParOf" srcId="{32B5B188-92E6-4F5E-B824-98A978EDBE99}" destId="{CA63EDDF-CF5D-4881-983E-FC3C83E24F99}" srcOrd="1" destOrd="0" presId="urn:microsoft.com/office/officeart/2005/8/layout/vProcess5"/>
    <dgm:cxn modelId="{03C6F9F9-D91A-4514-A6C8-94580388293A}" type="presParOf" srcId="{32B5B188-92E6-4F5E-B824-98A978EDBE99}" destId="{5D7E4CE1-76D8-4AD7-BB8B-0946F34592E8}" srcOrd="2" destOrd="0" presId="urn:microsoft.com/office/officeart/2005/8/layout/vProcess5"/>
    <dgm:cxn modelId="{0EEB12B7-D70F-43BF-BEE3-0803EF211196}" type="presParOf" srcId="{32B5B188-92E6-4F5E-B824-98A978EDBE99}" destId="{3F6566A7-D753-4F86-8D56-990064ECD07C}" srcOrd="3" destOrd="0" presId="urn:microsoft.com/office/officeart/2005/8/layout/vProcess5"/>
    <dgm:cxn modelId="{71F86AC6-6E01-4081-9E0B-88E8FECF3DC2}" type="presParOf" srcId="{32B5B188-92E6-4F5E-B824-98A978EDBE99}" destId="{F9EC8206-C2E8-435B-A7AA-91705D47C2E3}" srcOrd="4" destOrd="0" presId="urn:microsoft.com/office/officeart/2005/8/layout/vProcess5"/>
    <dgm:cxn modelId="{8D1E14AB-026F-43AA-9A79-D5E5DF9ADA54}" type="presParOf" srcId="{32B5B188-92E6-4F5E-B824-98A978EDBE99}" destId="{A18FB75F-2F5E-4783-BB0D-F47C49A80428}" srcOrd="5" destOrd="0" presId="urn:microsoft.com/office/officeart/2005/8/layout/vProcess5"/>
    <dgm:cxn modelId="{730C706F-A66B-4EC4-A2B8-C5FC53053CA3}" type="presParOf" srcId="{32B5B188-92E6-4F5E-B824-98A978EDBE99}" destId="{8ED692AF-C8DF-4AF1-9FA9-F4C3F0125EE8}" srcOrd="6" destOrd="0" presId="urn:microsoft.com/office/officeart/2005/8/layout/vProcess5"/>
    <dgm:cxn modelId="{210595A1-431A-4561-ABF2-F3B66056320D}" type="presParOf" srcId="{32B5B188-92E6-4F5E-B824-98A978EDBE99}" destId="{9372BE63-9376-4A67-9C7C-EE186CA74CCC}" srcOrd="7" destOrd="0" presId="urn:microsoft.com/office/officeart/2005/8/layout/vProcess5"/>
    <dgm:cxn modelId="{F615E1D8-ABF4-4AEA-A7AD-727A3D830F45}" type="presParOf" srcId="{32B5B188-92E6-4F5E-B824-98A978EDBE99}" destId="{D9652B80-86B3-4F70-AC85-EBEBCBEDA335}" srcOrd="8" destOrd="0" presId="urn:microsoft.com/office/officeart/2005/8/layout/vProcess5"/>
    <dgm:cxn modelId="{45A10CB1-EE77-44F1-AB28-8371311DBB7C}" type="presParOf" srcId="{32B5B188-92E6-4F5E-B824-98A978EDBE99}" destId="{FDEED3A2-09E1-4BB6-873F-C4A64AA53365}" srcOrd="9" destOrd="0" presId="urn:microsoft.com/office/officeart/2005/8/layout/vProcess5"/>
    <dgm:cxn modelId="{039835A9-BEE2-4BE2-8A9B-73DFE2C949AF}" type="presParOf" srcId="{32B5B188-92E6-4F5E-B824-98A978EDBE99}" destId="{0B7E7037-1783-4D59-995A-6BA0765FCCF4}" srcOrd="10" destOrd="0" presId="urn:microsoft.com/office/officeart/2005/8/layout/vProcess5"/>
    <dgm:cxn modelId="{63E4810D-B40F-49EE-A268-73A79F432772}" type="presParOf" srcId="{32B5B188-92E6-4F5E-B824-98A978EDBE99}" destId="{3D882966-E4CE-42A8-85B5-C55250B30AAE}" srcOrd="11" destOrd="0" presId="urn:microsoft.com/office/officeart/2005/8/layout/vProcess5"/>
    <dgm:cxn modelId="{012E32A5-252B-4411-AC5D-B58B0D5628E4}" type="presParOf" srcId="{32B5B188-92E6-4F5E-B824-98A978EDBE99}" destId="{5DE6E004-5199-4F75-B550-AF6D16BB5F13}" srcOrd="12" destOrd="0" presId="urn:microsoft.com/office/officeart/2005/8/layout/vProcess5"/>
    <dgm:cxn modelId="{C96E8FE0-017B-4B81-8017-9BFD0A37F75A}" type="presParOf" srcId="{32B5B188-92E6-4F5E-B824-98A978EDBE99}" destId="{8483E351-27F0-4724-B7F6-2F7F26027BE1}" srcOrd="13" destOrd="0" presId="urn:microsoft.com/office/officeart/2005/8/layout/vProcess5"/>
    <dgm:cxn modelId="{EE6DCB41-21D3-4F55-BE9C-37C46E23FABF}" type="presParOf" srcId="{32B5B188-92E6-4F5E-B824-98A978EDBE99}" destId="{59C24F8C-1CAC-483E-91BD-0C62954FD00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6AE53BC-B44D-4AAE-AE9B-C3F857C9A219}" type="doc">
      <dgm:prSet loTypeId="urn:microsoft.com/office/officeart/2005/8/layout/default#2" loCatId="list" qsTypeId="urn:microsoft.com/office/officeart/2005/8/quickstyle/simple1" qsCatId="simple" csTypeId="urn:microsoft.com/office/officeart/2005/8/colors/accent1_2" csCatId="accent1" phldr="1"/>
      <dgm:spPr>
        <a:scene3d>
          <a:camera prst="orthographicFront">
            <a:rot lat="0" lon="0" rev="5400000"/>
          </a:camera>
          <a:lightRig rig="threePt" dir="t"/>
        </a:scene3d>
      </dgm:spPr>
      <dgm:t>
        <a:bodyPr/>
        <a:lstStyle/>
        <a:p>
          <a:endParaRPr lang="es-MX"/>
        </a:p>
      </dgm:t>
    </dgm:pt>
    <dgm:pt modelId="{1ACB15D5-09E5-410C-8FF3-D887C5B3DB12}">
      <dgm:prSet phldrT="[Texto]"/>
      <dgm:spPr/>
      <dgm:t>
        <a:bodyPr/>
        <a:lstStyle/>
        <a:p>
          <a:r>
            <a:rPr lang="es-MX" dirty="0"/>
            <a:t>FASE 2</a:t>
          </a:r>
        </a:p>
      </dgm:t>
    </dgm:pt>
    <dgm:pt modelId="{F14A6BB4-C133-41D0-8F6E-2EE492CD46FC}" type="parTrans" cxnId="{2D607093-753C-429B-BF91-95DE3346B296}">
      <dgm:prSet/>
      <dgm:spPr/>
      <dgm:t>
        <a:bodyPr/>
        <a:lstStyle/>
        <a:p>
          <a:endParaRPr lang="es-MX"/>
        </a:p>
      </dgm:t>
    </dgm:pt>
    <dgm:pt modelId="{11DF68AF-EA9F-4953-9CA3-0F0B9E5F1CB9}" type="sibTrans" cxnId="{2D607093-753C-429B-BF91-95DE3346B296}">
      <dgm:prSet/>
      <dgm:spPr/>
      <dgm:t>
        <a:bodyPr/>
        <a:lstStyle/>
        <a:p>
          <a:endParaRPr lang="es-MX"/>
        </a:p>
      </dgm:t>
    </dgm:pt>
    <dgm:pt modelId="{421506A3-D972-43F8-8B92-D85A2FF5EDE1}" type="pres">
      <dgm:prSet presAssocID="{C6AE53BC-B44D-4AAE-AE9B-C3F857C9A219}" presName="diagram" presStyleCnt="0">
        <dgm:presLayoutVars>
          <dgm:dir/>
          <dgm:resizeHandles val="exact"/>
        </dgm:presLayoutVars>
      </dgm:prSet>
      <dgm:spPr/>
    </dgm:pt>
    <dgm:pt modelId="{4B79586B-5C29-415D-A77E-B11FDC0E0D24}" type="pres">
      <dgm:prSet presAssocID="{1ACB15D5-09E5-410C-8FF3-D887C5B3DB12}" presName="node" presStyleLbl="node1" presStyleIdx="0" presStyleCnt="1" custLinFactX="-100000" custLinFactNeighborX="-139364" custLinFactNeighborY="-79877">
        <dgm:presLayoutVars>
          <dgm:bulletEnabled val="1"/>
        </dgm:presLayoutVars>
      </dgm:prSet>
      <dgm:spPr/>
    </dgm:pt>
  </dgm:ptLst>
  <dgm:cxnLst>
    <dgm:cxn modelId="{D5E0897C-1631-4C87-94F5-E8B1111C487C}" type="presOf" srcId="{1ACB15D5-09E5-410C-8FF3-D887C5B3DB12}" destId="{4B79586B-5C29-415D-A77E-B11FDC0E0D24}" srcOrd="0" destOrd="0" presId="urn:microsoft.com/office/officeart/2005/8/layout/default#2"/>
    <dgm:cxn modelId="{2D607093-753C-429B-BF91-95DE3346B296}" srcId="{C6AE53BC-B44D-4AAE-AE9B-C3F857C9A219}" destId="{1ACB15D5-09E5-410C-8FF3-D887C5B3DB12}" srcOrd="0" destOrd="0" parTransId="{F14A6BB4-C133-41D0-8F6E-2EE492CD46FC}" sibTransId="{11DF68AF-EA9F-4953-9CA3-0F0B9E5F1CB9}"/>
    <dgm:cxn modelId="{2E92A794-0702-400C-8DB2-EAA2F53497F2}" type="presOf" srcId="{C6AE53BC-B44D-4AAE-AE9B-C3F857C9A219}" destId="{421506A3-D972-43F8-8B92-D85A2FF5EDE1}" srcOrd="0" destOrd="0" presId="urn:microsoft.com/office/officeart/2005/8/layout/default#2"/>
    <dgm:cxn modelId="{081D31AF-3FD1-4320-94A9-8C670528251A}" type="presParOf" srcId="{421506A3-D972-43F8-8B92-D85A2FF5EDE1}" destId="{4B79586B-5C29-415D-A77E-B11FDC0E0D24}" srcOrd="0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1F45E0C-40EF-4C40-8489-075CDE6FC216}" type="doc">
      <dgm:prSet loTypeId="urn:microsoft.com/office/officeart/2005/8/layout/vProcess5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MX"/>
        </a:p>
      </dgm:t>
    </dgm:pt>
    <dgm:pt modelId="{C1830142-D291-4EDF-B55E-4E43ADF5347D}">
      <dgm:prSet phldrT="[Texto]" custT="1"/>
      <dgm:spPr/>
      <dgm:t>
        <a:bodyPr/>
        <a:lstStyle/>
        <a:p>
          <a:r>
            <a:rPr lang="es-MX" sz="2000" dirty="0">
              <a:latin typeface="Times New Roman" pitchFamily="18" charset="0"/>
              <a:cs typeface="Times New Roman" pitchFamily="18" charset="0"/>
            </a:rPr>
            <a:t>Elimine del tablero las columnas correspondientes a las variables artificiales. </a:t>
          </a:r>
        </a:p>
      </dgm:t>
    </dgm:pt>
    <dgm:pt modelId="{2576D917-D25A-4383-84EB-3F88D4EDDFD4}" type="parTrans" cxnId="{0123DD4F-1D69-4016-A876-46A2F5A6403F}">
      <dgm:prSet/>
      <dgm:spPr/>
      <dgm:t>
        <a:bodyPr/>
        <a:lstStyle/>
        <a:p>
          <a:endParaRPr lang="es-MX" sz="2000"/>
        </a:p>
      </dgm:t>
    </dgm:pt>
    <dgm:pt modelId="{8A511D60-3B48-4095-9E5B-A1722035F0D4}" type="sibTrans" cxnId="{0123DD4F-1D69-4016-A876-46A2F5A6403F}">
      <dgm:prSet custT="1"/>
      <dgm:spPr/>
      <dgm:t>
        <a:bodyPr/>
        <a:lstStyle/>
        <a:p>
          <a:endParaRPr lang="es-MX" sz="2000"/>
        </a:p>
      </dgm:t>
    </dgm:pt>
    <dgm:pt modelId="{962E3D66-D283-4813-B446-687B42080D06}">
      <dgm:prSet phldrT="[Texto]" custT="1"/>
      <dgm:spPr/>
      <dgm:t>
        <a:bodyPr/>
        <a:lstStyle/>
        <a:p>
          <a:r>
            <a:rPr lang="es-MX" sz="2000" dirty="0">
              <a:latin typeface="Times New Roman" pitchFamily="18" charset="0"/>
              <a:cs typeface="Times New Roman" pitchFamily="18" charset="0"/>
            </a:rPr>
            <a:t>Corrija el renglón 0 del problema original. Realice operaciones de filas para colocar “ceros” en las columnas básicas.</a:t>
          </a:r>
        </a:p>
      </dgm:t>
    </dgm:pt>
    <dgm:pt modelId="{3BD5C860-6AE6-4046-BB2A-4B932C418B69}" type="parTrans" cxnId="{55F8B7DB-3B7F-4FE1-824E-78B07CD91519}">
      <dgm:prSet/>
      <dgm:spPr/>
      <dgm:t>
        <a:bodyPr/>
        <a:lstStyle/>
        <a:p>
          <a:endParaRPr lang="es-MX" sz="2000"/>
        </a:p>
      </dgm:t>
    </dgm:pt>
    <dgm:pt modelId="{757B4599-45A7-42F8-BE4B-299A9B013F2F}" type="sibTrans" cxnId="{55F8B7DB-3B7F-4FE1-824E-78B07CD91519}">
      <dgm:prSet custT="1"/>
      <dgm:spPr/>
      <dgm:t>
        <a:bodyPr/>
        <a:lstStyle/>
        <a:p>
          <a:endParaRPr lang="es-MX" sz="2000"/>
        </a:p>
      </dgm:t>
    </dgm:pt>
    <dgm:pt modelId="{D875BDB8-EC99-4308-A83A-4914FBFA0F9C}">
      <dgm:prSet phldrT="[Texto]" custT="1"/>
      <dgm:spPr/>
      <dgm:t>
        <a:bodyPr/>
        <a:lstStyle/>
        <a:p>
          <a:r>
            <a:rPr lang="es-MX" sz="2000" dirty="0">
              <a:latin typeface="Times New Roman" pitchFamily="18" charset="0"/>
              <a:cs typeface="Times New Roman" pitchFamily="18" charset="0"/>
            </a:rPr>
            <a:t>Resuelva el problema original, empezando con el tablero final de la fase 1 y el nuevo renglón cero</a:t>
          </a:r>
        </a:p>
      </dgm:t>
    </dgm:pt>
    <dgm:pt modelId="{24FB5495-031E-485B-BC07-2B5F63ED395F}" type="parTrans" cxnId="{2B26DD28-1331-4F52-9BC8-46BCB4420FC8}">
      <dgm:prSet/>
      <dgm:spPr/>
      <dgm:t>
        <a:bodyPr/>
        <a:lstStyle/>
        <a:p>
          <a:endParaRPr lang="es-MX" sz="2000"/>
        </a:p>
      </dgm:t>
    </dgm:pt>
    <dgm:pt modelId="{07F45E43-56C7-4B54-8978-CB4F26A876E7}" type="sibTrans" cxnId="{2B26DD28-1331-4F52-9BC8-46BCB4420FC8}">
      <dgm:prSet/>
      <dgm:spPr/>
      <dgm:t>
        <a:bodyPr/>
        <a:lstStyle/>
        <a:p>
          <a:endParaRPr lang="es-MX" sz="2000"/>
        </a:p>
      </dgm:t>
    </dgm:pt>
    <dgm:pt modelId="{32B5B188-92E6-4F5E-B824-98A978EDBE99}" type="pres">
      <dgm:prSet presAssocID="{31F45E0C-40EF-4C40-8489-075CDE6FC216}" presName="outerComposite" presStyleCnt="0">
        <dgm:presLayoutVars>
          <dgm:chMax val="5"/>
          <dgm:dir/>
          <dgm:resizeHandles val="exact"/>
        </dgm:presLayoutVars>
      </dgm:prSet>
      <dgm:spPr/>
    </dgm:pt>
    <dgm:pt modelId="{F6A126AC-2482-4F13-80FA-AAFDF1422DA1}" type="pres">
      <dgm:prSet presAssocID="{31F45E0C-40EF-4C40-8489-075CDE6FC216}" presName="dummyMaxCanvas" presStyleCnt="0">
        <dgm:presLayoutVars/>
      </dgm:prSet>
      <dgm:spPr/>
    </dgm:pt>
    <dgm:pt modelId="{A83E6596-CF7A-4293-BEE2-5848FAA1FAB9}" type="pres">
      <dgm:prSet presAssocID="{31F45E0C-40EF-4C40-8489-075CDE6FC216}" presName="ThreeNodes_1" presStyleLbl="node1" presStyleIdx="0" presStyleCnt="3">
        <dgm:presLayoutVars>
          <dgm:bulletEnabled val="1"/>
        </dgm:presLayoutVars>
      </dgm:prSet>
      <dgm:spPr/>
    </dgm:pt>
    <dgm:pt modelId="{976C285A-EDBA-46D2-BC4C-698A3DA577A3}" type="pres">
      <dgm:prSet presAssocID="{31F45E0C-40EF-4C40-8489-075CDE6FC216}" presName="ThreeNodes_2" presStyleLbl="node1" presStyleIdx="1" presStyleCnt="3">
        <dgm:presLayoutVars>
          <dgm:bulletEnabled val="1"/>
        </dgm:presLayoutVars>
      </dgm:prSet>
      <dgm:spPr/>
    </dgm:pt>
    <dgm:pt modelId="{8105FB2E-D998-43BB-87D1-E244C54EF033}" type="pres">
      <dgm:prSet presAssocID="{31F45E0C-40EF-4C40-8489-075CDE6FC216}" presName="ThreeNodes_3" presStyleLbl="node1" presStyleIdx="2" presStyleCnt="3">
        <dgm:presLayoutVars>
          <dgm:bulletEnabled val="1"/>
        </dgm:presLayoutVars>
      </dgm:prSet>
      <dgm:spPr/>
    </dgm:pt>
    <dgm:pt modelId="{A0991BD1-59AF-40F2-8E4D-8C1DE16E9C94}" type="pres">
      <dgm:prSet presAssocID="{31F45E0C-40EF-4C40-8489-075CDE6FC216}" presName="ThreeConn_1-2" presStyleLbl="fgAccFollowNode1" presStyleIdx="0" presStyleCnt="2">
        <dgm:presLayoutVars>
          <dgm:bulletEnabled val="1"/>
        </dgm:presLayoutVars>
      </dgm:prSet>
      <dgm:spPr/>
    </dgm:pt>
    <dgm:pt modelId="{91F94323-F442-433E-803E-3456398C06AA}" type="pres">
      <dgm:prSet presAssocID="{31F45E0C-40EF-4C40-8489-075CDE6FC216}" presName="ThreeConn_2-3" presStyleLbl="fgAccFollowNode1" presStyleIdx="1" presStyleCnt="2">
        <dgm:presLayoutVars>
          <dgm:bulletEnabled val="1"/>
        </dgm:presLayoutVars>
      </dgm:prSet>
      <dgm:spPr/>
    </dgm:pt>
    <dgm:pt modelId="{2F2DBA54-E3B5-4006-AE35-6F231CE91C9D}" type="pres">
      <dgm:prSet presAssocID="{31F45E0C-40EF-4C40-8489-075CDE6FC216}" presName="ThreeNodes_1_text" presStyleLbl="node1" presStyleIdx="2" presStyleCnt="3">
        <dgm:presLayoutVars>
          <dgm:bulletEnabled val="1"/>
        </dgm:presLayoutVars>
      </dgm:prSet>
      <dgm:spPr/>
    </dgm:pt>
    <dgm:pt modelId="{7D4028FF-37D5-4112-831A-4DA8064353A8}" type="pres">
      <dgm:prSet presAssocID="{31F45E0C-40EF-4C40-8489-075CDE6FC216}" presName="ThreeNodes_2_text" presStyleLbl="node1" presStyleIdx="2" presStyleCnt="3">
        <dgm:presLayoutVars>
          <dgm:bulletEnabled val="1"/>
        </dgm:presLayoutVars>
      </dgm:prSet>
      <dgm:spPr/>
    </dgm:pt>
    <dgm:pt modelId="{92D3C530-A1C3-4018-9804-00DC9C6144CB}" type="pres">
      <dgm:prSet presAssocID="{31F45E0C-40EF-4C40-8489-075CDE6FC21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9DDDA0A-6E05-4574-A8D8-46E6C1B54297}" type="presOf" srcId="{962E3D66-D283-4813-B446-687B42080D06}" destId="{7D4028FF-37D5-4112-831A-4DA8064353A8}" srcOrd="1" destOrd="0" presId="urn:microsoft.com/office/officeart/2005/8/layout/vProcess5"/>
    <dgm:cxn modelId="{2B26DD28-1331-4F52-9BC8-46BCB4420FC8}" srcId="{31F45E0C-40EF-4C40-8489-075CDE6FC216}" destId="{D875BDB8-EC99-4308-A83A-4914FBFA0F9C}" srcOrd="2" destOrd="0" parTransId="{24FB5495-031E-485B-BC07-2B5F63ED395F}" sibTransId="{07F45E43-56C7-4B54-8978-CB4F26A876E7}"/>
    <dgm:cxn modelId="{9DE81F2B-B6FA-4DD6-99A7-E9C9004DE1E4}" type="presOf" srcId="{C1830142-D291-4EDF-B55E-4E43ADF5347D}" destId="{2F2DBA54-E3B5-4006-AE35-6F231CE91C9D}" srcOrd="1" destOrd="0" presId="urn:microsoft.com/office/officeart/2005/8/layout/vProcess5"/>
    <dgm:cxn modelId="{4F7D5A35-58F2-48F0-8E00-5AF202FBE656}" type="presOf" srcId="{31F45E0C-40EF-4C40-8489-075CDE6FC216}" destId="{32B5B188-92E6-4F5E-B824-98A978EDBE99}" srcOrd="0" destOrd="0" presId="urn:microsoft.com/office/officeart/2005/8/layout/vProcess5"/>
    <dgm:cxn modelId="{D86ED546-D3FD-4419-8F44-02D40503B9D6}" type="presOf" srcId="{962E3D66-D283-4813-B446-687B42080D06}" destId="{976C285A-EDBA-46D2-BC4C-698A3DA577A3}" srcOrd="0" destOrd="0" presId="urn:microsoft.com/office/officeart/2005/8/layout/vProcess5"/>
    <dgm:cxn modelId="{0123DD4F-1D69-4016-A876-46A2F5A6403F}" srcId="{31F45E0C-40EF-4C40-8489-075CDE6FC216}" destId="{C1830142-D291-4EDF-B55E-4E43ADF5347D}" srcOrd="0" destOrd="0" parTransId="{2576D917-D25A-4383-84EB-3F88D4EDDFD4}" sibTransId="{8A511D60-3B48-4095-9E5B-A1722035F0D4}"/>
    <dgm:cxn modelId="{F9F5D490-E195-489B-9C23-AA61B38C6846}" type="presOf" srcId="{D875BDB8-EC99-4308-A83A-4914FBFA0F9C}" destId="{8105FB2E-D998-43BB-87D1-E244C54EF033}" srcOrd="0" destOrd="0" presId="urn:microsoft.com/office/officeart/2005/8/layout/vProcess5"/>
    <dgm:cxn modelId="{A8DA909C-CED5-4BE1-BA8C-5BB3BC3277A5}" type="presOf" srcId="{757B4599-45A7-42F8-BE4B-299A9B013F2F}" destId="{91F94323-F442-433E-803E-3456398C06AA}" srcOrd="0" destOrd="0" presId="urn:microsoft.com/office/officeart/2005/8/layout/vProcess5"/>
    <dgm:cxn modelId="{5E4842B8-2DC7-426D-8A96-2ACC2ADD0D38}" type="presOf" srcId="{C1830142-D291-4EDF-B55E-4E43ADF5347D}" destId="{A83E6596-CF7A-4293-BEE2-5848FAA1FAB9}" srcOrd="0" destOrd="0" presId="urn:microsoft.com/office/officeart/2005/8/layout/vProcess5"/>
    <dgm:cxn modelId="{640308D0-D4BD-4426-845F-CFF1CF7B1FDB}" type="presOf" srcId="{D875BDB8-EC99-4308-A83A-4914FBFA0F9C}" destId="{92D3C530-A1C3-4018-9804-00DC9C6144CB}" srcOrd="1" destOrd="0" presId="urn:microsoft.com/office/officeart/2005/8/layout/vProcess5"/>
    <dgm:cxn modelId="{04E6A4DA-25AD-4DF7-8F82-9D52985428EE}" type="presOf" srcId="{8A511D60-3B48-4095-9E5B-A1722035F0D4}" destId="{A0991BD1-59AF-40F2-8E4D-8C1DE16E9C94}" srcOrd="0" destOrd="0" presId="urn:microsoft.com/office/officeart/2005/8/layout/vProcess5"/>
    <dgm:cxn modelId="{55F8B7DB-3B7F-4FE1-824E-78B07CD91519}" srcId="{31F45E0C-40EF-4C40-8489-075CDE6FC216}" destId="{962E3D66-D283-4813-B446-687B42080D06}" srcOrd="1" destOrd="0" parTransId="{3BD5C860-6AE6-4046-BB2A-4B932C418B69}" sibTransId="{757B4599-45A7-42F8-BE4B-299A9B013F2F}"/>
    <dgm:cxn modelId="{7DA48137-D0B5-480B-B8E6-78CF44A977E7}" type="presParOf" srcId="{32B5B188-92E6-4F5E-B824-98A978EDBE99}" destId="{F6A126AC-2482-4F13-80FA-AAFDF1422DA1}" srcOrd="0" destOrd="0" presId="urn:microsoft.com/office/officeart/2005/8/layout/vProcess5"/>
    <dgm:cxn modelId="{B714C761-D01B-4864-90C6-AB2E336F9068}" type="presParOf" srcId="{32B5B188-92E6-4F5E-B824-98A978EDBE99}" destId="{A83E6596-CF7A-4293-BEE2-5848FAA1FAB9}" srcOrd="1" destOrd="0" presId="urn:microsoft.com/office/officeart/2005/8/layout/vProcess5"/>
    <dgm:cxn modelId="{97289E03-E12E-483C-A3B9-C092B501BE73}" type="presParOf" srcId="{32B5B188-92E6-4F5E-B824-98A978EDBE99}" destId="{976C285A-EDBA-46D2-BC4C-698A3DA577A3}" srcOrd="2" destOrd="0" presId="urn:microsoft.com/office/officeart/2005/8/layout/vProcess5"/>
    <dgm:cxn modelId="{F55BEC24-9768-426E-B934-8DBD117933A6}" type="presParOf" srcId="{32B5B188-92E6-4F5E-B824-98A978EDBE99}" destId="{8105FB2E-D998-43BB-87D1-E244C54EF033}" srcOrd="3" destOrd="0" presId="urn:microsoft.com/office/officeart/2005/8/layout/vProcess5"/>
    <dgm:cxn modelId="{AC59649B-D9CE-43B4-A342-950C6FAA36E6}" type="presParOf" srcId="{32B5B188-92E6-4F5E-B824-98A978EDBE99}" destId="{A0991BD1-59AF-40F2-8E4D-8C1DE16E9C94}" srcOrd="4" destOrd="0" presId="urn:microsoft.com/office/officeart/2005/8/layout/vProcess5"/>
    <dgm:cxn modelId="{13EBC984-5665-4CBD-98B1-4A82C0E998CB}" type="presParOf" srcId="{32B5B188-92E6-4F5E-B824-98A978EDBE99}" destId="{91F94323-F442-433E-803E-3456398C06AA}" srcOrd="5" destOrd="0" presId="urn:microsoft.com/office/officeart/2005/8/layout/vProcess5"/>
    <dgm:cxn modelId="{93FBD06A-6382-4110-A601-810818A8BB3C}" type="presParOf" srcId="{32B5B188-92E6-4F5E-B824-98A978EDBE99}" destId="{2F2DBA54-E3B5-4006-AE35-6F231CE91C9D}" srcOrd="6" destOrd="0" presId="urn:microsoft.com/office/officeart/2005/8/layout/vProcess5"/>
    <dgm:cxn modelId="{5EE5D4B3-AA95-4B03-ABAC-0810E210AA12}" type="presParOf" srcId="{32B5B188-92E6-4F5E-B824-98A978EDBE99}" destId="{7D4028FF-37D5-4112-831A-4DA8064353A8}" srcOrd="7" destOrd="0" presId="urn:microsoft.com/office/officeart/2005/8/layout/vProcess5"/>
    <dgm:cxn modelId="{C54BF930-2AB0-47C1-A3A5-F21E77E7700F}" type="presParOf" srcId="{32B5B188-92E6-4F5E-B824-98A978EDBE99}" destId="{92D3C530-A1C3-4018-9804-00DC9C6144C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199732-22D3-4D58-B7C8-962AB9606A85}">
      <dsp:nvSpPr>
        <dsp:cNvPr id="0" name=""/>
        <dsp:cNvSpPr/>
      </dsp:nvSpPr>
      <dsp:spPr>
        <a:xfrm>
          <a:off x="3860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Notación</a:t>
          </a:r>
        </a:p>
      </dsp:txBody>
      <dsp:txXfrm>
        <a:off x="14282" y="1324370"/>
        <a:ext cx="1402477" cy="334986"/>
      </dsp:txXfrm>
    </dsp:sp>
    <dsp:sp modelId="{26BD821F-CD8E-40CE-AF95-EC5966F3B356}">
      <dsp:nvSpPr>
        <dsp:cNvPr id="0" name=""/>
        <dsp:cNvSpPr/>
      </dsp:nvSpPr>
      <dsp:spPr>
        <a:xfrm rot="5400000">
          <a:off x="684386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BFEE7-2020-4FA5-9BAB-5A229DDECB65}">
      <dsp:nvSpPr>
        <dsp:cNvPr id="0" name=""/>
        <dsp:cNvSpPr/>
      </dsp:nvSpPr>
      <dsp:spPr>
        <a:xfrm>
          <a:off x="3860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Algebraica</a:t>
          </a:r>
        </a:p>
      </dsp:txBody>
      <dsp:txXfrm>
        <a:off x="14282" y="1804741"/>
        <a:ext cx="1402477" cy="334986"/>
      </dsp:txXfrm>
    </dsp:sp>
    <dsp:sp modelId="{B357538F-AA79-4CC6-BE79-302F1201BF7E}">
      <dsp:nvSpPr>
        <dsp:cNvPr id="0" name=""/>
        <dsp:cNvSpPr/>
      </dsp:nvSpPr>
      <dsp:spPr>
        <a:xfrm rot="5400000">
          <a:off x="684386" y="2181284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A5BA9-33E9-4D22-B3BA-B0E28BE5D756}">
      <dsp:nvSpPr>
        <dsp:cNvPr id="0" name=""/>
        <dsp:cNvSpPr/>
      </dsp:nvSpPr>
      <dsp:spPr>
        <a:xfrm>
          <a:off x="3860" y="2274690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Matricial</a:t>
          </a:r>
        </a:p>
      </dsp:txBody>
      <dsp:txXfrm>
        <a:off x="14282" y="2285112"/>
        <a:ext cx="1402477" cy="334986"/>
      </dsp:txXfrm>
    </dsp:sp>
    <dsp:sp modelId="{80A669FE-51D7-4237-8202-D9BC9B1E52CB}">
      <dsp:nvSpPr>
        <dsp:cNvPr id="0" name=""/>
        <dsp:cNvSpPr/>
      </dsp:nvSpPr>
      <dsp:spPr>
        <a:xfrm>
          <a:off x="1626447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Solución</a:t>
          </a:r>
        </a:p>
      </dsp:txBody>
      <dsp:txXfrm>
        <a:off x="1636869" y="1324370"/>
        <a:ext cx="1402477" cy="334986"/>
      </dsp:txXfrm>
    </dsp:sp>
    <dsp:sp modelId="{59934E18-18FF-4689-9164-FDD519257429}">
      <dsp:nvSpPr>
        <dsp:cNvPr id="0" name=""/>
        <dsp:cNvSpPr/>
      </dsp:nvSpPr>
      <dsp:spPr>
        <a:xfrm rot="5400000">
          <a:off x="2306972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B6B0D-52AE-45C2-992F-F16D5A34857A}">
      <dsp:nvSpPr>
        <dsp:cNvPr id="0" name=""/>
        <dsp:cNvSpPr/>
      </dsp:nvSpPr>
      <dsp:spPr>
        <a:xfrm>
          <a:off x="1626447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Espacios de solución</a:t>
          </a:r>
        </a:p>
      </dsp:txBody>
      <dsp:txXfrm>
        <a:off x="1636869" y="1804741"/>
        <a:ext cx="1402477" cy="334986"/>
      </dsp:txXfrm>
    </dsp:sp>
    <dsp:sp modelId="{84323F49-06A9-4F37-B1A6-DC832E2DC220}">
      <dsp:nvSpPr>
        <dsp:cNvPr id="0" name=""/>
        <dsp:cNvSpPr/>
      </dsp:nvSpPr>
      <dsp:spPr>
        <a:xfrm rot="5400000">
          <a:off x="2306972" y="2181284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1EFB3-77FD-42C2-90D1-C95C53596EF1}">
      <dsp:nvSpPr>
        <dsp:cNvPr id="0" name=""/>
        <dsp:cNvSpPr/>
      </dsp:nvSpPr>
      <dsp:spPr>
        <a:xfrm>
          <a:off x="1626447" y="2274690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Tipos de solución</a:t>
          </a:r>
        </a:p>
      </dsp:txBody>
      <dsp:txXfrm>
        <a:off x="1636869" y="2285112"/>
        <a:ext cx="1402477" cy="334986"/>
      </dsp:txXfrm>
    </dsp:sp>
    <dsp:sp modelId="{E723AFB1-778C-49C2-894D-D418A663E930}">
      <dsp:nvSpPr>
        <dsp:cNvPr id="0" name=""/>
        <dsp:cNvSpPr/>
      </dsp:nvSpPr>
      <dsp:spPr>
        <a:xfrm>
          <a:off x="3249033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Gráfico</a:t>
          </a:r>
        </a:p>
      </dsp:txBody>
      <dsp:txXfrm>
        <a:off x="3259455" y="1324370"/>
        <a:ext cx="1402477" cy="334986"/>
      </dsp:txXfrm>
    </dsp:sp>
    <dsp:sp modelId="{3E02E781-5BE2-45AA-9143-2CC178FA455E}">
      <dsp:nvSpPr>
        <dsp:cNvPr id="0" name=""/>
        <dsp:cNvSpPr/>
      </dsp:nvSpPr>
      <dsp:spPr>
        <a:xfrm rot="5400000">
          <a:off x="3929559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E4D95-2117-4314-A3CF-FEA6FB9D18D0}">
      <dsp:nvSpPr>
        <dsp:cNvPr id="0" name=""/>
        <dsp:cNvSpPr/>
      </dsp:nvSpPr>
      <dsp:spPr>
        <a:xfrm>
          <a:off x="3249033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pequeños (2 </a:t>
          </a:r>
          <a:r>
            <a:rPr lang="es-ES" sz="1000" kern="1200" dirty="0" err="1"/>
            <a:t>var</a:t>
          </a:r>
          <a:r>
            <a:rPr lang="es-ES" sz="1000" kern="1200" dirty="0"/>
            <a:t>)</a:t>
          </a:r>
        </a:p>
      </dsp:txBody>
      <dsp:txXfrm>
        <a:off x="3259455" y="1804741"/>
        <a:ext cx="1402477" cy="334986"/>
      </dsp:txXfrm>
    </dsp:sp>
    <dsp:sp modelId="{D3CA2416-1B43-4029-8B78-4CA665BCB691}">
      <dsp:nvSpPr>
        <dsp:cNvPr id="0" name=""/>
        <dsp:cNvSpPr/>
      </dsp:nvSpPr>
      <dsp:spPr>
        <a:xfrm>
          <a:off x="4871620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de B&amp;B</a:t>
          </a:r>
        </a:p>
      </dsp:txBody>
      <dsp:txXfrm>
        <a:off x="4882042" y="1324370"/>
        <a:ext cx="1402477" cy="334986"/>
      </dsp:txXfrm>
    </dsp:sp>
    <dsp:sp modelId="{F4A7FEC3-13E9-4073-8C3F-3CACFE2209DC}">
      <dsp:nvSpPr>
        <dsp:cNvPr id="0" name=""/>
        <dsp:cNvSpPr/>
      </dsp:nvSpPr>
      <dsp:spPr>
        <a:xfrm rot="5400000">
          <a:off x="5552145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BB82F-2E67-45B4-841A-415A09821E25}">
      <dsp:nvSpPr>
        <dsp:cNvPr id="0" name=""/>
        <dsp:cNvSpPr/>
      </dsp:nvSpPr>
      <dsp:spPr>
        <a:xfrm>
          <a:off x="4871620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enteros </a:t>
          </a:r>
        </a:p>
      </dsp:txBody>
      <dsp:txXfrm>
        <a:off x="4882042" y="1804741"/>
        <a:ext cx="1402477" cy="334986"/>
      </dsp:txXfrm>
    </dsp:sp>
    <dsp:sp modelId="{1F1E2FFF-DE45-4707-9C4E-DEF136024FEF}">
      <dsp:nvSpPr>
        <dsp:cNvPr id="0" name=""/>
        <dsp:cNvSpPr/>
      </dsp:nvSpPr>
      <dsp:spPr>
        <a:xfrm>
          <a:off x="6494206" y="1313948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Métodos Simplex</a:t>
          </a:r>
        </a:p>
      </dsp:txBody>
      <dsp:txXfrm>
        <a:off x="6504628" y="1324370"/>
        <a:ext cx="1402477" cy="334986"/>
      </dsp:txXfrm>
    </dsp:sp>
    <dsp:sp modelId="{CF6AEAD6-B0B5-40A1-886E-349EAFCBF537}">
      <dsp:nvSpPr>
        <dsp:cNvPr id="0" name=""/>
        <dsp:cNvSpPr/>
      </dsp:nvSpPr>
      <dsp:spPr>
        <a:xfrm rot="5400000">
          <a:off x="7174732" y="1700913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4FC04-5B0B-4532-B067-3A96B91B1A71}">
      <dsp:nvSpPr>
        <dsp:cNvPr id="0" name=""/>
        <dsp:cNvSpPr/>
      </dsp:nvSpPr>
      <dsp:spPr>
        <a:xfrm>
          <a:off x="6494206" y="1794319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Estructura de una iteración</a:t>
          </a:r>
        </a:p>
      </dsp:txBody>
      <dsp:txXfrm>
        <a:off x="6504628" y="1804741"/>
        <a:ext cx="1402477" cy="334986"/>
      </dsp:txXfrm>
    </dsp:sp>
    <dsp:sp modelId="{40CDE28E-6463-4F26-9A6E-6F6001E14359}">
      <dsp:nvSpPr>
        <dsp:cNvPr id="0" name=""/>
        <dsp:cNvSpPr/>
      </dsp:nvSpPr>
      <dsp:spPr>
        <a:xfrm rot="5400000">
          <a:off x="7174732" y="2181284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BE889-FAE6-4538-9DB6-FFDB9389BE19}">
      <dsp:nvSpPr>
        <dsp:cNvPr id="0" name=""/>
        <dsp:cNvSpPr/>
      </dsp:nvSpPr>
      <dsp:spPr>
        <a:xfrm>
          <a:off x="6494206" y="2274690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Inicialización</a:t>
          </a:r>
        </a:p>
      </dsp:txBody>
      <dsp:txXfrm>
        <a:off x="6504628" y="2285112"/>
        <a:ext cx="1402477" cy="3349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3EDDF-CF5D-4881-983E-FC3C83E24F99}">
      <dsp:nvSpPr>
        <dsp:cNvPr id="0" name=""/>
        <dsp:cNvSpPr/>
      </dsp:nvSpPr>
      <dsp:spPr>
        <a:xfrm>
          <a:off x="0" y="0"/>
          <a:ext cx="7359621" cy="89965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>
              <a:latin typeface="Times New Roman" pitchFamily="18" charset="0"/>
              <a:cs typeface="Times New Roman" pitchFamily="18" charset="0"/>
            </a:rPr>
            <a:t>Agregue las variables artificiales necesarias para formar la primera base.</a:t>
          </a:r>
          <a:endParaRPr lang="es-MX" sz="2000" kern="1200" dirty="0"/>
        </a:p>
      </dsp:txBody>
      <dsp:txXfrm>
        <a:off x="26350" y="26350"/>
        <a:ext cx="6283565" cy="846953"/>
      </dsp:txXfrm>
    </dsp:sp>
    <dsp:sp modelId="{5D7E4CE1-76D8-4AD7-BB8B-0946F34592E8}">
      <dsp:nvSpPr>
        <dsp:cNvPr id="0" name=""/>
        <dsp:cNvSpPr/>
      </dsp:nvSpPr>
      <dsp:spPr>
        <a:xfrm>
          <a:off x="173027" y="1024605"/>
          <a:ext cx="8112731" cy="899653"/>
        </a:xfrm>
        <a:prstGeom prst="roundRect">
          <a:avLst>
            <a:gd name="adj" fmla="val 10000"/>
          </a:avLst>
        </a:prstGeom>
        <a:solidFill>
          <a:schemeClr val="accent3">
            <a:hueOff val="2125512"/>
            <a:satOff val="-2082"/>
            <a:lumOff val="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>
              <a:latin typeface="Times New Roman" pitchFamily="18" charset="0"/>
              <a:cs typeface="Times New Roman" pitchFamily="18" charset="0"/>
            </a:rPr>
            <a:t>Resuelva el problema de minimizar la suma de las variables artificiales, sujeta a las restricciones funcionales del problema original</a:t>
          </a:r>
          <a:endParaRPr lang="es-MX" sz="2000" kern="1200" dirty="0"/>
        </a:p>
      </dsp:txBody>
      <dsp:txXfrm>
        <a:off x="199377" y="1050955"/>
        <a:ext cx="6809595" cy="846953"/>
      </dsp:txXfrm>
    </dsp:sp>
    <dsp:sp modelId="{3F6566A7-D753-4F86-8D56-990064ECD07C}">
      <dsp:nvSpPr>
        <dsp:cNvPr id="0" name=""/>
        <dsp:cNvSpPr/>
      </dsp:nvSpPr>
      <dsp:spPr>
        <a:xfrm>
          <a:off x="681947" y="2049211"/>
          <a:ext cx="8194055" cy="899653"/>
        </a:xfrm>
        <a:prstGeom prst="roundRect">
          <a:avLst>
            <a:gd name="adj" fmla="val 10000"/>
          </a:avLst>
        </a:prstGeom>
        <a:solidFill>
          <a:schemeClr val="accent3">
            <a:hueOff val="4251024"/>
            <a:satOff val="-4164"/>
            <a:lumOff val="274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>
              <a:latin typeface="Times New Roman" pitchFamily="18" charset="0"/>
              <a:cs typeface="Times New Roman" pitchFamily="18" charset="0"/>
            </a:rPr>
            <a:t>Corrija el renglón 0::  nuevo R0’ = R0 – </a:t>
          </a:r>
          <a:r>
            <a:rPr lang="es-MX" sz="2000" kern="1200" dirty="0" err="1">
              <a:latin typeface="Times New Roman" pitchFamily="18" charset="0"/>
              <a:cs typeface="Times New Roman" pitchFamily="18" charset="0"/>
            </a:rPr>
            <a:t>Ri</a:t>
          </a:r>
          <a:r>
            <a:rPr lang="es-MX" sz="2000" kern="1200" dirty="0">
              <a:latin typeface="Times New Roman" pitchFamily="18" charset="0"/>
              <a:cs typeface="Times New Roman" pitchFamily="18" charset="0"/>
            </a:rPr>
            <a:t>, </a:t>
          </a:r>
          <a:r>
            <a:rPr lang="es-MX" sz="2000" kern="1200" dirty="0" err="1">
              <a:latin typeface="Times New Roman" pitchFamily="18" charset="0"/>
              <a:cs typeface="Times New Roman" pitchFamily="18" charset="0"/>
            </a:rPr>
            <a:t>Ri</a:t>
          </a:r>
          <a:r>
            <a:rPr lang="es-MX" sz="2000" kern="1200" dirty="0">
              <a:latin typeface="Times New Roman" pitchFamily="18" charset="0"/>
              <a:cs typeface="Times New Roman" pitchFamily="18" charset="0"/>
            </a:rPr>
            <a:t>=todos los renglones con artificiales </a:t>
          </a:r>
          <a:endParaRPr lang="es-MX" sz="2000" kern="1200" dirty="0"/>
        </a:p>
      </dsp:txBody>
      <dsp:txXfrm>
        <a:off x="708297" y="2075561"/>
        <a:ext cx="6878384" cy="846953"/>
      </dsp:txXfrm>
    </dsp:sp>
    <dsp:sp modelId="{F9EC8206-C2E8-435B-A7AA-91705D47C2E3}">
      <dsp:nvSpPr>
        <dsp:cNvPr id="0" name=""/>
        <dsp:cNvSpPr/>
      </dsp:nvSpPr>
      <dsp:spPr>
        <a:xfrm>
          <a:off x="682280" y="3185976"/>
          <a:ext cx="5628638" cy="899653"/>
        </a:xfrm>
        <a:prstGeom prst="roundRect">
          <a:avLst>
            <a:gd name="adj" fmla="val 10000"/>
          </a:avLst>
        </a:prstGeom>
        <a:solidFill>
          <a:schemeClr val="accent3">
            <a:hueOff val="6376535"/>
            <a:satOff val="-6246"/>
            <a:lumOff val="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1080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>
              <a:latin typeface="Times New Roman" pitchFamily="18" charset="0"/>
              <a:cs typeface="Times New Roman" pitchFamily="18" charset="0"/>
            </a:rPr>
            <a:t>Si Z*&gt;0 (o si alguna </a:t>
          </a:r>
          <a:r>
            <a:rPr lang="es-MX" sz="2000" kern="1200" dirty="0" err="1">
              <a:latin typeface="Times New Roman" pitchFamily="18" charset="0"/>
              <a:cs typeface="Times New Roman" pitchFamily="18" charset="0"/>
            </a:rPr>
            <a:t>Xa</a:t>
          </a:r>
          <a:r>
            <a:rPr lang="es-MX" sz="2000" kern="1200" dirty="0">
              <a:latin typeface="Times New Roman" pitchFamily="18" charset="0"/>
              <a:cs typeface="Times New Roman" pitchFamily="18" charset="0"/>
            </a:rPr>
            <a:t>*&gt;0), pare. El problema original es </a:t>
          </a:r>
          <a:r>
            <a:rPr lang="es-MX" sz="2000" kern="1200" dirty="0" err="1">
              <a:latin typeface="Times New Roman" pitchFamily="18" charset="0"/>
              <a:cs typeface="Times New Roman" pitchFamily="18" charset="0"/>
            </a:rPr>
            <a:t>infactible</a:t>
          </a:r>
          <a:r>
            <a:rPr lang="es-MX" sz="2000" kern="1200" dirty="0">
              <a:latin typeface="Times New Roman" pitchFamily="18" charset="0"/>
              <a:cs typeface="Times New Roman" pitchFamily="18" charset="0"/>
            </a:rPr>
            <a:t>. </a:t>
          </a:r>
        </a:p>
      </dsp:txBody>
      <dsp:txXfrm>
        <a:off x="708630" y="3212326"/>
        <a:ext cx="4708382" cy="846953"/>
      </dsp:txXfrm>
    </dsp:sp>
    <dsp:sp modelId="{A18FB75F-2F5E-4783-BB0D-F47C49A80428}">
      <dsp:nvSpPr>
        <dsp:cNvPr id="0" name=""/>
        <dsp:cNvSpPr/>
      </dsp:nvSpPr>
      <dsp:spPr>
        <a:xfrm>
          <a:off x="5944449" y="4020395"/>
          <a:ext cx="3349216" cy="899653"/>
        </a:xfrm>
        <a:prstGeom prst="roundRect">
          <a:avLst>
            <a:gd name="adj" fmla="val 10000"/>
          </a:avLst>
        </a:prstGeom>
        <a:solidFill>
          <a:schemeClr val="accent3">
            <a:hueOff val="8502047"/>
            <a:satOff val="-8328"/>
            <a:lumOff val="5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>
              <a:latin typeface="Times New Roman" pitchFamily="18" charset="0"/>
              <a:cs typeface="Times New Roman" pitchFamily="18" charset="0"/>
            </a:rPr>
            <a:t>Si Z=0, vaya a la fase 2</a:t>
          </a:r>
        </a:p>
      </dsp:txBody>
      <dsp:txXfrm>
        <a:off x="5970799" y="4046745"/>
        <a:ext cx="2780293" cy="846953"/>
      </dsp:txXfrm>
    </dsp:sp>
    <dsp:sp modelId="{8ED692AF-C8DF-4AF1-9FA9-F4C3F0125EE8}">
      <dsp:nvSpPr>
        <dsp:cNvPr id="0" name=""/>
        <dsp:cNvSpPr/>
      </dsp:nvSpPr>
      <dsp:spPr>
        <a:xfrm>
          <a:off x="6774846" y="657246"/>
          <a:ext cx="584774" cy="58477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000" kern="1200"/>
        </a:p>
      </dsp:txBody>
      <dsp:txXfrm>
        <a:off x="6906420" y="657246"/>
        <a:ext cx="321626" cy="440042"/>
      </dsp:txXfrm>
    </dsp:sp>
    <dsp:sp modelId="{9372BE63-9376-4A67-9C7C-EE186CA74CCC}">
      <dsp:nvSpPr>
        <dsp:cNvPr id="0" name=""/>
        <dsp:cNvSpPr/>
      </dsp:nvSpPr>
      <dsp:spPr>
        <a:xfrm>
          <a:off x="7324428" y="1681852"/>
          <a:ext cx="584774" cy="58477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2874030"/>
            <a:satOff val="349"/>
            <a:lumOff val="29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874030"/>
              <a:satOff val="349"/>
              <a:lumOff val="2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000" kern="1200"/>
        </a:p>
      </dsp:txBody>
      <dsp:txXfrm>
        <a:off x="7456002" y="1681852"/>
        <a:ext cx="321626" cy="440042"/>
      </dsp:txXfrm>
    </dsp:sp>
    <dsp:sp modelId="{D9652B80-86B3-4F70-AC85-EBEBCBEDA335}">
      <dsp:nvSpPr>
        <dsp:cNvPr id="0" name=""/>
        <dsp:cNvSpPr/>
      </dsp:nvSpPr>
      <dsp:spPr>
        <a:xfrm>
          <a:off x="6179590" y="2752561"/>
          <a:ext cx="584774" cy="58477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5748059"/>
            <a:satOff val="697"/>
            <a:lumOff val="587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5748059"/>
              <a:satOff val="697"/>
              <a:lumOff val="5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000" kern="1200"/>
        </a:p>
      </dsp:txBody>
      <dsp:txXfrm>
        <a:off x="6311164" y="2752561"/>
        <a:ext cx="321626" cy="440042"/>
      </dsp:txXfrm>
    </dsp:sp>
    <dsp:sp modelId="{FDEED3A2-09E1-4BB6-873F-C4A64AA53365}">
      <dsp:nvSpPr>
        <dsp:cNvPr id="0" name=""/>
        <dsp:cNvSpPr/>
      </dsp:nvSpPr>
      <dsp:spPr>
        <a:xfrm>
          <a:off x="7921072" y="2806697"/>
          <a:ext cx="584774" cy="124115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8622089"/>
            <a:satOff val="1046"/>
            <a:lumOff val="88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8622089"/>
              <a:satOff val="1046"/>
              <a:lumOff val="8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000" kern="1200"/>
        </a:p>
      </dsp:txBody>
      <dsp:txXfrm>
        <a:off x="8052646" y="2806697"/>
        <a:ext cx="321626" cy="10964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79586B-5C29-415D-A77E-B11FDC0E0D24}">
      <dsp:nvSpPr>
        <dsp:cNvPr id="0" name=""/>
        <dsp:cNvSpPr/>
      </dsp:nvSpPr>
      <dsp:spPr>
        <a:xfrm>
          <a:off x="0" y="0"/>
          <a:ext cx="1784141" cy="10704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5400000"/>
          </a:camera>
          <a:lightRig rig="threePt" dir="t"/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900" kern="1200" dirty="0"/>
            <a:t>FASE 2</a:t>
          </a:r>
        </a:p>
      </dsp:txBody>
      <dsp:txXfrm>
        <a:off x="0" y="0"/>
        <a:ext cx="1784141" cy="10704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3E6596-CF7A-4293-BEE2-5848FAA1FAB9}">
      <dsp:nvSpPr>
        <dsp:cNvPr id="0" name=""/>
        <dsp:cNvSpPr/>
      </dsp:nvSpPr>
      <dsp:spPr>
        <a:xfrm>
          <a:off x="0" y="0"/>
          <a:ext cx="7602388" cy="141208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>
              <a:latin typeface="Times New Roman" pitchFamily="18" charset="0"/>
              <a:cs typeface="Times New Roman" pitchFamily="18" charset="0"/>
            </a:rPr>
            <a:t>Elimine del tablero las columnas correspondientes a las variables artificiales. </a:t>
          </a:r>
        </a:p>
      </dsp:txBody>
      <dsp:txXfrm>
        <a:off x="41358" y="41358"/>
        <a:ext cx="6078641" cy="1329366"/>
      </dsp:txXfrm>
    </dsp:sp>
    <dsp:sp modelId="{976C285A-EDBA-46D2-BC4C-698A3DA577A3}">
      <dsp:nvSpPr>
        <dsp:cNvPr id="0" name=""/>
        <dsp:cNvSpPr/>
      </dsp:nvSpPr>
      <dsp:spPr>
        <a:xfrm>
          <a:off x="670798" y="1647429"/>
          <a:ext cx="7602388" cy="1412082"/>
        </a:xfrm>
        <a:prstGeom prst="roundRect">
          <a:avLst>
            <a:gd name="adj" fmla="val 10000"/>
          </a:avLst>
        </a:prstGeom>
        <a:solidFill>
          <a:schemeClr val="accent3">
            <a:hueOff val="4251024"/>
            <a:satOff val="-4164"/>
            <a:lumOff val="274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>
              <a:latin typeface="Times New Roman" pitchFamily="18" charset="0"/>
              <a:cs typeface="Times New Roman" pitchFamily="18" charset="0"/>
            </a:rPr>
            <a:t>Corrija el renglón 0 del problema original. Realice operaciones de filas para colocar “ceros” en las columnas básicas.</a:t>
          </a:r>
        </a:p>
      </dsp:txBody>
      <dsp:txXfrm>
        <a:off x="712156" y="1688787"/>
        <a:ext cx="5931019" cy="1329366"/>
      </dsp:txXfrm>
    </dsp:sp>
    <dsp:sp modelId="{8105FB2E-D998-43BB-87D1-E244C54EF033}">
      <dsp:nvSpPr>
        <dsp:cNvPr id="0" name=""/>
        <dsp:cNvSpPr/>
      </dsp:nvSpPr>
      <dsp:spPr>
        <a:xfrm>
          <a:off x="1341597" y="3294859"/>
          <a:ext cx="7602388" cy="1412082"/>
        </a:xfrm>
        <a:prstGeom prst="roundRect">
          <a:avLst>
            <a:gd name="adj" fmla="val 10000"/>
          </a:avLst>
        </a:prstGeom>
        <a:solidFill>
          <a:schemeClr val="accent3">
            <a:hueOff val="8502047"/>
            <a:satOff val="-8328"/>
            <a:lumOff val="5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>
              <a:latin typeface="Times New Roman" pitchFamily="18" charset="0"/>
              <a:cs typeface="Times New Roman" pitchFamily="18" charset="0"/>
            </a:rPr>
            <a:t>Resuelva el problema original, empezando con el tablero final de la fase 1 y el nuevo renglón cero</a:t>
          </a:r>
        </a:p>
      </dsp:txBody>
      <dsp:txXfrm>
        <a:off x="1382955" y="3336217"/>
        <a:ext cx="5931019" cy="1329366"/>
      </dsp:txXfrm>
    </dsp:sp>
    <dsp:sp modelId="{A0991BD1-59AF-40F2-8E4D-8C1DE16E9C94}">
      <dsp:nvSpPr>
        <dsp:cNvPr id="0" name=""/>
        <dsp:cNvSpPr/>
      </dsp:nvSpPr>
      <dsp:spPr>
        <a:xfrm>
          <a:off x="6684534" y="1070829"/>
          <a:ext cx="917853" cy="91785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000" kern="1200"/>
        </a:p>
      </dsp:txBody>
      <dsp:txXfrm>
        <a:off x="6891051" y="1070829"/>
        <a:ext cx="504819" cy="690684"/>
      </dsp:txXfrm>
    </dsp:sp>
    <dsp:sp modelId="{91F94323-F442-433E-803E-3456398C06AA}">
      <dsp:nvSpPr>
        <dsp:cNvPr id="0" name=""/>
        <dsp:cNvSpPr/>
      </dsp:nvSpPr>
      <dsp:spPr>
        <a:xfrm>
          <a:off x="7355333" y="2708845"/>
          <a:ext cx="917853" cy="91785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8622089"/>
            <a:satOff val="1046"/>
            <a:lumOff val="88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8622089"/>
              <a:satOff val="1046"/>
              <a:lumOff val="8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2000" kern="1200"/>
        </a:p>
      </dsp:txBody>
      <dsp:txXfrm>
        <a:off x="7561850" y="2708845"/>
        <a:ext cx="504819" cy="6906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6DDD5-62CD-490F-AED1-A4E3DCB5364D}" type="datetime1">
              <a:rPr lang="es-MX" smtClean="0"/>
              <a:pPr/>
              <a:t>04/03/2025</a:t>
            </a:fld>
            <a:endParaRPr lang="es-MX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s-MX" noProof="0" smtClean="0"/>
              <a:t>‹#›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06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Primera</a:t>
            </a:r>
            <a:r>
              <a:rPr lang="en-US" dirty="0"/>
              <a:t> </a:t>
            </a:r>
            <a:r>
              <a:rPr lang="en-US" dirty="0" err="1"/>
              <a:t>actividad</a:t>
            </a:r>
            <a:r>
              <a:rPr lang="en-US" dirty="0"/>
              <a:t> de </a:t>
            </a:r>
            <a:r>
              <a:rPr lang="en-US" dirty="0" err="1"/>
              <a:t>formulación</a:t>
            </a:r>
            <a:r>
              <a:rPr lang="en-US" dirty="0"/>
              <a:t>.</a:t>
            </a:r>
          </a:p>
          <a:p>
            <a:r>
              <a:rPr lang="en-US" dirty="0"/>
              <a:t>Primero individual, </a:t>
            </a:r>
            <a:r>
              <a:rPr lang="en-US" dirty="0" err="1"/>
              <a:t>luego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equipos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A7F30-9D1A-4F69-B462-041F90EFBD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87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97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6166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3670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sz="2800" dirty="0">
                <a:latin typeface="Times New Roman" pitchFamily="18" charset="0"/>
                <a:cs typeface="Times New Roman" pitchFamily="18" charset="0"/>
              </a:rPr>
              <a:t>Fase 1:</a:t>
            </a:r>
          </a:p>
          <a:p>
            <a:pPr lvl="1"/>
            <a:r>
              <a:rPr lang="es-MX" dirty="0">
                <a:latin typeface="Times New Roman" pitchFamily="18" charset="0"/>
                <a:cs typeface="Times New Roman" pitchFamily="18" charset="0"/>
              </a:rPr>
              <a:t>Agregue las variables artificiales necesarias para formar la primera base.</a:t>
            </a:r>
          </a:p>
          <a:p>
            <a:pPr lvl="1"/>
            <a:r>
              <a:rPr lang="es-MX" dirty="0">
                <a:latin typeface="Times New Roman" pitchFamily="18" charset="0"/>
                <a:cs typeface="Times New Roman" pitchFamily="18" charset="0"/>
              </a:rPr>
              <a:t>Resuelva el problema de minimizar la suma de las variables artificiales, sujeta a las restricciones funcionales del problema original</a:t>
            </a:r>
          </a:p>
          <a:p>
            <a:pPr lvl="1"/>
            <a:r>
              <a:rPr lang="es-MX" dirty="0">
                <a:latin typeface="Times New Roman" pitchFamily="18" charset="0"/>
                <a:cs typeface="Times New Roman" pitchFamily="18" charset="0"/>
              </a:rPr>
              <a:t>Corrija el renglón 0::  nuevo R0 = R0 - R</a:t>
            </a:r>
          </a:p>
          <a:p>
            <a:pPr lvl="1"/>
            <a:r>
              <a:rPr lang="es-MX" dirty="0">
                <a:latin typeface="Times New Roman" pitchFamily="18" charset="0"/>
                <a:cs typeface="Times New Roman" pitchFamily="18" charset="0"/>
              </a:rPr>
              <a:t>Si Z*&gt;0 (o también, si la solución óptima tiene </a:t>
            </a:r>
            <a:r>
              <a:rPr lang="es-MX" dirty="0" err="1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s-MX" dirty="0">
                <a:latin typeface="Times New Roman" pitchFamily="18" charset="0"/>
                <a:cs typeface="Times New Roman" pitchFamily="18" charset="0"/>
              </a:rPr>
              <a:t>&gt;0), pare. El problema original es </a:t>
            </a:r>
            <a:r>
              <a:rPr lang="es-MX" dirty="0" err="1">
                <a:latin typeface="Times New Roman" pitchFamily="18" charset="0"/>
                <a:cs typeface="Times New Roman" pitchFamily="18" charset="0"/>
              </a:rPr>
              <a:t>infactible</a:t>
            </a:r>
            <a:r>
              <a:rPr lang="es-MX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s-MX" dirty="0">
                <a:latin typeface="Times New Roman" pitchFamily="18" charset="0"/>
                <a:cs typeface="Times New Roman" pitchFamily="18" charset="0"/>
              </a:rPr>
              <a:t>De otro modo, vaya a la fase 2</a:t>
            </a:r>
          </a:p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3688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sz="2800" dirty="0">
                <a:latin typeface="Times New Roman" pitchFamily="18" charset="0"/>
                <a:cs typeface="Times New Roman" pitchFamily="18" charset="0"/>
              </a:rPr>
              <a:t>Fase 2:</a:t>
            </a:r>
          </a:p>
          <a:p>
            <a:pPr lvl="1"/>
            <a:r>
              <a:rPr lang="es-MX" dirty="0">
                <a:latin typeface="Times New Roman" pitchFamily="18" charset="0"/>
                <a:cs typeface="Times New Roman" pitchFamily="18" charset="0"/>
              </a:rPr>
              <a:t>Elimine del tablero las columnas correspondientes a las variables artificiales.</a:t>
            </a:r>
          </a:p>
          <a:p>
            <a:pPr lvl="1"/>
            <a:r>
              <a:rPr lang="es-MX" dirty="0">
                <a:latin typeface="Times New Roman" pitchFamily="18" charset="0"/>
                <a:cs typeface="Times New Roman" pitchFamily="18" charset="0"/>
              </a:rPr>
              <a:t>Resuelva el problema original, empezando con el tablero final de la fase 1.</a:t>
            </a:r>
          </a:p>
          <a:p>
            <a:pPr lvl="1"/>
            <a:r>
              <a:rPr lang="es-MX" dirty="0">
                <a:latin typeface="Times New Roman" pitchFamily="18" charset="0"/>
                <a:cs typeface="Times New Roman" pitchFamily="18" charset="0"/>
              </a:rPr>
              <a:t>Corrija el renglón 0. Realice operaciones de filas para colocar “ceros” en las columnas básicas.</a:t>
            </a:r>
          </a:p>
          <a:p>
            <a:pPr lvl="1"/>
            <a:r>
              <a:rPr lang="es-MX" dirty="0">
                <a:latin typeface="Times New Roman" pitchFamily="18" charset="0"/>
                <a:cs typeface="Times New Roman" pitchFamily="18" charset="0"/>
              </a:rPr>
              <a:t>Resuelva el problema.</a:t>
            </a:r>
          </a:p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9624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964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9303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432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posición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5" name="Marcador de posición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posición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posición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posición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posición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029A217F-D76A-49DF-A17D-DFD53CAD5FA9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 dirty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745413" y="6610348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7D785354-D3F9-4F56-8BC7-7DFCD291EBBB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1216" y="6632892"/>
            <a:ext cx="2324569" cy="247651"/>
          </a:xfrm>
        </p:spPr>
        <p:txBody>
          <a:bodyPr rtlCol="0"/>
          <a:lstStyle/>
          <a:p>
            <a:pPr rtl="0"/>
            <a:r>
              <a:rPr lang="es-MX" noProof="0" dirty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68760" y="6610347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icon to add chart</a:t>
            </a:r>
            <a:endParaRPr lang="es-MX" noProof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rtl="0"/>
            <a:r>
              <a:rPr lang="es-MX" noProof="0" dirty="0"/>
              <a:t>Haz clic para editar 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760" y="662458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>
              <a:latin typeface="+mn-lt"/>
            </a:endParaRPr>
          </a:p>
        </p:txBody>
      </p:sp>
      <p:sp>
        <p:nvSpPr>
          <p:cNvPr id="7" name="Marcador de posición de pie de página 4">
            <a:extLst>
              <a:ext uri="{FF2B5EF4-FFF2-40B4-BE49-F238E27FC236}">
                <a16:creationId xmlns:a16="http://schemas.microsoft.com/office/drawing/2014/main" id="{F88E2CE6-D902-5A33-C844-8A40B1779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n-US" noProof="0"/>
              <a:t>Click icon to add table</a:t>
            </a:r>
            <a:endParaRPr lang="es-MX" noProof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1AF7F2CA-0EC8-471B-8885-070EE2CC5612}" type="datetimeyyyy">
              <a:rPr lang="es-MX" noProof="0" smtClean="0">
                <a:latin typeface="+mn-lt"/>
              </a:rPr>
              <a:t>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s-MX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9CFD7E6B-8BA7-35DB-BE61-5DF2483E5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2113" y="6610347"/>
            <a:ext cx="2148534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 dirty="0"/>
              <a:t>OPTIMIZACIÓN DE OPERACIONES</a:t>
            </a:r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43FD86DC-D2BD-AECC-1A0A-3CE74BEE5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B6548D6-A880-04F4-F832-A1B39206F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8843598B-FC54-B745-3054-795FE6B8A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9080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72" name="Marcador de posición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3" name="Marcador de posición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4" name="Marcador de posición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5" name="Marcador de posición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6" name="Marcador de posición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7" name="Marcador de posición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8" name="Marcador de posición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9" name="Marcador de posición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872648EB-A801-47E7-B664-3AFE98633453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6" name="Marcador de posición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97" name="Marcador de posición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2" name="Marcador de posición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3" name="Marcador de posición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6" name="Marcador de posición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7" name="Marcador de posición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8" name="Marcador de posición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9" name="Marcador de posición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23F1A244-DFA6-8C44-BF95-8851B5A76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19E1CAB4-A60C-2959-8605-86F431A58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F94C5751-D7B6-785B-559F-3B3AF0781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32D17B95-1D7F-FF57-3E13-0B36D861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Marcador de posición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CEC982C-CBC7-82F8-DD9C-CEC7134E4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4B831637-7548-7CD1-8B74-EAFCD7093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Marcador de posición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6756044" y="6610349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CFE3EC8D-01B2-4AEC-ABF0-D7812BDA46DB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258715" y="6610349"/>
            <a:ext cx="1497330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4735475" y="661034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s-MX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2" name="Marcador de posición de fecha 3">
            <a:extLst>
              <a:ext uri="{FF2B5EF4-FFF2-40B4-BE49-F238E27FC236}">
                <a16:creationId xmlns:a16="http://schemas.microsoft.com/office/drawing/2014/main" id="{B8E7A9BD-F162-7384-3111-26CE7D494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5272" y="6610349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3A46D4A6-4781-4A63-977A-75931475B334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D3659ACD-AA93-F09D-1EA3-C961DA2E2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27943" y="6610349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61A49C7E-58DD-E07A-BB14-2F2606BA9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04703" y="6610349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68354" y="1600204"/>
            <a:ext cx="10368396" cy="45259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7" name="Forma libre 38">
            <a:extLst>
              <a:ext uri="{FF2B5EF4-FFF2-40B4-BE49-F238E27FC236}">
                <a16:creationId xmlns:a16="http://schemas.microsoft.com/office/drawing/2014/main" id="{6C14B503-619D-FECA-B1C8-EC84086F4DE6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-136" y="5890869"/>
            <a:ext cx="968626" cy="968353"/>
          </a:xfrm>
          <a:custGeom>
            <a:avLst/>
            <a:gdLst>
              <a:gd name="T0" fmla="*/ 0 w 1162"/>
              <a:gd name="T1" fmla="+- 0 14679 14679"/>
              <a:gd name="T2" fmla="*/ 14679 h 1162"/>
              <a:gd name="T3" fmla="*/ 0 w 1162"/>
              <a:gd name="T4" fmla="+- 0 15840 14679"/>
              <a:gd name="T5" fmla="*/ 15840 h 1162"/>
              <a:gd name="T6" fmla="*/ 1161 w 1162"/>
              <a:gd name="T7" fmla="+- 0 15840 14679"/>
              <a:gd name="T8" fmla="*/ 15840 h 1162"/>
              <a:gd name="T9" fmla="*/ 0 w 1162"/>
              <a:gd name="T10" fmla="+- 0 14679 14679"/>
              <a:gd name="T11" fmla="*/ 14679 h 1162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</a:cxnLst>
            <a:rect l="0" t="0" r="r" b="b"/>
            <a:pathLst>
              <a:path w="1162" h="1162">
                <a:moveTo>
                  <a:pt x="0" y="0"/>
                </a:moveTo>
                <a:lnTo>
                  <a:pt x="0" y="1161"/>
                </a:lnTo>
                <a:lnTo>
                  <a:pt x="1161" y="116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9ABDB8-8380-48B9-9C6F-79E9D39B593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52500" y="365125"/>
            <a:ext cx="104013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9" name="Forma libre 15">
            <a:extLst>
              <a:ext uri="{FF2B5EF4-FFF2-40B4-BE49-F238E27FC236}">
                <a16:creationId xmlns:a16="http://schemas.microsoft.com/office/drawing/2014/main" id="{0AC106E8-3E4A-A8F8-E16C-BBF1326B7F20}"/>
              </a:ext>
            </a:extLst>
          </p:cNvPr>
          <p:cNvSpPr>
            <a:spLocks/>
          </p:cNvSpPr>
          <p:nvPr/>
        </p:nvSpPr>
        <p:spPr bwMode="auto">
          <a:xfrm rot="10800000">
            <a:off x="10540797" y="1080290"/>
            <a:ext cx="1675717" cy="2234285"/>
          </a:xfrm>
          <a:custGeom>
            <a:avLst/>
            <a:gdLst>
              <a:gd name="T0" fmla="*/ 0 w 1789"/>
              <a:gd name="T1" fmla="+- 0 12290 12290"/>
              <a:gd name="T2" fmla="*/ 12290 h 2386"/>
              <a:gd name="T3" fmla="*/ 0 w 1789"/>
              <a:gd name="T4" fmla="+- 0 13484 12290"/>
              <a:gd name="T5" fmla="*/ 13484 h 2386"/>
              <a:gd name="T6" fmla="*/ 1192 w 1789"/>
              <a:gd name="T7" fmla="+- 0 14676 12290"/>
              <a:gd name="T8" fmla="*/ 14676 h 2386"/>
              <a:gd name="T9" fmla="*/ 1789 w 1789"/>
              <a:gd name="T10" fmla="+- 0 14079 12290"/>
              <a:gd name="T11" fmla="*/ 14079 h 2386"/>
              <a:gd name="T12" fmla="*/ 0 w 1789"/>
              <a:gd name="T13" fmla="+- 0 12290 12290"/>
              <a:gd name="T14" fmla="*/ 12290 h 2386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  <a:cxn ang="0">
                <a:pos x="T12" y="T14"/>
              </a:cxn>
            </a:cxnLst>
            <a:rect l="0" t="0" r="r" b="b"/>
            <a:pathLst>
              <a:path w="1789" h="2386">
                <a:moveTo>
                  <a:pt x="0" y="0"/>
                </a:moveTo>
                <a:lnTo>
                  <a:pt x="0" y="1194"/>
                </a:lnTo>
                <a:lnTo>
                  <a:pt x="1192" y="2386"/>
                </a:lnTo>
                <a:lnTo>
                  <a:pt x="1789" y="178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11" name="Forma libre 17">
            <a:extLst>
              <a:ext uri="{FF2B5EF4-FFF2-40B4-BE49-F238E27FC236}">
                <a16:creationId xmlns:a16="http://schemas.microsoft.com/office/drawing/2014/main" id="{56559DE5-8022-90C0-3366-610481E321EF}"/>
              </a:ext>
            </a:extLst>
          </p:cNvPr>
          <p:cNvSpPr>
            <a:spLocks/>
          </p:cNvSpPr>
          <p:nvPr/>
        </p:nvSpPr>
        <p:spPr bwMode="auto">
          <a:xfrm rot="10800000">
            <a:off x="8891306" y="-10633"/>
            <a:ext cx="2181524" cy="1090923"/>
          </a:xfrm>
          <a:custGeom>
            <a:avLst/>
            <a:gdLst>
              <a:gd name="T0" fmla="+- 0 3550 1221"/>
              <a:gd name="T1" fmla="*/ T0 w 2329"/>
              <a:gd name="T2" fmla="+- 0 15840 14676"/>
              <a:gd name="T3" fmla="*/ 15840 h 1165"/>
              <a:gd name="T4" fmla="+- 0 2386 1221"/>
              <a:gd name="T5" fmla="*/ T4 w 2329"/>
              <a:gd name="T6" fmla="+- 0 14676 14676"/>
              <a:gd name="T7" fmla="*/ 14676 h 1165"/>
              <a:gd name="T8" fmla="+- 0 1221 1221"/>
              <a:gd name="T9" fmla="*/ T8 w 2329"/>
              <a:gd name="T10" fmla="+- 0 15840 14676"/>
              <a:gd name="T11" fmla="*/ 15840 h 1165"/>
              <a:gd name="T12" fmla="+- 0 3550 1221"/>
              <a:gd name="T13" fmla="*/ T12 w 2329"/>
              <a:gd name="T14" fmla="+- 0 15840 14676"/>
              <a:gd name="T15" fmla="*/ 15840 h 1165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329" h="1165">
                <a:moveTo>
                  <a:pt x="2329" y="1164"/>
                </a:moveTo>
                <a:lnTo>
                  <a:pt x="1165" y="0"/>
                </a:lnTo>
                <a:lnTo>
                  <a:pt x="0" y="1164"/>
                </a:lnTo>
                <a:lnTo>
                  <a:pt x="2329" y="1164"/>
                </a:ln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1DE9D0-F43D-F8FF-BDC1-DD57D9BD8CF7}"/>
              </a:ext>
            </a:extLst>
          </p:cNvPr>
          <p:cNvSpPr txBox="1"/>
          <p:nvPr userDrawn="1"/>
        </p:nvSpPr>
        <p:spPr>
          <a:xfrm>
            <a:off x="11336750" y="613333"/>
            <a:ext cx="837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890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6" name="Marcador de posición de pie de página 4">
            <a:extLst>
              <a:ext uri="{FF2B5EF4-FFF2-40B4-BE49-F238E27FC236}">
                <a16:creationId xmlns:a16="http://schemas.microsoft.com/office/drawing/2014/main" id="{D2277398-E71C-9E18-6FA2-AF0656698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7" name="Marcador de posición de número de diapositiva 5">
            <a:extLst>
              <a:ext uri="{FF2B5EF4-FFF2-40B4-BE49-F238E27FC236}">
                <a16:creationId xmlns:a16="http://schemas.microsoft.com/office/drawing/2014/main" id="{B84FCA9A-3098-8020-E608-4F4F97405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1254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55448"/>
            <a:ext cx="10972800" cy="1252728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90473-8968-4705-A4AB-5A87FC341A3E}" type="datetime1">
              <a:rPr lang="es-ES" smtClean="0"/>
              <a:t>04/03/2025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JennyD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54E1-8A5A-492B-8D87-772C5A9980B5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07764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98988"/>
            <a:ext cx="5386917" cy="715355"/>
          </a:xfrm>
        </p:spPr>
        <p:txBody>
          <a:bodyPr lIns="146304" anchor="ctr"/>
          <a:lstStyle>
            <a:lvl1pPr marL="0" indent="0">
              <a:buNone/>
              <a:defRPr sz="2760" b="1" cap="all" baseline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449512"/>
            <a:ext cx="5386917" cy="395128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9" y="1698988"/>
            <a:ext cx="5389033" cy="715355"/>
          </a:xfrm>
        </p:spPr>
        <p:txBody>
          <a:bodyPr lIns="146304" anchor="ctr"/>
          <a:lstStyle>
            <a:lvl1pPr marL="0" indent="0">
              <a:buNone/>
              <a:defRPr sz="2760" b="1" cap="all" baseline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9" y="2449512"/>
            <a:ext cx="5389033" cy="395128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DC5B-8510-4AB0-BCDE-40997112A5DC}" type="datetime1">
              <a:rPr lang="es-ES" smtClean="0"/>
              <a:t>04/03/2025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JennyD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54E1-8A5A-492B-8D87-772C5A9980B5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0906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1" name="Marcador de posición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DBCD42-5575-0FDF-5C9C-C17952DFC8C7}"/>
              </a:ext>
            </a:extLst>
          </p:cNvPr>
          <p:cNvSpPr txBox="1"/>
          <p:nvPr userDrawn="1"/>
        </p:nvSpPr>
        <p:spPr>
          <a:xfrm rot="16200000">
            <a:off x="11734984" y="1575272"/>
            <a:ext cx="683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</a:schemeClr>
                </a:solidFill>
                <a:latin typeface="Agency FB" panose="020B0503020202020204" pitchFamily="34" charset="0"/>
              </a:rPr>
              <a:t>Jenny Díaz, R.</a:t>
            </a: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98" r:id="rId8"/>
    <p:sldLayoutId id="2147483676" r:id="rId9"/>
    <p:sldLayoutId id="2147483677" r:id="rId10"/>
    <p:sldLayoutId id="2147483685" r:id="rId11"/>
    <p:sldLayoutId id="2147483688" r:id="rId12"/>
    <p:sldLayoutId id="2147483692" r:id="rId13"/>
    <p:sldLayoutId id="2147483682" r:id="rId14"/>
    <p:sldLayoutId id="2147483700" r:id="rId15"/>
    <p:sldLayoutId id="2147483697" r:id="rId16"/>
    <p:sldLayoutId id="2147483701" r:id="rId17"/>
    <p:sldLayoutId id="2147483702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spc="100" baseline="0">
          <a:solidFill>
            <a:schemeClr val="bg1"/>
          </a:solidFill>
          <a:latin typeface="Aptos Black" panose="020B00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1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1976" y="1483744"/>
            <a:ext cx="6320118" cy="2146458"/>
          </a:xfrm>
        </p:spPr>
        <p:txBody>
          <a:bodyPr rtlCol="0"/>
          <a:lstStyle/>
          <a:p>
            <a:pPr rtl="0"/>
            <a:r>
              <a:rPr lang="es-MX" sz="4000" dirty="0">
                <a:latin typeface="Abadi" panose="020B0604020104020204" pitchFamily="34" charset="0"/>
              </a:rPr>
              <a:t>Método Simplex</a:t>
            </a:r>
            <a:br>
              <a:rPr lang="es-MX" sz="4000" dirty="0">
                <a:latin typeface="Abadi" panose="020B0604020104020204" pitchFamily="34" charset="0"/>
              </a:rPr>
            </a:br>
            <a:r>
              <a:rPr lang="es-MX" sz="2800" dirty="0">
                <a:latin typeface="Abadi" panose="020B0604020104020204" pitchFamily="34" charset="0"/>
              </a:rPr>
              <a:t>Para la solución de problemas lineales</a:t>
            </a:r>
            <a:endParaRPr lang="es-MX" sz="4000" dirty="0">
              <a:latin typeface="Abadi" panose="020B0604020104020204" pitchFamily="34" charset="0"/>
            </a:endParaRP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rtl="0"/>
            <a:r>
              <a:rPr lang="es-MX" dirty="0">
                <a:latin typeface="+mj-lt"/>
              </a:rPr>
              <a:t>Profesor </a:t>
            </a:r>
            <a:r>
              <a:rPr lang="es-MX" dirty="0" err="1">
                <a:latin typeface="+mj-lt"/>
              </a:rPr>
              <a:t>name</a:t>
            </a:r>
            <a:endParaRPr lang="es-MX" dirty="0">
              <a:latin typeface="+mj-lt"/>
            </a:endParaRPr>
          </a:p>
          <a:p>
            <a:pPr rtl="0"/>
            <a:r>
              <a:rPr lang="es-MX" dirty="0">
                <a:latin typeface="+mj-lt"/>
              </a:rPr>
              <a:t>Optimización de Procesos Industriales</a:t>
            </a:r>
          </a:p>
          <a:p>
            <a:pPr rtl="0"/>
            <a:r>
              <a:rPr lang="es-MX" dirty="0">
                <a:latin typeface="+mj-lt"/>
              </a:rPr>
              <a:t>Escuela de Ingeniería y Ciencias</a:t>
            </a:r>
          </a:p>
          <a:p>
            <a:pPr rtl="0"/>
            <a:r>
              <a:rPr lang="es-MX" dirty="0">
                <a:latin typeface="+mj-lt"/>
              </a:rPr>
              <a:t>Tecnológico de Monterrey</a:t>
            </a:r>
            <a:endParaRPr lang="es-MX" dirty="0"/>
          </a:p>
          <a:p>
            <a:pPr rtl="0"/>
            <a:endParaRPr lang="es-MX" dirty="0"/>
          </a:p>
        </p:txBody>
      </p:sp>
      <p:pic>
        <p:nvPicPr>
          <p:cNvPr id="1026" name="Picture 2" descr="ITESM + Tec de Monterrey Artwork – javier arturo rodríguez">
            <a:extLst>
              <a:ext uri="{FF2B5EF4-FFF2-40B4-BE49-F238E27FC236}">
                <a16:creationId xmlns:a16="http://schemas.microsoft.com/office/drawing/2014/main" id="{81EE2347-21B2-2241-0047-FCE86C38F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66" y="218795"/>
            <a:ext cx="1693319" cy="44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8AC6FE46-170E-0F6C-06F0-D7F69117A30F}"/>
              </a:ext>
            </a:extLst>
          </p:cNvPr>
          <p:cNvSpPr txBox="1">
            <a:spLocks/>
          </p:cNvSpPr>
          <p:nvPr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Rodolfo Mendoza PhD</a:t>
            </a:r>
          </a:p>
        </p:txBody>
      </p:sp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Métodos</a:t>
            </a:r>
            <a:r>
              <a:rPr lang="en-US" dirty="0"/>
              <a:t> de </a:t>
            </a:r>
            <a:r>
              <a:rPr lang="en-US" dirty="0" err="1"/>
              <a:t>Solución</a:t>
            </a:r>
            <a:r>
              <a:rPr lang="en-US" dirty="0"/>
              <a:t> - </a:t>
            </a:r>
            <a:r>
              <a:rPr lang="en-US" dirty="0" err="1"/>
              <a:t>Contenido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BE39C-06CC-42B9-6A07-60E6A7446F4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629900" y="6492875"/>
            <a:ext cx="1562100" cy="247650"/>
          </a:xfrm>
          <a:prstGeom prst="rect">
            <a:avLst/>
          </a:prstGeom>
        </p:spPr>
        <p:txBody>
          <a:bodyPr/>
          <a:lstStyle/>
          <a:p>
            <a:pPr rtl="0"/>
            <a:fld id="{2C2668D5-CBFD-4351-8443-9E1705BAED96}" type="datetimeyyyy">
              <a:rPr lang="es-MX" noProof="0" smtClean="0"/>
              <a:t>2025</a:t>
            </a:fld>
            <a:endParaRPr lang="es-MX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49457-6A62-C110-0EAA-52AACAF1A03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610350"/>
            <a:ext cx="2644775" cy="247650"/>
          </a:xfrm>
        </p:spPr>
        <p:txBody>
          <a:bodyPr/>
          <a:lstStyle/>
          <a:p>
            <a:pPr rtl="0"/>
            <a:r>
              <a:rPr lang="es-MX" noProof="0"/>
              <a:t>OPTIMIZACIÓN DE OPERACIONES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019A9-68C9-543E-958B-21AED095E8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2</a:t>
            </a:fld>
            <a:endParaRPr lang="es-MX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CD45E0-DD8F-23A5-0873-9EDBC1D9867E}"/>
              </a:ext>
            </a:extLst>
          </p:cNvPr>
          <p:cNvSpPr/>
          <p:nvPr/>
        </p:nvSpPr>
        <p:spPr>
          <a:xfrm>
            <a:off x="8388931" y="1726325"/>
            <a:ext cx="1642575" cy="3690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3746532392"/>
              </p:ext>
            </p:extLst>
          </p:nvPr>
        </p:nvGraphicFramePr>
        <p:xfrm>
          <a:off x="2020469" y="1622612"/>
          <a:ext cx="7921389" cy="3944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904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6609642"/>
              </p:ext>
            </p:extLst>
          </p:nvPr>
        </p:nvGraphicFramePr>
        <p:xfrm>
          <a:off x="1322387" y="2492383"/>
          <a:ext cx="1746530" cy="1709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596880" imgH="583920" progId="Equation.3">
                  <p:embed/>
                </p:oleObj>
              </mc:Choice>
              <mc:Fallback>
                <p:oleObj name="Ecuación" r:id="rId2" imgW="596880" imgH="583920" progId="Equation.3">
                  <p:embed/>
                  <p:pic>
                    <p:nvPicPr>
                      <p:cNvPr id="4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7" y="2492383"/>
                        <a:ext cx="1746530" cy="17093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 de la Gran M</a:t>
            </a:r>
          </a:p>
        </p:txBody>
      </p:sp>
      <p:sp>
        <p:nvSpPr>
          <p:cNvPr id="7" name="6 Marcador de texto"/>
          <p:cNvSpPr>
            <a:spLocks noGrp="1"/>
          </p:cNvSpPr>
          <p:nvPr>
            <p:ph type="body" idx="4294967295"/>
          </p:nvPr>
        </p:nvSpPr>
        <p:spPr>
          <a:xfrm>
            <a:off x="0" y="1698625"/>
            <a:ext cx="5386388" cy="715963"/>
          </a:xfrm>
        </p:spPr>
        <p:txBody>
          <a:bodyPr/>
          <a:lstStyle/>
          <a:p>
            <a:r>
              <a:rPr lang="es-MX" dirty="0">
                <a:solidFill>
                  <a:srgbClr val="00B050"/>
                </a:solidFill>
              </a:rPr>
              <a:t>Problema original</a:t>
            </a:r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6802438" y="1698625"/>
            <a:ext cx="5389562" cy="715963"/>
          </a:xfrm>
        </p:spPr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Problema modificado</a:t>
            </a:r>
          </a:p>
        </p:txBody>
      </p:sp>
      <p:sp>
        <p:nvSpPr>
          <p:cNvPr id="9" name="8 Marcador de contenido"/>
          <p:cNvSpPr>
            <a:spLocks noGrp="1"/>
          </p:cNvSpPr>
          <p:nvPr>
            <p:ph sz="quarter" idx="4294967295"/>
          </p:nvPr>
        </p:nvSpPr>
        <p:spPr>
          <a:xfrm>
            <a:off x="952501" y="4572000"/>
            <a:ext cx="9240370" cy="1828800"/>
          </a:xfrm>
        </p:spPr>
        <p:txBody>
          <a:bodyPr>
            <a:normAutofit/>
          </a:bodyPr>
          <a:lstStyle/>
          <a:p>
            <a:r>
              <a:rPr lang="es-MX" sz="2000" dirty="0"/>
              <a:t>Agregar tantas variables artificiales como sean necesarias para formar la primera base.</a:t>
            </a:r>
          </a:p>
          <a:p>
            <a:r>
              <a:rPr lang="es-MX" sz="2000" dirty="0"/>
              <a:t>Variable artificial: No existe en el problema original. No tiene significado.</a:t>
            </a:r>
          </a:p>
          <a:p>
            <a:r>
              <a:rPr lang="es-MX" sz="2000" dirty="0"/>
              <a:t>El problema modificado es diferente al problema original.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3</a:t>
            </a:fld>
            <a:endParaRPr lang="es-ES"/>
          </a:p>
        </p:txBody>
      </p:sp>
      <p:graphicFrame>
        <p:nvGraphicFramePr>
          <p:cNvPr id="21507" name="3 Marcador de contenid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1657618"/>
              </p:ext>
            </p:extLst>
          </p:nvPr>
        </p:nvGraphicFramePr>
        <p:xfrm>
          <a:off x="7012088" y="2493607"/>
          <a:ext cx="2788049" cy="1708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863280" imgH="634680" progId="Equation.3">
                  <p:embed/>
                </p:oleObj>
              </mc:Choice>
              <mc:Fallback>
                <p:oleObj name="Ecuación" r:id="rId4" imgW="863280" imgH="634680" progId="Equation.3">
                  <p:embed/>
                  <p:pic>
                    <p:nvPicPr>
                      <p:cNvPr id="21507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2088" y="2493607"/>
                        <a:ext cx="2788049" cy="17081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68354" y="1600204"/>
            <a:ext cx="9717575" cy="4525963"/>
          </a:xfrm>
        </p:spPr>
        <p:txBody>
          <a:bodyPr>
            <a:noAutofit/>
          </a:bodyPr>
          <a:lstStyle/>
          <a:p>
            <a:r>
              <a:rPr lang="es-MX" sz="2000" dirty="0"/>
              <a:t>Penalizar a la función de costo (objetivo) un gran costo unitario (M) por cada variable artificial agregada.</a:t>
            </a:r>
          </a:p>
          <a:p>
            <a:pPr lvl="1"/>
            <a:r>
              <a:rPr lang="es-MX" sz="2000" dirty="0"/>
              <a:t>Si min:  penalización== +M</a:t>
            </a:r>
          </a:p>
          <a:p>
            <a:pPr lvl="1"/>
            <a:r>
              <a:rPr lang="es-MX" sz="2000" dirty="0"/>
              <a:t>Si </a:t>
            </a:r>
            <a:r>
              <a:rPr lang="es-MX" sz="2000" dirty="0" err="1"/>
              <a:t>max</a:t>
            </a:r>
            <a:r>
              <a:rPr lang="es-MX" sz="2000" dirty="0"/>
              <a:t>: penalización== -M</a:t>
            </a:r>
          </a:p>
          <a:p>
            <a:pPr lvl="1"/>
            <a:endParaRPr lang="es-MX" sz="2000" dirty="0"/>
          </a:p>
          <a:p>
            <a:r>
              <a:rPr lang="es-MX" sz="2000" dirty="0"/>
              <a:t>Las variables artificiales empiezan como básicas. El método Simplex tenderá a sacarlas de la base, una por una en cada iteración.</a:t>
            </a:r>
          </a:p>
          <a:p>
            <a:endParaRPr lang="es-MX" sz="2000" dirty="0"/>
          </a:p>
          <a:p>
            <a:r>
              <a:rPr lang="es-MX" sz="2000" dirty="0"/>
              <a:t>Si el problema original es </a:t>
            </a:r>
            <a:r>
              <a:rPr lang="es-MX" sz="2000" b="1" dirty="0"/>
              <a:t>factible</a:t>
            </a:r>
            <a:r>
              <a:rPr lang="es-MX" sz="2000" dirty="0"/>
              <a:t>, todas las variables artificiales saldrán de la base y/o tendrán valor de cero.</a:t>
            </a:r>
          </a:p>
          <a:p>
            <a:r>
              <a:rPr lang="es-MX" sz="2000" dirty="0"/>
              <a:t>Si el problema original es </a:t>
            </a:r>
            <a:r>
              <a:rPr lang="es-MX" sz="2000" b="1" dirty="0" err="1"/>
              <a:t>infactible</a:t>
            </a:r>
            <a:r>
              <a:rPr lang="es-MX" sz="2000" dirty="0"/>
              <a:t>, habrá al menos una variable artificial en la base y Z estará en función de M</a:t>
            </a:r>
          </a:p>
          <a:p>
            <a:endParaRPr lang="es-MX" sz="20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 de la Gran 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4</a:t>
            </a:fld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68354" y="1600204"/>
            <a:ext cx="7942564" cy="4525963"/>
          </a:xfrm>
        </p:spPr>
        <p:txBody>
          <a:bodyPr>
            <a:normAutofit/>
          </a:bodyPr>
          <a:lstStyle/>
          <a:p>
            <a:r>
              <a:rPr lang="es-MX" sz="2000" dirty="0"/>
              <a:t>Para iniciar el tablero: se debe corregir el renglón cero. Suponga que las variables artificiales están en los renglones 1 y 2, entonces:</a:t>
            </a:r>
          </a:p>
          <a:p>
            <a:endParaRPr lang="es-MX" sz="2000" dirty="0"/>
          </a:p>
          <a:p>
            <a:pPr lvl="1"/>
            <a:r>
              <a:rPr lang="es-MX" sz="1600" dirty="0"/>
              <a:t>Nuevo renglón cero (de z)= Renglón anterior (R0) + (M*(-1)*R1 + M*(-1)*R2)</a:t>
            </a:r>
          </a:p>
          <a:p>
            <a:pPr lvl="1"/>
            <a:r>
              <a:rPr lang="es-MX" sz="1600" dirty="0"/>
              <a:t>Nuevo renglón cero (de z)= R0 - (M*R1 + M*R2)</a:t>
            </a:r>
          </a:p>
          <a:p>
            <a:endParaRPr lang="es-MX" sz="2000" dirty="0"/>
          </a:p>
          <a:p>
            <a:r>
              <a:rPr lang="es-MX" sz="2000" dirty="0"/>
              <a:t>Y luego, aplicar el método Simplex</a:t>
            </a:r>
          </a:p>
          <a:p>
            <a:endParaRPr lang="es-MX" sz="2000" dirty="0"/>
          </a:p>
          <a:p>
            <a:r>
              <a:rPr lang="es-MX" sz="2000" dirty="0"/>
              <a:t>Qué tan grande debe ser M?  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 de la Gran 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5</a:t>
            </a:fld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478755"/>
              </p:ext>
            </p:extLst>
          </p:nvPr>
        </p:nvGraphicFramePr>
        <p:xfrm>
          <a:off x="1693022" y="2143117"/>
          <a:ext cx="2287308" cy="3145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914400" imgH="1257120" progId="Equation.3">
                  <p:embed/>
                </p:oleObj>
              </mc:Choice>
              <mc:Fallback>
                <p:oleObj name="Ecuación" r:id="rId2" imgW="914400" imgH="1257120" progId="Equation.3">
                  <p:embed/>
                  <p:pic>
                    <p:nvPicPr>
                      <p:cNvPr id="4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022" y="2143117"/>
                        <a:ext cx="2287308" cy="31450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 de la Gran 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6</a:t>
            </a:fld>
            <a:endParaRPr lang="es-ES"/>
          </a:p>
        </p:txBody>
      </p:sp>
      <p:graphicFrame>
        <p:nvGraphicFramePr>
          <p:cNvPr id="22532" name="3 Marcador de contenido"/>
          <p:cNvGraphicFramePr>
            <a:graphicFrameLocks noChangeAspect="1"/>
          </p:cNvGraphicFramePr>
          <p:nvPr/>
        </p:nvGraphicFramePr>
        <p:xfrm>
          <a:off x="6438902" y="2143117"/>
          <a:ext cx="2659380" cy="304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914400" imgH="1257120" progId="Equation.3">
                  <p:embed/>
                </p:oleObj>
              </mc:Choice>
              <mc:Fallback>
                <p:oleObj name="Ecuación" r:id="rId4" imgW="914400" imgH="1257120" progId="Equation.3">
                  <p:embed/>
                  <p:pic>
                    <p:nvPicPr>
                      <p:cNvPr id="22532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2" y="2143117"/>
                        <a:ext cx="2659380" cy="304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6761219"/>
              </p:ext>
            </p:extLst>
          </p:nvPr>
        </p:nvGraphicFramePr>
        <p:xfrm>
          <a:off x="824156" y="3958590"/>
          <a:ext cx="10367960" cy="265176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295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V. Básicas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-2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6000" algn="r"/>
                        </a:tabLst>
                        <a:defRPr/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-2M-2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-3M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a1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a2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Método de la M…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755312" y="1645785"/>
            <a:ext cx="9518241" cy="1530823"/>
          </a:xfrm>
          <a:prstGeom prst="rect">
            <a:avLst/>
          </a:prstGeom>
        </p:spPr>
        <p:txBody>
          <a:bodyPr vert="horz" lIns="65837" tIns="109728" rtlCol="0">
            <a:normAutofit/>
          </a:bodyPr>
          <a:lstStyle/>
          <a:p>
            <a:pPr marL="526694" indent="-384048" defTabSz="109728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400" dirty="0">
                <a:solidFill>
                  <a:schemeClr val="bg1"/>
                </a:solidFill>
              </a:rPr>
              <a:t>Primer tablero</a:t>
            </a:r>
          </a:p>
          <a:p>
            <a:pPr marL="1075334" lvl="1" indent="-384048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s-MX" sz="2400" dirty="0">
                <a:solidFill>
                  <a:schemeClr val="bg1"/>
                </a:solidFill>
              </a:rPr>
              <a:t>Agregamos a1 y a2</a:t>
            </a:r>
          </a:p>
          <a:p>
            <a:pPr marL="1075334" lvl="1" indent="-384048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s-MX" sz="2400" dirty="0">
                <a:solidFill>
                  <a:schemeClr val="bg1"/>
                </a:solidFill>
              </a:rPr>
              <a:t>La base inicial es {a1, a2, s3}</a:t>
            </a:r>
            <a:endParaRPr lang="es-MX" sz="2000" dirty="0">
              <a:solidFill>
                <a:schemeClr val="bg1"/>
              </a:solidFill>
            </a:endParaRPr>
          </a:p>
          <a:p>
            <a:pPr marL="877824" lvl="1" indent="-329184" defTabSz="1097280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endParaRPr lang="es-MX" sz="2000" dirty="0">
              <a:solidFill>
                <a:schemeClr val="bg1"/>
              </a:solidFill>
            </a:endParaRPr>
          </a:p>
        </p:txBody>
      </p:sp>
      <p:sp>
        <p:nvSpPr>
          <p:cNvPr id="6" name="5 Elipse"/>
          <p:cNvSpPr/>
          <p:nvPr/>
        </p:nvSpPr>
        <p:spPr>
          <a:xfrm>
            <a:off x="5153019" y="5429265"/>
            <a:ext cx="342902" cy="28575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>
              <a:solidFill>
                <a:schemeClr val="bg1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4895841" y="3571876"/>
            <a:ext cx="942982" cy="264320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>
              <a:solidFill>
                <a:schemeClr val="bg1"/>
              </a:solidFill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1552543" y="5429264"/>
            <a:ext cx="9382157" cy="35719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4899447"/>
              </p:ext>
            </p:extLst>
          </p:nvPr>
        </p:nvGraphicFramePr>
        <p:xfrm>
          <a:off x="742831" y="3500440"/>
          <a:ext cx="10367960" cy="2714642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295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18290"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V. Básicas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088">
                <a:tc>
                  <a:txBody>
                    <a:bodyPr/>
                    <a:lstStyle/>
                    <a:p>
                      <a:pPr algn="r"/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-2M-1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6000" algn="r"/>
                        </a:tabLst>
                        <a:defRPr/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2M+2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2-M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088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a1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088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088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 de la M…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1158240" y="1775191"/>
            <a:ext cx="6013525" cy="1066621"/>
          </a:xfrm>
          <a:prstGeom prst="rect">
            <a:avLst/>
          </a:prstGeom>
        </p:spPr>
        <p:txBody>
          <a:bodyPr vert="horz" lIns="65837" tIns="109728" rtlCol="0">
            <a:normAutofit/>
          </a:bodyPr>
          <a:lstStyle/>
          <a:p>
            <a:pPr marL="526694" indent="-384048" defTabSz="109728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Entra x2, sale a2</a:t>
            </a:r>
          </a:p>
          <a:p>
            <a:pPr marL="526694" indent="-384048" defTabSz="109728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Nueva R0= Ro+ (2M+2) R2</a:t>
            </a:r>
          </a:p>
          <a:p>
            <a:pPr marL="877824" lvl="1" indent="-329184" defTabSz="1097280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endParaRPr lang="es-MX" sz="2000" dirty="0">
              <a:solidFill>
                <a:schemeClr val="bg1"/>
              </a:solidFill>
            </a:endParaRPr>
          </a:p>
        </p:txBody>
      </p:sp>
      <p:sp>
        <p:nvSpPr>
          <p:cNvPr id="6" name="5 Elipse"/>
          <p:cNvSpPr/>
          <p:nvPr/>
        </p:nvSpPr>
        <p:spPr>
          <a:xfrm>
            <a:off x="3867135" y="4857760"/>
            <a:ext cx="342902" cy="28575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7" name="6 Rectángulo"/>
          <p:cNvSpPr/>
          <p:nvPr/>
        </p:nvSpPr>
        <p:spPr>
          <a:xfrm>
            <a:off x="3609957" y="3500438"/>
            <a:ext cx="942982" cy="257176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8" name="7 Rectángulo"/>
          <p:cNvSpPr/>
          <p:nvPr/>
        </p:nvSpPr>
        <p:spPr>
          <a:xfrm>
            <a:off x="1466818" y="4857761"/>
            <a:ext cx="9467882" cy="35719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160" dirty="0"/>
              <a:t>&lt;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10934700" y="4786323"/>
            <a:ext cx="57419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/>
              <a:t>1/2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10934700" y="5500702"/>
            <a:ext cx="57419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/>
              <a:t>2/1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10071737" y="6215082"/>
            <a:ext cx="115768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rgbClr val="FF0000"/>
                </a:solidFill>
              </a:rPr>
              <a:t>Mínimo!</a:t>
            </a:r>
          </a:p>
        </p:txBody>
      </p:sp>
      <p:sp>
        <p:nvSpPr>
          <p:cNvPr id="16" name="15 Forma libre"/>
          <p:cNvSpPr/>
          <p:nvPr/>
        </p:nvSpPr>
        <p:spPr>
          <a:xfrm>
            <a:off x="10912873" y="5143511"/>
            <a:ext cx="542441" cy="1055812"/>
          </a:xfrm>
          <a:custGeom>
            <a:avLst/>
            <a:gdLst>
              <a:gd name="connsiteX0" fmla="*/ 201478 w 452034"/>
              <a:gd name="connsiteY0" fmla="*/ 464949 h 464949"/>
              <a:gd name="connsiteX1" fmla="*/ 418454 w 452034"/>
              <a:gd name="connsiteY1" fmla="*/ 108488 h 464949"/>
              <a:gd name="connsiteX2" fmla="*/ 0 w 452034"/>
              <a:gd name="connsiteY2" fmla="*/ 0 h 46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034" h="464949">
                <a:moveTo>
                  <a:pt x="201478" y="464949"/>
                </a:moveTo>
                <a:cubicBezTo>
                  <a:pt x="326756" y="325464"/>
                  <a:pt x="452034" y="185980"/>
                  <a:pt x="418454" y="108488"/>
                </a:cubicBezTo>
                <a:cubicBezTo>
                  <a:pt x="384874" y="30996"/>
                  <a:pt x="192437" y="15498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  <p:bldP spid="8" grpId="0" animBg="1"/>
      <p:bldP spid="9" grpId="0"/>
      <p:bldP spid="11" grpId="0"/>
      <p:bldP spid="12" grpId="0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224293"/>
              </p:ext>
            </p:extLst>
          </p:nvPr>
        </p:nvGraphicFramePr>
        <p:xfrm>
          <a:off x="866738" y="3545588"/>
          <a:ext cx="10367960" cy="243048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295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2632"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V. Básicas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462">
                <a:tc>
                  <a:txBody>
                    <a:bodyPr/>
                    <a:lstStyle/>
                    <a:p>
                      <a:pPr algn="r"/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6000" algn="r"/>
                        </a:tabLst>
                        <a:defRPr/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M+ 1/2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M+ 3/2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5/2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462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a1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½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 ½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½ 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462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½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½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3/2 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462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6000" algn="r"/>
                        </a:tabLst>
                        <a:defRPr/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-½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-½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3/2 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 de la M…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1158240" y="1775191"/>
            <a:ext cx="10167022" cy="4625609"/>
          </a:xfrm>
          <a:prstGeom prst="rect">
            <a:avLst/>
          </a:prstGeom>
        </p:spPr>
        <p:txBody>
          <a:bodyPr vert="horz" lIns="65837" tIns="109728" rtlCol="0">
            <a:normAutofit/>
          </a:bodyPr>
          <a:lstStyle/>
          <a:p>
            <a:pPr marL="526694" indent="-384048" defTabSz="109728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Entra x1, sale a1</a:t>
            </a:r>
          </a:p>
          <a:p>
            <a:pPr marL="526694" indent="-384048" defTabSz="109728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000" dirty="0">
                <a:solidFill>
                  <a:schemeClr val="bg1"/>
                </a:solidFill>
              </a:rPr>
              <a:t>Nueva R0= Ro+ (2M+1) R1</a:t>
            </a:r>
          </a:p>
          <a:p>
            <a:pPr marL="877824" lvl="1" indent="-329184" defTabSz="1097280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endParaRPr lang="es-MX" sz="2000" dirty="0">
              <a:solidFill>
                <a:schemeClr val="bg1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10071737" y="6215082"/>
            <a:ext cx="1168910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rgbClr val="FF0000"/>
                </a:solidFill>
              </a:rPr>
              <a:t>Óptimo!</a:t>
            </a:r>
          </a:p>
        </p:txBody>
      </p:sp>
      <p:sp>
        <p:nvSpPr>
          <p:cNvPr id="16" name="15 Forma libre"/>
          <p:cNvSpPr/>
          <p:nvPr/>
        </p:nvSpPr>
        <p:spPr>
          <a:xfrm>
            <a:off x="11153810" y="4394074"/>
            <a:ext cx="428590" cy="1627315"/>
          </a:xfrm>
          <a:custGeom>
            <a:avLst/>
            <a:gdLst>
              <a:gd name="connsiteX0" fmla="*/ 201478 w 452034"/>
              <a:gd name="connsiteY0" fmla="*/ 464949 h 464949"/>
              <a:gd name="connsiteX1" fmla="*/ 418454 w 452034"/>
              <a:gd name="connsiteY1" fmla="*/ 108488 h 464949"/>
              <a:gd name="connsiteX2" fmla="*/ 0 w 452034"/>
              <a:gd name="connsiteY2" fmla="*/ 0 h 46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034" h="464949">
                <a:moveTo>
                  <a:pt x="201478" y="464949"/>
                </a:moveTo>
                <a:cubicBezTo>
                  <a:pt x="326756" y="325464"/>
                  <a:pt x="452034" y="185980"/>
                  <a:pt x="418454" y="108488"/>
                </a:cubicBezTo>
                <a:cubicBezTo>
                  <a:pt x="384874" y="30996"/>
                  <a:pt x="192437" y="15498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2" grpId="0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6357126"/>
              </p:ext>
            </p:extLst>
          </p:nvPr>
        </p:nvGraphicFramePr>
        <p:xfrm>
          <a:off x="1459052" y="2732590"/>
          <a:ext cx="2371445" cy="1796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838080" imgH="634680" progId="Equation.3">
                  <p:embed/>
                </p:oleObj>
              </mc:Choice>
              <mc:Fallback>
                <p:oleObj name="Ecuación" r:id="rId2" imgW="838080" imgH="634680" progId="Equation.3">
                  <p:embed/>
                  <p:pic>
                    <p:nvPicPr>
                      <p:cNvPr id="4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9052" y="2732590"/>
                        <a:ext cx="2371445" cy="17965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 de las dos fases</a:t>
            </a:r>
          </a:p>
        </p:txBody>
      </p:sp>
      <p:sp>
        <p:nvSpPr>
          <p:cNvPr id="7" name="6 Marcador de texto"/>
          <p:cNvSpPr>
            <a:spLocks noGrp="1"/>
          </p:cNvSpPr>
          <p:nvPr>
            <p:ph type="body" idx="4294967295"/>
          </p:nvPr>
        </p:nvSpPr>
        <p:spPr>
          <a:xfrm>
            <a:off x="0" y="1698625"/>
            <a:ext cx="5386388" cy="715963"/>
          </a:xfrm>
        </p:spPr>
        <p:txBody>
          <a:bodyPr/>
          <a:lstStyle/>
          <a:p>
            <a:r>
              <a:rPr lang="es-MX" dirty="0">
                <a:solidFill>
                  <a:srgbClr val="C00000"/>
                </a:solidFill>
              </a:rPr>
              <a:t>Fase 1</a:t>
            </a:r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6802438" y="1698625"/>
            <a:ext cx="5389562" cy="715963"/>
          </a:xfrm>
        </p:spPr>
        <p:txBody>
          <a:bodyPr/>
          <a:lstStyle/>
          <a:p>
            <a:r>
              <a:rPr lang="es-MX" dirty="0">
                <a:solidFill>
                  <a:srgbClr val="00B050"/>
                </a:solidFill>
              </a:rPr>
              <a:t>Fase 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10</a:t>
            </a:fld>
            <a:endParaRPr lang="es-ES"/>
          </a:p>
        </p:txBody>
      </p:sp>
      <p:graphicFrame>
        <p:nvGraphicFramePr>
          <p:cNvPr id="21507" name="3 Marcador de contenido"/>
          <p:cNvGraphicFramePr>
            <a:graphicFrameLocks noChangeAspect="1"/>
          </p:cNvGraphicFramePr>
          <p:nvPr/>
        </p:nvGraphicFramePr>
        <p:xfrm>
          <a:off x="6587492" y="2752726"/>
          <a:ext cx="3691890" cy="177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1143000" imgH="660240" progId="Equation.3">
                  <p:embed/>
                </p:oleObj>
              </mc:Choice>
              <mc:Fallback>
                <p:oleObj name="Ecuación" r:id="rId4" imgW="1143000" imgH="660240" progId="Equation.3">
                  <p:embed/>
                  <p:pic>
                    <p:nvPicPr>
                      <p:cNvPr id="21507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7492" y="2752726"/>
                        <a:ext cx="3691890" cy="177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1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786039"/>
              </p:ext>
            </p:extLst>
          </p:nvPr>
        </p:nvGraphicFramePr>
        <p:xfrm>
          <a:off x="968375" y="1600200"/>
          <a:ext cx="10367963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 de las dos fases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11</a:t>
            </a:fld>
            <a:endParaRPr lang="es-ES"/>
          </a:p>
        </p:txBody>
      </p:sp>
      <p:graphicFrame>
        <p:nvGraphicFramePr>
          <p:cNvPr id="13" name="12 Diagrama"/>
          <p:cNvGraphicFramePr/>
          <p:nvPr/>
        </p:nvGraphicFramePr>
        <p:xfrm>
          <a:off x="1895445" y="1714488"/>
          <a:ext cx="9557950" cy="4998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7F179B-4021-C2BE-642B-242B7E572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 de las dos fases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12</a:t>
            </a:fld>
            <a:endParaRPr lang="es-ES"/>
          </a:p>
        </p:txBody>
      </p:sp>
      <p:graphicFrame>
        <p:nvGraphicFramePr>
          <p:cNvPr id="5" name="13 Marcador de contenido"/>
          <p:cNvGraphicFramePr>
            <a:graphicFrameLocks/>
          </p:cNvGraphicFramePr>
          <p:nvPr/>
        </p:nvGraphicFramePr>
        <p:xfrm>
          <a:off x="352385" y="3500439"/>
          <a:ext cx="3086083" cy="1071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5 Diagrama"/>
          <p:cNvGraphicFramePr/>
          <p:nvPr/>
        </p:nvGraphicFramePr>
        <p:xfrm>
          <a:off x="1990714" y="1714488"/>
          <a:ext cx="8943986" cy="4706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850534"/>
              </p:ext>
            </p:extLst>
          </p:nvPr>
        </p:nvGraphicFramePr>
        <p:xfrm>
          <a:off x="2248832" y="2216188"/>
          <a:ext cx="2152837" cy="2960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914400" imgH="1257120" progId="Equation.3">
                  <p:embed/>
                </p:oleObj>
              </mc:Choice>
              <mc:Fallback>
                <p:oleObj name="Ecuación" r:id="rId2" imgW="914400" imgH="1257120" progId="Equation.3">
                  <p:embed/>
                  <p:pic>
                    <p:nvPicPr>
                      <p:cNvPr id="4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8832" y="2216188"/>
                        <a:ext cx="2152837" cy="29601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 de las dos fases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13</a:t>
            </a:fld>
            <a:endParaRPr lang="es-ES"/>
          </a:p>
        </p:txBody>
      </p:sp>
      <p:graphicFrame>
        <p:nvGraphicFramePr>
          <p:cNvPr id="22532" name="3 Marcador de contenido"/>
          <p:cNvGraphicFramePr>
            <a:graphicFrameLocks noChangeAspect="1"/>
          </p:cNvGraphicFramePr>
          <p:nvPr/>
        </p:nvGraphicFramePr>
        <p:xfrm>
          <a:off x="6438902" y="2143117"/>
          <a:ext cx="2659380" cy="304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914400" imgH="1257120" progId="Equation.3">
                  <p:embed/>
                </p:oleObj>
              </mc:Choice>
              <mc:Fallback>
                <p:oleObj name="Ecuación" r:id="rId4" imgW="914400" imgH="1257120" progId="Equation.3">
                  <p:embed/>
                  <p:pic>
                    <p:nvPicPr>
                      <p:cNvPr id="22532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2" y="2143117"/>
                        <a:ext cx="2659380" cy="304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Fase</a:t>
            </a:r>
            <a:r>
              <a:rPr lang="en-US" dirty="0"/>
              <a:t> 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14</a:t>
            </a:fld>
            <a:endParaRPr lang="es-ES"/>
          </a:p>
        </p:txBody>
      </p:sp>
      <p:graphicFrame>
        <p:nvGraphicFramePr>
          <p:cNvPr id="6" name="3 Marcador de contenido"/>
          <p:cNvGraphicFramePr>
            <a:graphicFrameLocks noChangeAspect="1"/>
          </p:cNvGraphicFramePr>
          <p:nvPr/>
        </p:nvGraphicFramePr>
        <p:xfrm>
          <a:off x="1274412" y="2349287"/>
          <a:ext cx="2659373" cy="2808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914400" imgH="1257120" progId="Equation.3">
                  <p:embed/>
                </p:oleObj>
              </mc:Choice>
              <mc:Fallback>
                <p:oleObj name="Ecuación" r:id="rId2" imgW="914400" imgH="1257120" progId="Equation.3">
                  <p:embed/>
                  <p:pic>
                    <p:nvPicPr>
                      <p:cNvPr id="6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412" y="2349287"/>
                        <a:ext cx="2659373" cy="28089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3 Marcador de contenid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878866"/>
              </p:ext>
            </p:extLst>
          </p:nvPr>
        </p:nvGraphicFramePr>
        <p:xfrm>
          <a:off x="6416086" y="2778576"/>
          <a:ext cx="3286126" cy="3122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1130040" imgH="1396800" progId="Equation.3">
                  <p:embed/>
                </p:oleObj>
              </mc:Choice>
              <mc:Fallback>
                <p:oleObj name="Ecuación" r:id="rId4" imgW="1130040" imgH="1396800" progId="Equation.3">
                  <p:embed/>
                  <p:pic>
                    <p:nvPicPr>
                      <p:cNvPr id="7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6086" y="2778576"/>
                        <a:ext cx="3286126" cy="31222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uadroTexto 7"/>
          <p:cNvSpPr txBox="1"/>
          <p:nvPr/>
        </p:nvSpPr>
        <p:spPr>
          <a:xfrm>
            <a:off x="1429882" y="1770647"/>
            <a:ext cx="234843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0" dirty="0" err="1">
                <a:solidFill>
                  <a:schemeClr val="bg1"/>
                </a:solidFill>
              </a:rPr>
              <a:t>Problema</a:t>
            </a:r>
            <a:r>
              <a:rPr lang="en-US" sz="2160" dirty="0">
                <a:solidFill>
                  <a:schemeClr val="bg1"/>
                </a:solidFill>
              </a:rPr>
              <a:t> original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5381067" y="1770647"/>
            <a:ext cx="466611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0" dirty="0" err="1">
                <a:solidFill>
                  <a:schemeClr val="bg1"/>
                </a:solidFill>
              </a:rPr>
              <a:t>Problema</a:t>
            </a:r>
            <a:r>
              <a:rPr lang="en-US" sz="2160" dirty="0">
                <a:solidFill>
                  <a:schemeClr val="bg1"/>
                </a:solidFill>
              </a:rPr>
              <a:t> a resolver </a:t>
            </a:r>
            <a:r>
              <a:rPr lang="en-US" sz="2160" dirty="0" err="1">
                <a:solidFill>
                  <a:schemeClr val="bg1"/>
                </a:solidFill>
              </a:rPr>
              <a:t>en</a:t>
            </a:r>
            <a:r>
              <a:rPr lang="en-US" sz="2160" dirty="0">
                <a:solidFill>
                  <a:schemeClr val="bg1"/>
                </a:solidFill>
              </a:rPr>
              <a:t> la </a:t>
            </a:r>
            <a:r>
              <a:rPr lang="en-US" sz="2160" dirty="0" err="1">
                <a:solidFill>
                  <a:schemeClr val="bg1"/>
                </a:solidFill>
              </a:rPr>
              <a:t>Fase</a:t>
            </a:r>
            <a:r>
              <a:rPr lang="en-US" sz="2160" dirty="0">
                <a:solidFill>
                  <a:schemeClr val="bg1"/>
                </a:solidFill>
              </a:rPr>
              <a:t> 1, </a:t>
            </a:r>
            <a:r>
              <a:rPr lang="en-US" sz="2160" dirty="0" err="1">
                <a:solidFill>
                  <a:schemeClr val="bg1"/>
                </a:solidFill>
              </a:rPr>
              <a:t>en</a:t>
            </a:r>
            <a:r>
              <a:rPr lang="en-US" sz="2160" dirty="0">
                <a:solidFill>
                  <a:schemeClr val="bg1"/>
                </a:solidFill>
              </a:rPr>
              <a:t> forma </a:t>
            </a:r>
            <a:r>
              <a:rPr lang="en-US" sz="2160" dirty="0" err="1">
                <a:solidFill>
                  <a:schemeClr val="bg1"/>
                </a:solidFill>
              </a:rPr>
              <a:t>estándar</a:t>
            </a:r>
            <a:endParaRPr lang="en-US" sz="21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069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Fase</a:t>
            </a:r>
            <a:r>
              <a:rPr lang="en-US" dirty="0"/>
              <a:t> 1 …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15</a:t>
            </a:fld>
            <a:endParaRPr lang="es-ES"/>
          </a:p>
        </p:txBody>
      </p:sp>
      <p:graphicFrame>
        <p:nvGraphicFramePr>
          <p:cNvPr id="7" name="3 Marcador de contenido"/>
          <p:cNvGraphicFramePr>
            <a:graphicFrameLocks noChangeAspect="1"/>
          </p:cNvGraphicFramePr>
          <p:nvPr/>
        </p:nvGraphicFramePr>
        <p:xfrm>
          <a:off x="1187047" y="3169772"/>
          <a:ext cx="3286126" cy="3122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130040" imgH="1396800" progId="Equation.3">
                  <p:embed/>
                </p:oleObj>
              </mc:Choice>
              <mc:Fallback>
                <p:oleObj name="Ecuación" r:id="rId2" imgW="1130040" imgH="1396800" progId="Equation.3">
                  <p:embed/>
                  <p:pic>
                    <p:nvPicPr>
                      <p:cNvPr id="7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047" y="3169772"/>
                        <a:ext cx="3286126" cy="31222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uadroTexto 8"/>
          <p:cNvSpPr txBox="1"/>
          <p:nvPr/>
        </p:nvSpPr>
        <p:spPr>
          <a:xfrm>
            <a:off x="849978" y="1874936"/>
            <a:ext cx="466611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0" dirty="0" err="1">
                <a:solidFill>
                  <a:schemeClr val="bg1"/>
                </a:solidFill>
              </a:rPr>
              <a:t>Problema</a:t>
            </a:r>
            <a:r>
              <a:rPr lang="en-US" sz="2160" dirty="0">
                <a:solidFill>
                  <a:schemeClr val="bg1"/>
                </a:solidFill>
              </a:rPr>
              <a:t> a resolver </a:t>
            </a:r>
            <a:r>
              <a:rPr lang="en-US" sz="2160" dirty="0" err="1">
                <a:solidFill>
                  <a:schemeClr val="bg1"/>
                </a:solidFill>
              </a:rPr>
              <a:t>en</a:t>
            </a:r>
            <a:r>
              <a:rPr lang="en-US" sz="2160" dirty="0">
                <a:solidFill>
                  <a:schemeClr val="bg1"/>
                </a:solidFill>
              </a:rPr>
              <a:t> la </a:t>
            </a:r>
            <a:r>
              <a:rPr lang="en-US" sz="2160" dirty="0" err="1">
                <a:solidFill>
                  <a:schemeClr val="bg1"/>
                </a:solidFill>
              </a:rPr>
              <a:t>Fase</a:t>
            </a:r>
            <a:r>
              <a:rPr lang="en-US" sz="2160" dirty="0">
                <a:solidFill>
                  <a:schemeClr val="bg1"/>
                </a:solidFill>
              </a:rPr>
              <a:t> 1, </a:t>
            </a:r>
            <a:r>
              <a:rPr lang="en-US" sz="2160" dirty="0" err="1">
                <a:solidFill>
                  <a:schemeClr val="bg1"/>
                </a:solidFill>
              </a:rPr>
              <a:t>en</a:t>
            </a:r>
            <a:r>
              <a:rPr lang="en-US" sz="2160" dirty="0">
                <a:solidFill>
                  <a:schemeClr val="bg1"/>
                </a:solidFill>
              </a:rPr>
              <a:t> forma </a:t>
            </a:r>
            <a:r>
              <a:rPr lang="en-US" sz="2160" dirty="0" err="1">
                <a:solidFill>
                  <a:schemeClr val="bg1"/>
                </a:solidFill>
              </a:rPr>
              <a:t>estándar</a:t>
            </a:r>
            <a:endParaRPr lang="en-US" sz="2160" dirty="0">
              <a:solidFill>
                <a:schemeClr val="bg1"/>
              </a:solidFill>
            </a:endParaRP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/>
        </p:nvGraphicFramePr>
        <p:xfrm>
          <a:off x="6355229" y="1979146"/>
          <a:ext cx="3038476" cy="238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1168200" imgH="914400" progId="Equation.3">
                  <p:embed/>
                </p:oleObj>
              </mc:Choice>
              <mc:Fallback>
                <p:oleObj name="Ecuación" r:id="rId4" imgW="1168200" imgH="914400" progId="Equation.3">
                  <p:embed/>
                  <p:pic>
                    <p:nvPicPr>
                      <p:cNvPr id="3" name="Objeto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55229" y="1979146"/>
                        <a:ext cx="3038476" cy="2381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uadroTexto 9"/>
          <p:cNvSpPr txBox="1"/>
          <p:nvPr/>
        </p:nvSpPr>
        <p:spPr>
          <a:xfrm>
            <a:off x="5934634" y="4465916"/>
            <a:ext cx="5400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Problema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diferente</a:t>
            </a:r>
            <a:r>
              <a:rPr lang="en-US" dirty="0">
                <a:solidFill>
                  <a:schemeClr val="bg1"/>
                </a:solidFill>
              </a:rPr>
              <a:t> al original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Algunas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restricciones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originales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modificadas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Función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objetivo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fase</a:t>
            </a:r>
            <a:r>
              <a:rPr lang="en-US" dirty="0">
                <a:solidFill>
                  <a:schemeClr val="bg1"/>
                </a:solidFill>
              </a:rPr>
              <a:t> 1: </a:t>
            </a:r>
            <a:r>
              <a:rPr lang="en-US" dirty="0" err="1">
                <a:solidFill>
                  <a:schemeClr val="bg1"/>
                </a:solidFill>
              </a:rPr>
              <a:t>siempre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minimización</a:t>
            </a:r>
            <a:r>
              <a:rPr lang="en-US" dirty="0">
                <a:solidFill>
                  <a:schemeClr val="bg1"/>
                </a:solidFill>
              </a:rPr>
              <a:t> de la </a:t>
            </a:r>
            <a:r>
              <a:rPr lang="en-US" dirty="0" err="1">
                <a:solidFill>
                  <a:schemeClr val="bg1"/>
                </a:solidFill>
              </a:rPr>
              <a:t>suma</a:t>
            </a:r>
            <a:r>
              <a:rPr lang="en-US" dirty="0">
                <a:solidFill>
                  <a:schemeClr val="bg1"/>
                </a:solidFill>
              </a:rPr>
              <a:t> de las variables </a:t>
            </a:r>
            <a:r>
              <a:rPr lang="en-US" dirty="0" err="1">
                <a:solidFill>
                  <a:schemeClr val="bg1"/>
                </a:solidFill>
              </a:rPr>
              <a:t>artificiales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agregadas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326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3586199"/>
              </p:ext>
            </p:extLst>
          </p:nvPr>
        </p:nvGraphicFramePr>
        <p:xfrm>
          <a:off x="665800" y="3563322"/>
          <a:ext cx="10367960" cy="265176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227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4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V. Básicas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6000" algn="r"/>
                        </a:tabLst>
                        <a:defRPr/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-2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-3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a1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a2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Método de las dos fases 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1158240" y="1589473"/>
            <a:ext cx="10167022" cy="1705205"/>
          </a:xfrm>
          <a:prstGeom prst="rect">
            <a:avLst/>
          </a:prstGeom>
        </p:spPr>
        <p:txBody>
          <a:bodyPr vert="horz" lIns="65837" tIns="109728" rtlCol="0">
            <a:normAutofit/>
          </a:bodyPr>
          <a:lstStyle/>
          <a:p>
            <a:pPr marL="526694" indent="-384048" defTabSz="109728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400" dirty="0">
                <a:solidFill>
                  <a:schemeClr val="bg1"/>
                </a:solidFill>
              </a:rPr>
              <a:t>Fase 1</a:t>
            </a:r>
          </a:p>
          <a:p>
            <a:pPr marL="1075334" lvl="1" indent="-384048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s-MX" sz="2400" dirty="0">
                <a:solidFill>
                  <a:schemeClr val="bg1"/>
                </a:solidFill>
              </a:rPr>
              <a:t>Agregamos a1 y a2</a:t>
            </a:r>
          </a:p>
          <a:p>
            <a:pPr marL="1075334" lvl="1" indent="-384048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s-MX" sz="2400" dirty="0">
                <a:solidFill>
                  <a:schemeClr val="bg1"/>
                </a:solidFill>
              </a:rPr>
              <a:t>Min: w= a1 + a2</a:t>
            </a:r>
          </a:p>
          <a:p>
            <a:pPr marL="1075334" lvl="1" indent="-384048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s-MX" sz="2400" dirty="0">
                <a:solidFill>
                  <a:schemeClr val="bg1"/>
                </a:solidFill>
              </a:rPr>
              <a:t>La base inicial es {a1, a2, s3}</a:t>
            </a:r>
            <a:endParaRPr lang="es-MX" dirty="0">
              <a:solidFill>
                <a:schemeClr val="bg1"/>
              </a:solidFill>
            </a:endParaRPr>
          </a:p>
          <a:p>
            <a:pPr marL="877824" lvl="1" indent="-329184" defTabSz="1097280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6" name="5 Elipse"/>
          <p:cNvSpPr/>
          <p:nvPr/>
        </p:nvSpPr>
        <p:spPr>
          <a:xfrm>
            <a:off x="4854100" y="5464983"/>
            <a:ext cx="342902" cy="28575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7" name="6 Rectángulo"/>
          <p:cNvSpPr/>
          <p:nvPr/>
        </p:nvSpPr>
        <p:spPr>
          <a:xfrm>
            <a:off x="4725511" y="3571876"/>
            <a:ext cx="942982" cy="264320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8" name="7 Rectángulo"/>
          <p:cNvSpPr/>
          <p:nvPr/>
        </p:nvSpPr>
        <p:spPr>
          <a:xfrm>
            <a:off x="1353671" y="5429264"/>
            <a:ext cx="9581029" cy="35719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3322870"/>
              </p:ext>
            </p:extLst>
          </p:nvPr>
        </p:nvGraphicFramePr>
        <p:xfrm>
          <a:off x="968375" y="1600200"/>
          <a:ext cx="10367963" cy="4525963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295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18290"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V. Básicas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088">
                <a:tc>
                  <a:txBody>
                    <a:bodyPr/>
                    <a:lstStyle/>
                    <a:p>
                      <a:pPr algn="r"/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-2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6000" algn="r"/>
                        </a:tabLst>
                        <a:defRPr/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088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a1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088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088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 de las dos fases 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4294967295"/>
          </p:nvPr>
        </p:nvSpPr>
        <p:spPr>
          <a:xfrm>
            <a:off x="0" y="6610350"/>
            <a:ext cx="2644775" cy="247650"/>
          </a:xfrm>
        </p:spPr>
        <p:txBody>
          <a:bodyPr/>
          <a:lstStyle/>
          <a:p>
            <a:r>
              <a:rPr lang="es-ES"/>
              <a:t>JennyD</a:t>
            </a:r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1158240" y="1775191"/>
            <a:ext cx="10167022" cy="4625609"/>
          </a:xfrm>
          <a:prstGeom prst="rect">
            <a:avLst/>
          </a:prstGeom>
        </p:spPr>
        <p:txBody>
          <a:bodyPr vert="horz" lIns="65837" tIns="109728" rtlCol="0">
            <a:normAutofit/>
          </a:bodyPr>
          <a:lstStyle/>
          <a:p>
            <a:pPr marL="526694" indent="-384048" defTabSz="109728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880" dirty="0"/>
              <a:t>Entra x2, sale a2</a:t>
            </a:r>
          </a:p>
          <a:p>
            <a:pPr marL="526694" indent="-384048" defTabSz="109728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880" dirty="0"/>
              <a:t>Nueva R0= Ro+ 2 R2</a:t>
            </a:r>
          </a:p>
          <a:p>
            <a:pPr marL="877824" lvl="1" indent="-329184" defTabSz="1097280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endParaRPr lang="es-MX" sz="2880" dirty="0"/>
          </a:p>
        </p:txBody>
      </p:sp>
      <p:sp>
        <p:nvSpPr>
          <p:cNvPr id="6" name="5 Elipse"/>
          <p:cNvSpPr/>
          <p:nvPr/>
        </p:nvSpPr>
        <p:spPr>
          <a:xfrm>
            <a:off x="3867135" y="4857760"/>
            <a:ext cx="342902" cy="28575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7" name="6 Rectángulo"/>
          <p:cNvSpPr/>
          <p:nvPr/>
        </p:nvSpPr>
        <p:spPr>
          <a:xfrm>
            <a:off x="3609957" y="3500438"/>
            <a:ext cx="942982" cy="257176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8" name="7 Rectángulo"/>
          <p:cNvSpPr/>
          <p:nvPr/>
        </p:nvSpPr>
        <p:spPr>
          <a:xfrm>
            <a:off x="1466818" y="4857761"/>
            <a:ext cx="9467882" cy="35719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 dirty="0"/>
          </a:p>
        </p:txBody>
      </p:sp>
      <p:sp>
        <p:nvSpPr>
          <p:cNvPr id="9" name="8 CuadroTexto"/>
          <p:cNvSpPr txBox="1"/>
          <p:nvPr/>
        </p:nvSpPr>
        <p:spPr>
          <a:xfrm>
            <a:off x="10934700" y="4786323"/>
            <a:ext cx="57419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/>
              <a:t>1/2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10934700" y="5500702"/>
            <a:ext cx="57419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/>
              <a:t>2/1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10071737" y="6215082"/>
            <a:ext cx="115768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rgbClr val="FF0000"/>
                </a:solidFill>
              </a:rPr>
              <a:t>Mínimo!</a:t>
            </a:r>
          </a:p>
        </p:txBody>
      </p:sp>
      <p:sp>
        <p:nvSpPr>
          <p:cNvPr id="16" name="15 Forma libre"/>
          <p:cNvSpPr/>
          <p:nvPr/>
        </p:nvSpPr>
        <p:spPr>
          <a:xfrm>
            <a:off x="10912873" y="5143511"/>
            <a:ext cx="542441" cy="1055812"/>
          </a:xfrm>
          <a:custGeom>
            <a:avLst/>
            <a:gdLst>
              <a:gd name="connsiteX0" fmla="*/ 201478 w 452034"/>
              <a:gd name="connsiteY0" fmla="*/ 464949 h 464949"/>
              <a:gd name="connsiteX1" fmla="*/ 418454 w 452034"/>
              <a:gd name="connsiteY1" fmla="*/ 108488 h 464949"/>
              <a:gd name="connsiteX2" fmla="*/ 0 w 452034"/>
              <a:gd name="connsiteY2" fmla="*/ 0 h 46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034" h="464949">
                <a:moveTo>
                  <a:pt x="201478" y="464949"/>
                </a:moveTo>
                <a:cubicBezTo>
                  <a:pt x="326756" y="325464"/>
                  <a:pt x="452034" y="185980"/>
                  <a:pt x="418454" y="108488"/>
                </a:cubicBezTo>
                <a:cubicBezTo>
                  <a:pt x="384874" y="30996"/>
                  <a:pt x="192437" y="15498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  <p:bldP spid="8" grpId="0" animBg="1"/>
      <p:bldP spid="9" grpId="0"/>
      <p:bldP spid="11" grpId="0"/>
      <p:bldP spid="12" grpId="0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7896772"/>
              </p:ext>
            </p:extLst>
          </p:nvPr>
        </p:nvGraphicFramePr>
        <p:xfrm>
          <a:off x="860014" y="3679827"/>
          <a:ext cx="10367960" cy="243048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295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5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2632"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V. Básicas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462">
                <a:tc>
                  <a:txBody>
                    <a:bodyPr/>
                    <a:lstStyle/>
                    <a:p>
                      <a:pPr algn="r"/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6000" algn="r"/>
                        </a:tabLst>
                        <a:defRPr/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462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½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 ½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½ 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462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½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½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3/2 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462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6000" algn="r"/>
                        </a:tabLst>
                        <a:defRPr/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-½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-½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3/2 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 de las dos fases 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18</a:t>
            </a:fld>
            <a:endParaRPr lang="es-ES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1158240" y="1775191"/>
            <a:ext cx="10167022" cy="4625609"/>
          </a:xfrm>
          <a:prstGeom prst="rect">
            <a:avLst/>
          </a:prstGeom>
        </p:spPr>
        <p:txBody>
          <a:bodyPr vert="horz" lIns="65837" tIns="109728" rtlCol="0">
            <a:normAutofit/>
          </a:bodyPr>
          <a:lstStyle/>
          <a:p>
            <a:pPr marL="526694" indent="-384048" defTabSz="109728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dirty="0">
                <a:solidFill>
                  <a:schemeClr val="bg1"/>
                </a:solidFill>
              </a:rPr>
              <a:t>Entra x1, sale a1</a:t>
            </a:r>
          </a:p>
          <a:p>
            <a:pPr marL="526694" indent="-384048" defTabSz="109728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b="1" dirty="0">
                <a:solidFill>
                  <a:schemeClr val="bg1"/>
                </a:solidFill>
              </a:rPr>
              <a:t>Nueva R0= Ro+ 2 R1</a:t>
            </a:r>
          </a:p>
          <a:p>
            <a:pPr marL="877824" lvl="1" indent="-329184" defTabSz="1097280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10071737" y="6215082"/>
            <a:ext cx="1168910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rgbClr val="FF0000"/>
                </a:solidFill>
              </a:rPr>
              <a:t>Óptimo!</a:t>
            </a:r>
          </a:p>
        </p:txBody>
      </p:sp>
      <p:sp>
        <p:nvSpPr>
          <p:cNvPr id="16" name="15 Forma libre"/>
          <p:cNvSpPr/>
          <p:nvPr/>
        </p:nvSpPr>
        <p:spPr>
          <a:xfrm>
            <a:off x="11153810" y="4394074"/>
            <a:ext cx="428590" cy="1627315"/>
          </a:xfrm>
          <a:custGeom>
            <a:avLst/>
            <a:gdLst>
              <a:gd name="connsiteX0" fmla="*/ 201478 w 452034"/>
              <a:gd name="connsiteY0" fmla="*/ 464949 h 464949"/>
              <a:gd name="connsiteX1" fmla="*/ 418454 w 452034"/>
              <a:gd name="connsiteY1" fmla="*/ 108488 h 464949"/>
              <a:gd name="connsiteX2" fmla="*/ 0 w 452034"/>
              <a:gd name="connsiteY2" fmla="*/ 0 h 46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034" h="464949">
                <a:moveTo>
                  <a:pt x="201478" y="464949"/>
                </a:moveTo>
                <a:cubicBezTo>
                  <a:pt x="326756" y="325464"/>
                  <a:pt x="452034" y="185980"/>
                  <a:pt x="418454" y="108488"/>
                </a:cubicBezTo>
                <a:cubicBezTo>
                  <a:pt x="384874" y="30996"/>
                  <a:pt x="192437" y="15498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7" name="6 CuadroTexto"/>
          <p:cNvSpPr txBox="1"/>
          <p:nvPr/>
        </p:nvSpPr>
        <p:spPr>
          <a:xfrm>
            <a:off x="6867531" y="2714621"/>
            <a:ext cx="205741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160" dirty="0">
                <a:solidFill>
                  <a:srgbClr val="C00000"/>
                </a:solidFill>
                <a:latin typeface="Bernard MT Condensed" pitchFamily="18" charset="0"/>
              </a:rPr>
              <a:t>Fin de Fase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2" grpId="0"/>
      <p:bldP spid="16" grpId="0" animBg="1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2389739"/>
              </p:ext>
            </p:extLst>
          </p:nvPr>
        </p:nvGraphicFramePr>
        <p:xfrm>
          <a:off x="780116" y="3545858"/>
          <a:ext cx="10367958" cy="2854942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727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7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7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7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2632"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V. Básicas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462">
                <a:tc>
                  <a:txBody>
                    <a:bodyPr/>
                    <a:lstStyle/>
                    <a:p>
                      <a:pPr algn="r"/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6000" algn="r"/>
                        </a:tabLst>
                        <a:defRPr/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-2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462">
                <a:tc>
                  <a:txBody>
                    <a:bodyPr/>
                    <a:lstStyle/>
                    <a:p>
                      <a:pPr algn="r"/>
                      <a:endParaRPr lang="es-MX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b="1" dirty="0">
                          <a:latin typeface="Times New Roman" pitchFamily="18" charset="0"/>
                          <a:cs typeface="Times New Roman" pitchFamily="18" charset="0"/>
                        </a:rPr>
                        <a:t>5/2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462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a1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½ 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462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3/2 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462">
                <a:tc>
                  <a:txBody>
                    <a:bodyPr/>
                    <a:lstStyle/>
                    <a:p>
                      <a:pPr algn="r"/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2000" dirty="0">
                          <a:latin typeface="Times New Roman" pitchFamily="18" charset="0"/>
                          <a:cs typeface="Times New Roman" pitchFamily="18" charset="0"/>
                        </a:rPr>
                        <a:t>3/2 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 de las dos fases 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19</a:t>
            </a:fld>
            <a:endParaRPr lang="es-ES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1158240" y="1775191"/>
            <a:ext cx="10167022" cy="4625609"/>
          </a:xfrm>
          <a:prstGeom prst="rect">
            <a:avLst/>
          </a:prstGeom>
        </p:spPr>
        <p:txBody>
          <a:bodyPr vert="horz" lIns="65837" tIns="109728" rtlCol="0">
            <a:normAutofit/>
          </a:bodyPr>
          <a:lstStyle/>
          <a:p>
            <a:pPr marL="526694" indent="-384048" defTabSz="109728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880" dirty="0">
                <a:solidFill>
                  <a:schemeClr val="bg1"/>
                </a:solidFill>
              </a:rPr>
              <a:t>Fase 2</a:t>
            </a:r>
          </a:p>
          <a:p>
            <a:pPr marL="877824" lvl="1" indent="-329184" defTabSz="1097280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endParaRPr lang="es-MX" sz="2880" dirty="0">
              <a:solidFill>
                <a:schemeClr val="bg1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8602101" y="3121126"/>
            <a:ext cx="2634567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rgbClr val="FF0000"/>
                </a:solidFill>
              </a:rPr>
              <a:t>¡Esta SBF es óptima!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2" grpId="0"/>
    </p:bldLst>
  </p:timing>
</p:sld>
</file>

<file path=ppt/theme/theme1.xml><?xml version="1.0" encoding="utf-8"?>
<a:theme xmlns:a="http://schemas.openxmlformats.org/drawingml/2006/main" name="Tema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29_TF78853419_Win32.potx" id="{697C08D2-4C4A-4521-8070-5B07DA2F2744}" vid="{B4D4694D-4865-44CB-AD44-43D5DBA7E4D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{C3E9E1D6-00E4-460C-9279-E60217618BD0}tf78853419_win32</Template>
  <TotalTime>1896</TotalTime>
  <Words>1197</Words>
  <Application>Microsoft Office PowerPoint</Application>
  <PresentationFormat>Widescreen</PresentationFormat>
  <Paragraphs>437</Paragraphs>
  <Slides>19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Abadi</vt:lpstr>
      <vt:lpstr>Agency FB</vt:lpstr>
      <vt:lpstr>Aptos</vt:lpstr>
      <vt:lpstr>Aptos Black</vt:lpstr>
      <vt:lpstr>Aptos Display</vt:lpstr>
      <vt:lpstr>Arial</vt:lpstr>
      <vt:lpstr>Bernard MT Condensed</vt:lpstr>
      <vt:lpstr>Calibri</vt:lpstr>
      <vt:lpstr>Times New Roman</vt:lpstr>
      <vt:lpstr>Wingdings</vt:lpstr>
      <vt:lpstr>Wingdings 2</vt:lpstr>
      <vt:lpstr>Tema1</vt:lpstr>
      <vt:lpstr>Ecuación</vt:lpstr>
      <vt:lpstr>Método Simplex Para la solución de problemas lineales</vt:lpstr>
      <vt:lpstr>Métodos de Solución - Contenido</vt:lpstr>
      <vt:lpstr>Método de la Gran M</vt:lpstr>
      <vt:lpstr>Método de la Gran M</vt:lpstr>
      <vt:lpstr>Método de la Gran M</vt:lpstr>
      <vt:lpstr>Método de la Gran M</vt:lpstr>
      <vt:lpstr>Método de la M…</vt:lpstr>
      <vt:lpstr>Método de la M…</vt:lpstr>
      <vt:lpstr>Método de la M…</vt:lpstr>
      <vt:lpstr>Método de las dos fases</vt:lpstr>
      <vt:lpstr>Método de las dos fases</vt:lpstr>
      <vt:lpstr>Método de las dos fases</vt:lpstr>
      <vt:lpstr>Método de las dos fases</vt:lpstr>
      <vt:lpstr>Fase 1</vt:lpstr>
      <vt:lpstr>Fase 1 …</vt:lpstr>
      <vt:lpstr>Método de las dos fases …</vt:lpstr>
      <vt:lpstr>Método de las dos fases …</vt:lpstr>
      <vt:lpstr>Método de las dos fases …</vt:lpstr>
      <vt:lpstr>Método de las dos fases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a Linear programming problem</dc:title>
  <dc:creator>Jenny Díaz Ramírez</dc:creator>
  <cp:lastModifiedBy>Jenny Díaz Ramírez</cp:lastModifiedBy>
  <cp:revision>4</cp:revision>
  <dcterms:created xsi:type="dcterms:W3CDTF">2023-10-30T18:22:20Z</dcterms:created>
  <dcterms:modified xsi:type="dcterms:W3CDTF">2025-03-04T22:30:48Z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