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350" r:id="rId5"/>
    <p:sldId id="361" r:id="rId6"/>
    <p:sldId id="362" r:id="rId7"/>
    <p:sldId id="363" r:id="rId8"/>
    <p:sldId id="364" r:id="rId9"/>
    <p:sldId id="360" r:id="rId10"/>
    <p:sldId id="365" r:id="rId11"/>
    <p:sldId id="366" r:id="rId12"/>
    <p:sldId id="465" r:id="rId13"/>
    <p:sldId id="309" r:id="rId14"/>
    <p:sldId id="311" r:id="rId15"/>
    <p:sldId id="314" r:id="rId16"/>
    <p:sldId id="320" r:id="rId17"/>
    <p:sldId id="327" r:id="rId18"/>
    <p:sldId id="271" r:id="rId19"/>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246873-4168-490E-AB85-6B5D8A482105}" v="207" dt="2025-02-19T16:24:49.8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107" d="100"/>
          <a:sy n="107" d="100"/>
        </p:scale>
        <p:origin x="672" y="102"/>
      </p:cViewPr>
      <p:guideLst/>
    </p:cSldViewPr>
  </p:slideViewPr>
  <p:notesTextViewPr>
    <p:cViewPr>
      <p:scale>
        <a:sx n="3" d="2"/>
        <a:sy n="3" d="2"/>
      </p:scale>
      <p:origin x="0" y="0"/>
    </p:cViewPr>
  </p:notesTextViewPr>
  <p:sorterViewPr>
    <p:cViewPr>
      <p:scale>
        <a:sx n="78" d="100"/>
        <a:sy n="78"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Díaz Ramírez" userId="df7d83af-54c1-43f9-a4ec-fea9744b3563" providerId="ADAL" clId="{74246873-4168-490E-AB85-6B5D8A482105}"/>
    <pc:docChg chg="undo custSel addSld delSld modSld sldOrd modMainMaster">
      <pc:chgData name="Jenny Díaz Ramírez" userId="df7d83af-54c1-43f9-a4ec-fea9744b3563" providerId="ADAL" clId="{74246873-4168-490E-AB85-6B5D8A482105}" dt="2025-02-19T16:28:08.965" v="535" actId="20577"/>
      <pc:docMkLst>
        <pc:docMk/>
      </pc:docMkLst>
      <pc:sldChg chg="addSp modSp add del mod setBg modClrScheme chgLayout">
        <pc:chgData name="Jenny Díaz Ramírez" userId="df7d83af-54c1-43f9-a4ec-fea9744b3563" providerId="ADAL" clId="{74246873-4168-490E-AB85-6B5D8A482105}" dt="2025-02-18T23:01:14.231" v="188" actId="47"/>
        <pc:sldMkLst>
          <pc:docMk/>
          <pc:sldMk cId="907244015" sldId="270"/>
        </pc:sldMkLst>
        <pc:spChg chg="add mod ord">
          <ac:chgData name="Jenny Díaz Ramírez" userId="df7d83af-54c1-43f9-a4ec-fea9744b3563" providerId="ADAL" clId="{74246873-4168-490E-AB85-6B5D8A482105}" dt="2025-02-18T22:34:00.317" v="12" actId="700"/>
          <ac:spMkLst>
            <pc:docMk/>
            <pc:sldMk cId="907244015" sldId="270"/>
            <ac:spMk id="3" creationId="{F8674C6D-4344-8649-4AA2-6792D50A83BB}"/>
          </ac:spMkLst>
        </pc:spChg>
        <pc:spChg chg="mod ord">
          <ac:chgData name="Jenny Díaz Ramírez" userId="df7d83af-54c1-43f9-a4ec-fea9744b3563" providerId="ADAL" clId="{74246873-4168-490E-AB85-6B5D8A482105}" dt="2025-02-18T22:34:00.317" v="12" actId="700"/>
          <ac:spMkLst>
            <pc:docMk/>
            <pc:sldMk cId="907244015" sldId="270"/>
            <ac:spMk id="7" creationId="{00000000-0000-0000-0000-000000000000}"/>
          </ac:spMkLst>
        </pc:spChg>
        <pc:spChg chg="mod ord">
          <ac:chgData name="Jenny Díaz Ramírez" userId="df7d83af-54c1-43f9-a4ec-fea9744b3563" providerId="ADAL" clId="{74246873-4168-490E-AB85-6B5D8A482105}" dt="2025-02-18T22:34:00.317" v="12" actId="700"/>
          <ac:spMkLst>
            <pc:docMk/>
            <pc:sldMk cId="907244015" sldId="270"/>
            <ac:spMk id="12" creationId="{00000000-0000-0000-0000-000000000000}"/>
          </ac:spMkLst>
        </pc:spChg>
        <pc:spChg chg="mod">
          <ac:chgData name="Jenny Díaz Ramírez" userId="df7d83af-54c1-43f9-a4ec-fea9744b3563" providerId="ADAL" clId="{74246873-4168-490E-AB85-6B5D8A482105}" dt="2025-02-18T23:00:30.272" v="183" actId="207"/>
          <ac:spMkLst>
            <pc:docMk/>
            <pc:sldMk cId="907244015" sldId="270"/>
            <ac:spMk id="14" creationId="{00000000-0000-0000-0000-000000000000}"/>
          </ac:spMkLst>
        </pc:spChg>
      </pc:sldChg>
      <pc:sldChg chg="delSp modSp add mod setBg modClrScheme chgLayout">
        <pc:chgData name="Jenny Díaz Ramírez" userId="df7d83af-54c1-43f9-a4ec-fea9744b3563" providerId="ADAL" clId="{74246873-4168-490E-AB85-6B5D8A482105}" dt="2025-02-19T16:28:08.965" v="535" actId="20577"/>
        <pc:sldMkLst>
          <pc:docMk/>
          <pc:sldMk cId="1347336072" sldId="271"/>
        </pc:sldMkLst>
        <pc:spChg chg="mod ord">
          <ac:chgData name="Jenny Díaz Ramírez" userId="df7d83af-54c1-43f9-a4ec-fea9744b3563" providerId="ADAL" clId="{74246873-4168-490E-AB85-6B5D8A482105}" dt="2025-02-18T22:34:00.317" v="12" actId="700"/>
          <ac:spMkLst>
            <pc:docMk/>
            <pc:sldMk cId="1347336072" sldId="271"/>
            <ac:spMk id="2" creationId="{00000000-0000-0000-0000-000000000000}"/>
          </ac:spMkLst>
        </pc:spChg>
        <pc:spChg chg="mod ord">
          <ac:chgData name="Jenny Díaz Ramírez" userId="df7d83af-54c1-43f9-a4ec-fea9744b3563" providerId="ADAL" clId="{74246873-4168-490E-AB85-6B5D8A482105}" dt="2025-02-19T16:28:08.965" v="535" actId="20577"/>
          <ac:spMkLst>
            <pc:docMk/>
            <pc:sldMk cId="1347336072" sldId="271"/>
            <ac:spMk id="3" creationId="{00000000-0000-0000-0000-000000000000}"/>
          </ac:spMkLst>
        </pc:spChg>
        <pc:spChg chg="del mod ord">
          <ac:chgData name="Jenny Díaz Ramírez" userId="df7d83af-54c1-43f9-a4ec-fea9744b3563" providerId="ADAL" clId="{74246873-4168-490E-AB85-6B5D8A482105}" dt="2025-02-19T16:27:14.173" v="526" actId="478"/>
          <ac:spMkLst>
            <pc:docMk/>
            <pc:sldMk cId="1347336072" sldId="271"/>
            <ac:spMk id="5" creationId="{00000000-0000-0000-0000-000000000000}"/>
          </ac:spMkLst>
        </pc:spChg>
      </pc:sldChg>
      <pc:sldChg chg="addSp modSp del mod setBg chgLayout">
        <pc:chgData name="Jenny Díaz Ramírez" userId="df7d83af-54c1-43f9-a4ec-fea9744b3563" providerId="ADAL" clId="{74246873-4168-490E-AB85-6B5D8A482105}" dt="2025-02-19T16:18:46.397" v="259" actId="47"/>
        <pc:sldMkLst>
          <pc:docMk/>
          <pc:sldMk cId="1106803531" sldId="275"/>
        </pc:sldMkLst>
        <pc:spChg chg="mod ord">
          <ac:chgData name="Jenny Díaz Ramírez" userId="df7d83af-54c1-43f9-a4ec-fea9744b3563" providerId="ADAL" clId="{74246873-4168-490E-AB85-6B5D8A482105}" dt="2025-02-18T22:33:07.051" v="10" actId="700"/>
          <ac:spMkLst>
            <pc:docMk/>
            <pc:sldMk cId="1106803531" sldId="275"/>
            <ac:spMk id="2" creationId="{00000000-0000-0000-0000-000000000000}"/>
          </ac:spMkLst>
        </pc:spChg>
        <pc:spChg chg="add mod ord">
          <ac:chgData name="Jenny Díaz Ramírez" userId="df7d83af-54c1-43f9-a4ec-fea9744b3563" providerId="ADAL" clId="{74246873-4168-490E-AB85-6B5D8A482105}" dt="2025-02-18T22:33:07.051" v="10" actId="700"/>
          <ac:spMkLst>
            <pc:docMk/>
            <pc:sldMk cId="1106803531" sldId="275"/>
            <ac:spMk id="13" creationId="{A4F17EC0-A400-0F50-67D8-BC16B2FCB04B}"/>
          </ac:spMkLst>
        </pc:spChg>
      </pc:sldChg>
      <pc:sldChg chg="addSp modSp add del mod setBg modClrScheme chgLayout">
        <pc:chgData name="Jenny Díaz Ramírez" userId="df7d83af-54c1-43f9-a4ec-fea9744b3563" providerId="ADAL" clId="{74246873-4168-490E-AB85-6B5D8A482105}" dt="2025-02-19T16:22:37.570" v="363" actId="47"/>
        <pc:sldMkLst>
          <pc:docMk/>
          <pc:sldMk cId="3405745512" sldId="276"/>
        </pc:sldMkLst>
        <pc:spChg chg="mod ord">
          <ac:chgData name="Jenny Díaz Ramírez" userId="df7d83af-54c1-43f9-a4ec-fea9744b3563" providerId="ADAL" clId="{74246873-4168-490E-AB85-6B5D8A482105}" dt="2025-02-18T22:34:00.317" v="12" actId="700"/>
          <ac:spMkLst>
            <pc:docMk/>
            <pc:sldMk cId="3405745512" sldId="276"/>
            <ac:spMk id="2" creationId="{00000000-0000-0000-0000-000000000000}"/>
          </ac:spMkLst>
        </pc:spChg>
        <pc:spChg chg="add mod ord">
          <ac:chgData name="Jenny Díaz Ramírez" userId="df7d83af-54c1-43f9-a4ec-fea9744b3563" providerId="ADAL" clId="{74246873-4168-490E-AB85-6B5D8A482105}" dt="2025-02-18T22:34:00.317" v="12" actId="700"/>
          <ac:spMkLst>
            <pc:docMk/>
            <pc:sldMk cId="3405745512" sldId="276"/>
            <ac:spMk id="3" creationId="{86DD6547-77AF-F9CF-31DA-CC5E8D8C5EE3}"/>
          </ac:spMkLst>
        </pc:spChg>
        <pc:spChg chg="mod">
          <ac:chgData name="Jenny Díaz Ramírez" userId="df7d83af-54c1-43f9-a4ec-fea9744b3563" providerId="ADAL" clId="{74246873-4168-490E-AB85-6B5D8A482105}" dt="2025-02-19T16:19:09.377" v="260" actId="21"/>
          <ac:spMkLst>
            <pc:docMk/>
            <pc:sldMk cId="3405745512" sldId="276"/>
            <ac:spMk id="7" creationId="{00000000-0000-0000-0000-000000000000}"/>
          </ac:spMkLst>
        </pc:spChg>
        <pc:spChg chg="mod ord">
          <ac:chgData name="Jenny Díaz Ramírez" userId="df7d83af-54c1-43f9-a4ec-fea9744b3563" providerId="ADAL" clId="{74246873-4168-490E-AB85-6B5D8A482105}" dt="2025-02-18T22:34:00.317" v="12" actId="700"/>
          <ac:spMkLst>
            <pc:docMk/>
            <pc:sldMk cId="3405745512" sldId="276"/>
            <ac:spMk id="11" creationId="{00000000-0000-0000-0000-000000000000}"/>
          </ac:spMkLst>
        </pc:spChg>
      </pc:sldChg>
      <pc:sldChg chg="addSp delSp modSp add mod setBg modClrScheme chgLayout">
        <pc:chgData name="Jenny Díaz Ramírez" userId="df7d83af-54c1-43f9-a4ec-fea9744b3563" providerId="ADAL" clId="{74246873-4168-490E-AB85-6B5D8A482105}" dt="2025-02-19T16:22:32.535" v="362" actId="1076"/>
        <pc:sldMkLst>
          <pc:docMk/>
          <pc:sldMk cId="2337389774" sldId="309"/>
        </pc:sldMkLst>
        <pc:spChg chg="add del mod ord">
          <ac:chgData name="Jenny Díaz Ramírez" userId="df7d83af-54c1-43f9-a4ec-fea9744b3563" providerId="ADAL" clId="{74246873-4168-490E-AB85-6B5D8A482105}" dt="2025-02-18T23:01:55.749" v="194" actId="478"/>
          <ac:spMkLst>
            <pc:docMk/>
            <pc:sldMk cId="2337389774" sldId="309"/>
            <ac:spMk id="2" creationId="{398126E5-826A-0908-003E-4CB4C633FAEC}"/>
          </ac:spMkLst>
        </pc:spChg>
        <pc:spChg chg="del mod ord">
          <ac:chgData name="Jenny Díaz Ramírez" userId="df7d83af-54c1-43f9-a4ec-fea9744b3563" providerId="ADAL" clId="{74246873-4168-490E-AB85-6B5D8A482105}" dt="2025-02-18T23:01:46.440" v="191" actId="478"/>
          <ac:spMkLst>
            <pc:docMk/>
            <pc:sldMk cId="2337389774" sldId="309"/>
            <ac:spMk id="9" creationId="{00000000-0000-0000-0000-000000000000}"/>
          </ac:spMkLst>
        </pc:spChg>
        <pc:spChg chg="mod ord">
          <ac:chgData name="Jenny Díaz Ramírez" userId="df7d83af-54c1-43f9-a4ec-fea9744b3563" providerId="ADAL" clId="{74246873-4168-490E-AB85-6B5D8A482105}" dt="2025-02-18T22:34:00.317" v="12" actId="700"/>
          <ac:spMkLst>
            <pc:docMk/>
            <pc:sldMk cId="2337389774" sldId="309"/>
            <ac:spMk id="34818" creationId="{00000000-0000-0000-0000-000000000000}"/>
          </ac:spMkLst>
        </pc:spChg>
        <pc:picChg chg="mod">
          <ac:chgData name="Jenny Díaz Ramírez" userId="df7d83af-54c1-43f9-a4ec-fea9744b3563" providerId="ADAL" clId="{74246873-4168-490E-AB85-6B5D8A482105}" dt="2025-02-18T23:02:03.056" v="196" actId="14100"/>
          <ac:picMkLst>
            <pc:docMk/>
            <pc:sldMk cId="2337389774" sldId="309"/>
            <ac:picMk id="7" creationId="{00000000-0000-0000-0000-000000000000}"/>
          </ac:picMkLst>
        </pc:picChg>
        <pc:picChg chg="mod">
          <ac:chgData name="Jenny Díaz Ramírez" userId="df7d83af-54c1-43f9-a4ec-fea9744b3563" providerId="ADAL" clId="{74246873-4168-490E-AB85-6B5D8A482105}" dt="2025-02-19T16:22:32.535" v="362" actId="1076"/>
          <ac:picMkLst>
            <pc:docMk/>
            <pc:sldMk cId="2337389774" sldId="309"/>
            <ac:picMk id="8" creationId="{00000000-0000-0000-0000-000000000000}"/>
          </ac:picMkLst>
        </pc:picChg>
        <pc:picChg chg="mod">
          <ac:chgData name="Jenny Díaz Ramírez" userId="df7d83af-54c1-43f9-a4ec-fea9744b3563" providerId="ADAL" clId="{74246873-4168-490E-AB85-6B5D8A482105}" dt="2025-02-18T23:01:54.460" v="193" actId="1076"/>
          <ac:picMkLst>
            <pc:docMk/>
            <pc:sldMk cId="2337389774" sldId="309"/>
            <ac:picMk id="9224" creationId="{00000000-0000-0000-0000-000000000000}"/>
          </ac:picMkLst>
        </pc:picChg>
      </pc:sldChg>
      <pc:sldChg chg="addSp delSp modSp add mod setBg modClrScheme chgLayout">
        <pc:chgData name="Jenny Díaz Ramírez" userId="df7d83af-54c1-43f9-a4ec-fea9744b3563" providerId="ADAL" clId="{74246873-4168-490E-AB85-6B5D8A482105}" dt="2025-02-18T23:03:13.092" v="219" actId="14100"/>
        <pc:sldMkLst>
          <pc:docMk/>
          <pc:sldMk cId="2251541951" sldId="311"/>
        </pc:sldMkLst>
        <pc:spChg chg="del mod ord">
          <ac:chgData name="Jenny Díaz Ramírez" userId="df7d83af-54c1-43f9-a4ec-fea9744b3563" providerId="ADAL" clId="{74246873-4168-490E-AB85-6B5D8A482105}" dt="2025-02-18T23:02:50.718" v="213" actId="478"/>
          <ac:spMkLst>
            <pc:docMk/>
            <pc:sldMk cId="2251541951" sldId="311"/>
            <ac:spMk id="2" creationId="{00000000-0000-0000-0000-000000000000}"/>
          </ac:spMkLst>
        </pc:spChg>
        <pc:spChg chg="add del mod ord">
          <ac:chgData name="Jenny Díaz Ramírez" userId="df7d83af-54c1-43f9-a4ec-fea9744b3563" providerId="ADAL" clId="{74246873-4168-490E-AB85-6B5D8A482105}" dt="2025-02-18T23:02:19.453" v="200" actId="478"/>
          <ac:spMkLst>
            <pc:docMk/>
            <pc:sldMk cId="2251541951" sldId="311"/>
            <ac:spMk id="3" creationId="{555244B3-A4F8-E12D-B9A9-53F1AE118734}"/>
          </ac:spMkLst>
        </pc:spChg>
        <pc:spChg chg="mod">
          <ac:chgData name="Jenny Díaz Ramírez" userId="df7d83af-54c1-43f9-a4ec-fea9744b3563" providerId="ADAL" clId="{74246873-4168-490E-AB85-6B5D8A482105}" dt="2025-02-18T23:02:42.588" v="210" actId="1076"/>
          <ac:spMkLst>
            <pc:docMk/>
            <pc:sldMk cId="2251541951" sldId="311"/>
            <ac:spMk id="8" creationId="{00000000-0000-0000-0000-000000000000}"/>
          </ac:spMkLst>
        </pc:spChg>
        <pc:spChg chg="mod">
          <ac:chgData name="Jenny Díaz Ramírez" userId="df7d83af-54c1-43f9-a4ec-fea9744b3563" providerId="ADAL" clId="{74246873-4168-490E-AB85-6B5D8A482105}" dt="2025-02-18T23:02:48.628" v="212" actId="1076"/>
          <ac:spMkLst>
            <pc:docMk/>
            <pc:sldMk cId="2251541951" sldId="311"/>
            <ac:spMk id="9" creationId="{00000000-0000-0000-0000-000000000000}"/>
          </ac:spMkLst>
        </pc:spChg>
        <pc:spChg chg="del">
          <ac:chgData name="Jenny Díaz Ramírez" userId="df7d83af-54c1-43f9-a4ec-fea9744b3563" providerId="ADAL" clId="{74246873-4168-490E-AB85-6B5D8A482105}" dt="2025-02-18T23:02:53.102" v="214" actId="478"/>
          <ac:spMkLst>
            <pc:docMk/>
            <pc:sldMk cId="2251541951" sldId="311"/>
            <ac:spMk id="10" creationId="{00000000-0000-0000-0000-000000000000}"/>
          </ac:spMkLst>
        </pc:spChg>
        <pc:spChg chg="mod">
          <ac:chgData name="Jenny Díaz Ramírez" userId="df7d83af-54c1-43f9-a4ec-fea9744b3563" providerId="ADAL" clId="{74246873-4168-490E-AB85-6B5D8A482105}" dt="2025-02-18T23:03:13.092" v="219" actId="14100"/>
          <ac:spMkLst>
            <pc:docMk/>
            <pc:sldMk cId="2251541951" sldId="311"/>
            <ac:spMk id="53" creationId="{00000000-0000-0000-0000-000000000000}"/>
          </ac:spMkLst>
        </pc:spChg>
        <pc:spChg chg="mod ord">
          <ac:chgData name="Jenny Díaz Ramírez" userId="df7d83af-54c1-43f9-a4ec-fea9744b3563" providerId="ADAL" clId="{74246873-4168-490E-AB85-6B5D8A482105}" dt="2025-02-18T22:34:00.317" v="12" actId="700"/>
          <ac:spMkLst>
            <pc:docMk/>
            <pc:sldMk cId="2251541951" sldId="311"/>
            <ac:spMk id="34818" creationId="{00000000-0000-0000-0000-000000000000}"/>
          </ac:spMkLst>
        </pc:spChg>
        <pc:graphicFrameChg chg="mod">
          <ac:chgData name="Jenny Díaz Ramírez" userId="df7d83af-54c1-43f9-a4ec-fea9744b3563" providerId="ADAL" clId="{74246873-4168-490E-AB85-6B5D8A482105}" dt="2025-02-18T23:02:45.744" v="211" actId="1076"/>
          <ac:graphicFrameMkLst>
            <pc:docMk/>
            <pc:sldMk cId="2251541951" sldId="311"/>
            <ac:graphicFrameMk id="7" creationId="{00000000-0000-0000-0000-000000000000}"/>
          </ac:graphicFrameMkLst>
        </pc:graphicFrameChg>
        <pc:picChg chg="mod">
          <ac:chgData name="Jenny Díaz Ramírez" userId="df7d83af-54c1-43f9-a4ec-fea9744b3563" providerId="ADAL" clId="{74246873-4168-490E-AB85-6B5D8A482105}" dt="2025-02-18T23:02:12.153" v="198" actId="1076"/>
          <ac:picMkLst>
            <pc:docMk/>
            <pc:sldMk cId="2251541951" sldId="311"/>
            <ac:picMk id="6" creationId="{00000000-0000-0000-0000-000000000000}"/>
          </ac:picMkLst>
        </pc:picChg>
      </pc:sldChg>
      <pc:sldChg chg="addSp delSp modSp add mod setBg modClrScheme chgLayout">
        <pc:chgData name="Jenny Díaz Ramírez" userId="df7d83af-54c1-43f9-a4ec-fea9744b3563" providerId="ADAL" clId="{74246873-4168-490E-AB85-6B5D8A482105}" dt="2025-02-18T23:04:40.001" v="235" actId="1076"/>
        <pc:sldMkLst>
          <pc:docMk/>
          <pc:sldMk cId="4149340067" sldId="314"/>
        </pc:sldMkLst>
        <pc:spChg chg="add del mod ord">
          <ac:chgData name="Jenny Díaz Ramírez" userId="df7d83af-54c1-43f9-a4ec-fea9744b3563" providerId="ADAL" clId="{74246873-4168-490E-AB85-6B5D8A482105}" dt="2025-02-18T23:03:21.034" v="220" actId="478"/>
          <ac:spMkLst>
            <pc:docMk/>
            <pc:sldMk cId="4149340067" sldId="314"/>
            <ac:spMk id="2" creationId="{C74F8B3A-B1CF-6CE8-A40C-B33F348941E2}"/>
          </ac:spMkLst>
        </pc:spChg>
        <pc:spChg chg="mod">
          <ac:chgData name="Jenny Díaz Ramírez" userId="df7d83af-54c1-43f9-a4ec-fea9744b3563" providerId="ADAL" clId="{74246873-4168-490E-AB85-6B5D8A482105}" dt="2025-02-18T23:04:33.078" v="233" actId="404"/>
          <ac:spMkLst>
            <pc:docMk/>
            <pc:sldMk cId="4149340067" sldId="314"/>
            <ac:spMk id="7" creationId="{00000000-0000-0000-0000-000000000000}"/>
          </ac:spMkLst>
        </pc:spChg>
        <pc:spChg chg="mod">
          <ac:chgData name="Jenny Díaz Ramírez" userId="df7d83af-54c1-43f9-a4ec-fea9744b3563" providerId="ADAL" clId="{74246873-4168-490E-AB85-6B5D8A482105}" dt="2025-02-18T23:04:40.001" v="235" actId="1076"/>
          <ac:spMkLst>
            <pc:docMk/>
            <pc:sldMk cId="4149340067" sldId="314"/>
            <ac:spMk id="8" creationId="{00000000-0000-0000-0000-000000000000}"/>
          </ac:spMkLst>
        </pc:spChg>
        <pc:spChg chg="del mod ord">
          <ac:chgData name="Jenny Díaz Ramírez" userId="df7d83af-54c1-43f9-a4ec-fea9744b3563" providerId="ADAL" clId="{74246873-4168-490E-AB85-6B5D8A482105}" dt="2025-02-18T23:04:20.922" v="231" actId="478"/>
          <ac:spMkLst>
            <pc:docMk/>
            <pc:sldMk cId="4149340067" sldId="314"/>
            <ac:spMk id="9" creationId="{00000000-0000-0000-0000-000000000000}"/>
          </ac:spMkLst>
        </pc:spChg>
        <pc:spChg chg="mod">
          <ac:chgData name="Jenny Díaz Ramírez" userId="df7d83af-54c1-43f9-a4ec-fea9744b3563" providerId="ADAL" clId="{74246873-4168-490E-AB85-6B5D8A482105}" dt="2025-02-18T23:03:40.006" v="223" actId="404"/>
          <ac:spMkLst>
            <pc:docMk/>
            <pc:sldMk cId="4149340067" sldId="314"/>
            <ac:spMk id="53" creationId="{00000000-0000-0000-0000-000000000000}"/>
          </ac:spMkLst>
        </pc:spChg>
        <pc:spChg chg="mod ord">
          <ac:chgData name="Jenny Díaz Ramírez" userId="df7d83af-54c1-43f9-a4ec-fea9744b3563" providerId="ADAL" clId="{74246873-4168-490E-AB85-6B5D8A482105}" dt="2025-02-18T22:34:00.317" v="12" actId="700"/>
          <ac:spMkLst>
            <pc:docMk/>
            <pc:sldMk cId="4149340067" sldId="314"/>
            <ac:spMk id="34818" creationId="{00000000-0000-0000-0000-000000000000}"/>
          </ac:spMkLst>
        </pc:spChg>
        <pc:graphicFrameChg chg="mod">
          <ac:chgData name="Jenny Díaz Ramírez" userId="df7d83af-54c1-43f9-a4ec-fea9744b3563" providerId="ADAL" clId="{74246873-4168-490E-AB85-6B5D8A482105}" dt="2025-02-18T23:04:37.924" v="234" actId="1076"/>
          <ac:graphicFrameMkLst>
            <pc:docMk/>
            <pc:sldMk cId="4149340067" sldId="314"/>
            <ac:graphicFrameMk id="6" creationId="{00000000-0000-0000-0000-000000000000}"/>
          </ac:graphicFrameMkLst>
        </pc:graphicFrameChg>
        <pc:picChg chg="mod">
          <ac:chgData name="Jenny Díaz Ramírez" userId="df7d83af-54c1-43f9-a4ec-fea9744b3563" providerId="ADAL" clId="{74246873-4168-490E-AB85-6B5D8A482105}" dt="2025-02-18T23:03:28.504" v="221" actId="207"/>
          <ac:picMkLst>
            <pc:docMk/>
            <pc:sldMk cId="4149340067" sldId="314"/>
            <ac:picMk id="82946" creationId="{00000000-0000-0000-0000-000000000000}"/>
          </ac:picMkLst>
        </pc:picChg>
      </pc:sldChg>
      <pc:sldChg chg="addSp delSp modSp add mod setBg modClrScheme chgLayout">
        <pc:chgData name="Jenny Díaz Ramírez" userId="df7d83af-54c1-43f9-a4ec-fea9744b3563" providerId="ADAL" clId="{74246873-4168-490E-AB85-6B5D8A482105}" dt="2025-02-18T23:05:23.673" v="244" actId="404"/>
        <pc:sldMkLst>
          <pc:docMk/>
          <pc:sldMk cId="3301627243" sldId="320"/>
        </pc:sldMkLst>
        <pc:spChg chg="del mod ord">
          <ac:chgData name="Jenny Díaz Ramírez" userId="df7d83af-54c1-43f9-a4ec-fea9744b3563" providerId="ADAL" clId="{74246873-4168-490E-AB85-6B5D8A482105}" dt="2025-02-18T23:05:12.529" v="240" actId="478"/>
          <ac:spMkLst>
            <pc:docMk/>
            <pc:sldMk cId="3301627243" sldId="320"/>
            <ac:spMk id="2" creationId="{00000000-0000-0000-0000-000000000000}"/>
          </ac:spMkLst>
        </pc:spChg>
        <pc:spChg chg="add del mod ord">
          <ac:chgData name="Jenny Díaz Ramírez" userId="df7d83af-54c1-43f9-a4ec-fea9744b3563" providerId="ADAL" clId="{74246873-4168-490E-AB85-6B5D8A482105}" dt="2025-02-18T23:05:08.251" v="239" actId="478"/>
          <ac:spMkLst>
            <pc:docMk/>
            <pc:sldMk cId="3301627243" sldId="320"/>
            <ac:spMk id="3" creationId="{90D0D9F3-4E98-597D-001C-C53D7001D836}"/>
          </ac:spMkLst>
        </pc:spChg>
        <pc:spChg chg="mod">
          <ac:chgData name="Jenny Díaz Ramírez" userId="df7d83af-54c1-43f9-a4ec-fea9744b3563" providerId="ADAL" clId="{74246873-4168-490E-AB85-6B5D8A482105}" dt="2025-02-18T23:05:23.673" v="244" actId="404"/>
          <ac:spMkLst>
            <pc:docMk/>
            <pc:sldMk cId="3301627243" sldId="320"/>
            <ac:spMk id="6" creationId="{00000000-0000-0000-0000-000000000000}"/>
          </ac:spMkLst>
        </pc:spChg>
        <pc:spChg chg="mod">
          <ac:chgData name="Jenny Díaz Ramírez" userId="df7d83af-54c1-43f9-a4ec-fea9744b3563" providerId="ADAL" clId="{74246873-4168-490E-AB85-6B5D8A482105}" dt="2025-02-18T23:05:17.837" v="242" actId="1076"/>
          <ac:spMkLst>
            <pc:docMk/>
            <pc:sldMk cId="3301627243" sldId="320"/>
            <ac:spMk id="7" creationId="{00000000-0000-0000-0000-000000000000}"/>
          </ac:spMkLst>
        </pc:spChg>
        <pc:spChg chg="del mod">
          <ac:chgData name="Jenny Díaz Ramírez" userId="df7d83af-54c1-43f9-a4ec-fea9744b3563" providerId="ADAL" clId="{74246873-4168-490E-AB85-6B5D8A482105}" dt="2025-02-18T23:05:14.991" v="241" actId="478"/>
          <ac:spMkLst>
            <pc:docMk/>
            <pc:sldMk cId="3301627243" sldId="320"/>
            <ac:spMk id="8" creationId="{00000000-0000-0000-0000-000000000000}"/>
          </ac:spMkLst>
        </pc:spChg>
        <pc:spChg chg="mod">
          <ac:chgData name="Jenny Díaz Ramírez" userId="df7d83af-54c1-43f9-a4ec-fea9744b3563" providerId="ADAL" clId="{74246873-4168-490E-AB85-6B5D8A482105}" dt="2025-02-18T23:05:05.124" v="238" actId="2711"/>
          <ac:spMkLst>
            <pc:docMk/>
            <pc:sldMk cId="3301627243" sldId="320"/>
            <ac:spMk id="53" creationId="{00000000-0000-0000-0000-000000000000}"/>
          </ac:spMkLst>
        </pc:spChg>
        <pc:spChg chg="mod ord">
          <ac:chgData name="Jenny Díaz Ramírez" userId="df7d83af-54c1-43f9-a4ec-fea9744b3563" providerId="ADAL" clId="{74246873-4168-490E-AB85-6B5D8A482105}" dt="2025-02-18T23:04:52.873" v="237" actId="6549"/>
          <ac:spMkLst>
            <pc:docMk/>
            <pc:sldMk cId="3301627243" sldId="320"/>
            <ac:spMk id="34818" creationId="{00000000-0000-0000-0000-000000000000}"/>
          </ac:spMkLst>
        </pc:spChg>
        <pc:picChg chg="mod">
          <ac:chgData name="Jenny Díaz Ramírez" userId="df7d83af-54c1-43f9-a4ec-fea9744b3563" providerId="ADAL" clId="{74246873-4168-490E-AB85-6B5D8A482105}" dt="2025-02-18T23:04:48.819" v="236" actId="207"/>
          <ac:picMkLst>
            <pc:docMk/>
            <pc:sldMk cId="3301627243" sldId="320"/>
            <ac:picMk id="82946" creationId="{00000000-0000-0000-0000-000000000000}"/>
          </ac:picMkLst>
        </pc:picChg>
      </pc:sldChg>
      <pc:sldChg chg="addSp delSp modSp add mod setBg modClrScheme chgLayout">
        <pc:chgData name="Jenny Díaz Ramírez" userId="df7d83af-54c1-43f9-a4ec-fea9744b3563" providerId="ADAL" clId="{74246873-4168-490E-AB85-6B5D8A482105}" dt="2025-02-19T16:18:01.261" v="256" actId="404"/>
        <pc:sldMkLst>
          <pc:docMk/>
          <pc:sldMk cId="2508626564" sldId="327"/>
        </pc:sldMkLst>
        <pc:spChg chg="del mod ord">
          <ac:chgData name="Jenny Díaz Ramírez" userId="df7d83af-54c1-43f9-a4ec-fea9744b3563" providerId="ADAL" clId="{74246873-4168-490E-AB85-6B5D8A482105}" dt="2025-02-19T16:17:32.942" v="245" actId="478"/>
          <ac:spMkLst>
            <pc:docMk/>
            <pc:sldMk cId="2508626564" sldId="327"/>
            <ac:spMk id="2" creationId="{00000000-0000-0000-0000-000000000000}"/>
          </ac:spMkLst>
        </pc:spChg>
        <pc:spChg chg="add del mod ord">
          <ac:chgData name="Jenny Díaz Ramírez" userId="df7d83af-54c1-43f9-a4ec-fea9744b3563" providerId="ADAL" clId="{74246873-4168-490E-AB85-6B5D8A482105}" dt="2025-02-19T16:17:48.034" v="251" actId="478"/>
          <ac:spMkLst>
            <pc:docMk/>
            <pc:sldMk cId="2508626564" sldId="327"/>
            <ac:spMk id="3" creationId="{A0285CC5-BF0E-0249-A50F-769E226BAE9E}"/>
          </ac:spMkLst>
        </pc:spChg>
        <pc:spChg chg="mod">
          <ac:chgData name="Jenny Díaz Ramírez" userId="df7d83af-54c1-43f9-a4ec-fea9744b3563" providerId="ADAL" clId="{74246873-4168-490E-AB85-6B5D8A482105}" dt="2025-02-19T16:17:52.725" v="253" actId="404"/>
          <ac:spMkLst>
            <pc:docMk/>
            <pc:sldMk cId="2508626564" sldId="327"/>
            <ac:spMk id="6" creationId="{00000000-0000-0000-0000-000000000000}"/>
          </ac:spMkLst>
        </pc:spChg>
        <pc:spChg chg="mod">
          <ac:chgData name="Jenny Díaz Ramírez" userId="df7d83af-54c1-43f9-a4ec-fea9744b3563" providerId="ADAL" clId="{74246873-4168-490E-AB85-6B5D8A482105}" dt="2025-02-19T16:17:56.060" v="254" actId="1076"/>
          <ac:spMkLst>
            <pc:docMk/>
            <pc:sldMk cId="2508626564" sldId="327"/>
            <ac:spMk id="7" creationId="{00000000-0000-0000-0000-000000000000}"/>
          </ac:spMkLst>
        </pc:spChg>
        <pc:spChg chg="del">
          <ac:chgData name="Jenny Díaz Ramírez" userId="df7d83af-54c1-43f9-a4ec-fea9744b3563" providerId="ADAL" clId="{74246873-4168-490E-AB85-6B5D8A482105}" dt="2025-02-19T16:17:35.408" v="246" actId="478"/>
          <ac:spMkLst>
            <pc:docMk/>
            <pc:sldMk cId="2508626564" sldId="327"/>
            <ac:spMk id="8" creationId="{00000000-0000-0000-0000-000000000000}"/>
          </ac:spMkLst>
        </pc:spChg>
        <pc:spChg chg="mod">
          <ac:chgData name="Jenny Díaz Ramírez" userId="df7d83af-54c1-43f9-a4ec-fea9744b3563" providerId="ADAL" clId="{74246873-4168-490E-AB85-6B5D8A482105}" dt="2025-02-19T16:18:01.261" v="256" actId="404"/>
          <ac:spMkLst>
            <pc:docMk/>
            <pc:sldMk cId="2508626564" sldId="327"/>
            <ac:spMk id="53" creationId="{00000000-0000-0000-0000-000000000000}"/>
          </ac:spMkLst>
        </pc:spChg>
        <pc:spChg chg="mod ord">
          <ac:chgData name="Jenny Díaz Ramírez" userId="df7d83af-54c1-43f9-a4ec-fea9744b3563" providerId="ADAL" clId="{74246873-4168-490E-AB85-6B5D8A482105}" dt="2025-02-18T22:34:00.317" v="12" actId="700"/>
          <ac:spMkLst>
            <pc:docMk/>
            <pc:sldMk cId="2508626564" sldId="327"/>
            <ac:spMk id="34818" creationId="{00000000-0000-0000-0000-000000000000}"/>
          </ac:spMkLst>
        </pc:spChg>
      </pc:sldChg>
      <pc:sldChg chg="del setBg">
        <pc:chgData name="Jenny Díaz Ramírez" userId="df7d83af-54c1-43f9-a4ec-fea9744b3563" providerId="ADAL" clId="{74246873-4168-490E-AB85-6B5D8A482105}" dt="2025-02-19T16:18:46.397" v="259" actId="47"/>
        <pc:sldMkLst>
          <pc:docMk/>
          <pc:sldMk cId="1335520051" sldId="329"/>
        </pc:sldMkLst>
      </pc:sldChg>
      <pc:sldChg chg="addSp modSp mod setBg">
        <pc:chgData name="Jenny Díaz Ramírez" userId="df7d83af-54c1-43f9-a4ec-fea9744b3563" providerId="ADAL" clId="{74246873-4168-490E-AB85-6B5D8A482105}" dt="2025-02-19T16:20:24.256" v="294" actId="20577"/>
        <pc:sldMkLst>
          <pc:docMk/>
          <pc:sldMk cId="2960950710" sldId="350"/>
        </pc:sldMkLst>
        <pc:spChg chg="mod">
          <ac:chgData name="Jenny Díaz Ramírez" userId="df7d83af-54c1-43f9-a4ec-fea9744b3563" providerId="ADAL" clId="{74246873-4168-490E-AB85-6B5D8A482105}" dt="2025-02-18T22:32:09.947" v="9" actId="20577"/>
          <ac:spMkLst>
            <pc:docMk/>
            <pc:sldMk cId="2960950710" sldId="350"/>
            <ac:spMk id="2" creationId="{293E168C-8042-5B4E-A5A4-A5BF693AE2D6}"/>
          </ac:spMkLst>
        </pc:spChg>
        <pc:spChg chg="add mod">
          <ac:chgData name="Jenny Díaz Ramírez" userId="df7d83af-54c1-43f9-a4ec-fea9744b3563" providerId="ADAL" clId="{74246873-4168-490E-AB85-6B5D8A482105}" dt="2025-02-19T16:20:24.256" v="294" actId="20577"/>
          <ac:spMkLst>
            <pc:docMk/>
            <pc:sldMk cId="2960950710" sldId="350"/>
            <ac:spMk id="5" creationId="{E00B26D0-F835-1688-C202-A8364540635C}"/>
          </ac:spMkLst>
        </pc:spChg>
      </pc:sldChg>
      <pc:sldChg chg="addSp delSp modSp add mod setBg modClrScheme chgLayout">
        <pc:chgData name="Jenny Díaz Ramírez" userId="df7d83af-54c1-43f9-a4ec-fea9744b3563" providerId="ADAL" clId="{74246873-4168-490E-AB85-6B5D8A482105}" dt="2025-02-19T16:26:18.685" v="523" actId="20577"/>
        <pc:sldMkLst>
          <pc:docMk/>
          <pc:sldMk cId="1620666686" sldId="360"/>
        </pc:sldMkLst>
        <pc:spChg chg="mod ord">
          <ac:chgData name="Jenny Díaz Ramírez" userId="df7d83af-54c1-43f9-a4ec-fea9744b3563" providerId="ADAL" clId="{74246873-4168-490E-AB85-6B5D8A482105}" dt="2025-02-19T16:26:18.685" v="523" actId="20577"/>
          <ac:spMkLst>
            <pc:docMk/>
            <pc:sldMk cId="1620666686" sldId="360"/>
            <ac:spMk id="2" creationId="{00000000-0000-0000-0000-000000000000}"/>
          </ac:spMkLst>
        </pc:spChg>
        <pc:spChg chg="add del mod ord">
          <ac:chgData name="Jenny Díaz Ramírez" userId="df7d83af-54c1-43f9-a4ec-fea9744b3563" providerId="ADAL" clId="{74246873-4168-490E-AB85-6B5D8A482105}" dt="2025-02-18T22:47:32.950" v="82" actId="478"/>
          <ac:spMkLst>
            <pc:docMk/>
            <pc:sldMk cId="1620666686" sldId="360"/>
            <ac:spMk id="3" creationId="{00000000-0000-0000-0000-000000000000}"/>
          </ac:spMkLst>
        </pc:spChg>
        <pc:spChg chg="add del mod ord">
          <ac:chgData name="Jenny Díaz Ramírez" userId="df7d83af-54c1-43f9-a4ec-fea9744b3563" providerId="ADAL" clId="{74246873-4168-490E-AB85-6B5D8A482105}" dt="2025-02-18T22:45:47.123" v="56" actId="478"/>
          <ac:spMkLst>
            <pc:docMk/>
            <pc:sldMk cId="1620666686" sldId="360"/>
            <ac:spMk id="5" creationId="{66634737-8225-E4C9-64C3-4C55E527130A}"/>
          </ac:spMkLst>
        </pc:spChg>
        <pc:spChg chg="mod">
          <ac:chgData name="Jenny Díaz Ramírez" userId="df7d83af-54c1-43f9-a4ec-fea9744b3563" providerId="ADAL" clId="{74246873-4168-490E-AB85-6B5D8A482105}" dt="2025-02-18T22:47:36.589" v="83" actId="1076"/>
          <ac:spMkLst>
            <pc:docMk/>
            <pc:sldMk cId="1620666686" sldId="360"/>
            <ac:spMk id="6" creationId="{00000000-0000-0000-0000-000000000000}"/>
          </ac:spMkLst>
        </pc:spChg>
        <pc:spChg chg="add del mod">
          <ac:chgData name="Jenny Díaz Ramírez" userId="df7d83af-54c1-43f9-a4ec-fea9744b3563" providerId="ADAL" clId="{74246873-4168-490E-AB85-6B5D8A482105}" dt="2025-02-18T22:47:23.376" v="79" actId="404"/>
          <ac:spMkLst>
            <pc:docMk/>
            <pc:sldMk cId="1620666686" sldId="360"/>
            <ac:spMk id="7" creationId="{00000000-0000-0000-0000-000000000000}"/>
          </ac:spMkLst>
        </pc:spChg>
        <pc:picChg chg="mod">
          <ac:chgData name="Jenny Díaz Ramírez" userId="df7d83af-54c1-43f9-a4ec-fea9744b3563" providerId="ADAL" clId="{74246873-4168-490E-AB85-6B5D8A482105}" dt="2025-02-18T22:47:31.453" v="81" actId="14100"/>
          <ac:picMkLst>
            <pc:docMk/>
            <pc:sldMk cId="1620666686" sldId="360"/>
            <ac:picMk id="4" creationId="{00000000-0000-0000-0000-000000000000}"/>
          </ac:picMkLst>
        </pc:picChg>
      </pc:sldChg>
      <pc:sldChg chg="addSp delSp modSp add mod setBg modClrScheme chgLayout">
        <pc:chgData name="Jenny Díaz Ramírez" userId="df7d83af-54c1-43f9-a4ec-fea9744b3563" providerId="ADAL" clId="{74246873-4168-490E-AB85-6B5D8A482105}" dt="2025-02-19T16:22:53.514" v="365" actId="404"/>
        <pc:sldMkLst>
          <pc:docMk/>
          <pc:sldMk cId="2977622753" sldId="361"/>
        </pc:sldMkLst>
        <pc:spChg chg="add del mod ord">
          <ac:chgData name="Jenny Díaz Ramírez" userId="df7d83af-54c1-43f9-a4ec-fea9744b3563" providerId="ADAL" clId="{74246873-4168-490E-AB85-6B5D8A482105}" dt="2025-02-18T22:43:55.097" v="43" actId="478"/>
          <ac:spMkLst>
            <pc:docMk/>
            <pc:sldMk cId="2977622753" sldId="361"/>
            <ac:spMk id="2" creationId="{BBBBF086-11D4-7D10-E9C4-7A829E3814C8}"/>
          </ac:spMkLst>
        </pc:spChg>
        <pc:spChg chg="del mod ord">
          <ac:chgData name="Jenny Díaz Ramírez" userId="df7d83af-54c1-43f9-a4ec-fea9744b3563" providerId="ADAL" clId="{74246873-4168-490E-AB85-6B5D8A482105}" dt="2025-02-18T22:43:56.849" v="44" actId="478"/>
          <ac:spMkLst>
            <pc:docMk/>
            <pc:sldMk cId="2977622753" sldId="361"/>
            <ac:spMk id="3" creationId="{00000000-0000-0000-0000-000000000000}"/>
          </ac:spMkLst>
        </pc:spChg>
        <pc:spChg chg="mod">
          <ac:chgData name="Jenny Díaz Ramírez" userId="df7d83af-54c1-43f9-a4ec-fea9744b3563" providerId="ADAL" clId="{74246873-4168-490E-AB85-6B5D8A482105}" dt="2025-02-19T16:22:53.514" v="365" actId="404"/>
          <ac:spMkLst>
            <pc:docMk/>
            <pc:sldMk cId="2977622753" sldId="361"/>
            <ac:spMk id="10" creationId="{00000000-0000-0000-0000-000000000000}"/>
          </ac:spMkLst>
        </pc:spChg>
        <pc:spChg chg="mod">
          <ac:chgData name="Jenny Díaz Ramírez" userId="df7d83af-54c1-43f9-a4ec-fea9744b3563" providerId="ADAL" clId="{74246873-4168-490E-AB85-6B5D8A482105}" dt="2025-02-19T16:22:48.203" v="364" actId="404"/>
          <ac:spMkLst>
            <pc:docMk/>
            <pc:sldMk cId="2977622753" sldId="361"/>
            <ac:spMk id="11" creationId="{00000000-0000-0000-0000-000000000000}"/>
          </ac:spMkLst>
        </pc:spChg>
        <pc:spChg chg="mod">
          <ac:chgData name="Jenny Díaz Ramírez" userId="df7d83af-54c1-43f9-a4ec-fea9744b3563" providerId="ADAL" clId="{74246873-4168-490E-AB85-6B5D8A482105}" dt="2025-02-18T22:43:43.778" v="40" actId="207"/>
          <ac:spMkLst>
            <pc:docMk/>
            <pc:sldMk cId="2977622753" sldId="361"/>
            <ac:spMk id="13" creationId="{00000000-0000-0000-0000-000000000000}"/>
          </ac:spMkLst>
        </pc:spChg>
        <pc:spChg chg="mod ord">
          <ac:chgData name="Jenny Díaz Ramírez" userId="df7d83af-54c1-43f9-a4ec-fea9744b3563" providerId="ADAL" clId="{74246873-4168-490E-AB85-6B5D8A482105}" dt="2025-02-18T22:36:27.332" v="14" actId="27636"/>
          <ac:spMkLst>
            <pc:docMk/>
            <pc:sldMk cId="2977622753" sldId="361"/>
            <ac:spMk id="34818" creationId="{00000000-0000-0000-0000-000000000000}"/>
          </ac:spMkLst>
        </pc:spChg>
        <pc:picChg chg="mod">
          <ac:chgData name="Jenny Díaz Ramírez" userId="df7d83af-54c1-43f9-a4ec-fea9744b3563" providerId="ADAL" clId="{74246873-4168-490E-AB85-6B5D8A482105}" dt="2025-02-18T22:43:43.778" v="40" actId="207"/>
          <ac:picMkLst>
            <pc:docMk/>
            <pc:sldMk cId="2977622753" sldId="361"/>
            <ac:picMk id="9" creationId="{00000000-0000-0000-0000-000000000000}"/>
          </ac:picMkLst>
        </pc:picChg>
      </pc:sldChg>
      <pc:sldChg chg="addSp delSp modSp add mod setBg modClrScheme chgLayout">
        <pc:chgData name="Jenny Díaz Ramírez" userId="df7d83af-54c1-43f9-a4ec-fea9744b3563" providerId="ADAL" clId="{74246873-4168-490E-AB85-6B5D8A482105}" dt="2025-02-19T16:23:25.495" v="371" actId="1076"/>
        <pc:sldMkLst>
          <pc:docMk/>
          <pc:sldMk cId="2037000733" sldId="362"/>
        </pc:sldMkLst>
        <pc:spChg chg="add del mod ord">
          <ac:chgData name="Jenny Díaz Ramírez" userId="df7d83af-54c1-43f9-a4ec-fea9744b3563" providerId="ADAL" clId="{74246873-4168-490E-AB85-6B5D8A482105}" dt="2025-02-19T16:23:12.822" v="369" actId="478"/>
          <ac:spMkLst>
            <pc:docMk/>
            <pc:sldMk cId="2037000733" sldId="362"/>
            <ac:spMk id="2" creationId="{5D4ABF30-A300-D8B4-95EC-BAC6F07D838D}"/>
          </ac:spMkLst>
        </pc:spChg>
        <pc:spChg chg="del mod ord">
          <ac:chgData name="Jenny Díaz Ramírez" userId="df7d83af-54c1-43f9-a4ec-fea9744b3563" providerId="ADAL" clId="{74246873-4168-490E-AB85-6B5D8A482105}" dt="2025-02-18T22:44:25.264" v="46" actId="478"/>
          <ac:spMkLst>
            <pc:docMk/>
            <pc:sldMk cId="2037000733" sldId="362"/>
            <ac:spMk id="3" creationId="{00000000-0000-0000-0000-000000000000}"/>
          </ac:spMkLst>
        </pc:spChg>
        <pc:spChg chg="add mod">
          <ac:chgData name="Jenny Díaz Ramírez" userId="df7d83af-54c1-43f9-a4ec-fea9744b3563" providerId="ADAL" clId="{74246873-4168-490E-AB85-6B5D8A482105}" dt="2025-02-19T16:23:08.983" v="368"/>
          <ac:spMkLst>
            <pc:docMk/>
            <pc:sldMk cId="2037000733" sldId="362"/>
            <ac:spMk id="4" creationId="{746342D2-6A65-3906-67CC-26A7957D5637}"/>
          </ac:spMkLst>
        </pc:spChg>
        <pc:spChg chg="del mod">
          <ac:chgData name="Jenny Díaz Ramírez" userId="df7d83af-54c1-43f9-a4ec-fea9744b3563" providerId="ADAL" clId="{74246873-4168-490E-AB85-6B5D8A482105}" dt="2025-02-19T16:23:01.967" v="367" actId="478"/>
          <ac:spMkLst>
            <pc:docMk/>
            <pc:sldMk cId="2037000733" sldId="362"/>
            <ac:spMk id="10" creationId="{00000000-0000-0000-0000-000000000000}"/>
          </ac:spMkLst>
        </pc:spChg>
        <pc:spChg chg="mod">
          <ac:chgData name="Jenny Díaz Ramírez" userId="df7d83af-54c1-43f9-a4ec-fea9744b3563" providerId="ADAL" clId="{74246873-4168-490E-AB85-6B5D8A482105}" dt="2025-02-19T16:23:25.495" v="371" actId="1076"/>
          <ac:spMkLst>
            <pc:docMk/>
            <pc:sldMk cId="2037000733" sldId="362"/>
            <ac:spMk id="11" creationId="{00000000-0000-0000-0000-000000000000}"/>
          </ac:spMkLst>
        </pc:spChg>
        <pc:spChg chg="mod">
          <ac:chgData name="Jenny Díaz Ramírez" userId="df7d83af-54c1-43f9-a4ec-fea9744b3563" providerId="ADAL" clId="{74246873-4168-490E-AB85-6B5D8A482105}" dt="2025-02-18T22:44:19.630" v="45" actId="207"/>
          <ac:spMkLst>
            <pc:docMk/>
            <pc:sldMk cId="2037000733" sldId="362"/>
            <ac:spMk id="12" creationId="{00000000-0000-0000-0000-000000000000}"/>
          </ac:spMkLst>
        </pc:spChg>
        <pc:spChg chg="mod ord">
          <ac:chgData name="Jenny Díaz Ramírez" userId="df7d83af-54c1-43f9-a4ec-fea9744b3563" providerId="ADAL" clId="{74246873-4168-490E-AB85-6B5D8A482105}" dt="2025-02-18T22:36:27.379" v="15" actId="27636"/>
          <ac:spMkLst>
            <pc:docMk/>
            <pc:sldMk cId="2037000733" sldId="362"/>
            <ac:spMk id="34818" creationId="{00000000-0000-0000-0000-000000000000}"/>
          </ac:spMkLst>
        </pc:spChg>
        <pc:picChg chg="mod">
          <ac:chgData name="Jenny Díaz Ramírez" userId="df7d83af-54c1-43f9-a4ec-fea9744b3563" providerId="ADAL" clId="{74246873-4168-490E-AB85-6B5D8A482105}" dt="2025-02-18T22:44:19.630" v="45" actId="207"/>
          <ac:picMkLst>
            <pc:docMk/>
            <pc:sldMk cId="2037000733" sldId="362"/>
            <ac:picMk id="13" creationId="{00000000-0000-0000-0000-000000000000}"/>
          </ac:picMkLst>
        </pc:picChg>
      </pc:sldChg>
      <pc:sldChg chg="addSp delSp modSp add mod setBg modClrScheme chgLayout">
        <pc:chgData name="Jenny Díaz Ramírez" userId="df7d83af-54c1-43f9-a4ec-fea9744b3563" providerId="ADAL" clId="{74246873-4168-490E-AB85-6B5D8A482105}" dt="2025-02-19T16:24:05.970" v="378" actId="1076"/>
        <pc:sldMkLst>
          <pc:docMk/>
          <pc:sldMk cId="2248166692" sldId="363"/>
        </pc:sldMkLst>
        <pc:spChg chg="mod">
          <ac:chgData name="Jenny Díaz Ramírez" userId="df7d83af-54c1-43f9-a4ec-fea9744b3563" providerId="ADAL" clId="{74246873-4168-490E-AB85-6B5D8A482105}" dt="2025-02-19T16:24:05.970" v="378" actId="1076"/>
          <ac:spMkLst>
            <pc:docMk/>
            <pc:sldMk cId="2248166692" sldId="363"/>
            <ac:spMk id="2" creationId="{00000000-0000-0000-0000-000000000000}"/>
          </ac:spMkLst>
        </pc:spChg>
        <pc:spChg chg="del mod ord">
          <ac:chgData name="Jenny Díaz Ramírez" userId="df7d83af-54c1-43f9-a4ec-fea9744b3563" providerId="ADAL" clId="{74246873-4168-490E-AB85-6B5D8A482105}" dt="2025-02-18T22:44:57.744" v="48" actId="478"/>
          <ac:spMkLst>
            <pc:docMk/>
            <pc:sldMk cId="2248166692" sldId="363"/>
            <ac:spMk id="3" creationId="{00000000-0000-0000-0000-000000000000}"/>
          </ac:spMkLst>
        </pc:spChg>
        <pc:spChg chg="add del mod ord">
          <ac:chgData name="Jenny Díaz Ramírez" userId="df7d83af-54c1-43f9-a4ec-fea9744b3563" providerId="ADAL" clId="{74246873-4168-490E-AB85-6B5D8A482105}" dt="2025-02-18T22:45:00.007" v="49" actId="478"/>
          <ac:spMkLst>
            <pc:docMk/>
            <pc:sldMk cId="2248166692" sldId="363"/>
            <ac:spMk id="4" creationId="{6D33F644-A075-9FA3-4D2A-E31D243BDD9A}"/>
          </ac:spMkLst>
        </pc:spChg>
        <pc:spChg chg="add mod">
          <ac:chgData name="Jenny Díaz Ramírez" userId="df7d83af-54c1-43f9-a4ec-fea9744b3563" providerId="ADAL" clId="{74246873-4168-490E-AB85-6B5D8A482105}" dt="2025-02-19T16:23:38.531" v="374"/>
          <ac:spMkLst>
            <pc:docMk/>
            <pc:sldMk cId="2248166692" sldId="363"/>
            <ac:spMk id="5" creationId="{319FE6B0-BAC9-0EA0-6B6B-F071D44E5225}"/>
          </ac:spMkLst>
        </pc:spChg>
        <pc:spChg chg="del mod">
          <ac:chgData name="Jenny Díaz Ramírez" userId="df7d83af-54c1-43f9-a4ec-fea9744b3563" providerId="ADAL" clId="{74246873-4168-490E-AB85-6B5D8A482105}" dt="2025-02-19T16:23:37.772" v="373" actId="478"/>
          <ac:spMkLst>
            <pc:docMk/>
            <pc:sldMk cId="2248166692" sldId="363"/>
            <ac:spMk id="8" creationId="{00000000-0000-0000-0000-000000000000}"/>
          </ac:spMkLst>
        </pc:spChg>
        <pc:spChg chg="mod">
          <ac:chgData name="Jenny Díaz Ramírez" userId="df7d83af-54c1-43f9-a4ec-fea9744b3563" providerId="ADAL" clId="{74246873-4168-490E-AB85-6B5D8A482105}" dt="2025-02-19T16:23:34.366" v="372" actId="404"/>
          <ac:spMkLst>
            <pc:docMk/>
            <pc:sldMk cId="2248166692" sldId="363"/>
            <ac:spMk id="9" creationId="{00000000-0000-0000-0000-000000000000}"/>
          </ac:spMkLst>
        </pc:spChg>
        <pc:spChg chg="mod">
          <ac:chgData name="Jenny Díaz Ramírez" userId="df7d83af-54c1-43f9-a4ec-fea9744b3563" providerId="ADAL" clId="{74246873-4168-490E-AB85-6B5D8A482105}" dt="2025-02-18T22:45:10.700" v="51" actId="207"/>
          <ac:spMkLst>
            <pc:docMk/>
            <pc:sldMk cId="2248166692" sldId="363"/>
            <ac:spMk id="12" creationId="{00000000-0000-0000-0000-000000000000}"/>
          </ac:spMkLst>
        </pc:spChg>
        <pc:spChg chg="mod">
          <ac:chgData name="Jenny Díaz Ramírez" userId="df7d83af-54c1-43f9-a4ec-fea9744b3563" providerId="ADAL" clId="{74246873-4168-490E-AB85-6B5D8A482105}" dt="2025-02-18T22:45:06.773" v="50" actId="207"/>
          <ac:spMkLst>
            <pc:docMk/>
            <pc:sldMk cId="2248166692" sldId="363"/>
            <ac:spMk id="21" creationId="{00000000-0000-0000-0000-000000000000}"/>
          </ac:spMkLst>
        </pc:spChg>
        <pc:spChg chg="mod">
          <ac:chgData name="Jenny Díaz Ramírez" userId="df7d83af-54c1-43f9-a4ec-fea9744b3563" providerId="ADAL" clId="{74246873-4168-490E-AB85-6B5D8A482105}" dt="2025-02-18T22:44:50.639" v="47" actId="207"/>
          <ac:spMkLst>
            <pc:docMk/>
            <pc:sldMk cId="2248166692" sldId="363"/>
            <ac:spMk id="53" creationId="{00000000-0000-0000-0000-000000000000}"/>
          </ac:spMkLst>
        </pc:spChg>
        <pc:spChg chg="mod ord">
          <ac:chgData name="Jenny Díaz Ramírez" userId="df7d83af-54c1-43f9-a4ec-fea9744b3563" providerId="ADAL" clId="{74246873-4168-490E-AB85-6B5D8A482105}" dt="2025-02-18T22:36:27.395" v="16" actId="27636"/>
          <ac:spMkLst>
            <pc:docMk/>
            <pc:sldMk cId="2248166692" sldId="363"/>
            <ac:spMk id="34818" creationId="{00000000-0000-0000-0000-000000000000}"/>
          </ac:spMkLst>
        </pc:spChg>
      </pc:sldChg>
      <pc:sldChg chg="delSp modSp add mod setBg modClrScheme modAnim chgLayout">
        <pc:chgData name="Jenny Díaz Ramírez" userId="df7d83af-54c1-43f9-a4ec-fea9744b3563" providerId="ADAL" clId="{74246873-4168-490E-AB85-6B5D8A482105}" dt="2025-02-19T16:25:05.082" v="498" actId="14100"/>
        <pc:sldMkLst>
          <pc:docMk/>
          <pc:sldMk cId="1943628010" sldId="364"/>
        </pc:sldMkLst>
        <pc:spChg chg="mod ord">
          <ac:chgData name="Jenny Díaz Ramírez" userId="df7d83af-54c1-43f9-a4ec-fea9744b3563" providerId="ADAL" clId="{74246873-4168-490E-AB85-6B5D8A482105}" dt="2025-02-18T22:36:27.419" v="17" actId="27636"/>
          <ac:spMkLst>
            <pc:docMk/>
            <pc:sldMk cId="1943628010" sldId="364"/>
            <ac:spMk id="2" creationId="{00000000-0000-0000-0000-000000000000}"/>
          </ac:spMkLst>
        </pc:spChg>
        <pc:spChg chg="mod ord">
          <ac:chgData name="Jenny Díaz Ramírez" userId="df7d83af-54c1-43f9-a4ec-fea9744b3563" providerId="ADAL" clId="{74246873-4168-490E-AB85-6B5D8A482105}" dt="2025-02-18T22:47:43.955" v="85" actId="404"/>
          <ac:spMkLst>
            <pc:docMk/>
            <pc:sldMk cId="1943628010" sldId="364"/>
            <ac:spMk id="3" creationId="{00000000-0000-0000-0000-000000000000}"/>
          </ac:spMkLst>
        </pc:spChg>
        <pc:spChg chg="mod">
          <ac:chgData name="Jenny Díaz Ramírez" userId="df7d83af-54c1-43f9-a4ec-fea9744b3563" providerId="ADAL" clId="{74246873-4168-490E-AB85-6B5D8A482105}" dt="2025-02-19T16:24:22.918" v="382" actId="1076"/>
          <ac:spMkLst>
            <pc:docMk/>
            <pc:sldMk cId="1943628010" sldId="364"/>
            <ac:spMk id="7" creationId="{00000000-0000-0000-0000-000000000000}"/>
          </ac:spMkLst>
        </pc:spChg>
        <pc:spChg chg="mod">
          <ac:chgData name="Jenny Díaz Ramírez" userId="df7d83af-54c1-43f9-a4ec-fea9744b3563" providerId="ADAL" clId="{74246873-4168-490E-AB85-6B5D8A482105}" dt="2025-02-18T22:47:55.306" v="89" actId="404"/>
          <ac:spMkLst>
            <pc:docMk/>
            <pc:sldMk cId="1943628010" sldId="364"/>
            <ac:spMk id="10" creationId="{00000000-0000-0000-0000-000000000000}"/>
          </ac:spMkLst>
        </pc:spChg>
        <pc:spChg chg="mod ord">
          <ac:chgData name="Jenny Díaz Ramírez" userId="df7d83af-54c1-43f9-a4ec-fea9744b3563" providerId="ADAL" clId="{74246873-4168-490E-AB85-6B5D8A482105}" dt="2025-02-18T22:49:19.792" v="108" actId="1076"/>
          <ac:spMkLst>
            <pc:docMk/>
            <pc:sldMk cId="1943628010" sldId="364"/>
            <ac:spMk id="11" creationId="{00000000-0000-0000-0000-000000000000}"/>
          </ac:spMkLst>
        </pc:spChg>
        <pc:spChg chg="mod">
          <ac:chgData name="Jenny Díaz Ramírez" userId="df7d83af-54c1-43f9-a4ec-fea9744b3563" providerId="ADAL" clId="{74246873-4168-490E-AB85-6B5D8A482105}" dt="2025-02-18T22:48:18.923" v="94" actId="1076"/>
          <ac:spMkLst>
            <pc:docMk/>
            <pc:sldMk cId="1943628010" sldId="364"/>
            <ac:spMk id="12" creationId="{00000000-0000-0000-0000-000000000000}"/>
          </ac:spMkLst>
        </pc:spChg>
        <pc:spChg chg="mod">
          <ac:chgData name="Jenny Díaz Ramírez" userId="df7d83af-54c1-43f9-a4ec-fea9744b3563" providerId="ADAL" clId="{74246873-4168-490E-AB85-6B5D8A482105}" dt="2025-02-19T16:25:05.082" v="498" actId="14100"/>
          <ac:spMkLst>
            <pc:docMk/>
            <pc:sldMk cId="1943628010" sldId="364"/>
            <ac:spMk id="13" creationId="{00000000-0000-0000-0000-000000000000}"/>
          </ac:spMkLst>
        </pc:spChg>
        <pc:spChg chg="mod">
          <ac:chgData name="Jenny Díaz Ramírez" userId="df7d83af-54c1-43f9-a4ec-fea9744b3563" providerId="ADAL" clId="{74246873-4168-490E-AB85-6B5D8A482105}" dt="2025-02-18T22:47:52.380" v="88" actId="14100"/>
          <ac:spMkLst>
            <pc:docMk/>
            <pc:sldMk cId="1943628010" sldId="364"/>
            <ac:spMk id="14" creationId="{00000000-0000-0000-0000-000000000000}"/>
          </ac:spMkLst>
        </pc:spChg>
        <pc:spChg chg="mod">
          <ac:chgData name="Jenny Díaz Ramírez" userId="df7d83af-54c1-43f9-a4ec-fea9744b3563" providerId="ADAL" clId="{74246873-4168-490E-AB85-6B5D8A482105}" dt="2025-02-18T22:45:34.424" v="54" actId="207"/>
          <ac:spMkLst>
            <pc:docMk/>
            <pc:sldMk cId="1943628010" sldId="364"/>
            <ac:spMk id="15" creationId="{00000000-0000-0000-0000-000000000000}"/>
          </ac:spMkLst>
        </pc:spChg>
        <pc:spChg chg="del mod ord">
          <ac:chgData name="Jenny Díaz Ramírez" userId="df7d83af-54c1-43f9-a4ec-fea9744b3563" providerId="ADAL" clId="{74246873-4168-490E-AB85-6B5D8A482105}" dt="2025-02-18T22:48:13.109" v="93" actId="478"/>
          <ac:spMkLst>
            <pc:docMk/>
            <pc:sldMk cId="1943628010" sldId="364"/>
            <ac:spMk id="16" creationId="{00000000-0000-0000-0000-000000000000}"/>
          </ac:spMkLst>
        </pc:spChg>
        <pc:picChg chg="mod">
          <ac:chgData name="Jenny Díaz Ramírez" userId="df7d83af-54c1-43f9-a4ec-fea9744b3563" providerId="ADAL" clId="{74246873-4168-490E-AB85-6B5D8A482105}" dt="2025-02-18T22:45:20.649" v="52" actId="207"/>
          <ac:picMkLst>
            <pc:docMk/>
            <pc:sldMk cId="1943628010" sldId="364"/>
            <ac:picMk id="8" creationId="{00000000-0000-0000-0000-000000000000}"/>
          </ac:picMkLst>
        </pc:picChg>
      </pc:sldChg>
      <pc:sldChg chg="addSp delSp modSp add mod setBg modClrScheme chgLayout">
        <pc:chgData name="Jenny Díaz Ramírez" userId="df7d83af-54c1-43f9-a4ec-fea9744b3563" providerId="ADAL" clId="{74246873-4168-490E-AB85-6B5D8A482105}" dt="2025-02-18T22:50:37.271" v="115" actId="14100"/>
        <pc:sldMkLst>
          <pc:docMk/>
          <pc:sldMk cId="194041596" sldId="365"/>
        </pc:sldMkLst>
        <pc:spChg chg="add del mod ord">
          <ac:chgData name="Jenny Díaz Ramírez" userId="df7d83af-54c1-43f9-a4ec-fea9744b3563" providerId="ADAL" clId="{74246873-4168-490E-AB85-6B5D8A482105}" dt="2025-02-18T22:46:50.946" v="68" actId="478"/>
          <ac:spMkLst>
            <pc:docMk/>
            <pc:sldMk cId="194041596" sldId="365"/>
            <ac:spMk id="2" creationId="{C124FB71-0B62-F3BC-66E3-39706FA37F7C}"/>
          </ac:spMkLst>
        </pc:spChg>
        <pc:spChg chg="del mod ord">
          <ac:chgData name="Jenny Díaz Ramírez" userId="df7d83af-54c1-43f9-a4ec-fea9744b3563" providerId="ADAL" clId="{74246873-4168-490E-AB85-6B5D8A482105}" dt="2025-02-18T22:46:08.643" v="59" actId="478"/>
          <ac:spMkLst>
            <pc:docMk/>
            <pc:sldMk cId="194041596" sldId="365"/>
            <ac:spMk id="3" creationId="{00000000-0000-0000-0000-000000000000}"/>
          </ac:spMkLst>
        </pc:spChg>
        <pc:spChg chg="mod">
          <ac:chgData name="Jenny Díaz Ramírez" userId="df7d83af-54c1-43f9-a4ec-fea9744b3563" providerId="ADAL" clId="{74246873-4168-490E-AB85-6B5D8A482105}" dt="2025-02-18T22:45:54.800" v="57" actId="207"/>
          <ac:spMkLst>
            <pc:docMk/>
            <pc:sldMk cId="194041596" sldId="365"/>
            <ac:spMk id="10" creationId="{00000000-0000-0000-0000-000000000000}"/>
          </ac:spMkLst>
        </pc:spChg>
        <pc:spChg chg="mod">
          <ac:chgData name="Jenny Díaz Ramírez" userId="df7d83af-54c1-43f9-a4ec-fea9744b3563" providerId="ADAL" clId="{74246873-4168-490E-AB85-6B5D8A482105}" dt="2025-02-18T22:46:43.834" v="67" actId="404"/>
          <ac:spMkLst>
            <pc:docMk/>
            <pc:sldMk cId="194041596" sldId="365"/>
            <ac:spMk id="11" creationId="{00000000-0000-0000-0000-000000000000}"/>
          </ac:spMkLst>
        </pc:spChg>
        <pc:spChg chg="mod">
          <ac:chgData name="Jenny Díaz Ramírez" userId="df7d83af-54c1-43f9-a4ec-fea9744b3563" providerId="ADAL" clId="{74246873-4168-490E-AB85-6B5D8A482105}" dt="2025-02-18T22:50:37.271" v="115" actId="14100"/>
          <ac:spMkLst>
            <pc:docMk/>
            <pc:sldMk cId="194041596" sldId="365"/>
            <ac:spMk id="12" creationId="{00000000-0000-0000-0000-000000000000}"/>
          </ac:spMkLst>
        </pc:spChg>
        <pc:spChg chg="mod">
          <ac:chgData name="Jenny Díaz Ramírez" userId="df7d83af-54c1-43f9-a4ec-fea9744b3563" providerId="ADAL" clId="{74246873-4168-490E-AB85-6B5D8A482105}" dt="2025-02-18T22:47:05.112" v="72" actId="207"/>
          <ac:spMkLst>
            <pc:docMk/>
            <pc:sldMk cId="194041596" sldId="365"/>
            <ac:spMk id="19" creationId="{00000000-0000-0000-0000-000000000000}"/>
          </ac:spMkLst>
        </pc:spChg>
        <pc:spChg chg="mod ord">
          <ac:chgData name="Jenny Díaz Ramírez" userId="df7d83af-54c1-43f9-a4ec-fea9744b3563" providerId="ADAL" clId="{74246873-4168-490E-AB85-6B5D8A482105}" dt="2025-02-18T22:36:27.443" v="18" actId="27636"/>
          <ac:spMkLst>
            <pc:docMk/>
            <pc:sldMk cId="194041596" sldId="365"/>
            <ac:spMk id="34818" creationId="{00000000-0000-0000-0000-000000000000}"/>
          </ac:spMkLst>
        </pc:spChg>
        <pc:picChg chg="mod">
          <ac:chgData name="Jenny Díaz Ramírez" userId="df7d83af-54c1-43f9-a4ec-fea9744b3563" providerId="ADAL" clId="{74246873-4168-490E-AB85-6B5D8A482105}" dt="2025-02-18T22:45:54.800" v="57" actId="207"/>
          <ac:picMkLst>
            <pc:docMk/>
            <pc:sldMk cId="194041596" sldId="365"/>
            <ac:picMk id="4102" creationId="{00000000-0000-0000-0000-000000000000}"/>
          </ac:picMkLst>
        </pc:picChg>
      </pc:sldChg>
      <pc:sldChg chg="addSp delSp modSp add mod setBg modClrScheme chgLayout">
        <pc:chgData name="Jenny Díaz Ramírez" userId="df7d83af-54c1-43f9-a4ec-fea9744b3563" providerId="ADAL" clId="{74246873-4168-490E-AB85-6B5D8A482105}" dt="2025-02-19T16:26:48.654" v="525" actId="207"/>
        <pc:sldMkLst>
          <pc:docMk/>
          <pc:sldMk cId="1611697167" sldId="366"/>
        </pc:sldMkLst>
        <pc:spChg chg="mod">
          <ac:chgData name="Jenny Díaz Ramírez" userId="df7d83af-54c1-43f9-a4ec-fea9744b3563" providerId="ADAL" clId="{74246873-4168-490E-AB85-6B5D8A482105}" dt="2025-02-18T22:51:03.128" v="118" actId="1076"/>
          <ac:spMkLst>
            <pc:docMk/>
            <pc:sldMk cId="1611697167" sldId="366"/>
            <ac:spMk id="2" creationId="{00000000-0000-0000-0000-000000000000}"/>
          </ac:spMkLst>
        </pc:spChg>
        <pc:spChg chg="add del mod ord">
          <ac:chgData name="Jenny Díaz Ramírez" userId="df7d83af-54c1-43f9-a4ec-fea9744b3563" providerId="ADAL" clId="{74246873-4168-490E-AB85-6B5D8A482105}" dt="2025-02-18T22:46:27.003" v="63" actId="478"/>
          <ac:spMkLst>
            <pc:docMk/>
            <pc:sldMk cId="1611697167" sldId="366"/>
            <ac:spMk id="3" creationId="{17E88C3F-2C15-13BA-1E78-1BF5B2C0C3F6}"/>
          </ac:spMkLst>
        </pc:spChg>
        <pc:spChg chg="mod">
          <ac:chgData name="Jenny Díaz Ramírez" userId="df7d83af-54c1-43f9-a4ec-fea9744b3563" providerId="ADAL" clId="{74246873-4168-490E-AB85-6B5D8A482105}" dt="2025-02-19T16:26:48.654" v="525" actId="207"/>
          <ac:spMkLst>
            <pc:docMk/>
            <pc:sldMk cId="1611697167" sldId="366"/>
            <ac:spMk id="5" creationId="{00000000-0000-0000-0000-000000000000}"/>
          </ac:spMkLst>
        </pc:spChg>
        <pc:spChg chg="del mod ord">
          <ac:chgData name="Jenny Díaz Ramírez" userId="df7d83af-54c1-43f9-a4ec-fea9744b3563" providerId="ADAL" clId="{74246873-4168-490E-AB85-6B5D8A482105}" dt="2025-02-18T22:46:25.107" v="62" actId="478"/>
          <ac:spMkLst>
            <pc:docMk/>
            <pc:sldMk cId="1611697167" sldId="366"/>
            <ac:spMk id="9" creationId="{00000000-0000-0000-0000-000000000000}"/>
          </ac:spMkLst>
        </pc:spChg>
        <pc:spChg chg="mod ord">
          <ac:chgData name="Jenny Díaz Ramírez" userId="df7d83af-54c1-43f9-a4ec-fea9744b3563" providerId="ADAL" clId="{74246873-4168-490E-AB85-6B5D8A482105}" dt="2025-02-19T16:26:06.575" v="501" actId="108"/>
          <ac:spMkLst>
            <pc:docMk/>
            <pc:sldMk cId="1611697167" sldId="366"/>
            <ac:spMk id="34818" creationId="{00000000-0000-0000-0000-000000000000}"/>
          </ac:spMkLst>
        </pc:spChg>
        <pc:picChg chg="mod">
          <ac:chgData name="Jenny Díaz Ramírez" userId="df7d83af-54c1-43f9-a4ec-fea9744b3563" providerId="ADAL" clId="{74246873-4168-490E-AB85-6B5D8A482105}" dt="2025-02-18T22:51:05.948" v="119" actId="1076"/>
          <ac:picMkLst>
            <pc:docMk/>
            <pc:sldMk cId="1611697167" sldId="366"/>
            <ac:picMk id="3074" creationId="{00000000-0000-0000-0000-000000000000}"/>
          </ac:picMkLst>
        </pc:picChg>
      </pc:sldChg>
      <pc:sldChg chg="modSp del mod ord setBg modClrScheme chgLayout">
        <pc:chgData name="Jenny Díaz Ramírez" userId="df7d83af-54c1-43f9-a4ec-fea9744b3563" providerId="ADAL" clId="{74246873-4168-490E-AB85-6B5D8A482105}" dt="2025-02-19T16:25:57.652" v="500" actId="47"/>
        <pc:sldMkLst>
          <pc:docMk/>
          <pc:sldMk cId="0" sldId="392"/>
        </pc:sldMkLst>
        <pc:spChg chg="mod ord">
          <ac:chgData name="Jenny Díaz Ramírez" userId="df7d83af-54c1-43f9-a4ec-fea9744b3563" providerId="ADAL" clId="{74246873-4168-490E-AB85-6B5D8A482105}" dt="2025-02-18T22:34:00.317" v="12" actId="700"/>
          <ac:spMkLst>
            <pc:docMk/>
            <pc:sldMk cId="0" sldId="392"/>
            <ac:spMk id="4098" creationId="{00000000-0000-0000-0000-000000000000}"/>
          </ac:spMkLst>
        </pc:spChg>
        <pc:spChg chg="mod ord">
          <ac:chgData name="Jenny Díaz Ramírez" userId="df7d83af-54c1-43f9-a4ec-fea9744b3563" providerId="ADAL" clId="{74246873-4168-490E-AB85-6B5D8A482105}" dt="2025-02-18T22:34:00.317" v="12" actId="700"/>
          <ac:spMkLst>
            <pc:docMk/>
            <pc:sldMk cId="0" sldId="392"/>
            <ac:spMk id="4099"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394"/>
        </pc:sldMkLst>
        <pc:spChg chg="mod ord">
          <ac:chgData name="Jenny Díaz Ramírez" userId="df7d83af-54c1-43f9-a4ec-fea9744b3563" providerId="ADAL" clId="{74246873-4168-490E-AB85-6B5D8A482105}" dt="2025-02-18T22:36:27.507" v="20" actId="27636"/>
          <ac:spMkLst>
            <pc:docMk/>
            <pc:sldMk cId="0" sldId="394"/>
            <ac:spMk id="5122" creationId="{00000000-0000-0000-0000-000000000000}"/>
          </ac:spMkLst>
        </pc:spChg>
        <pc:spChg chg="mod ord">
          <ac:chgData name="Jenny Díaz Ramírez" userId="df7d83af-54c1-43f9-a4ec-fea9744b3563" providerId="ADAL" clId="{74246873-4168-490E-AB85-6B5D8A482105}" dt="2025-02-18T22:33:07.051" v="10" actId="700"/>
          <ac:spMkLst>
            <pc:docMk/>
            <pc:sldMk cId="0" sldId="394"/>
            <ac:spMk id="5123"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395"/>
        </pc:sldMkLst>
        <pc:spChg chg="mod ord">
          <ac:chgData name="Jenny Díaz Ramírez" userId="df7d83af-54c1-43f9-a4ec-fea9744b3563" providerId="ADAL" clId="{74246873-4168-490E-AB85-6B5D8A482105}" dt="2025-02-18T22:33:07.051" v="10" actId="700"/>
          <ac:spMkLst>
            <pc:docMk/>
            <pc:sldMk cId="0" sldId="395"/>
            <ac:spMk id="5122" creationId="{00000000-0000-0000-0000-000000000000}"/>
          </ac:spMkLst>
        </pc:spChg>
        <pc:spChg chg="mod ord">
          <ac:chgData name="Jenny Díaz Ramírez" userId="df7d83af-54c1-43f9-a4ec-fea9744b3563" providerId="ADAL" clId="{74246873-4168-490E-AB85-6B5D8A482105}" dt="2025-02-18T22:33:07.051" v="10" actId="700"/>
          <ac:spMkLst>
            <pc:docMk/>
            <pc:sldMk cId="0" sldId="395"/>
            <ac:spMk id="5123"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396"/>
        </pc:sldMkLst>
        <pc:spChg chg="mod ord">
          <ac:chgData name="Jenny Díaz Ramírez" userId="df7d83af-54c1-43f9-a4ec-fea9744b3563" providerId="ADAL" clId="{74246873-4168-490E-AB85-6B5D8A482105}" dt="2025-02-18T22:33:07.051" v="10" actId="700"/>
          <ac:spMkLst>
            <pc:docMk/>
            <pc:sldMk cId="0" sldId="396"/>
            <ac:spMk id="5122" creationId="{00000000-0000-0000-0000-000000000000}"/>
          </ac:spMkLst>
        </pc:spChg>
        <pc:spChg chg="mod ord">
          <ac:chgData name="Jenny Díaz Ramírez" userId="df7d83af-54c1-43f9-a4ec-fea9744b3563" providerId="ADAL" clId="{74246873-4168-490E-AB85-6B5D8A482105}" dt="2025-02-18T22:33:07.051" v="10" actId="700"/>
          <ac:spMkLst>
            <pc:docMk/>
            <pc:sldMk cId="0" sldId="396"/>
            <ac:spMk id="5123"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397"/>
        </pc:sldMkLst>
        <pc:spChg chg="mod ord">
          <ac:chgData name="Jenny Díaz Ramírez" userId="df7d83af-54c1-43f9-a4ec-fea9744b3563" providerId="ADAL" clId="{74246873-4168-490E-AB85-6B5D8A482105}" dt="2025-02-18T22:33:07.051" v="10" actId="700"/>
          <ac:spMkLst>
            <pc:docMk/>
            <pc:sldMk cId="0" sldId="397"/>
            <ac:spMk id="9218" creationId="{00000000-0000-0000-0000-000000000000}"/>
          </ac:spMkLst>
        </pc:spChg>
        <pc:spChg chg="mod ord">
          <ac:chgData name="Jenny Díaz Ramírez" userId="df7d83af-54c1-43f9-a4ec-fea9744b3563" providerId="ADAL" clId="{74246873-4168-490E-AB85-6B5D8A482105}" dt="2025-02-18T22:36:27.539" v="21" actId="27636"/>
          <ac:spMkLst>
            <pc:docMk/>
            <pc:sldMk cId="0" sldId="397"/>
            <ac:spMk id="9219"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398"/>
        </pc:sldMkLst>
        <pc:spChg chg="mod ord">
          <ac:chgData name="Jenny Díaz Ramírez" userId="df7d83af-54c1-43f9-a4ec-fea9744b3563" providerId="ADAL" clId="{74246873-4168-490E-AB85-6B5D8A482105}" dt="2025-02-18T22:33:07.051" v="10" actId="700"/>
          <ac:spMkLst>
            <pc:docMk/>
            <pc:sldMk cId="0" sldId="398"/>
            <ac:spMk id="9218" creationId="{00000000-0000-0000-0000-000000000000}"/>
          </ac:spMkLst>
        </pc:spChg>
        <pc:spChg chg="mod ord">
          <ac:chgData name="Jenny Díaz Ramírez" userId="df7d83af-54c1-43f9-a4ec-fea9744b3563" providerId="ADAL" clId="{74246873-4168-490E-AB85-6B5D8A482105}" dt="2025-02-18T22:36:27.565" v="22" actId="27636"/>
          <ac:spMkLst>
            <pc:docMk/>
            <pc:sldMk cId="0" sldId="398"/>
            <ac:spMk id="9219"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400"/>
        </pc:sldMkLst>
        <pc:spChg chg="mod ord">
          <ac:chgData name="Jenny Díaz Ramírez" userId="df7d83af-54c1-43f9-a4ec-fea9744b3563" providerId="ADAL" clId="{74246873-4168-490E-AB85-6B5D8A482105}" dt="2025-02-18T22:36:27.592" v="23" actId="27636"/>
          <ac:spMkLst>
            <pc:docMk/>
            <pc:sldMk cId="0" sldId="400"/>
            <ac:spMk id="4098" creationId="{00000000-0000-0000-0000-000000000000}"/>
          </ac:spMkLst>
        </pc:spChg>
        <pc:spChg chg="mod ord">
          <ac:chgData name="Jenny Díaz Ramírez" userId="df7d83af-54c1-43f9-a4ec-fea9744b3563" providerId="ADAL" clId="{74246873-4168-490E-AB85-6B5D8A482105}" dt="2025-02-18T22:33:07.051" v="10" actId="700"/>
          <ac:spMkLst>
            <pc:docMk/>
            <pc:sldMk cId="0" sldId="400"/>
            <ac:spMk id="4099"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401"/>
        </pc:sldMkLst>
        <pc:spChg chg="mod ord">
          <ac:chgData name="Jenny Díaz Ramírez" userId="df7d83af-54c1-43f9-a4ec-fea9744b3563" providerId="ADAL" clId="{74246873-4168-490E-AB85-6B5D8A482105}" dt="2025-02-18T22:36:27.655" v="24" actId="27636"/>
          <ac:spMkLst>
            <pc:docMk/>
            <pc:sldMk cId="0" sldId="401"/>
            <ac:spMk id="4098" creationId="{00000000-0000-0000-0000-000000000000}"/>
          </ac:spMkLst>
        </pc:spChg>
        <pc:spChg chg="mod ord">
          <ac:chgData name="Jenny Díaz Ramírez" userId="df7d83af-54c1-43f9-a4ec-fea9744b3563" providerId="ADAL" clId="{74246873-4168-490E-AB85-6B5D8A482105}" dt="2025-02-18T22:33:07.051" v="10" actId="700"/>
          <ac:spMkLst>
            <pc:docMk/>
            <pc:sldMk cId="0" sldId="401"/>
            <ac:spMk id="4099"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402"/>
        </pc:sldMkLst>
        <pc:spChg chg="mod ord">
          <ac:chgData name="Jenny Díaz Ramírez" userId="df7d83af-54c1-43f9-a4ec-fea9744b3563" providerId="ADAL" clId="{74246873-4168-490E-AB85-6B5D8A482105}" dt="2025-02-18T22:33:07.051" v="10" actId="700"/>
          <ac:spMkLst>
            <pc:docMk/>
            <pc:sldMk cId="0" sldId="402"/>
            <ac:spMk id="5122" creationId="{00000000-0000-0000-0000-000000000000}"/>
          </ac:spMkLst>
        </pc:spChg>
        <pc:spChg chg="mod ord">
          <ac:chgData name="Jenny Díaz Ramírez" userId="df7d83af-54c1-43f9-a4ec-fea9744b3563" providerId="ADAL" clId="{74246873-4168-490E-AB85-6B5D8A482105}" dt="2025-02-18T22:33:07.051" v="10" actId="700"/>
          <ac:spMkLst>
            <pc:docMk/>
            <pc:sldMk cId="0" sldId="402"/>
            <ac:spMk id="5123" creationId="{00000000-0000-0000-0000-000000000000}"/>
          </ac:spMkLst>
        </pc:spChg>
      </pc:sldChg>
      <pc:sldChg chg="modSp del mod setBg modClrScheme chgLayout">
        <pc:chgData name="Jenny Díaz Ramírez" userId="df7d83af-54c1-43f9-a4ec-fea9744b3563" providerId="ADAL" clId="{74246873-4168-490E-AB85-6B5D8A482105}" dt="2025-02-19T16:18:46.397" v="259" actId="47"/>
        <pc:sldMkLst>
          <pc:docMk/>
          <pc:sldMk cId="0" sldId="403"/>
        </pc:sldMkLst>
        <pc:spChg chg="mod ord">
          <ac:chgData name="Jenny Díaz Ramírez" userId="df7d83af-54c1-43f9-a4ec-fea9744b3563" providerId="ADAL" clId="{74246873-4168-490E-AB85-6B5D8A482105}" dt="2025-02-18T22:33:07.051" v="10" actId="700"/>
          <ac:spMkLst>
            <pc:docMk/>
            <pc:sldMk cId="0" sldId="403"/>
            <ac:spMk id="9218" creationId="{00000000-0000-0000-0000-000000000000}"/>
          </ac:spMkLst>
        </pc:spChg>
        <pc:spChg chg="mod ord">
          <ac:chgData name="Jenny Díaz Ramírez" userId="df7d83af-54c1-43f9-a4ec-fea9744b3563" providerId="ADAL" clId="{74246873-4168-490E-AB85-6B5D8A482105}" dt="2025-02-18T22:36:27.691" v="25" actId="27636"/>
          <ac:spMkLst>
            <pc:docMk/>
            <pc:sldMk cId="0" sldId="403"/>
            <ac:spMk id="9219" creationId="{00000000-0000-0000-0000-000000000000}"/>
          </ac:spMkLst>
        </pc:spChg>
      </pc:sldChg>
      <pc:sldChg chg="del setBg">
        <pc:chgData name="Jenny Díaz Ramírez" userId="df7d83af-54c1-43f9-a4ec-fea9744b3563" providerId="ADAL" clId="{74246873-4168-490E-AB85-6B5D8A482105}" dt="2025-02-19T16:18:46.397" v="259" actId="47"/>
        <pc:sldMkLst>
          <pc:docMk/>
          <pc:sldMk cId="2335977161" sldId="463"/>
        </pc:sldMkLst>
      </pc:sldChg>
      <pc:sldChg chg="del setBg">
        <pc:chgData name="Jenny Díaz Ramírez" userId="df7d83af-54c1-43f9-a4ec-fea9744b3563" providerId="ADAL" clId="{74246873-4168-490E-AB85-6B5D8A482105}" dt="2025-02-19T16:18:46.397" v="259" actId="47"/>
        <pc:sldMkLst>
          <pc:docMk/>
          <pc:sldMk cId="4258727068" sldId="464"/>
        </pc:sldMkLst>
      </pc:sldChg>
      <pc:sldChg chg="addSp delSp modSp new mod setBg modClrScheme chgLayout">
        <pc:chgData name="Jenny Díaz Ramírez" userId="df7d83af-54c1-43f9-a4ec-fea9744b3563" providerId="ADAL" clId="{74246873-4168-490E-AB85-6B5D8A482105}" dt="2025-02-19T16:22:18.060" v="359" actId="1076"/>
        <pc:sldMkLst>
          <pc:docMk/>
          <pc:sldMk cId="3418543388" sldId="465"/>
        </pc:sldMkLst>
        <pc:spChg chg="del mod ord">
          <ac:chgData name="Jenny Díaz Ramírez" userId="df7d83af-54c1-43f9-a4ec-fea9744b3563" providerId="ADAL" clId="{74246873-4168-490E-AB85-6B5D8A482105}" dt="2025-02-18T22:51:19.035" v="121" actId="700"/>
          <ac:spMkLst>
            <pc:docMk/>
            <pc:sldMk cId="3418543388" sldId="465"/>
            <ac:spMk id="2" creationId="{761F89FF-7678-BEB8-1160-32F4B9080F0E}"/>
          </ac:spMkLst>
        </pc:spChg>
        <pc:spChg chg="del mod ord">
          <ac:chgData name="Jenny Díaz Ramírez" userId="df7d83af-54c1-43f9-a4ec-fea9744b3563" providerId="ADAL" clId="{74246873-4168-490E-AB85-6B5D8A482105}" dt="2025-02-18T22:51:19.035" v="121" actId="700"/>
          <ac:spMkLst>
            <pc:docMk/>
            <pc:sldMk cId="3418543388" sldId="465"/>
            <ac:spMk id="3" creationId="{16F62BB4-E5B8-F2CD-578F-208321B939F7}"/>
          </ac:spMkLst>
        </pc:spChg>
        <pc:spChg chg="add mod ord">
          <ac:chgData name="Jenny Díaz Ramírez" userId="df7d83af-54c1-43f9-a4ec-fea9744b3563" providerId="ADAL" clId="{74246873-4168-490E-AB85-6B5D8A482105}" dt="2025-02-18T22:57:45.131" v="167" actId="1076"/>
          <ac:spMkLst>
            <pc:docMk/>
            <pc:sldMk cId="3418543388" sldId="465"/>
            <ac:spMk id="4" creationId="{BCF184F0-7AD1-90E4-DCCD-6FEC98CBACD1}"/>
          </ac:spMkLst>
        </pc:spChg>
        <pc:spChg chg="add del mod ord">
          <ac:chgData name="Jenny Díaz Ramírez" userId="df7d83af-54c1-43f9-a4ec-fea9744b3563" providerId="ADAL" clId="{74246873-4168-490E-AB85-6B5D8A482105}" dt="2025-02-18T22:57:38.275" v="166" actId="22"/>
          <ac:spMkLst>
            <pc:docMk/>
            <pc:sldMk cId="3418543388" sldId="465"/>
            <ac:spMk id="5" creationId="{45DF5E7F-6A36-0223-FB22-F10BEFAF0FCD}"/>
          </ac:spMkLst>
        </pc:spChg>
        <pc:spChg chg="add mod">
          <ac:chgData name="Jenny Díaz Ramírez" userId="df7d83af-54c1-43f9-a4ec-fea9744b3563" providerId="ADAL" clId="{74246873-4168-490E-AB85-6B5D8A482105}" dt="2025-02-18T22:53:44.396" v="158"/>
          <ac:spMkLst>
            <pc:docMk/>
            <pc:sldMk cId="3418543388" sldId="465"/>
            <ac:spMk id="6" creationId="{9B33E84A-87B7-0899-5BFE-3903CF36A108}"/>
          </ac:spMkLst>
        </pc:spChg>
        <pc:spChg chg="add mod">
          <ac:chgData name="Jenny Díaz Ramírez" userId="df7d83af-54c1-43f9-a4ec-fea9744b3563" providerId="ADAL" clId="{74246873-4168-490E-AB85-6B5D8A482105}" dt="2025-02-18T22:54:20.734" v="165"/>
          <ac:spMkLst>
            <pc:docMk/>
            <pc:sldMk cId="3418543388" sldId="465"/>
            <ac:spMk id="7" creationId="{CE63AFFB-5614-44F1-F09A-40D43CCE4D61}"/>
          </ac:spMkLst>
        </pc:spChg>
        <pc:spChg chg="add">
          <ac:chgData name="Jenny Díaz Ramírez" userId="df7d83af-54c1-43f9-a4ec-fea9744b3563" providerId="ADAL" clId="{74246873-4168-490E-AB85-6B5D8A482105}" dt="2025-02-18T22:53:53.788" v="160"/>
          <ac:spMkLst>
            <pc:docMk/>
            <pc:sldMk cId="3418543388" sldId="465"/>
            <ac:spMk id="8" creationId="{CCABCBB8-3229-331A-1BD3-127121993DE7}"/>
          </ac:spMkLst>
        </pc:spChg>
        <pc:spChg chg="add del mod">
          <ac:chgData name="Jenny Díaz Ramírez" userId="df7d83af-54c1-43f9-a4ec-fea9744b3563" providerId="ADAL" clId="{74246873-4168-490E-AB85-6B5D8A482105}" dt="2025-02-18T22:54:17.885" v="164"/>
          <ac:spMkLst>
            <pc:docMk/>
            <pc:sldMk cId="3418543388" sldId="465"/>
            <ac:spMk id="9" creationId="{158ED5DC-007A-EE82-92C2-74281D05C236}"/>
          </ac:spMkLst>
        </pc:spChg>
        <pc:spChg chg="add mod">
          <ac:chgData name="Jenny Díaz Ramírez" userId="df7d83af-54c1-43f9-a4ec-fea9744b3563" providerId="ADAL" clId="{74246873-4168-490E-AB85-6B5D8A482105}" dt="2025-02-19T16:22:18.060" v="359" actId="1076"/>
          <ac:spMkLst>
            <pc:docMk/>
            <pc:sldMk cId="3418543388" sldId="465"/>
            <ac:spMk id="14" creationId="{25E4A03D-5C0B-4BB4-0B68-E299A569E085}"/>
          </ac:spMkLst>
        </pc:spChg>
        <pc:picChg chg="add mod ord">
          <ac:chgData name="Jenny Díaz Ramírez" userId="df7d83af-54c1-43f9-a4ec-fea9744b3563" providerId="ADAL" clId="{74246873-4168-490E-AB85-6B5D8A482105}" dt="2025-02-18T22:57:38.275" v="166" actId="22"/>
          <ac:picMkLst>
            <pc:docMk/>
            <pc:sldMk cId="3418543388" sldId="465"/>
            <ac:picMk id="11" creationId="{262A3541-73E1-3F8A-C5C1-3537B463E3D3}"/>
          </ac:picMkLst>
        </pc:picChg>
        <pc:picChg chg="add mod modCrop">
          <ac:chgData name="Jenny Díaz Ramírez" userId="df7d83af-54c1-43f9-a4ec-fea9744b3563" providerId="ADAL" clId="{74246873-4168-490E-AB85-6B5D8A482105}" dt="2025-02-18T23:00:15.882" v="182" actId="14100"/>
          <ac:picMkLst>
            <pc:docMk/>
            <pc:sldMk cId="3418543388" sldId="465"/>
            <ac:picMk id="13" creationId="{530EC06B-30AB-95B9-635B-029866E20D40}"/>
          </ac:picMkLst>
        </pc:picChg>
      </pc:sldChg>
      <pc:sldChg chg="addSp delSp modSp new del mod modClrScheme chgLayout">
        <pc:chgData name="Jenny Díaz Ramírez" userId="df7d83af-54c1-43f9-a4ec-fea9744b3563" providerId="ADAL" clId="{74246873-4168-490E-AB85-6B5D8A482105}" dt="2025-02-19T16:22:25.052" v="360" actId="47"/>
        <pc:sldMkLst>
          <pc:docMk/>
          <pc:sldMk cId="960471951" sldId="466"/>
        </pc:sldMkLst>
        <pc:spChg chg="del mod ord">
          <ac:chgData name="Jenny Díaz Ramírez" userId="df7d83af-54c1-43f9-a4ec-fea9744b3563" providerId="ADAL" clId="{74246873-4168-490E-AB85-6B5D8A482105}" dt="2025-02-18T23:00:50.947" v="185" actId="700"/>
          <ac:spMkLst>
            <pc:docMk/>
            <pc:sldMk cId="960471951" sldId="466"/>
            <ac:spMk id="2" creationId="{367F2791-2D51-FF9C-EE72-E8820B39D108}"/>
          </ac:spMkLst>
        </pc:spChg>
        <pc:spChg chg="del mod ord">
          <ac:chgData name="Jenny Díaz Ramírez" userId="df7d83af-54c1-43f9-a4ec-fea9744b3563" providerId="ADAL" clId="{74246873-4168-490E-AB85-6B5D8A482105}" dt="2025-02-18T23:00:50.947" v="185" actId="700"/>
          <ac:spMkLst>
            <pc:docMk/>
            <pc:sldMk cId="960471951" sldId="466"/>
            <ac:spMk id="3" creationId="{0F232C47-B223-472B-2598-50195090E456}"/>
          </ac:spMkLst>
        </pc:spChg>
        <pc:spChg chg="add del mod ord">
          <ac:chgData name="Jenny Díaz Ramírez" userId="df7d83af-54c1-43f9-a4ec-fea9744b3563" providerId="ADAL" clId="{74246873-4168-490E-AB85-6B5D8A482105}" dt="2025-02-18T23:01:07.479" v="187" actId="478"/>
          <ac:spMkLst>
            <pc:docMk/>
            <pc:sldMk cId="960471951" sldId="466"/>
            <ac:spMk id="4" creationId="{4E9D8CD2-5D85-F913-5F2A-C79D109D518B}"/>
          </ac:spMkLst>
        </pc:spChg>
        <pc:spChg chg="add mod ord">
          <ac:chgData name="Jenny Díaz Ramírez" userId="df7d83af-54c1-43f9-a4ec-fea9744b3563" providerId="ADAL" clId="{74246873-4168-490E-AB85-6B5D8A482105}" dt="2025-02-18T23:00:50.947" v="185" actId="700"/>
          <ac:spMkLst>
            <pc:docMk/>
            <pc:sldMk cId="960471951" sldId="466"/>
            <ac:spMk id="5" creationId="{E1D88DFD-85D4-2D81-1CE3-5574F4876EB4}"/>
          </ac:spMkLst>
        </pc:spChg>
        <pc:spChg chg="add mod">
          <ac:chgData name="Jenny Díaz Ramírez" userId="df7d83af-54c1-43f9-a4ec-fea9744b3563" providerId="ADAL" clId="{74246873-4168-490E-AB85-6B5D8A482105}" dt="2025-02-19T16:20:47.329" v="297" actId="21"/>
          <ac:spMkLst>
            <pc:docMk/>
            <pc:sldMk cId="960471951" sldId="466"/>
            <ac:spMk id="6" creationId="{96B07C39-2E98-2762-0E69-4CE056098BA0}"/>
          </ac:spMkLst>
        </pc:spChg>
      </pc:sldChg>
      <pc:sldMasterChg chg="addSp delSp modSp mod modSldLayout">
        <pc:chgData name="Jenny Díaz Ramírez" userId="df7d83af-54c1-43f9-a4ec-fea9744b3563" providerId="ADAL" clId="{74246873-4168-490E-AB85-6B5D8A482105}" dt="2025-02-18T22:43:09.641" v="38" actId="47"/>
        <pc:sldMasterMkLst>
          <pc:docMk/>
          <pc:sldMasterMk cId="3515892240" sldId="2147483658"/>
        </pc:sldMasterMkLst>
        <pc:spChg chg="add del mod">
          <ac:chgData name="Jenny Díaz Ramírez" userId="df7d83af-54c1-43f9-a4ec-fea9744b3563" providerId="ADAL" clId="{74246873-4168-490E-AB85-6B5D8A482105}" dt="2025-02-18T22:43:09.641" v="38" actId="47"/>
          <ac:spMkLst>
            <pc:docMk/>
            <pc:sldMasterMk cId="3515892240" sldId="2147483658"/>
            <ac:spMk id="2" creationId="{FE5132F9-3209-52C5-2DD6-2757AC8B26B6}"/>
          </ac:spMkLst>
        </pc:spChg>
        <pc:sldLayoutChg chg="setBg">
          <pc:chgData name="Jenny Díaz Ramírez" userId="df7d83af-54c1-43f9-a4ec-fea9744b3563" providerId="ADAL" clId="{74246873-4168-490E-AB85-6B5D8A482105}" dt="2025-02-18T22:42:47.190" v="34"/>
          <pc:sldLayoutMkLst>
            <pc:docMk/>
            <pc:sldMasterMk cId="3515892240" sldId="2147483658"/>
            <pc:sldLayoutMk cId="2027108532" sldId="2147483659"/>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2357889184" sldId="2147483672"/>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2065862895" sldId="2147483673"/>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1447829211" sldId="2147483675"/>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996362460" sldId="2147483676"/>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2986155231" sldId="2147483677"/>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999130720" sldId="2147483682"/>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3401310734" sldId="2147483684"/>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2550425395" sldId="2147483685"/>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4227948718" sldId="2147483688"/>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306013587" sldId="2147483692"/>
          </pc:sldLayoutMkLst>
        </pc:sldLayoutChg>
        <pc:sldLayoutChg chg="setBg">
          <pc:chgData name="Jenny Díaz Ramírez" userId="df7d83af-54c1-43f9-a4ec-fea9744b3563" providerId="ADAL" clId="{74246873-4168-490E-AB85-6B5D8A482105}" dt="2025-02-18T22:42:47.190" v="34"/>
          <pc:sldLayoutMkLst>
            <pc:docMk/>
            <pc:sldMasterMk cId="3515892240" sldId="2147483658"/>
            <pc:sldLayoutMk cId="779080894" sldId="214748369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18/02/2025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s.wikipedia.org/wiki/Algoritmo_de_Johnson" TargetMode="External"/><Relationship Id="rId3" Type="http://schemas.openxmlformats.org/officeDocument/2006/relationships/hyperlink" Target="https://es.wikipedia.org/wiki/Algoritmo_de_Dijkstra" TargetMode="External"/><Relationship Id="rId7" Type="http://schemas.openxmlformats.org/officeDocument/2006/relationships/hyperlink" Target="https://es.wikipedia.org/wiki/Algoritmo_de_Floyd-Warshall"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es.wikipedia.org/wiki/Heur%C3%ADstica" TargetMode="External"/><Relationship Id="rId5" Type="http://schemas.openxmlformats.org/officeDocument/2006/relationships/hyperlink" Target="https://es.wikipedia.org/wiki/Algoritmo_de_b%C3%BAsqueda_A*" TargetMode="External"/><Relationship Id="rId4" Type="http://schemas.openxmlformats.org/officeDocument/2006/relationships/hyperlink" Target="https://es.wikipedia.org/wiki/Algoritmo_de_Bellman-Ford" TargetMode="External"/><Relationship Id="rId9" Type="http://schemas.openxmlformats.org/officeDocument/2006/relationships/hyperlink" Target="https://es.wikipedia.org/wiki/Algoritmo_de_Viterbi"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s.wikipedia.org/wiki/Algoritmo_de_Johnson" TargetMode="External"/><Relationship Id="rId3" Type="http://schemas.openxmlformats.org/officeDocument/2006/relationships/hyperlink" Target="https://es.wikipedia.org/wiki/Algoritmo_de_Dijkstra" TargetMode="External"/><Relationship Id="rId7" Type="http://schemas.openxmlformats.org/officeDocument/2006/relationships/hyperlink" Target="https://es.wikipedia.org/wiki/Algoritmo_de_Floyd-Warshall"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es.wikipedia.org/wiki/Heur%C3%ADstica" TargetMode="External"/><Relationship Id="rId5" Type="http://schemas.openxmlformats.org/officeDocument/2006/relationships/hyperlink" Target="https://es.wikipedia.org/wiki/Algoritmo_de_b%C3%BAsqueda_A*" TargetMode="External"/><Relationship Id="rId4" Type="http://schemas.openxmlformats.org/officeDocument/2006/relationships/hyperlink" Target="https://es.wikipedia.org/wiki/Algoritmo_de_Bellman-Ford" TargetMode="External"/><Relationship Id="rId9" Type="http://schemas.openxmlformats.org/officeDocument/2006/relationships/hyperlink" Target="https://es.wikipedia.org/wiki/Algoritmo_de_Viterbi"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dirty="0">
                <a:solidFill>
                  <a:schemeClr val="tx1"/>
                </a:solidFill>
                <a:effectLst/>
                <a:latin typeface="+mn-lt"/>
                <a:ea typeface="+mn-ea"/>
                <a:cs typeface="+mn-cs"/>
              </a:rPr>
              <a:t>Los algoritmos más importantes para resolver este problema son:</a:t>
            </a:r>
          </a:p>
          <a:p>
            <a:r>
              <a:rPr lang="es-MX" sz="1200" b="1" i="0" u="none" strike="noStrike" kern="1200" dirty="0">
                <a:solidFill>
                  <a:schemeClr val="tx1"/>
                </a:solidFill>
                <a:effectLst/>
                <a:latin typeface="+mn-lt"/>
                <a:ea typeface="+mn-ea"/>
                <a:cs typeface="+mn-cs"/>
                <a:hlinkClick r:id="rId3" tooltip="Algoritmo de Dijkstra"/>
              </a:rPr>
              <a:t>Algoritmo de </a:t>
            </a:r>
            <a:r>
              <a:rPr lang="es-MX" sz="1200" b="1" i="0" u="none" strike="noStrike" kern="1200" dirty="0" err="1">
                <a:solidFill>
                  <a:schemeClr val="tx1"/>
                </a:solidFill>
                <a:effectLst/>
                <a:latin typeface="+mn-lt"/>
                <a:ea typeface="+mn-ea"/>
                <a:cs typeface="+mn-cs"/>
                <a:hlinkClick r:id="rId3" tooltip="Algoritmo de Dijkstra"/>
              </a:rPr>
              <a:t>Dijkstra</a:t>
            </a:r>
            <a:r>
              <a:rPr lang="es-MX" sz="1200" b="0" i="0" kern="1200" dirty="0">
                <a:solidFill>
                  <a:schemeClr val="tx1"/>
                </a:solidFill>
                <a:effectLst/>
                <a:latin typeface="+mn-lt"/>
                <a:ea typeface="+mn-ea"/>
                <a:cs typeface="+mn-cs"/>
              </a:rPr>
              <a:t>, resuelve el problema de los caminos más cortos desde un único vértice origen hasta todos los otros vértices del grafo.</a:t>
            </a:r>
          </a:p>
          <a:p>
            <a:r>
              <a:rPr lang="es-MX" sz="1200" b="1" i="0" u="none" strike="noStrike" kern="1200" dirty="0">
                <a:solidFill>
                  <a:schemeClr val="tx1"/>
                </a:solidFill>
                <a:effectLst/>
                <a:latin typeface="+mn-lt"/>
                <a:ea typeface="+mn-ea"/>
                <a:cs typeface="+mn-cs"/>
                <a:hlinkClick r:id="rId4" tooltip="Algoritmo de Bellman-Ford"/>
              </a:rPr>
              <a:t>Algoritmo de </a:t>
            </a:r>
            <a:r>
              <a:rPr lang="es-MX" sz="1200" b="1" i="0" u="none" strike="noStrike" kern="1200" dirty="0" err="1">
                <a:solidFill>
                  <a:schemeClr val="tx1"/>
                </a:solidFill>
                <a:effectLst/>
                <a:latin typeface="+mn-lt"/>
                <a:ea typeface="+mn-ea"/>
                <a:cs typeface="+mn-cs"/>
                <a:hlinkClick r:id="rId4" tooltip="Algoritmo de Bellman-Ford"/>
              </a:rPr>
              <a:t>Bellman</a:t>
            </a:r>
            <a:r>
              <a:rPr lang="es-MX" sz="1200" b="1" i="0" u="none" strike="noStrike" kern="1200" dirty="0">
                <a:solidFill>
                  <a:schemeClr val="tx1"/>
                </a:solidFill>
                <a:effectLst/>
                <a:latin typeface="+mn-lt"/>
                <a:ea typeface="+mn-ea"/>
                <a:cs typeface="+mn-cs"/>
                <a:hlinkClick r:id="rId4" tooltip="Algoritmo de Bellman-Ford"/>
              </a:rPr>
              <a:t> - Ford</a:t>
            </a:r>
            <a:r>
              <a:rPr lang="es-MX" sz="1200" b="0" i="0" kern="1200" dirty="0">
                <a:solidFill>
                  <a:schemeClr val="tx1"/>
                </a:solidFill>
                <a:effectLst/>
                <a:latin typeface="+mn-lt"/>
                <a:ea typeface="+mn-ea"/>
                <a:cs typeface="+mn-cs"/>
              </a:rPr>
              <a:t>, resuelve el problema de los caminos más cortos desde un origen si la ponderación de las aristas es negativa.</a:t>
            </a:r>
          </a:p>
          <a:p>
            <a:r>
              <a:rPr lang="es-MX" sz="1200" b="1" i="0" u="none" strike="noStrike" kern="1200" dirty="0">
                <a:solidFill>
                  <a:schemeClr val="tx1"/>
                </a:solidFill>
                <a:effectLst/>
                <a:latin typeface="+mn-lt"/>
                <a:ea typeface="+mn-ea"/>
                <a:cs typeface="+mn-cs"/>
                <a:hlinkClick r:id="rId5" tooltip="Algoritmo de búsqueda A*"/>
              </a:rPr>
              <a:t>Algoritmo de Búsqueda A*</a:t>
            </a:r>
            <a:r>
              <a:rPr lang="es-MX" sz="1200" b="0" i="0" kern="1200" dirty="0">
                <a:solidFill>
                  <a:schemeClr val="tx1"/>
                </a:solidFill>
                <a:effectLst/>
                <a:latin typeface="+mn-lt"/>
                <a:ea typeface="+mn-ea"/>
                <a:cs typeface="+mn-cs"/>
              </a:rPr>
              <a:t>, resuelve el problema de los caminos más cortos entre un par de vértices usando la </a:t>
            </a:r>
            <a:r>
              <a:rPr lang="es-MX" sz="1200" b="0" i="0" u="none" strike="noStrike" kern="1200" dirty="0">
                <a:solidFill>
                  <a:schemeClr val="tx1"/>
                </a:solidFill>
                <a:effectLst/>
                <a:latin typeface="+mn-lt"/>
                <a:ea typeface="+mn-ea"/>
                <a:cs typeface="+mn-cs"/>
                <a:hlinkClick r:id="rId6" tooltip="Heurística"/>
              </a:rPr>
              <a:t>heurística</a:t>
            </a:r>
            <a:r>
              <a:rPr lang="es-MX" sz="1200" b="0" i="0" kern="1200" dirty="0">
                <a:solidFill>
                  <a:schemeClr val="tx1"/>
                </a:solidFill>
                <a:effectLst/>
                <a:latin typeface="+mn-lt"/>
                <a:ea typeface="+mn-ea"/>
                <a:cs typeface="+mn-cs"/>
              </a:rPr>
              <a:t> para intentar agilizar la búsqueda.</a:t>
            </a:r>
          </a:p>
          <a:p>
            <a:r>
              <a:rPr lang="es-MX" sz="1200" b="1" i="0" u="none" strike="noStrike" kern="1200" dirty="0">
                <a:solidFill>
                  <a:schemeClr val="tx1"/>
                </a:solidFill>
                <a:effectLst/>
                <a:latin typeface="+mn-lt"/>
                <a:ea typeface="+mn-ea"/>
                <a:cs typeface="+mn-cs"/>
                <a:hlinkClick r:id="rId7" tooltip="Algoritmo de Floyd-Warshall"/>
              </a:rPr>
              <a:t>Algoritmo de Floyd - </a:t>
            </a:r>
            <a:r>
              <a:rPr lang="es-MX" sz="1200" b="1" i="0" u="none" strike="noStrike" kern="1200" dirty="0" err="1">
                <a:solidFill>
                  <a:schemeClr val="tx1"/>
                </a:solidFill>
                <a:effectLst/>
                <a:latin typeface="+mn-lt"/>
                <a:ea typeface="+mn-ea"/>
                <a:cs typeface="+mn-cs"/>
                <a:hlinkClick r:id="rId7" tooltip="Algoritmo de Floyd-Warshall"/>
              </a:rPr>
              <a:t>Warshall</a:t>
            </a:r>
            <a:r>
              <a:rPr lang="es-MX" sz="1200" b="0" i="0" kern="1200" dirty="0">
                <a:solidFill>
                  <a:schemeClr val="tx1"/>
                </a:solidFill>
                <a:effectLst/>
                <a:latin typeface="+mn-lt"/>
                <a:ea typeface="+mn-ea"/>
                <a:cs typeface="+mn-cs"/>
              </a:rPr>
              <a:t>, resuelve el problema de los caminos más cortos entre todos los vértices.</a:t>
            </a:r>
          </a:p>
          <a:p>
            <a:r>
              <a:rPr lang="es-MX" sz="1200" b="1" i="0" u="none" strike="noStrike" kern="1200" dirty="0">
                <a:solidFill>
                  <a:schemeClr val="tx1"/>
                </a:solidFill>
                <a:effectLst/>
                <a:latin typeface="+mn-lt"/>
                <a:ea typeface="+mn-ea"/>
                <a:cs typeface="+mn-cs"/>
                <a:hlinkClick r:id="rId8" tooltip="Algoritmo de Johnson"/>
              </a:rPr>
              <a:t>Algoritmo de Johnson</a:t>
            </a:r>
            <a:r>
              <a:rPr lang="es-MX" sz="1200" b="0" i="0" kern="1200" dirty="0">
                <a:solidFill>
                  <a:schemeClr val="tx1"/>
                </a:solidFill>
                <a:effectLst/>
                <a:latin typeface="+mn-lt"/>
                <a:ea typeface="+mn-ea"/>
                <a:cs typeface="+mn-cs"/>
              </a:rPr>
              <a:t>, resuelve el problema de los caminos más cortos entre todos los vértices y puede ser más rápido que el de Floyd-</a:t>
            </a:r>
            <a:r>
              <a:rPr lang="es-MX" sz="1200" b="0" i="0" kern="1200" dirty="0" err="1">
                <a:solidFill>
                  <a:schemeClr val="tx1"/>
                </a:solidFill>
                <a:effectLst/>
                <a:latin typeface="+mn-lt"/>
                <a:ea typeface="+mn-ea"/>
                <a:cs typeface="+mn-cs"/>
              </a:rPr>
              <a:t>Warshall</a:t>
            </a:r>
            <a:r>
              <a:rPr lang="es-MX" sz="1200" b="0" i="0" kern="1200" dirty="0">
                <a:solidFill>
                  <a:schemeClr val="tx1"/>
                </a:solidFill>
                <a:effectLst/>
                <a:latin typeface="+mn-lt"/>
                <a:ea typeface="+mn-ea"/>
                <a:cs typeface="+mn-cs"/>
              </a:rPr>
              <a:t> en grafos de baja densidad.</a:t>
            </a:r>
          </a:p>
          <a:p>
            <a:r>
              <a:rPr lang="es-MX" sz="1200" b="1" i="0" u="none" strike="noStrike" kern="1200" dirty="0">
                <a:solidFill>
                  <a:schemeClr val="tx1"/>
                </a:solidFill>
                <a:effectLst/>
                <a:latin typeface="+mn-lt"/>
                <a:ea typeface="+mn-ea"/>
                <a:cs typeface="+mn-cs"/>
                <a:hlinkClick r:id="rId9" tooltip="Algoritmo de Viterbi"/>
              </a:rPr>
              <a:t>Algoritmo de </a:t>
            </a:r>
            <a:r>
              <a:rPr lang="es-MX" sz="1200" b="1" i="0" u="none" strike="noStrike" kern="1200" dirty="0" err="1">
                <a:solidFill>
                  <a:schemeClr val="tx1"/>
                </a:solidFill>
                <a:effectLst/>
                <a:latin typeface="+mn-lt"/>
                <a:ea typeface="+mn-ea"/>
                <a:cs typeface="+mn-cs"/>
                <a:hlinkClick r:id="rId9" tooltip="Algoritmo de Viterbi"/>
              </a:rPr>
              <a:t>Viterbi</a:t>
            </a:r>
            <a:r>
              <a:rPr lang="es-MX" sz="1200" b="0" i="0" kern="1200" dirty="0">
                <a:solidFill>
                  <a:schemeClr val="tx1"/>
                </a:solidFill>
                <a:effectLst/>
                <a:latin typeface="+mn-lt"/>
                <a:ea typeface="+mn-ea"/>
                <a:cs typeface="+mn-cs"/>
              </a:rPr>
              <a:t>, resuelve el problema del camino estocástico más corto con un peso probabilístico adicional en cada vértice.</a:t>
            </a: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2</a:t>
            </a:fld>
            <a:endParaRPr lang="en-US"/>
          </a:p>
        </p:txBody>
      </p:sp>
    </p:spTree>
    <p:extLst>
      <p:ext uri="{BB962C8B-B14F-4D97-AF65-F5344CB8AC3E}">
        <p14:creationId xmlns:p14="http://schemas.microsoft.com/office/powerpoint/2010/main" val="3379178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dirty="0">
                <a:solidFill>
                  <a:schemeClr val="tx1"/>
                </a:solidFill>
                <a:effectLst/>
                <a:latin typeface="+mn-lt"/>
                <a:ea typeface="+mn-ea"/>
                <a:cs typeface="+mn-cs"/>
              </a:rPr>
              <a:t>Los algoritmos más importantes para resolver este problema son:</a:t>
            </a:r>
          </a:p>
          <a:p>
            <a:r>
              <a:rPr lang="es-MX" sz="1200" b="1" i="0" u="none" strike="noStrike" kern="1200" dirty="0">
                <a:solidFill>
                  <a:schemeClr val="tx1"/>
                </a:solidFill>
                <a:effectLst/>
                <a:latin typeface="+mn-lt"/>
                <a:ea typeface="+mn-ea"/>
                <a:cs typeface="+mn-cs"/>
                <a:hlinkClick r:id="rId3" tooltip="Algoritmo de Dijkstra"/>
              </a:rPr>
              <a:t>Algoritmo de </a:t>
            </a:r>
            <a:r>
              <a:rPr lang="es-MX" sz="1200" b="1" i="0" u="none" strike="noStrike" kern="1200" dirty="0" err="1">
                <a:solidFill>
                  <a:schemeClr val="tx1"/>
                </a:solidFill>
                <a:effectLst/>
                <a:latin typeface="+mn-lt"/>
                <a:ea typeface="+mn-ea"/>
                <a:cs typeface="+mn-cs"/>
                <a:hlinkClick r:id="rId3" tooltip="Algoritmo de Dijkstra"/>
              </a:rPr>
              <a:t>Dijkstra</a:t>
            </a:r>
            <a:r>
              <a:rPr lang="es-MX" sz="1200" b="0" i="0" kern="1200" dirty="0">
                <a:solidFill>
                  <a:schemeClr val="tx1"/>
                </a:solidFill>
                <a:effectLst/>
                <a:latin typeface="+mn-lt"/>
                <a:ea typeface="+mn-ea"/>
                <a:cs typeface="+mn-cs"/>
              </a:rPr>
              <a:t>, resuelve el problema de los caminos más cortos desde un único vértice origen hasta todos los otros vértices del grafo.</a:t>
            </a:r>
          </a:p>
          <a:p>
            <a:r>
              <a:rPr lang="es-MX" sz="1200" b="1" i="0" u="none" strike="noStrike" kern="1200" dirty="0">
                <a:solidFill>
                  <a:schemeClr val="tx1"/>
                </a:solidFill>
                <a:effectLst/>
                <a:latin typeface="+mn-lt"/>
                <a:ea typeface="+mn-ea"/>
                <a:cs typeface="+mn-cs"/>
                <a:hlinkClick r:id="rId4" tooltip="Algoritmo de Bellman-Ford"/>
              </a:rPr>
              <a:t>Algoritmo de </a:t>
            </a:r>
            <a:r>
              <a:rPr lang="es-MX" sz="1200" b="1" i="0" u="none" strike="noStrike" kern="1200" dirty="0" err="1">
                <a:solidFill>
                  <a:schemeClr val="tx1"/>
                </a:solidFill>
                <a:effectLst/>
                <a:latin typeface="+mn-lt"/>
                <a:ea typeface="+mn-ea"/>
                <a:cs typeface="+mn-cs"/>
                <a:hlinkClick r:id="rId4" tooltip="Algoritmo de Bellman-Ford"/>
              </a:rPr>
              <a:t>Bellman</a:t>
            </a:r>
            <a:r>
              <a:rPr lang="es-MX" sz="1200" b="1" i="0" u="none" strike="noStrike" kern="1200" dirty="0">
                <a:solidFill>
                  <a:schemeClr val="tx1"/>
                </a:solidFill>
                <a:effectLst/>
                <a:latin typeface="+mn-lt"/>
                <a:ea typeface="+mn-ea"/>
                <a:cs typeface="+mn-cs"/>
                <a:hlinkClick r:id="rId4" tooltip="Algoritmo de Bellman-Ford"/>
              </a:rPr>
              <a:t> - Ford</a:t>
            </a:r>
            <a:r>
              <a:rPr lang="es-MX" sz="1200" b="0" i="0" kern="1200" dirty="0">
                <a:solidFill>
                  <a:schemeClr val="tx1"/>
                </a:solidFill>
                <a:effectLst/>
                <a:latin typeface="+mn-lt"/>
                <a:ea typeface="+mn-ea"/>
                <a:cs typeface="+mn-cs"/>
              </a:rPr>
              <a:t>, resuelve el problema de los caminos más cortos desde un origen si la ponderación de las aristas es negativa.</a:t>
            </a:r>
          </a:p>
          <a:p>
            <a:r>
              <a:rPr lang="es-MX" sz="1200" b="1" i="0" u="none" strike="noStrike" kern="1200" dirty="0">
                <a:solidFill>
                  <a:schemeClr val="tx1"/>
                </a:solidFill>
                <a:effectLst/>
                <a:latin typeface="+mn-lt"/>
                <a:ea typeface="+mn-ea"/>
                <a:cs typeface="+mn-cs"/>
                <a:hlinkClick r:id="rId5" tooltip="Algoritmo de búsqueda A*"/>
              </a:rPr>
              <a:t>Algoritmo de Búsqueda A*</a:t>
            </a:r>
            <a:r>
              <a:rPr lang="es-MX" sz="1200" b="0" i="0" kern="1200" dirty="0">
                <a:solidFill>
                  <a:schemeClr val="tx1"/>
                </a:solidFill>
                <a:effectLst/>
                <a:latin typeface="+mn-lt"/>
                <a:ea typeface="+mn-ea"/>
                <a:cs typeface="+mn-cs"/>
              </a:rPr>
              <a:t>, resuelve el problema de los caminos más cortos entre un par de vértices usando la </a:t>
            </a:r>
            <a:r>
              <a:rPr lang="es-MX" sz="1200" b="0" i="0" u="none" strike="noStrike" kern="1200" dirty="0">
                <a:solidFill>
                  <a:schemeClr val="tx1"/>
                </a:solidFill>
                <a:effectLst/>
                <a:latin typeface="+mn-lt"/>
                <a:ea typeface="+mn-ea"/>
                <a:cs typeface="+mn-cs"/>
                <a:hlinkClick r:id="rId6" tooltip="Heurística"/>
              </a:rPr>
              <a:t>heurística</a:t>
            </a:r>
            <a:r>
              <a:rPr lang="es-MX" sz="1200" b="0" i="0" kern="1200" dirty="0">
                <a:solidFill>
                  <a:schemeClr val="tx1"/>
                </a:solidFill>
                <a:effectLst/>
                <a:latin typeface="+mn-lt"/>
                <a:ea typeface="+mn-ea"/>
                <a:cs typeface="+mn-cs"/>
              </a:rPr>
              <a:t> para intentar agilizar la búsqueda.</a:t>
            </a:r>
          </a:p>
          <a:p>
            <a:r>
              <a:rPr lang="es-MX" sz="1200" b="1" i="0" u="none" strike="noStrike" kern="1200" dirty="0">
                <a:solidFill>
                  <a:schemeClr val="tx1"/>
                </a:solidFill>
                <a:effectLst/>
                <a:latin typeface="+mn-lt"/>
                <a:ea typeface="+mn-ea"/>
                <a:cs typeface="+mn-cs"/>
                <a:hlinkClick r:id="rId7" tooltip="Algoritmo de Floyd-Warshall"/>
              </a:rPr>
              <a:t>Algoritmo de Floyd - </a:t>
            </a:r>
            <a:r>
              <a:rPr lang="es-MX" sz="1200" b="1" i="0" u="none" strike="noStrike" kern="1200" dirty="0" err="1">
                <a:solidFill>
                  <a:schemeClr val="tx1"/>
                </a:solidFill>
                <a:effectLst/>
                <a:latin typeface="+mn-lt"/>
                <a:ea typeface="+mn-ea"/>
                <a:cs typeface="+mn-cs"/>
                <a:hlinkClick r:id="rId7" tooltip="Algoritmo de Floyd-Warshall"/>
              </a:rPr>
              <a:t>Warshall</a:t>
            </a:r>
            <a:r>
              <a:rPr lang="es-MX" sz="1200" b="0" i="0" kern="1200" dirty="0">
                <a:solidFill>
                  <a:schemeClr val="tx1"/>
                </a:solidFill>
                <a:effectLst/>
                <a:latin typeface="+mn-lt"/>
                <a:ea typeface="+mn-ea"/>
                <a:cs typeface="+mn-cs"/>
              </a:rPr>
              <a:t>, resuelve el problema de los caminos más cortos entre todos los vértices.</a:t>
            </a:r>
          </a:p>
          <a:p>
            <a:r>
              <a:rPr lang="es-MX" sz="1200" b="1" i="0" u="none" strike="noStrike" kern="1200" dirty="0">
                <a:solidFill>
                  <a:schemeClr val="tx1"/>
                </a:solidFill>
                <a:effectLst/>
                <a:latin typeface="+mn-lt"/>
                <a:ea typeface="+mn-ea"/>
                <a:cs typeface="+mn-cs"/>
                <a:hlinkClick r:id="rId8" tooltip="Algoritmo de Johnson"/>
              </a:rPr>
              <a:t>Algoritmo de Johnson</a:t>
            </a:r>
            <a:r>
              <a:rPr lang="es-MX" sz="1200" b="0" i="0" kern="1200" dirty="0">
                <a:solidFill>
                  <a:schemeClr val="tx1"/>
                </a:solidFill>
                <a:effectLst/>
                <a:latin typeface="+mn-lt"/>
                <a:ea typeface="+mn-ea"/>
                <a:cs typeface="+mn-cs"/>
              </a:rPr>
              <a:t>, resuelve el problema de los caminos más cortos entre todos los vértices y puede ser más rápido que el de Floyd-</a:t>
            </a:r>
            <a:r>
              <a:rPr lang="es-MX" sz="1200" b="0" i="0" kern="1200" dirty="0" err="1">
                <a:solidFill>
                  <a:schemeClr val="tx1"/>
                </a:solidFill>
                <a:effectLst/>
                <a:latin typeface="+mn-lt"/>
                <a:ea typeface="+mn-ea"/>
                <a:cs typeface="+mn-cs"/>
              </a:rPr>
              <a:t>Warshall</a:t>
            </a:r>
            <a:r>
              <a:rPr lang="es-MX" sz="1200" b="0" i="0" kern="1200" dirty="0">
                <a:solidFill>
                  <a:schemeClr val="tx1"/>
                </a:solidFill>
                <a:effectLst/>
                <a:latin typeface="+mn-lt"/>
                <a:ea typeface="+mn-ea"/>
                <a:cs typeface="+mn-cs"/>
              </a:rPr>
              <a:t> en grafos de baja densidad.</a:t>
            </a:r>
          </a:p>
          <a:p>
            <a:r>
              <a:rPr lang="es-MX" sz="1200" b="1" i="0" u="none" strike="noStrike" kern="1200" dirty="0">
                <a:solidFill>
                  <a:schemeClr val="tx1"/>
                </a:solidFill>
                <a:effectLst/>
                <a:latin typeface="+mn-lt"/>
                <a:ea typeface="+mn-ea"/>
                <a:cs typeface="+mn-cs"/>
                <a:hlinkClick r:id="rId9" tooltip="Algoritmo de Viterbi"/>
              </a:rPr>
              <a:t>Algoritmo de </a:t>
            </a:r>
            <a:r>
              <a:rPr lang="es-MX" sz="1200" b="1" i="0" u="none" strike="noStrike" kern="1200" dirty="0" err="1">
                <a:solidFill>
                  <a:schemeClr val="tx1"/>
                </a:solidFill>
                <a:effectLst/>
                <a:latin typeface="+mn-lt"/>
                <a:ea typeface="+mn-ea"/>
                <a:cs typeface="+mn-cs"/>
                <a:hlinkClick r:id="rId9" tooltip="Algoritmo de Viterbi"/>
              </a:rPr>
              <a:t>Viterbi</a:t>
            </a:r>
            <a:r>
              <a:rPr lang="es-MX" sz="1200" b="0" i="0" kern="1200" dirty="0">
                <a:solidFill>
                  <a:schemeClr val="tx1"/>
                </a:solidFill>
                <a:effectLst/>
                <a:latin typeface="+mn-lt"/>
                <a:ea typeface="+mn-ea"/>
                <a:cs typeface="+mn-cs"/>
              </a:rPr>
              <a:t>, resuelve el problema del camino estocástico más corto con un peso probabilístico adicional en cada vértice.</a:t>
            </a: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3</a:t>
            </a:fld>
            <a:endParaRPr lang="en-US"/>
          </a:p>
        </p:txBody>
      </p:sp>
    </p:spTree>
    <p:extLst>
      <p:ext uri="{BB962C8B-B14F-4D97-AF65-F5344CB8AC3E}">
        <p14:creationId xmlns:p14="http://schemas.microsoft.com/office/powerpoint/2010/main" val="4248138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dirty="0">
                <a:solidFill>
                  <a:schemeClr val="tx1"/>
                </a:solidFill>
                <a:effectLst/>
                <a:latin typeface="+mn-lt"/>
                <a:ea typeface="+mn-ea"/>
                <a:cs typeface="+mn-cs"/>
              </a:rPr>
              <a:t>Las variables que han sido empleadas por la mayoría de los investigadores que dan solución a TSP son:</a:t>
            </a:r>
          </a:p>
          <a:p>
            <a:r>
              <a:rPr lang="es-MX" sz="1200" b="0" i="0" kern="1200" dirty="0">
                <a:solidFill>
                  <a:schemeClr val="tx1"/>
                </a:solidFill>
                <a:effectLst/>
                <a:latin typeface="+mn-lt"/>
                <a:ea typeface="+mn-ea"/>
                <a:cs typeface="+mn-cs"/>
              </a:rPr>
              <a:t>Tiempo de recorrido entre ciudades: horas, minutos, días, semanas, etc.</a:t>
            </a:r>
          </a:p>
          <a:p>
            <a:r>
              <a:rPr lang="es-MX" sz="1200" b="0" i="0" kern="1200" dirty="0">
                <a:solidFill>
                  <a:schemeClr val="tx1"/>
                </a:solidFill>
                <a:effectLst/>
                <a:latin typeface="+mn-lt"/>
                <a:ea typeface="+mn-ea"/>
                <a:cs typeface="+mn-cs"/>
              </a:rPr>
              <a:t>Distancia de recorrido entre ciudades: metros, kilómetros, millas, milímetros, etc.</a:t>
            </a:r>
          </a:p>
          <a:p>
            <a:r>
              <a:rPr lang="es-MX" sz="1200" b="0" i="0" kern="1200" dirty="0">
                <a:solidFill>
                  <a:schemeClr val="tx1"/>
                </a:solidFill>
                <a:effectLst/>
                <a:latin typeface="+mn-lt"/>
                <a:ea typeface="+mn-ea"/>
                <a:cs typeface="+mn-cs"/>
              </a:rPr>
              <a:t>Costo de traslado: dinero, desgaste de las piezas, gasto de energía, etc.</a:t>
            </a:r>
          </a:p>
          <a:p>
            <a:r>
              <a:rPr lang="es-MX" sz="1200" b="0" i="0" kern="1200" dirty="0">
                <a:solidFill>
                  <a:schemeClr val="tx1"/>
                </a:solidFill>
                <a:effectLst/>
                <a:latin typeface="+mn-lt"/>
                <a:ea typeface="+mn-ea"/>
                <a:cs typeface="+mn-cs"/>
              </a:rPr>
              <a:t>Las variables que se pueden adoptar dependen de cada problema, por ejemplo:</a:t>
            </a:r>
          </a:p>
          <a:p>
            <a:r>
              <a:rPr lang="es-MX" sz="1200" b="0" i="0" kern="1200" dirty="0">
                <a:solidFill>
                  <a:schemeClr val="tx1"/>
                </a:solidFill>
                <a:effectLst/>
                <a:latin typeface="+mn-lt"/>
                <a:ea typeface="+mn-ea"/>
                <a:cs typeface="+mn-cs"/>
              </a:rPr>
              <a:t>Circuitos electrónicos: cantidad de soldadura utilizada, menor espacio entre los puntos de soldadura de los circuitos, evitar el cruce entre las líneas de soldadura, tiempo de fabricación, distribución de los circuitos, entre otras.</a:t>
            </a:r>
          </a:p>
          <a:p>
            <a:r>
              <a:rPr lang="es-MX" sz="1200" b="0" i="0" kern="1200" dirty="0">
                <a:solidFill>
                  <a:schemeClr val="tx1"/>
                </a:solidFill>
                <a:effectLst/>
                <a:latin typeface="+mn-lt"/>
                <a:ea typeface="+mn-ea"/>
                <a:cs typeface="+mn-cs"/>
              </a:rPr>
              <a:t>Control de semáforos: Número de semáforos (nodos), tiempo de traslado entre semáforos, cantidad de autos que pasan por un punto, entre otras variables.</a:t>
            </a:r>
          </a:p>
          <a:p>
            <a:r>
              <a:rPr lang="es-MX" sz="1200" b="0" i="0" kern="1200" dirty="0">
                <a:solidFill>
                  <a:schemeClr val="tx1"/>
                </a:solidFill>
                <a:effectLst/>
                <a:latin typeface="+mn-lt"/>
                <a:ea typeface="+mn-ea"/>
                <a:cs typeface="+mn-cs"/>
              </a:rPr>
              <a:t>Previsión del tránsito terrestre: puntos en una ciudad, cantidad de vehículos, tiempo de traslado, tipos de vehículos, horas pico, correlación entre variables, regresión lineal, etc.</a:t>
            </a:r>
          </a:p>
          <a:p>
            <a:r>
              <a:rPr lang="es-MX" sz="1200" b="0" i="0" kern="1200" dirty="0">
                <a:solidFill>
                  <a:schemeClr val="tx1"/>
                </a:solidFill>
                <a:effectLst/>
                <a:latin typeface="+mn-lt"/>
                <a:ea typeface="+mn-ea"/>
                <a:cs typeface="+mn-cs"/>
              </a:rPr>
              <a:t>Entrega de productos: Peso de las entregas, número de entregas, nodos (domicilios) a visitar, recorridos, tiempos de traslado, tipo de vehículo, etc.</a:t>
            </a:r>
          </a:p>
          <a:p>
            <a:r>
              <a:rPr lang="es-MX" sz="1200" b="0" i="0" kern="1200" dirty="0">
                <a:solidFill>
                  <a:schemeClr val="tx1"/>
                </a:solidFill>
                <a:effectLst/>
                <a:latin typeface="+mn-lt"/>
                <a:ea typeface="+mn-ea"/>
                <a:cs typeface="+mn-cs"/>
              </a:rPr>
              <a:t>Estaciones de trabajo: secuencia de actividades, lugar de las herramientas (nodos), Tipo de herramientas, tiempo de uso, etc.</a:t>
            </a:r>
          </a:p>
          <a:p>
            <a:r>
              <a:rPr lang="es-MX" sz="1200" b="0" i="0" kern="1200" dirty="0">
                <a:solidFill>
                  <a:schemeClr val="tx1"/>
                </a:solidFill>
                <a:effectLst/>
                <a:latin typeface="+mn-lt"/>
                <a:ea typeface="+mn-ea"/>
                <a:cs typeface="+mn-cs"/>
              </a:rPr>
              <a:t>Edificación: puntos de edificación (construcciones), distancia entre las construcciones y los insumos, vehículos (grúas, camiones de volteo, etc.), cantidad de combustible que emplean, etc.</a:t>
            </a:r>
          </a:p>
          <a:p>
            <a:r>
              <a:rPr lang="es-MX" sz="1200" b="0" i="0" kern="1200" dirty="0">
                <a:solidFill>
                  <a:schemeClr val="tx1"/>
                </a:solidFill>
                <a:effectLst/>
                <a:latin typeface="+mn-lt"/>
                <a:ea typeface="+mn-ea"/>
                <a:cs typeface="+mn-cs"/>
              </a:rPr>
              <a:t>TSP se puede emplear en cualquier situación que requiere seleccionar nodos en cierto orden que reduzca los costos:</a:t>
            </a:r>
          </a:p>
          <a:p>
            <a:r>
              <a:rPr lang="es-MX" sz="1200" b="0" i="0" kern="1200" dirty="0">
                <a:solidFill>
                  <a:schemeClr val="tx1"/>
                </a:solidFill>
                <a:effectLst/>
                <a:latin typeface="+mn-lt"/>
                <a:ea typeface="+mn-ea"/>
                <a:cs typeface="+mn-cs"/>
              </a:rPr>
              <a:t>Reparto de productos. Mejorar una ruta de entrega para seguir la más corta.</a:t>
            </a:r>
          </a:p>
          <a:p>
            <a:r>
              <a:rPr lang="es-MX" sz="1200" b="0" i="0" kern="1200" dirty="0">
                <a:solidFill>
                  <a:schemeClr val="tx1"/>
                </a:solidFill>
                <a:effectLst/>
                <a:latin typeface="+mn-lt"/>
                <a:ea typeface="+mn-ea"/>
                <a:cs typeface="+mn-cs"/>
              </a:rPr>
              <a:t>Transporte. Mejorar el recorrido de caminos buscando la menor longitud (figura 1).</a:t>
            </a:r>
          </a:p>
          <a:p>
            <a:r>
              <a:rPr lang="es-MX" sz="1200" b="0" i="0" kern="1200" dirty="0">
                <a:solidFill>
                  <a:schemeClr val="tx1"/>
                </a:solidFill>
                <a:effectLst/>
                <a:latin typeface="+mn-lt"/>
                <a:ea typeface="+mn-ea"/>
                <a:cs typeface="+mn-cs"/>
              </a:rPr>
              <a:t>Robótica. Resolver problemas de fabricación para minimizar el número de desplazamientos al realizar una serie de perforaciones en un circuito impreso.</a:t>
            </a:r>
          </a:p>
          <a:p>
            <a:r>
              <a:rPr lang="es-MX" sz="1200" b="0" i="0" kern="1200" dirty="0">
                <a:solidFill>
                  <a:schemeClr val="tx1"/>
                </a:solidFill>
                <a:effectLst/>
                <a:latin typeface="+mn-lt"/>
                <a:ea typeface="+mn-ea"/>
                <a:cs typeface="+mn-cs"/>
              </a:rPr>
              <a:t>Turismo y agencias de viajes. Aun cuando los agentes de viajes no tienen un conocimiento explícito del Problema del Agente Viajero, las compañías dedicadas a este giro utilizan un software que hace todo el trabajo. Estos paquetes son capaces de resolver instancias pequeñas del TSP.</a:t>
            </a:r>
          </a:p>
          <a:p>
            <a:r>
              <a:rPr lang="es-MX" sz="1200" b="0" i="0" kern="1200" dirty="0">
                <a:solidFill>
                  <a:schemeClr val="tx1"/>
                </a:solidFill>
                <a:effectLst/>
                <a:latin typeface="+mn-lt"/>
                <a:ea typeface="+mn-ea"/>
                <a:cs typeface="+mn-cs"/>
              </a:rPr>
              <a:t>Horarios de transportes laborales y/o escolares. Estandarizar los horarios de los transportes es claramente una de sus aplicaciones, tanto que existen empresas que se especializan en ayudar a las escuelas a programarlos para optimizarlos en base a una solución del TSP.</a:t>
            </a:r>
          </a:p>
          <a:p>
            <a:r>
              <a:rPr lang="es-MX" sz="1200" b="0" i="0" kern="1200" dirty="0">
                <a:solidFill>
                  <a:schemeClr val="tx1"/>
                </a:solidFill>
                <a:effectLst/>
                <a:latin typeface="+mn-lt"/>
                <a:ea typeface="+mn-ea"/>
                <a:cs typeface="+mn-cs"/>
              </a:rPr>
              <a:t>Inspecciones a sitios remotos. Ordenar los lugares que deberá visitar un inspector en el menor tiempo.</a:t>
            </a:r>
          </a:p>
          <a:p>
            <a:r>
              <a:rPr lang="es-MX" sz="1200" b="0" i="0" kern="1200" dirty="0">
                <a:solidFill>
                  <a:schemeClr val="tx1"/>
                </a:solidFill>
                <a:effectLst/>
                <a:latin typeface="+mn-lt"/>
                <a:ea typeface="+mn-ea"/>
                <a:cs typeface="+mn-cs"/>
              </a:rPr>
              <a:t>Secuencias. Se refiere al orden en el cual n trabajos tienen que ser procesados de tal forma que se minimice el costo total de producción.</a:t>
            </a:r>
          </a:p>
          <a:p>
            <a:r>
              <a:rPr lang="es-MX" dirty="0"/>
              <a:t>https://www.uaeh.edu.mx/scige/boletin/tlahuelilpan/n3/e5.html</a:t>
            </a:r>
          </a:p>
          <a:p>
            <a:br>
              <a:rPr lang="es-MX" dirty="0"/>
            </a:br>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4</a:t>
            </a:fld>
            <a:endParaRPr lang="en-US"/>
          </a:p>
        </p:txBody>
      </p:sp>
    </p:spTree>
    <p:extLst>
      <p:ext uri="{BB962C8B-B14F-4D97-AF65-F5344CB8AC3E}">
        <p14:creationId xmlns:p14="http://schemas.microsoft.com/office/powerpoint/2010/main" val="2192832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dirty="0">
                <a:solidFill>
                  <a:schemeClr val="tx1"/>
                </a:solidFill>
                <a:effectLst/>
                <a:latin typeface="+mn-lt"/>
                <a:ea typeface="+mn-ea"/>
                <a:cs typeface="+mn-cs"/>
              </a:rPr>
              <a:t>Algoritmos genéticos: la solución consiste en encontrar un individuo cuya combinación de genes (cada gen es una variable), den solución al problema de visitar todas las ciudades una vez. Otra solución es que cada gen es una ciudad y cuyo orden dependerá del orden en que serán visitadas.</a:t>
            </a:r>
          </a:p>
          <a:p>
            <a:r>
              <a:rPr lang="es-MX" sz="1200" b="0" i="0" kern="1200" dirty="0">
                <a:solidFill>
                  <a:schemeClr val="tx1"/>
                </a:solidFill>
                <a:effectLst/>
                <a:latin typeface="+mn-lt"/>
                <a:ea typeface="+mn-ea"/>
                <a:cs typeface="+mn-cs"/>
              </a:rPr>
              <a:t>Redes neuronales: Una red neuronal simula las conexiones entre los nodos (lugares por visitar), y cada recorrido por las diferentes neuronas genera al final un camino que involucra el tour por todas las ciudades visitadas una sola vez.</a:t>
            </a:r>
          </a:p>
          <a:p>
            <a:r>
              <a:rPr lang="es-MX" sz="1200" b="0" i="0" kern="1200" dirty="0">
                <a:solidFill>
                  <a:schemeClr val="tx1"/>
                </a:solidFill>
                <a:effectLst/>
                <a:latin typeface="+mn-lt"/>
                <a:ea typeface="+mn-ea"/>
                <a:cs typeface="+mn-cs"/>
              </a:rPr>
              <a:t>Colonia de hormigas (ACO): las hormigas encuentran el camino más corto entre 2 puntos; para TSP, se considera el punto de inicio como el punto final, el mismo nodo; de esta manera, las hormigas deben recorrer todas las ciudades en un circuito, sin pasar 2 veces por la misma ciudad.</a:t>
            </a:r>
          </a:p>
          <a:p>
            <a:r>
              <a:rPr lang="es-MX" sz="1200" b="0" i="0" kern="1200" dirty="0">
                <a:solidFill>
                  <a:schemeClr val="tx1"/>
                </a:solidFill>
                <a:effectLst/>
                <a:latin typeface="+mn-lt"/>
                <a:ea typeface="+mn-ea"/>
                <a:cs typeface="+mn-cs"/>
              </a:rPr>
              <a:t>Project  </a:t>
            </a:r>
            <a:r>
              <a:rPr lang="es-MX" sz="1200" b="0" i="0" kern="1200" dirty="0" err="1">
                <a:solidFill>
                  <a:schemeClr val="tx1"/>
                </a:solidFill>
                <a:effectLst/>
                <a:latin typeface="+mn-lt"/>
                <a:ea typeface="+mn-ea"/>
                <a:cs typeface="+mn-cs"/>
              </a:rPr>
              <a:t>Scheduling</a:t>
            </a:r>
            <a:r>
              <a:rPr lang="es-MX" sz="1200" b="0" i="0" kern="1200" dirty="0">
                <a:solidFill>
                  <a:schemeClr val="tx1"/>
                </a:solidFill>
                <a:effectLst/>
                <a:latin typeface="+mn-lt"/>
                <a:ea typeface="+mn-ea"/>
                <a:cs typeface="+mn-cs"/>
              </a:rPr>
              <a:t> </a:t>
            </a:r>
            <a:r>
              <a:rPr lang="es-MX" sz="1200" b="0" i="0" kern="1200" dirty="0" err="1">
                <a:solidFill>
                  <a:schemeClr val="tx1"/>
                </a:solidFill>
                <a:effectLst/>
                <a:latin typeface="+mn-lt"/>
                <a:ea typeface="+mn-ea"/>
                <a:cs typeface="+mn-cs"/>
              </a:rPr>
              <a:t>Problem</a:t>
            </a:r>
            <a:r>
              <a:rPr lang="es-MX" sz="1200" b="0" i="0" kern="1200" dirty="0">
                <a:solidFill>
                  <a:schemeClr val="tx1"/>
                </a:solidFill>
                <a:effectLst/>
                <a:latin typeface="+mn-lt"/>
                <a:ea typeface="+mn-ea"/>
                <a:cs typeface="+mn-cs"/>
              </a:rPr>
              <a:t> (PSP): Buscar la solución considerando principalmente el uso mínimo de recursos durante cada recorrido.</a:t>
            </a:r>
          </a:p>
          <a:p>
            <a:r>
              <a:rPr lang="es-MX" sz="1200" b="0" i="0" kern="1200" dirty="0">
                <a:solidFill>
                  <a:schemeClr val="tx1"/>
                </a:solidFill>
                <a:effectLst/>
                <a:latin typeface="+mn-lt"/>
                <a:ea typeface="+mn-ea"/>
                <a:cs typeface="+mn-cs"/>
              </a:rPr>
              <a:t>Búsqueda Tabú: consiste en buscar el vecino próximo cuyos costos de traslado del nodo actual al siguiente, sea el de menor costo en cuanto al uso de recursos</a:t>
            </a:r>
          </a:p>
          <a:p>
            <a:r>
              <a:rPr lang="es-MX" sz="1200" b="0" i="0" kern="1200" dirty="0">
                <a:solidFill>
                  <a:schemeClr val="tx1"/>
                </a:solidFill>
                <a:effectLst/>
                <a:latin typeface="+mn-lt"/>
                <a:ea typeface="+mn-ea"/>
                <a:cs typeface="+mn-cs"/>
              </a:rPr>
              <a:t>Combinación de propuestas: Las técnicas de Inteligencia Artificial se pueden combinar para crear meta heurísticas, conformando diferentes soluciones tales como: algoritmos genéticos con redes neuronales, PSP con ACO, PSP con redes neuronales, etc.</a:t>
            </a:r>
          </a:p>
          <a:p>
            <a:endParaRPr lang="en-US" dirty="0"/>
          </a:p>
          <a:p>
            <a:r>
              <a:rPr lang="en-US" dirty="0"/>
              <a:t>--</a:t>
            </a:r>
          </a:p>
          <a:p>
            <a:r>
              <a:rPr lang="es-MX" dirty="0"/>
              <a:t>http://www.ptolomeo.unam.mx:8080/xmlui/bitstream/handle/132.248.52.100/6533/Tesis.pdf?sequence=1</a:t>
            </a:r>
            <a:endParaRPr lang="en-US" dirty="0"/>
          </a:p>
          <a:p>
            <a:r>
              <a:rPr lang="es-MX" dirty="0"/>
              <a:t>Entre distintos tipos de métodos heurísticos destacan los siguientes: </a:t>
            </a:r>
          </a:p>
          <a:p>
            <a:r>
              <a:rPr lang="es-MX" dirty="0"/>
              <a:t>Métodos Constructivos. Agregan componentes adicionales a la solución hasta que se obtiene una solución factible; </a:t>
            </a:r>
          </a:p>
          <a:p>
            <a:r>
              <a:rPr lang="es-MX" dirty="0"/>
              <a:t>Métodos de Descomposición. Dividen el problema en varias partes para simplificar su solución; </a:t>
            </a:r>
          </a:p>
          <a:p>
            <a:r>
              <a:rPr lang="es-MX" dirty="0"/>
              <a:t>Métodos de Reducción. Tratan de identificar o suponer un atributo de la solución óptima para obtener una aproximación; y </a:t>
            </a:r>
          </a:p>
          <a:p>
            <a:r>
              <a:rPr lang="es-MX" dirty="0"/>
              <a:t>Manipulación del Modelo. Buscan reducir el tamaño del modelo aplicando herramientas estadísticas y combinatorias. </a:t>
            </a:r>
            <a:endParaRPr lang="en-US" dirty="0"/>
          </a:p>
        </p:txBody>
      </p:sp>
      <p:sp>
        <p:nvSpPr>
          <p:cNvPr id="4" name="Marcador de número de diapositiva 3"/>
          <p:cNvSpPr>
            <a:spLocks noGrp="1"/>
          </p:cNvSpPr>
          <p:nvPr>
            <p:ph type="sldNum" sz="quarter" idx="10"/>
          </p:nvPr>
        </p:nvSpPr>
        <p:spPr/>
        <p:txBody>
          <a:bodyPr/>
          <a:lstStyle/>
          <a:p>
            <a:fld id="{AEE39275-94D0-4128-8DE7-56F38166E2AF}" type="slidenum">
              <a:rPr lang="en-US" smtClean="0"/>
              <a:t>5</a:t>
            </a:fld>
            <a:endParaRPr lang="en-US"/>
          </a:p>
        </p:txBody>
      </p:sp>
    </p:spTree>
    <p:extLst>
      <p:ext uri="{BB962C8B-B14F-4D97-AF65-F5344CB8AC3E}">
        <p14:creationId xmlns:p14="http://schemas.microsoft.com/office/powerpoint/2010/main" val="3703329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6</a:t>
            </a:fld>
            <a:endParaRPr lang="en-US"/>
          </a:p>
        </p:txBody>
      </p:sp>
    </p:spTree>
    <p:extLst>
      <p:ext uri="{BB962C8B-B14F-4D97-AF65-F5344CB8AC3E}">
        <p14:creationId xmlns:p14="http://schemas.microsoft.com/office/powerpoint/2010/main" val="3711860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7</a:t>
            </a:fld>
            <a:endParaRPr lang="en-US"/>
          </a:p>
        </p:txBody>
      </p:sp>
    </p:spTree>
    <p:extLst>
      <p:ext uri="{BB962C8B-B14F-4D97-AF65-F5344CB8AC3E}">
        <p14:creationId xmlns:p14="http://schemas.microsoft.com/office/powerpoint/2010/main" val="392514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8</a:t>
            </a:fld>
            <a:endParaRPr lang="en-US"/>
          </a:p>
        </p:txBody>
      </p:sp>
    </p:spTree>
    <p:extLst>
      <p:ext uri="{BB962C8B-B14F-4D97-AF65-F5344CB8AC3E}">
        <p14:creationId xmlns:p14="http://schemas.microsoft.com/office/powerpoint/2010/main" val="3830005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MX" dirty="0">
                <a:solidFill>
                  <a:srgbClr val="003300"/>
                </a:solidFill>
              </a:rPr>
              <a:t>Está basado en programación entera.</a:t>
            </a:r>
          </a:p>
          <a:p>
            <a:pPr algn="just"/>
            <a:r>
              <a:rPr lang="es-MX" dirty="0">
                <a:solidFill>
                  <a:srgbClr val="003300"/>
                </a:solidFill>
              </a:rPr>
              <a:t>El criterio de localización está basado en las distancias mínimas.</a:t>
            </a:r>
          </a:p>
          <a:p>
            <a:pPr algn="just"/>
            <a:r>
              <a:rPr lang="es-MX" dirty="0">
                <a:solidFill>
                  <a:srgbClr val="003300"/>
                </a:solidFill>
              </a:rPr>
              <a:t>Los sitios de localización están restringidos a una cantidad determinada.</a:t>
            </a:r>
          </a:p>
          <a:p>
            <a:pPr algn="just"/>
            <a:r>
              <a:rPr lang="es-MX" dirty="0">
                <a:solidFill>
                  <a:srgbClr val="003300"/>
                </a:solidFill>
              </a:rPr>
              <a:t>Es posible encontrar la localización de </a:t>
            </a:r>
            <a:r>
              <a:rPr lang="es-MX" i="1" dirty="0">
                <a:solidFill>
                  <a:srgbClr val="003300"/>
                </a:solidFill>
              </a:rPr>
              <a:t>m</a:t>
            </a:r>
            <a:r>
              <a:rPr lang="es-MX" dirty="0">
                <a:solidFill>
                  <a:srgbClr val="003300"/>
                </a:solidFill>
              </a:rPr>
              <a:t> instalaciones en un tiempo especifico.</a:t>
            </a:r>
            <a:endParaRPr lang="es-ES" dirty="0">
              <a:solidFill>
                <a:srgbClr val="003300"/>
              </a:solidFill>
            </a:endParaRP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12</a:t>
            </a:fld>
            <a:endParaRPr lang="en-US"/>
          </a:p>
        </p:txBody>
      </p:sp>
    </p:spTree>
    <p:extLst>
      <p:ext uri="{BB962C8B-B14F-4D97-AF65-F5344CB8AC3E}">
        <p14:creationId xmlns:p14="http://schemas.microsoft.com/office/powerpoint/2010/main" val="4293798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MX" dirty="0">
                <a:solidFill>
                  <a:srgbClr val="003300"/>
                </a:solidFill>
              </a:rPr>
              <a:t>Esta basado en programación entera.</a:t>
            </a:r>
          </a:p>
          <a:p>
            <a:pPr algn="just"/>
            <a:r>
              <a:rPr lang="es-MX" dirty="0">
                <a:solidFill>
                  <a:srgbClr val="003300"/>
                </a:solidFill>
              </a:rPr>
              <a:t>El criterio de localización esta basado en los costos de transporte y costos fijos de instalaciones.</a:t>
            </a:r>
          </a:p>
          <a:p>
            <a:pPr algn="just"/>
            <a:r>
              <a:rPr lang="es-MX" dirty="0">
                <a:solidFill>
                  <a:srgbClr val="003300"/>
                </a:solidFill>
              </a:rPr>
              <a:t>Los sitios de localización están restringidos a una cantidad determinada</a:t>
            </a:r>
          </a:p>
          <a:p>
            <a:pPr algn="just"/>
            <a:r>
              <a:rPr lang="es-MX" dirty="0">
                <a:solidFill>
                  <a:srgbClr val="003300"/>
                </a:solidFill>
              </a:rPr>
              <a:t>Es posible encontrar la localización de </a:t>
            </a:r>
            <a:r>
              <a:rPr lang="es-MX" i="1" dirty="0">
                <a:solidFill>
                  <a:srgbClr val="003300"/>
                </a:solidFill>
              </a:rPr>
              <a:t>m</a:t>
            </a:r>
            <a:r>
              <a:rPr lang="es-MX" dirty="0">
                <a:solidFill>
                  <a:srgbClr val="003300"/>
                </a:solidFill>
              </a:rPr>
              <a:t> instalaciones en un tiempo especifico.</a:t>
            </a:r>
            <a:endParaRPr lang="es-ES" dirty="0">
              <a:solidFill>
                <a:srgbClr val="003300"/>
              </a:solidFill>
            </a:endParaRP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13</a:t>
            </a:fld>
            <a:endParaRPr lang="en-US"/>
          </a:p>
        </p:txBody>
      </p:sp>
    </p:spTree>
    <p:extLst>
      <p:ext uri="{BB962C8B-B14F-4D97-AF65-F5344CB8AC3E}">
        <p14:creationId xmlns:p14="http://schemas.microsoft.com/office/powerpoint/2010/main" val="3847195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457200" indent="-457200" algn="just">
              <a:buFont typeface="Wingdings" pitchFamily="2" charset="2"/>
              <a:buChar char="Ø"/>
              <a:tabLst>
                <a:tab pos="1092200" algn="l"/>
              </a:tabLst>
              <a:defRPr/>
            </a:pPr>
            <a:r>
              <a:rPr lang="en-US" dirty="0">
                <a:solidFill>
                  <a:schemeClr val="accent6">
                    <a:lumMod val="50000"/>
                  </a:schemeClr>
                </a:solidFill>
              </a:rPr>
              <a:t>The number of warehouses to locate is not fixed beforehand.</a:t>
            </a:r>
          </a:p>
          <a:p>
            <a:pPr marL="1257300" lvl="2" algn="just">
              <a:buFont typeface="Wingdings" pitchFamily="2" charset="2"/>
              <a:buChar char="Ø"/>
              <a:tabLst>
                <a:tab pos="1092200" algn="l"/>
              </a:tabLst>
              <a:defRPr/>
            </a:pPr>
            <a:endParaRPr lang="en-US" dirty="0">
              <a:solidFill>
                <a:schemeClr val="accent6">
                  <a:lumMod val="50000"/>
                </a:schemeClr>
              </a:solidFill>
            </a:endParaRPr>
          </a:p>
          <a:p>
            <a:pPr marL="457200" indent="-457200" algn="just">
              <a:buFont typeface="Wingdings" pitchFamily="2" charset="2"/>
              <a:buChar char="Ø"/>
              <a:tabLst>
                <a:tab pos="1092200" algn="l"/>
              </a:tabLst>
              <a:defRPr/>
            </a:pPr>
            <a:r>
              <a:rPr lang="en-US" dirty="0">
                <a:solidFill>
                  <a:schemeClr val="accent6">
                    <a:lumMod val="50000"/>
                  </a:schemeClr>
                </a:solidFill>
              </a:rPr>
              <a:t>If a warehouse is located at site </a:t>
            </a:r>
            <a:r>
              <a:rPr lang="en-US" i="1" dirty="0">
                <a:solidFill>
                  <a:schemeClr val="accent6">
                    <a:lumMod val="50000"/>
                  </a:schemeClr>
                </a:solidFill>
              </a:rPr>
              <a:t>j</a:t>
            </a:r>
            <a:r>
              <a:rPr lang="en-US" dirty="0">
                <a:solidFill>
                  <a:schemeClr val="accent6">
                    <a:lumMod val="50000"/>
                  </a:schemeClr>
                </a:solidFill>
              </a:rPr>
              <a:t>:</a:t>
            </a:r>
          </a:p>
          <a:p>
            <a:pPr marL="1143000" lvl="1" indent="-279400" algn="just">
              <a:buFont typeface="Wingdings" pitchFamily="2" charset="2"/>
              <a:buChar char="§"/>
              <a:tabLst>
                <a:tab pos="1092200" algn="l"/>
              </a:tabLst>
              <a:defRPr/>
            </a:pPr>
            <a:r>
              <a:rPr lang="en-US" sz="2000" dirty="0">
                <a:solidFill>
                  <a:schemeClr val="accent6">
                    <a:lumMod val="50000"/>
                  </a:schemeClr>
                </a:solidFill>
              </a:rPr>
              <a:t>A fixed cost </a:t>
            </a:r>
            <a:r>
              <a:rPr lang="en-US" sz="2000" i="1" dirty="0">
                <a:solidFill>
                  <a:schemeClr val="accent6">
                    <a:lumMod val="50000"/>
                  </a:schemeClr>
                </a:solidFill>
              </a:rPr>
              <a:t>fi</a:t>
            </a:r>
            <a:r>
              <a:rPr lang="en-US" sz="2000" dirty="0">
                <a:solidFill>
                  <a:schemeClr val="accent6">
                    <a:lumMod val="50000"/>
                  </a:schemeClr>
                </a:solidFill>
              </a:rPr>
              <a:t> is incurred,</a:t>
            </a:r>
          </a:p>
          <a:p>
            <a:pPr marL="1143000" lvl="1" indent="-279400" algn="just">
              <a:buFont typeface="Wingdings" pitchFamily="2" charset="2"/>
              <a:buChar char="§"/>
              <a:tabLst>
                <a:tab pos="1092200" algn="l"/>
              </a:tabLst>
              <a:defRPr/>
            </a:pPr>
            <a:r>
              <a:rPr lang="en-US" sz="2000" dirty="0">
                <a:solidFill>
                  <a:schemeClr val="accent6">
                    <a:lumMod val="50000"/>
                  </a:schemeClr>
                </a:solidFill>
              </a:rPr>
              <a:t>There is a capacity </a:t>
            </a:r>
            <a:r>
              <a:rPr lang="en-US" sz="2000" i="1" dirty="0">
                <a:solidFill>
                  <a:schemeClr val="accent6">
                    <a:lumMod val="50000"/>
                  </a:schemeClr>
                </a:solidFill>
              </a:rPr>
              <a:t>q</a:t>
            </a:r>
            <a:r>
              <a:rPr lang="en-US" sz="2000" i="1" baseline="-25000" dirty="0">
                <a:solidFill>
                  <a:schemeClr val="accent6">
                    <a:lumMod val="50000"/>
                  </a:schemeClr>
                </a:solidFill>
              </a:rPr>
              <a:t>i</a:t>
            </a:r>
            <a:r>
              <a:rPr lang="en-US" sz="2000" dirty="0">
                <a:solidFill>
                  <a:schemeClr val="accent6">
                    <a:lumMod val="50000"/>
                  </a:schemeClr>
                </a:solidFill>
              </a:rPr>
              <a:t> on the amount of   demand it can serve.</a:t>
            </a:r>
          </a:p>
          <a:p>
            <a:pPr lvl="4" algn="just">
              <a:buFont typeface="Wingdings" pitchFamily="2" charset="2"/>
              <a:buChar char="§"/>
              <a:tabLst>
                <a:tab pos="1092200" algn="l"/>
              </a:tabLst>
              <a:defRPr/>
            </a:pPr>
            <a:endParaRPr lang="en-US" sz="1600" dirty="0">
              <a:solidFill>
                <a:schemeClr val="accent6">
                  <a:lumMod val="50000"/>
                </a:schemeClr>
              </a:solidFill>
            </a:endParaRPr>
          </a:p>
          <a:p>
            <a:pPr marL="457200" indent="-457200" algn="just">
              <a:buFont typeface="Wingdings" pitchFamily="2" charset="2"/>
              <a:buChar char="§"/>
              <a:tabLst>
                <a:tab pos="1092200" algn="l"/>
              </a:tabLst>
              <a:defRPr/>
            </a:pPr>
            <a:r>
              <a:rPr lang="en-US" dirty="0">
                <a:solidFill>
                  <a:schemeClr val="accent6">
                    <a:lumMod val="50000"/>
                  </a:schemeClr>
                </a:solidFill>
              </a:rPr>
              <a:t>We now have capacity constraints on the facility and therefore a retailer will not always be assigned to its nearest warehouse. </a:t>
            </a:r>
          </a:p>
          <a:p>
            <a:pPr marL="457200" indent="-457200" algn="just">
              <a:buFont typeface="Wingdings" pitchFamily="2" charset="2"/>
              <a:buChar char="Ø"/>
              <a:tabLst>
                <a:tab pos="1092200" algn="l"/>
              </a:tabLst>
              <a:defRPr/>
            </a:pPr>
            <a:r>
              <a:rPr lang="en-US" dirty="0">
                <a:solidFill>
                  <a:schemeClr val="accent6">
                    <a:lumMod val="50000"/>
                  </a:schemeClr>
                </a:solidFill>
              </a:rPr>
              <a:t>The number of warehouses to locate is not fixed beforehand.</a:t>
            </a:r>
          </a:p>
          <a:p>
            <a:pPr marL="1257300" lvl="2" algn="just">
              <a:buFont typeface="Wingdings" pitchFamily="2" charset="2"/>
              <a:buChar char="Ø"/>
              <a:tabLst>
                <a:tab pos="1092200" algn="l"/>
              </a:tabLst>
              <a:defRPr/>
            </a:pPr>
            <a:endParaRPr lang="en-US" dirty="0">
              <a:solidFill>
                <a:schemeClr val="accent6">
                  <a:lumMod val="50000"/>
                </a:schemeClr>
              </a:solidFill>
            </a:endParaRPr>
          </a:p>
          <a:p>
            <a:pPr marL="457200" indent="-457200" algn="just">
              <a:buFont typeface="Wingdings" pitchFamily="2" charset="2"/>
              <a:buChar char="Ø"/>
              <a:tabLst>
                <a:tab pos="1092200" algn="l"/>
              </a:tabLst>
              <a:defRPr/>
            </a:pPr>
            <a:r>
              <a:rPr lang="en-US" dirty="0">
                <a:solidFill>
                  <a:schemeClr val="accent6">
                    <a:lumMod val="50000"/>
                  </a:schemeClr>
                </a:solidFill>
              </a:rPr>
              <a:t>If a warehouse is located at site </a:t>
            </a:r>
            <a:r>
              <a:rPr lang="en-US" i="1" dirty="0">
                <a:solidFill>
                  <a:schemeClr val="accent6">
                    <a:lumMod val="50000"/>
                  </a:schemeClr>
                </a:solidFill>
              </a:rPr>
              <a:t>j</a:t>
            </a:r>
            <a:r>
              <a:rPr lang="en-US" dirty="0">
                <a:solidFill>
                  <a:schemeClr val="accent6">
                    <a:lumMod val="50000"/>
                  </a:schemeClr>
                </a:solidFill>
              </a:rPr>
              <a:t>:</a:t>
            </a:r>
          </a:p>
          <a:p>
            <a:pPr marL="1143000" lvl="1" indent="-279400" algn="just">
              <a:buFont typeface="Wingdings" pitchFamily="2" charset="2"/>
              <a:buChar char="§"/>
              <a:tabLst>
                <a:tab pos="1092200" algn="l"/>
              </a:tabLst>
              <a:defRPr/>
            </a:pPr>
            <a:r>
              <a:rPr lang="en-US" sz="2000" dirty="0">
                <a:solidFill>
                  <a:schemeClr val="accent6">
                    <a:lumMod val="50000"/>
                  </a:schemeClr>
                </a:solidFill>
              </a:rPr>
              <a:t>A fixed cost </a:t>
            </a:r>
            <a:r>
              <a:rPr lang="en-US" sz="2000" i="1" dirty="0">
                <a:solidFill>
                  <a:schemeClr val="accent6">
                    <a:lumMod val="50000"/>
                  </a:schemeClr>
                </a:solidFill>
              </a:rPr>
              <a:t>fi</a:t>
            </a:r>
            <a:r>
              <a:rPr lang="en-US" sz="2000" dirty="0">
                <a:solidFill>
                  <a:schemeClr val="accent6">
                    <a:lumMod val="50000"/>
                  </a:schemeClr>
                </a:solidFill>
              </a:rPr>
              <a:t> is incurred,</a:t>
            </a:r>
          </a:p>
          <a:p>
            <a:pPr marL="1143000" lvl="1" indent="-279400" algn="just">
              <a:buFont typeface="Wingdings" pitchFamily="2" charset="2"/>
              <a:buChar char="§"/>
              <a:tabLst>
                <a:tab pos="1092200" algn="l"/>
              </a:tabLst>
              <a:defRPr/>
            </a:pPr>
            <a:r>
              <a:rPr lang="en-US" sz="2000" dirty="0">
                <a:solidFill>
                  <a:schemeClr val="accent6">
                    <a:lumMod val="50000"/>
                  </a:schemeClr>
                </a:solidFill>
              </a:rPr>
              <a:t>There is a capacity </a:t>
            </a:r>
            <a:r>
              <a:rPr lang="en-US" sz="2000" i="1" dirty="0">
                <a:solidFill>
                  <a:schemeClr val="accent6">
                    <a:lumMod val="50000"/>
                  </a:schemeClr>
                </a:solidFill>
              </a:rPr>
              <a:t>q</a:t>
            </a:r>
            <a:r>
              <a:rPr lang="en-US" sz="2000" i="1" baseline="-25000" dirty="0">
                <a:solidFill>
                  <a:schemeClr val="accent6">
                    <a:lumMod val="50000"/>
                  </a:schemeClr>
                </a:solidFill>
              </a:rPr>
              <a:t>i</a:t>
            </a:r>
            <a:r>
              <a:rPr lang="en-US" sz="2000" dirty="0">
                <a:solidFill>
                  <a:schemeClr val="accent6">
                    <a:lumMod val="50000"/>
                  </a:schemeClr>
                </a:solidFill>
              </a:rPr>
              <a:t> on the amount of   demand it can serve.</a:t>
            </a:r>
          </a:p>
          <a:p>
            <a:pPr lvl="4" algn="just">
              <a:buFont typeface="Wingdings" pitchFamily="2" charset="2"/>
              <a:buChar char="§"/>
              <a:tabLst>
                <a:tab pos="1092200" algn="l"/>
              </a:tabLst>
              <a:defRPr/>
            </a:pPr>
            <a:endParaRPr lang="en-US" sz="1600" dirty="0">
              <a:solidFill>
                <a:schemeClr val="accent6">
                  <a:lumMod val="50000"/>
                </a:schemeClr>
              </a:solidFill>
            </a:endParaRPr>
          </a:p>
          <a:p>
            <a:pPr marL="457200" indent="-457200" algn="just">
              <a:buFont typeface="Wingdings" pitchFamily="2" charset="2"/>
              <a:buChar char="§"/>
              <a:tabLst>
                <a:tab pos="1092200" algn="l"/>
              </a:tabLst>
              <a:defRPr/>
            </a:pPr>
            <a:r>
              <a:rPr lang="en-US" dirty="0">
                <a:solidFill>
                  <a:schemeClr val="accent6">
                    <a:lumMod val="50000"/>
                  </a:schemeClr>
                </a:solidFill>
              </a:rPr>
              <a:t>We now have capacity constraints on the facility and therefore a retailer will not always be assigned to its nearest warehouse. </a:t>
            </a:r>
          </a:p>
          <a:p>
            <a:pPr marL="457200" indent="-457200" algn="just">
              <a:buFont typeface="Wingdings" pitchFamily="2" charset="2"/>
              <a:buChar char="Ø"/>
              <a:tabLst>
                <a:tab pos="1092200" algn="l"/>
              </a:tabLst>
              <a:defRPr/>
            </a:pPr>
            <a:r>
              <a:rPr lang="en-US" dirty="0">
                <a:solidFill>
                  <a:schemeClr val="accent6">
                    <a:lumMod val="50000"/>
                  </a:schemeClr>
                </a:solidFill>
              </a:rPr>
              <a:t>The number of warehouses to locate is not fixed beforehand.</a:t>
            </a:r>
          </a:p>
          <a:p>
            <a:pPr marL="1257300" lvl="2" algn="just">
              <a:buFont typeface="Wingdings" pitchFamily="2" charset="2"/>
              <a:buChar char="Ø"/>
              <a:tabLst>
                <a:tab pos="1092200" algn="l"/>
              </a:tabLst>
              <a:defRPr/>
            </a:pPr>
            <a:endParaRPr lang="en-US" dirty="0">
              <a:solidFill>
                <a:schemeClr val="accent6">
                  <a:lumMod val="50000"/>
                </a:schemeClr>
              </a:solidFill>
            </a:endParaRPr>
          </a:p>
          <a:p>
            <a:pPr marL="457200" indent="-457200" algn="just">
              <a:buFont typeface="Wingdings" pitchFamily="2" charset="2"/>
              <a:buChar char="Ø"/>
              <a:tabLst>
                <a:tab pos="1092200" algn="l"/>
              </a:tabLst>
              <a:defRPr/>
            </a:pPr>
            <a:r>
              <a:rPr lang="en-US" dirty="0">
                <a:solidFill>
                  <a:schemeClr val="accent6">
                    <a:lumMod val="50000"/>
                  </a:schemeClr>
                </a:solidFill>
              </a:rPr>
              <a:t>If a warehouse is located at site </a:t>
            </a:r>
            <a:r>
              <a:rPr lang="en-US" i="1" dirty="0">
                <a:solidFill>
                  <a:schemeClr val="accent6">
                    <a:lumMod val="50000"/>
                  </a:schemeClr>
                </a:solidFill>
              </a:rPr>
              <a:t>j</a:t>
            </a:r>
            <a:r>
              <a:rPr lang="en-US" dirty="0">
                <a:solidFill>
                  <a:schemeClr val="accent6">
                    <a:lumMod val="50000"/>
                  </a:schemeClr>
                </a:solidFill>
              </a:rPr>
              <a:t>:</a:t>
            </a:r>
          </a:p>
          <a:p>
            <a:pPr marL="1143000" lvl="1" indent="-279400" algn="just">
              <a:buFont typeface="Wingdings" pitchFamily="2" charset="2"/>
              <a:buChar char="§"/>
              <a:tabLst>
                <a:tab pos="1092200" algn="l"/>
              </a:tabLst>
              <a:defRPr/>
            </a:pPr>
            <a:r>
              <a:rPr lang="en-US" sz="2000" dirty="0">
                <a:solidFill>
                  <a:schemeClr val="accent6">
                    <a:lumMod val="50000"/>
                  </a:schemeClr>
                </a:solidFill>
              </a:rPr>
              <a:t>A fixed cost </a:t>
            </a:r>
            <a:r>
              <a:rPr lang="en-US" sz="2000" i="1" dirty="0">
                <a:solidFill>
                  <a:schemeClr val="accent6">
                    <a:lumMod val="50000"/>
                  </a:schemeClr>
                </a:solidFill>
              </a:rPr>
              <a:t>fi</a:t>
            </a:r>
            <a:r>
              <a:rPr lang="en-US" sz="2000" dirty="0">
                <a:solidFill>
                  <a:schemeClr val="accent6">
                    <a:lumMod val="50000"/>
                  </a:schemeClr>
                </a:solidFill>
              </a:rPr>
              <a:t> is incurred,</a:t>
            </a:r>
          </a:p>
          <a:p>
            <a:pPr marL="1143000" lvl="1" indent="-279400" algn="just">
              <a:buFont typeface="Wingdings" pitchFamily="2" charset="2"/>
              <a:buChar char="§"/>
              <a:tabLst>
                <a:tab pos="1092200" algn="l"/>
              </a:tabLst>
              <a:defRPr/>
            </a:pPr>
            <a:r>
              <a:rPr lang="en-US" sz="2000" dirty="0">
                <a:solidFill>
                  <a:schemeClr val="accent6">
                    <a:lumMod val="50000"/>
                  </a:schemeClr>
                </a:solidFill>
              </a:rPr>
              <a:t>There is a capacity </a:t>
            </a:r>
            <a:r>
              <a:rPr lang="en-US" sz="2000" i="1" dirty="0">
                <a:solidFill>
                  <a:schemeClr val="accent6">
                    <a:lumMod val="50000"/>
                  </a:schemeClr>
                </a:solidFill>
              </a:rPr>
              <a:t>q</a:t>
            </a:r>
            <a:r>
              <a:rPr lang="en-US" sz="2000" i="1" baseline="-25000" dirty="0">
                <a:solidFill>
                  <a:schemeClr val="accent6">
                    <a:lumMod val="50000"/>
                  </a:schemeClr>
                </a:solidFill>
              </a:rPr>
              <a:t>i</a:t>
            </a:r>
            <a:r>
              <a:rPr lang="en-US" sz="2000" dirty="0">
                <a:solidFill>
                  <a:schemeClr val="accent6">
                    <a:lumMod val="50000"/>
                  </a:schemeClr>
                </a:solidFill>
              </a:rPr>
              <a:t> on the amount of   demand it can serve.</a:t>
            </a:r>
          </a:p>
          <a:p>
            <a:pPr lvl="4" algn="just">
              <a:buFont typeface="Wingdings" pitchFamily="2" charset="2"/>
              <a:buChar char="§"/>
              <a:tabLst>
                <a:tab pos="1092200" algn="l"/>
              </a:tabLst>
              <a:defRPr/>
            </a:pPr>
            <a:endParaRPr lang="en-US" sz="1600" dirty="0">
              <a:solidFill>
                <a:schemeClr val="accent6">
                  <a:lumMod val="50000"/>
                </a:schemeClr>
              </a:solidFill>
            </a:endParaRPr>
          </a:p>
          <a:p>
            <a:pPr marL="457200" indent="-457200" algn="just">
              <a:buFont typeface="Wingdings" pitchFamily="2" charset="2"/>
              <a:buChar char="§"/>
              <a:tabLst>
                <a:tab pos="1092200" algn="l"/>
              </a:tabLst>
              <a:defRPr/>
            </a:pPr>
            <a:r>
              <a:rPr lang="en-US" dirty="0">
                <a:solidFill>
                  <a:schemeClr val="accent6">
                    <a:lumMod val="50000"/>
                  </a:schemeClr>
                </a:solidFill>
              </a:rPr>
              <a:t>We now have capacity constraints on the facility and therefore a retailer will not always be assigned to its nearest warehouse. </a:t>
            </a: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14</a:t>
            </a:fld>
            <a:endParaRPr lang="en-US"/>
          </a:p>
        </p:txBody>
      </p:sp>
    </p:spTree>
    <p:extLst>
      <p:ext uri="{BB962C8B-B14F-4D97-AF65-F5344CB8AC3E}">
        <p14:creationId xmlns:p14="http://schemas.microsoft.com/office/powerpoint/2010/main" val="844839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a:xfrm>
            <a:off x="6745412" y="6492875"/>
            <a:ext cx="1562125" cy="247651"/>
          </a:xfrm>
          <a:prstGeom prst="rect">
            <a:avLst/>
          </a:prstGeom>
        </p:spPr>
        <p:txBody>
          <a:bodyPr rtlCol="0"/>
          <a:lstStyle/>
          <a:p>
            <a:pPr rtl="0"/>
            <a:fld id="{029A217F-D76A-49DF-A17D-DFD53CAD5FA9}"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Aptos" panose="020B0004020202020204" pitchFamily="34" charset="0"/>
              </a:defRPr>
            </a:lvl1pPr>
            <a:lvl2pPr>
              <a:defRPr sz="4000"/>
            </a:lvl2pPr>
            <a:lvl3pPr>
              <a:defRPr sz="4000"/>
            </a:lvl3pPr>
            <a:lvl4pPr>
              <a:defRPr sz="4000"/>
            </a:lvl4pPr>
            <a:lvl5pPr>
              <a:defRPr sz="4000"/>
            </a:lvl5pPr>
          </a:lstStyle>
          <a:p>
            <a:pPr lvl="0" rtl="0"/>
            <a:r>
              <a:rPr lang="en-US" noProof="0" dirty="0"/>
              <a:t>Click to edit Master text styles</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a:xfrm>
            <a:off x="6745413" y="6610348"/>
            <a:ext cx="1562125" cy="247651"/>
          </a:xfrm>
          <a:prstGeom prst="rect">
            <a:avLst/>
          </a:prstGeom>
        </p:spPr>
        <p:txBody>
          <a:bodyPr rtlCol="0"/>
          <a:lstStyle/>
          <a:p>
            <a:pPr rtl="0"/>
            <a:fld id="{7D785354-D3F9-4F56-8BC7-7DFCD291EBBB}"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a:xfrm>
            <a:off x="4931216" y="6632892"/>
            <a:ext cx="2324569" cy="247651"/>
          </a:xfrm>
        </p:spPr>
        <p:txBody>
          <a:bodyPr rtlCol="0"/>
          <a:lstStyle/>
          <a:p>
            <a:pPr rtl="0"/>
            <a:r>
              <a:rPr lang="es-MX" noProof="0" dirty="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a:xfrm>
            <a:off x="11668760" y="6610347"/>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latin typeface="Aptos" panose="020B0004020202020204" pitchFamily="34" charset="0"/>
              </a:defRPr>
            </a:lvl1pPr>
          </a:lstStyle>
          <a:p>
            <a:pPr rtl="0"/>
            <a:r>
              <a:rPr lang="en-US" noProof="0"/>
              <a:t>Click icon to add chart</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Aptos Black" panose="020B0004020202020204" pitchFamily="34" charset="0"/>
              </a:defRPr>
            </a:lvl1pPr>
          </a:lstStyle>
          <a:p>
            <a:pPr rtl="0"/>
            <a:r>
              <a:rPr lang="es-MX" noProof="0" dirty="0"/>
              <a:t>Haz clic para editar </a:t>
            </a:r>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a:xfrm>
            <a:off x="11668760" y="6624589"/>
            <a:ext cx="523240" cy="247651"/>
          </a:xfrm>
        </p:spPr>
        <p:txBody>
          <a:bodyPr rtlCol="0"/>
          <a:lstStyle/>
          <a:p>
            <a:pPr rtl="0"/>
            <a:fld id="{294A09A9-5501-47C1-A89A-A340965A2BE2}" type="slidenum">
              <a:rPr lang="es-MX" noProof="0" smtClean="0"/>
              <a:pPr rtl="0"/>
              <a:t>‹#›</a:t>
            </a:fld>
            <a:endParaRPr lang="es-MX" noProof="0" dirty="0">
              <a:latin typeface="+mn-lt"/>
            </a:endParaRPr>
          </a:p>
        </p:txBody>
      </p:sp>
      <p:sp>
        <p:nvSpPr>
          <p:cNvPr id="7" name="Marcador de posición de pie de página 4">
            <a:extLst>
              <a:ext uri="{FF2B5EF4-FFF2-40B4-BE49-F238E27FC236}">
                <a16:creationId xmlns:a16="http://schemas.microsoft.com/office/drawing/2014/main" id="{F88E2CE6-D902-5A33-C844-8A40B1779D5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a:xfrm>
            <a:off x="6745412" y="6492875"/>
            <a:ext cx="1562125" cy="247651"/>
          </a:xfrm>
          <a:prstGeom prst="rect">
            <a:avLst/>
          </a:prstGeom>
        </p:spPr>
        <p:txBody>
          <a:bodyPr rtlCol="0"/>
          <a:lstStyle/>
          <a:p>
            <a:pPr rtl="0"/>
            <a:fld id="{1AF7F2CA-0EC8-471B-8885-070EE2CC5612}" type="datetimeyyyy">
              <a:rPr lang="es-MX" noProof="0" smtClean="0">
                <a:latin typeface="+mn-lt"/>
              </a:rPr>
              <a:t>2025</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OPTIMIZACIÓN DE OPERACIONES</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 name="Marcador de posición de pie de página 4">
            <a:extLst>
              <a:ext uri="{FF2B5EF4-FFF2-40B4-BE49-F238E27FC236}">
                <a16:creationId xmlns:a16="http://schemas.microsoft.com/office/drawing/2014/main" id="{9CFD7E6B-8BA7-35DB-BE61-5DF2483E56D9}"/>
              </a:ext>
            </a:extLst>
          </p:cNvPr>
          <p:cNvSpPr>
            <a:spLocks noGrp="1"/>
          </p:cNvSpPr>
          <p:nvPr>
            <p:ph type="ftr" sz="quarter" idx="3"/>
          </p:nvPr>
        </p:nvSpPr>
        <p:spPr>
          <a:xfrm>
            <a:off x="5362113" y="6610347"/>
            <a:ext cx="2148534" cy="247651"/>
          </a:xfrm>
          <a:prstGeom prst="rect">
            <a:avLst/>
          </a:prstGeom>
        </p:spPr>
        <p:txBody>
          <a:bodyPr vert="horz" lIns="0" tIns="0" rIns="0" bIns="0" rtlCol="0" anchor="t" anchorCtr="0"/>
          <a:lstStyle>
            <a:lvl1pPr algn="l">
              <a:defRPr sz="1100" b="0" i="0">
                <a:solidFill>
                  <a:schemeClr val="bg2">
                    <a:lumMod val="50000"/>
                  </a:schemeClr>
                </a:solidFill>
                <a:latin typeface="+mj-lt"/>
              </a:defRPr>
            </a:lvl1pPr>
          </a:lstStyle>
          <a:p>
            <a:r>
              <a:rPr lang="es-MX" dirty="0"/>
              <a:t>OPTIMIZACIÓN DE OPERACIONES</a:t>
            </a:r>
          </a:p>
        </p:txBody>
      </p:sp>
      <p:sp>
        <p:nvSpPr>
          <p:cNvPr id="4" name="Marcador de posición de número de diapositiva 5">
            <a:extLst>
              <a:ext uri="{FF2B5EF4-FFF2-40B4-BE49-F238E27FC236}">
                <a16:creationId xmlns:a16="http://schemas.microsoft.com/office/drawing/2014/main" id="{43FD86DC-D2BD-AECC-1A0A-3CE74BEE57C9}"/>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Aptos" panose="020B0004020202020204" pitchFamily="34" charset="0"/>
              </a:defRPr>
            </a:lvl1pPr>
          </a:lstStyle>
          <a:p>
            <a:pPr rtl="0"/>
            <a:r>
              <a:rPr lang="en-US" noProof="0"/>
              <a:t>Click to edit Master title style</a:t>
            </a:r>
            <a:endParaRPr lang="es-MX" noProof="0" dirty="0"/>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5" name="Marcador de posición de pie de página 4">
            <a:extLst>
              <a:ext uri="{FF2B5EF4-FFF2-40B4-BE49-F238E27FC236}">
                <a16:creationId xmlns:a16="http://schemas.microsoft.com/office/drawing/2014/main" id="{8B6548D6-A880-04F4-F832-A1B39206F240}"/>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8843598B-FC54-B745-3054-795FE6B8A9C1}"/>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779080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dirty="0"/>
              <a:t>Click to edit Master title style</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a:xfrm>
            <a:off x="6745412" y="6492875"/>
            <a:ext cx="1562125" cy="247651"/>
          </a:xfrm>
          <a:prstGeom prst="rect">
            <a:avLst/>
          </a:prstGeom>
        </p:spPr>
        <p:txBody>
          <a:bodyPr rtlCol="0"/>
          <a:lstStyle/>
          <a:p>
            <a:pPr rtl="0"/>
            <a:fld id="{872648EB-A801-47E7-B664-3AFE98633453}"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5" name="Marcador de posición de pie de página 4">
            <a:extLst>
              <a:ext uri="{FF2B5EF4-FFF2-40B4-BE49-F238E27FC236}">
                <a16:creationId xmlns:a16="http://schemas.microsoft.com/office/drawing/2014/main" id="{23F1A244-DFA6-8C44-BF95-8851B5A76AB8}"/>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19E1CAB4-A60C-2959-8605-86F431A58C1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F94C5751-D7B6-785B-559F-3B3AF0781146}"/>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32D17B95-1D7F-FF57-3E13-0B36D861BAE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8CEC982C-CBC7-82F8-DD9C-CEC7134E4694}"/>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4B831637-7548-7CD1-8B74-EAFCD709322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a:xfrm>
            <a:off x="6756044" y="6610349"/>
            <a:ext cx="1562125" cy="247651"/>
          </a:xfrm>
          <a:prstGeom prst="rect">
            <a:avLst/>
          </a:prstGeom>
        </p:spPr>
        <p:txBody>
          <a:bodyPr rtlCol="0"/>
          <a:lstStyle/>
          <a:p>
            <a:pPr rtl="0"/>
            <a:fld id="{CFE3EC8D-01B2-4AEC-ABF0-D7812BDA46DB}" type="datetimeyyyy">
              <a:rPr lang="es-MX" noProof="0" smtClean="0">
                <a:latin typeface="+mn-lt"/>
              </a:rPr>
              <a:t>2025</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a:xfrm>
            <a:off x="5258715" y="6610349"/>
            <a:ext cx="1497330" cy="247651"/>
          </a:xfrm>
        </p:spPr>
        <p:txBody>
          <a:bodyPr rtlCol="0"/>
          <a:lstStyle/>
          <a:p>
            <a:pPr rtl="0"/>
            <a:r>
              <a:rPr lang="es-MX" noProof="0"/>
              <a:t>OPTIMIZACIÓN DE OPERACIONES</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a:xfrm>
            <a:off x="4735475" y="6610349"/>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2" name="Marcador de posición de fecha 3">
            <a:extLst>
              <a:ext uri="{FF2B5EF4-FFF2-40B4-BE49-F238E27FC236}">
                <a16:creationId xmlns:a16="http://schemas.microsoft.com/office/drawing/2014/main" id="{B8E7A9BD-F162-7384-3111-26CE7D4945AF}"/>
              </a:ext>
            </a:extLst>
          </p:cNvPr>
          <p:cNvSpPr>
            <a:spLocks noGrp="1"/>
          </p:cNvSpPr>
          <p:nvPr>
            <p:ph type="dt" sz="half" idx="2"/>
          </p:nvPr>
        </p:nvSpPr>
        <p:spPr>
          <a:xfrm>
            <a:off x="6725272" y="6610349"/>
            <a:ext cx="1562125"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A46D4A6-4781-4A63-977A-75931475B334}" type="datetimeyyyy">
              <a:rPr lang="es-MX" noProof="0" smtClean="0">
                <a:latin typeface="+mn-lt"/>
              </a:rPr>
              <a:t>2025</a:t>
            </a:fld>
            <a:endParaRPr lang="es-MX" noProof="0" dirty="0">
              <a:latin typeface="+mn-lt"/>
            </a:endParaRPr>
          </a:p>
        </p:txBody>
      </p:sp>
      <p:sp>
        <p:nvSpPr>
          <p:cNvPr id="3" name="Marcador de posición de pie de página 4">
            <a:extLst>
              <a:ext uri="{FF2B5EF4-FFF2-40B4-BE49-F238E27FC236}">
                <a16:creationId xmlns:a16="http://schemas.microsoft.com/office/drawing/2014/main" id="{D3659ACD-AA93-F09D-1EA3-C961DA2E29D5}"/>
              </a:ext>
            </a:extLst>
          </p:cNvPr>
          <p:cNvSpPr>
            <a:spLocks noGrp="1"/>
          </p:cNvSpPr>
          <p:nvPr>
            <p:ph type="ftr" sz="quarter" idx="3"/>
          </p:nvPr>
        </p:nvSpPr>
        <p:spPr>
          <a:xfrm>
            <a:off x="5227943" y="6610349"/>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OPTIMIZACIÓN DE OPERACIONES</a:t>
            </a:r>
            <a:endParaRPr lang="es-MX" b="0" noProof="0" dirty="0"/>
          </a:p>
        </p:txBody>
      </p:sp>
      <p:sp>
        <p:nvSpPr>
          <p:cNvPr id="4" name="Marcador de posición de número de diapositiva 5">
            <a:extLst>
              <a:ext uri="{FF2B5EF4-FFF2-40B4-BE49-F238E27FC236}">
                <a16:creationId xmlns:a16="http://schemas.microsoft.com/office/drawing/2014/main" id="{61A49C7E-58DD-E07A-BB14-2F2606BA9D67}"/>
              </a:ext>
            </a:extLst>
          </p:cNvPr>
          <p:cNvSpPr>
            <a:spLocks noGrp="1"/>
          </p:cNvSpPr>
          <p:nvPr>
            <p:ph type="sldNum" sz="quarter" idx="4"/>
          </p:nvPr>
        </p:nvSpPr>
        <p:spPr>
          <a:xfrm>
            <a:off x="4704703" y="6610349"/>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8C642-49FB-4E16-A3A0-B2ACBEABFFD6}"/>
              </a:ext>
            </a:extLst>
          </p:cNvPr>
          <p:cNvSpPr>
            <a:spLocks noGrp="1"/>
          </p:cNvSpPr>
          <p:nvPr>
            <p:ph type="title"/>
          </p:nvPr>
        </p:nvSpPr>
        <p:spPr/>
        <p:txBody>
          <a:bodyPr rtlCol="0"/>
          <a:lstStyle/>
          <a:p>
            <a:pPr rtl="0"/>
            <a:r>
              <a:rPr lang="en-US" noProof="0"/>
              <a:t>Click to edit Master title style</a:t>
            </a:r>
            <a:endParaRPr lang="es-MX" noProof="0"/>
          </a:p>
        </p:txBody>
      </p:sp>
      <p:sp>
        <p:nvSpPr>
          <p:cNvPr id="6" name="Marcador de posición de pie de página 4">
            <a:extLst>
              <a:ext uri="{FF2B5EF4-FFF2-40B4-BE49-F238E27FC236}">
                <a16:creationId xmlns:a16="http://schemas.microsoft.com/office/drawing/2014/main" id="{D2277398-E71C-9E18-6FA2-AF0656698E4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7" name="Marcador de posición de número de diapositiva 5">
            <a:extLst>
              <a:ext uri="{FF2B5EF4-FFF2-40B4-BE49-F238E27FC236}">
                <a16:creationId xmlns:a16="http://schemas.microsoft.com/office/drawing/2014/main" id="{B84FCA9A-3098-8020-E608-4F4F97405E4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16125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68354" y="1600204"/>
            <a:ext cx="10368396" cy="4525963"/>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7" name="Forma libre 38">
            <a:extLst>
              <a:ext uri="{FF2B5EF4-FFF2-40B4-BE49-F238E27FC236}">
                <a16:creationId xmlns:a16="http://schemas.microsoft.com/office/drawing/2014/main" id="{6C14B503-619D-FECA-B1C8-EC84086F4DE6}"/>
              </a:ext>
            </a:extLst>
          </p:cNvPr>
          <p:cNvSpPr>
            <a:spLocks/>
          </p:cNvSpPr>
          <p:nvPr/>
        </p:nvSpPr>
        <p:spPr bwMode="auto">
          <a:xfrm rot="16200000" flipV="1">
            <a:off x="-136" y="5890869"/>
            <a:ext cx="968626" cy="968353"/>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 name="Título 1">
            <a:extLst>
              <a:ext uri="{FF2B5EF4-FFF2-40B4-BE49-F238E27FC236}">
                <a16:creationId xmlns:a16="http://schemas.microsoft.com/office/drawing/2014/main" id="{4B9ABDB8-8380-48B9-9C6F-79E9D39B5936}"/>
              </a:ext>
            </a:extLst>
          </p:cNvPr>
          <p:cNvSpPr>
            <a:spLocks noGrp="1"/>
          </p:cNvSpPr>
          <p:nvPr userDrawn="1">
            <p:ph type="title"/>
          </p:nvPr>
        </p:nvSpPr>
        <p:spPr>
          <a:xfrm>
            <a:off x="952500" y="365125"/>
            <a:ext cx="10401300" cy="1325563"/>
          </a:xfrm>
        </p:spPr>
        <p:txBody>
          <a:bodyPr rtlCol="0"/>
          <a:lstStyle/>
          <a:p>
            <a:pPr rtl="0"/>
            <a:r>
              <a:rPr lang="en-US" noProof="0"/>
              <a:t>Click to edit Master title style</a:t>
            </a:r>
            <a:endParaRPr lang="es-MX" noProof="0"/>
          </a:p>
        </p:txBody>
      </p:sp>
      <p:sp>
        <p:nvSpPr>
          <p:cNvPr id="9" name="Forma libre 15">
            <a:extLst>
              <a:ext uri="{FF2B5EF4-FFF2-40B4-BE49-F238E27FC236}">
                <a16:creationId xmlns:a16="http://schemas.microsoft.com/office/drawing/2014/main" id="{0AC106E8-3E4A-A8F8-E16C-BBF1326B7F20}"/>
              </a:ext>
            </a:extLst>
          </p:cNvPr>
          <p:cNvSpPr>
            <a:spLocks/>
          </p:cNvSpPr>
          <p:nvPr/>
        </p:nvSpPr>
        <p:spPr bwMode="auto">
          <a:xfrm rot="10800000">
            <a:off x="10540797" y="1080290"/>
            <a:ext cx="1675717" cy="22342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7">
            <a:extLst>
              <a:ext uri="{FF2B5EF4-FFF2-40B4-BE49-F238E27FC236}">
                <a16:creationId xmlns:a16="http://schemas.microsoft.com/office/drawing/2014/main" id="{56559DE5-8022-90C0-3366-610481E321EF}"/>
              </a:ext>
            </a:extLst>
          </p:cNvPr>
          <p:cNvSpPr>
            <a:spLocks/>
          </p:cNvSpPr>
          <p:nvPr/>
        </p:nvSpPr>
        <p:spPr bwMode="auto">
          <a:xfrm rot="10800000">
            <a:off x="8891306" y="-10633"/>
            <a:ext cx="2181524" cy="1090923"/>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Tree>
    <p:extLst>
      <p:ext uri="{BB962C8B-B14F-4D97-AF65-F5344CB8AC3E}">
        <p14:creationId xmlns:p14="http://schemas.microsoft.com/office/powerpoint/2010/main" val="1795295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18" name="1 Título"/>
          <p:cNvSpPr>
            <a:spLocks noGrp="1"/>
          </p:cNvSpPr>
          <p:nvPr>
            <p:ph type="title"/>
          </p:nvPr>
        </p:nvSpPr>
        <p:spPr>
          <a:xfrm>
            <a:off x="374832" y="295562"/>
            <a:ext cx="11121767" cy="685166"/>
          </a:xfrm>
          <a:solidFill>
            <a:schemeClr val="bg1"/>
          </a:solidFill>
          <a:effectLst>
            <a:outerShdw blurRad="50800" dist="38100" dir="5400000" algn="t" rotWithShape="0">
              <a:srgbClr val="FFFF00">
                <a:alpha val="40000"/>
              </a:srgbClr>
            </a:outerShdw>
          </a:effectLst>
        </p:spPr>
        <p:txBody>
          <a:bodyPr>
            <a:normAutofit/>
          </a:bodyPr>
          <a:lstStyle>
            <a:lvl1pPr>
              <a:defRPr sz="3600"/>
            </a:lvl1pPr>
          </a:lstStyle>
          <a:p>
            <a:r>
              <a:rPr lang="es-ES" dirty="0"/>
              <a:t>Haga clic para modificar el estilo de título del patrón</a:t>
            </a:r>
            <a:endParaRPr lang="es-MX" dirty="0"/>
          </a:p>
        </p:txBody>
      </p:sp>
      <p:sp>
        <p:nvSpPr>
          <p:cNvPr id="19" name="2 Marcador de contenido"/>
          <p:cNvSpPr>
            <a:spLocks noGrp="1"/>
          </p:cNvSpPr>
          <p:nvPr>
            <p:ph idx="1"/>
          </p:nvPr>
        </p:nvSpPr>
        <p:spPr>
          <a:xfrm>
            <a:off x="374833" y="1596897"/>
            <a:ext cx="10972800" cy="4525963"/>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23" name="Marcador de pie de página 7"/>
          <p:cNvSpPr>
            <a:spLocks noGrp="1"/>
          </p:cNvSpPr>
          <p:nvPr>
            <p:ph type="ftr" sz="quarter" idx="3"/>
          </p:nvPr>
        </p:nvSpPr>
        <p:spPr>
          <a:xfrm rot="16200000">
            <a:off x="11228576" y="5383232"/>
            <a:ext cx="1581118" cy="365125"/>
          </a:xfrm>
          <a:prstGeom prst="rect">
            <a:avLst/>
          </a:prstGeom>
        </p:spPr>
        <p:txBody>
          <a:bodyPr/>
          <a:lstStyle>
            <a:lvl1pPr>
              <a:defRPr sz="1200">
                <a:solidFill>
                  <a:schemeClr val="bg1">
                    <a:lumMod val="65000"/>
                  </a:schemeClr>
                </a:solidFill>
                <a:latin typeface="Forte" panose="03060902040502070203" pitchFamily="66" charset="0"/>
              </a:defRPr>
            </a:lvl1pPr>
          </a:lstStyle>
          <a:p>
            <a:r>
              <a:rPr lang="es-MX"/>
              <a:t>Jenny Díaz - 2023</a:t>
            </a:r>
            <a:endParaRPr lang="es-MX" dirty="0"/>
          </a:p>
        </p:txBody>
      </p:sp>
    </p:spTree>
    <p:extLst>
      <p:ext uri="{BB962C8B-B14F-4D97-AF65-F5344CB8AC3E}">
        <p14:creationId xmlns:p14="http://schemas.microsoft.com/office/powerpoint/2010/main" val="2032848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Rectangle 2"/>
          <p:cNvSpPr>
            <a:spLocks noGrp="1" noChangeArrowheads="1"/>
          </p:cNvSpPr>
          <p:nvPr>
            <p:ph type="ftr" sz="quarter" idx="10"/>
          </p:nvPr>
        </p:nvSpPr>
        <p:spPr>
          <a:ln/>
        </p:spPr>
        <p:txBody>
          <a:bodyPr/>
          <a:lstStyle>
            <a:lvl1pPr>
              <a:defRPr/>
            </a:lvl1pPr>
          </a:lstStyle>
          <a:p>
            <a:pPr>
              <a:defRPr/>
            </a:pPr>
            <a:endParaRPr lang="en-GB"/>
          </a:p>
        </p:txBody>
      </p:sp>
      <p:sp>
        <p:nvSpPr>
          <p:cNvPr id="5" name="Rectangle 3"/>
          <p:cNvSpPr>
            <a:spLocks noGrp="1" noChangeArrowheads="1"/>
          </p:cNvSpPr>
          <p:nvPr>
            <p:ph type="sldNum" sz="quarter" idx="11"/>
          </p:nvPr>
        </p:nvSpPr>
        <p:spPr>
          <a:ln/>
        </p:spPr>
        <p:txBody>
          <a:bodyPr/>
          <a:lstStyle>
            <a:lvl1pPr>
              <a:defRPr/>
            </a:lvl1pPr>
          </a:lstStyle>
          <a:p>
            <a:pPr>
              <a:defRPr/>
            </a:pPr>
            <a:fld id="{93CA4A84-6525-4CD6-9647-1A7F270F19D1}" type="slidenum">
              <a:rPr lang="en-GB"/>
              <a:pPr>
                <a:defRPr/>
              </a:pPr>
              <a:t>‹#›</a:t>
            </a:fld>
            <a:endParaRPr lang="en-GB"/>
          </a:p>
        </p:txBody>
      </p:sp>
      <p:sp>
        <p:nvSpPr>
          <p:cNvPr id="6" name="Rectangle 16"/>
          <p:cNvSpPr>
            <a:spLocks noGrp="1" noChangeArrowheads="1"/>
          </p:cNvSpPr>
          <p:nvPr>
            <p:ph type="dt" sz="half"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211265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dirty="0"/>
              <a:t>Haga clic para modificar los estilos de texto del patrón</a:t>
            </a:r>
          </a:p>
          <a:p>
            <a:pPr lvl="1" rtl="0"/>
            <a:r>
              <a:rPr lang="es-MX" noProof="0" dirty="0"/>
              <a:t>Segundo nivel</a:t>
            </a:r>
          </a:p>
          <a:p>
            <a:pPr lvl="2" rtl="0"/>
            <a:r>
              <a:rPr lang="es-MX" noProof="0" dirty="0"/>
              <a:t>Tercer nivel</a:t>
            </a:r>
          </a:p>
          <a:p>
            <a:pPr lvl="3" rtl="0"/>
            <a:r>
              <a:rPr lang="es-MX" noProof="0" dirty="0"/>
              <a:t>Cuarto nivel</a:t>
            </a:r>
          </a:p>
          <a:p>
            <a:pPr lvl="4" rtl="0"/>
            <a:r>
              <a:rPr lang="es-MX" noProof="0" dirty="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dirty="0"/>
              <a:t>Haz clic para modificar el estilo de título del patrón</a:t>
            </a: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11668760" y="6602243"/>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
        <p:nvSpPr>
          <p:cNvPr id="4" name="Marcador de posición de fecha 3">
            <a:extLst>
              <a:ext uri="{FF2B5EF4-FFF2-40B4-BE49-F238E27FC236}">
                <a16:creationId xmlns:a16="http://schemas.microsoft.com/office/drawing/2014/main" id="{8AC6FE46-170E-0F6C-06F0-D7F69117A30F}"/>
              </a:ext>
            </a:extLst>
          </p:cNvPr>
          <p:cNvSpPr txBox="1">
            <a:spLocks/>
          </p:cNvSpPr>
          <p:nvPr userDrawn="1"/>
        </p:nvSpPr>
        <p:spPr>
          <a:xfrm rot="16200000">
            <a:off x="11304868" y="3812442"/>
            <a:ext cx="1562125" cy="247651"/>
          </a:xfrm>
          <a:prstGeom prst="rect">
            <a:avLst/>
          </a:prstGeom>
        </p:spPr>
        <p:txBody>
          <a:bodyPr vert="horz" lIns="0" tIns="0" rIns="0" bIns="0" rtlCol="0" anchor="t" anchorCtr="0"/>
          <a:lstStyle>
            <a:defPPr rtl="0">
              <a:defRPr lang="es-mx"/>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000" dirty="0">
                <a:solidFill>
                  <a:schemeClr val="tx1">
                    <a:lumMod val="50000"/>
                  </a:schemeClr>
                </a:solidFill>
              </a:rPr>
              <a:t>Jenny Díaz Ramírez  PhD</a:t>
            </a:r>
          </a:p>
        </p:txBody>
      </p:sp>
      <p:sp>
        <p:nvSpPr>
          <p:cNvPr id="2" name="TextBox 1">
            <a:extLst>
              <a:ext uri="{FF2B5EF4-FFF2-40B4-BE49-F238E27FC236}">
                <a16:creationId xmlns:a16="http://schemas.microsoft.com/office/drawing/2014/main" id="{FE5132F9-3209-52C5-2DD6-2757AC8B26B6}"/>
              </a:ext>
            </a:extLst>
          </p:cNvPr>
          <p:cNvSpPr txBox="1"/>
          <p:nvPr userDrawn="1"/>
        </p:nvSpPr>
        <p:spPr>
          <a:xfrm>
            <a:off x="1786597" y="31552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98" r:id="rId8"/>
    <p:sldLayoutId id="2147483676" r:id="rId9"/>
    <p:sldLayoutId id="2147483677" r:id="rId10"/>
    <p:sldLayoutId id="2147483685" r:id="rId11"/>
    <p:sldLayoutId id="2147483688" r:id="rId12"/>
    <p:sldLayoutId id="2147483692" r:id="rId13"/>
    <p:sldLayoutId id="2147483682" r:id="rId14"/>
    <p:sldLayoutId id="2147483697" r:id="rId15"/>
    <p:sldLayoutId id="2147483701" r:id="rId16"/>
    <p:sldLayoutId id="2147483700" r:id="rId17"/>
    <p:sldLayoutId id="2147483702" r:id="rId18"/>
  </p:sldLayoutIdLst>
  <p:hf hdr="0"/>
  <p:txStyles>
    <p:title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20.wmf"/></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22.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hyperlink" Target="http://www.scienceofbetter.org/"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831976" y="1483744"/>
            <a:ext cx="6320118" cy="2146458"/>
          </a:xfrm>
        </p:spPr>
        <p:txBody>
          <a:bodyPr rtlCol="0"/>
          <a:lstStyle/>
          <a:p>
            <a:pPr rtl="0"/>
            <a:r>
              <a:rPr lang="es-MX" sz="4000" dirty="0">
                <a:latin typeface="Abadi" panose="020B0604020104020204" pitchFamily="34" charset="0"/>
              </a:rPr>
              <a:t>Modelos de Redes</a:t>
            </a: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a:latin typeface="+mj-lt"/>
              </a:rPr>
              <a:t>Profesor </a:t>
            </a:r>
            <a:r>
              <a:rPr lang="es-MX" dirty="0" err="1">
                <a:latin typeface="+mj-lt"/>
              </a:rPr>
              <a:t>name</a:t>
            </a:r>
            <a:endParaRPr lang="es-MX" dirty="0">
              <a:latin typeface="+mj-lt"/>
            </a:endParaRPr>
          </a:p>
          <a:p>
            <a:pPr rtl="0"/>
            <a:r>
              <a:rPr lang="es-MX" dirty="0">
                <a:latin typeface="+mj-lt"/>
              </a:rPr>
              <a:t>Optimización de Procesos Industriales</a:t>
            </a:r>
          </a:p>
          <a:p>
            <a:pPr rtl="0"/>
            <a:r>
              <a:rPr lang="es-MX" dirty="0">
                <a:latin typeface="+mj-lt"/>
              </a:rPr>
              <a:t>Escuela de Ingeniería y Ciencias</a:t>
            </a:r>
          </a:p>
          <a:p>
            <a:pPr rtl="0"/>
            <a:r>
              <a:rPr lang="es-MX" dirty="0">
                <a:latin typeface="+mj-lt"/>
              </a:rPr>
              <a:t>Tecnológico de Monterrey</a:t>
            </a:r>
            <a:endParaRPr lang="es-MX" dirty="0"/>
          </a:p>
          <a:p>
            <a:pPr rtl="0"/>
            <a:endParaRPr lang="es-MX" dirty="0"/>
          </a:p>
        </p:txBody>
      </p:sp>
      <p:pic>
        <p:nvPicPr>
          <p:cNvPr id="1026" name="Picture 2" descr="ITESM + Tec de Monterrey Artwork – javier arturo rodríguez">
            <a:extLst>
              <a:ext uri="{FF2B5EF4-FFF2-40B4-BE49-F238E27FC236}">
                <a16:creationId xmlns:a16="http://schemas.microsoft.com/office/drawing/2014/main" id="{81EE2347-21B2-2241-0047-FCE86C38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66" y="218795"/>
            <a:ext cx="1693319" cy="4445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00B26D0-F835-1688-C202-A8364540635C}"/>
              </a:ext>
            </a:extLst>
          </p:cNvPr>
          <p:cNvSpPr txBox="1"/>
          <p:nvPr/>
        </p:nvSpPr>
        <p:spPr>
          <a:xfrm>
            <a:off x="690282" y="4905055"/>
            <a:ext cx="3048000" cy="1107996"/>
          </a:xfrm>
          <a:prstGeom prst="rect">
            <a:avLst/>
          </a:prstGeom>
          <a:noFill/>
        </p:spPr>
        <p:txBody>
          <a:bodyPr wrap="square">
            <a:spAutoFit/>
          </a:bodyPr>
          <a:lstStyle/>
          <a:p>
            <a:pPr algn="ctr"/>
            <a:r>
              <a:rPr lang="es-MX" sz="1800" dirty="0">
                <a:solidFill>
                  <a:schemeClr val="accent3">
                    <a:lumMod val="50000"/>
                  </a:schemeClr>
                </a:solidFill>
                <a:latin typeface="Brush Script MT" panose="03060802040406070304" pitchFamily="66" charset="0"/>
              </a:rPr>
              <a:t>True </a:t>
            </a:r>
            <a:r>
              <a:rPr lang="es-MX" sz="1800" dirty="0" err="1">
                <a:solidFill>
                  <a:schemeClr val="accent3">
                    <a:lumMod val="50000"/>
                  </a:schemeClr>
                </a:solidFill>
                <a:latin typeface="Brush Script MT" panose="03060802040406070304" pitchFamily="66" charset="0"/>
              </a:rPr>
              <a:t>optimization</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is</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the</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revolutionary</a:t>
            </a:r>
            <a:r>
              <a:rPr lang="es-MX" sz="1800" dirty="0">
                <a:solidFill>
                  <a:schemeClr val="accent3">
                    <a:lumMod val="50000"/>
                  </a:schemeClr>
                </a:solidFill>
                <a:latin typeface="Brush Script MT" panose="03060802040406070304" pitchFamily="66" charset="0"/>
              </a:rPr>
              <a:t> </a:t>
            </a:r>
          </a:p>
          <a:p>
            <a:pPr algn="ctr"/>
            <a:r>
              <a:rPr lang="es-MX" sz="1800" dirty="0" err="1">
                <a:solidFill>
                  <a:schemeClr val="accent3">
                    <a:lumMod val="50000"/>
                  </a:schemeClr>
                </a:solidFill>
                <a:latin typeface="Brush Script MT" panose="03060802040406070304" pitchFamily="66" charset="0"/>
              </a:rPr>
              <a:t>contribution</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of</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modern</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research</a:t>
            </a:r>
            <a:r>
              <a:rPr lang="es-MX" sz="1800" dirty="0">
                <a:solidFill>
                  <a:schemeClr val="accent3">
                    <a:lumMod val="50000"/>
                  </a:schemeClr>
                </a:solidFill>
                <a:latin typeface="Brush Script MT" panose="03060802040406070304" pitchFamily="66" charset="0"/>
              </a:rPr>
              <a:t> </a:t>
            </a:r>
            <a:r>
              <a:rPr lang="es-MX" sz="1800" dirty="0" err="1">
                <a:solidFill>
                  <a:schemeClr val="accent3">
                    <a:lumMod val="50000"/>
                  </a:schemeClr>
                </a:solidFill>
                <a:latin typeface="Brush Script MT" panose="03060802040406070304" pitchFamily="66" charset="0"/>
              </a:rPr>
              <a:t>to</a:t>
            </a:r>
            <a:r>
              <a:rPr lang="es-MX" sz="1800" dirty="0">
                <a:solidFill>
                  <a:schemeClr val="accent3">
                    <a:lumMod val="50000"/>
                  </a:schemeClr>
                </a:solidFill>
                <a:latin typeface="Brush Script MT" panose="03060802040406070304" pitchFamily="66" charset="0"/>
              </a:rPr>
              <a:t> </a:t>
            </a:r>
          </a:p>
          <a:p>
            <a:pPr algn="ctr"/>
            <a:r>
              <a:rPr lang="es-MX" sz="1800" dirty="0">
                <a:solidFill>
                  <a:schemeClr val="accent3">
                    <a:lumMod val="50000"/>
                  </a:schemeClr>
                </a:solidFill>
                <a:latin typeface="Brush Script MT" panose="03060802040406070304" pitchFamily="66" charset="0"/>
              </a:rPr>
              <a:t>decisión </a:t>
            </a:r>
            <a:r>
              <a:rPr lang="es-MX" sz="1800" dirty="0" err="1">
                <a:solidFill>
                  <a:schemeClr val="accent3">
                    <a:lumMod val="50000"/>
                  </a:schemeClr>
                </a:solidFill>
                <a:latin typeface="Brush Script MT" panose="03060802040406070304" pitchFamily="66" charset="0"/>
              </a:rPr>
              <a:t>processes</a:t>
            </a:r>
            <a:r>
              <a:rPr lang="es-MX" dirty="0">
                <a:solidFill>
                  <a:schemeClr val="accent3">
                    <a:lumMod val="50000"/>
                  </a:schemeClr>
                </a:solidFill>
                <a:latin typeface="Brush Script MT" panose="03060802040406070304" pitchFamily="66" charset="0"/>
              </a:rPr>
              <a:t>.</a:t>
            </a:r>
          </a:p>
          <a:p>
            <a:pPr algn="ctr"/>
            <a:r>
              <a:rPr lang="es-MX" sz="1200" dirty="0">
                <a:solidFill>
                  <a:schemeClr val="accent3">
                    <a:lumMod val="50000"/>
                  </a:schemeClr>
                </a:solidFill>
                <a:latin typeface="Brush Script MT" panose="03060802040406070304" pitchFamily="66" charset="0"/>
              </a:rPr>
              <a:t>                   George Dantzig </a:t>
            </a:r>
            <a:endParaRPr lang="en-US" dirty="0">
              <a:solidFill>
                <a:schemeClr val="accent3">
                  <a:lumMod val="50000"/>
                </a:schemeClr>
              </a:solidFill>
              <a:latin typeface="Brush Script MT" panose="03060802040406070304" pitchFamily="66" charset="0"/>
            </a:endParaRPr>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Resultado de imagen para camino mas cor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400" y="1302185"/>
            <a:ext cx="3772799" cy="2826586"/>
          </a:xfrm>
          <a:prstGeom prst="rect">
            <a:avLst/>
          </a:prstGeom>
          <a:noFill/>
          <a:extLst>
            <a:ext uri="{909E8E84-426E-40DD-AFC4-6F175D3DCCD1}">
              <a14:hiddenFill xmlns:a14="http://schemas.microsoft.com/office/drawing/2010/main">
                <a:solidFill>
                  <a:srgbClr val="FFFFFF"/>
                </a:solidFill>
              </a14:hiddenFill>
            </a:ext>
          </a:extLst>
        </p:spPr>
      </p:pic>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4000" dirty="0">
                <a:effectLst>
                  <a:outerShdw blurRad="60007" dist="200025" dir="15000000" sy="30000" kx="-1800000" algn="bl" rotWithShape="0">
                    <a:prstClr val="black">
                      <a:alpha val="32000"/>
                    </a:prstClr>
                  </a:outerShdw>
                </a:effectLst>
              </a:rPr>
              <a:t>El Problema de la Ruta Más Corta</a:t>
            </a:r>
            <a:endParaRPr lang="es-ES" sz="4000" dirty="0">
              <a:effectLst>
                <a:outerShdw blurRad="60007" dist="200025" dir="15000000" sy="30000" kx="-1800000" algn="bl" rotWithShape="0">
                  <a:prstClr val="black">
                    <a:alpha val="32000"/>
                  </a:prstClr>
                </a:outerShdw>
              </a:effectLst>
            </a:endParaRPr>
          </a:p>
        </p:txBody>
      </p:sp>
      <p:sp>
        <p:nvSpPr>
          <p:cNvPr id="10" name="Rectángulo 9"/>
          <p:cNvSpPr/>
          <p:nvPr/>
        </p:nvSpPr>
        <p:spPr>
          <a:xfrm>
            <a:off x="4814883" y="1785561"/>
            <a:ext cx="5817840" cy="880241"/>
          </a:xfrm>
          <a:prstGeom prst="rect">
            <a:avLst/>
          </a:prstGeom>
        </p:spPr>
        <p:txBody>
          <a:bodyPr wrap="square">
            <a:spAutoFit/>
          </a:bodyPr>
          <a:lstStyle/>
          <a:p>
            <a:pPr marL="546100" indent="-5461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si</a:t>
            </a:r>
            <a:r>
              <a:rPr lang="en-US" sz="1600" dirty="0">
                <a:solidFill>
                  <a:schemeClr val="accent3">
                    <a:lumMod val="50000"/>
                  </a:schemeClr>
                </a:solidFill>
                <a:latin typeface="Times New Roman" panose="02020603050405020304" pitchFamily="18" charset="0"/>
                <a:cs typeface="Times New Roman" panose="02020603050405020304" pitchFamily="18" charset="0"/>
              </a:rPr>
              <a:t> se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inmediatamente</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después</a:t>
            </a:r>
            <a:r>
              <a:rPr lang="en-US" sz="1600" dirty="0">
                <a:solidFill>
                  <a:schemeClr val="accent3">
                    <a:lumMod val="50000"/>
                  </a:schemeClr>
                </a:solidFill>
                <a:latin typeface="Times New Roman" panose="02020603050405020304" pitchFamily="18" charset="0"/>
                <a:cs typeface="Times New Roman" panose="02020603050405020304" pitchFamily="18" charset="0"/>
              </a:rPr>
              <a:t>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visitar</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p>
          <a:p>
            <a:pPr marL="342900" indent="-342900">
              <a:spcBef>
                <a:spcPct val="20000"/>
              </a:spcBef>
            </a:pPr>
            <a:r>
              <a:rPr lang="en-US" sz="1600" dirty="0">
                <a:solidFill>
                  <a:schemeClr val="accent3">
                    <a:lumMod val="50000"/>
                  </a:schemeClr>
                </a:solidFill>
                <a:latin typeface="Times New Roman" panose="02020603050405020304" pitchFamily="18" charset="0"/>
                <a:cs typeface="Times New Roman" panose="02020603050405020304" pitchFamily="18" charset="0"/>
              </a:rPr>
              <a:t>	    0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otro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modo</a:t>
            </a:r>
            <a:endParaRPr lang="en-US" sz="1600" dirty="0">
              <a:solidFill>
                <a:schemeClr val="accent3">
                  <a:lumMod val="5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Rectángulo 10"/>
              <p:cNvSpPr/>
              <p:nvPr/>
            </p:nvSpPr>
            <p:spPr>
              <a:xfrm>
                <a:off x="6960096" y="2570059"/>
                <a:ext cx="4419600" cy="31099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a:solidFill>
                      <a:schemeClr val="accent3">
                        <a:lumMod val="50000"/>
                      </a:schemeClr>
                    </a:solidFill>
                  </a:rPr>
                  <a:t>    </a:t>
                </a:r>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𝒋</m:t>
                                    </m:r>
                                    <m:r>
                                      <a:rPr lang="es-CO" sz="1600" b="1" i="1">
                                        <a:solidFill>
                                          <a:schemeClr val="accent3">
                                            <a:lumMod val="50000"/>
                                          </a:schemeClr>
                                        </a:solidFill>
                                        <a:latin typeface="Cambria Math"/>
                                      </a:rPr>
                                      <m:t>𝒊</m:t>
                                    </m:r>
                                  </m:sub>
                                </m:sSub>
                              </m:e>
                            </m:nary>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r>
                              <a:rPr lang="es-MX" sz="1600" b="0" i="1" smtClean="0">
                                <a:solidFill>
                                  <a:schemeClr val="accent3">
                                    <a:lumMod val="50000"/>
                                  </a:schemeClr>
                                </a:solidFill>
                                <a:latin typeface="Cambria Math" panose="02040503050406030204" pitchFamily="18" charset="0"/>
                                <a:ea typeface="Cambria Math"/>
                              </a:rPr>
                              <m:t>\</m:t>
                            </m:r>
                            <m:r>
                              <m:rPr>
                                <m:lit/>
                              </m:rPr>
                              <a:rPr lang="es-MX" sz="1600" b="0" i="1" smtClean="0">
                                <a:solidFill>
                                  <a:schemeClr val="accent3">
                                    <a:lumMod val="50000"/>
                                  </a:schemeClr>
                                </a:solidFill>
                                <a:latin typeface="Cambria Math" panose="02040503050406030204" pitchFamily="18" charset="0"/>
                                <a:ea typeface="Cambria Math"/>
                              </a:rPr>
                              <m:t>{</m:t>
                            </m:r>
                            <m:r>
                              <a:rPr lang="es-MX" sz="1600" b="0" i="1" smtClean="0">
                                <a:solidFill>
                                  <a:schemeClr val="accent3">
                                    <a:lumMod val="50000"/>
                                  </a:schemeClr>
                                </a:solidFill>
                                <a:latin typeface="Cambria Math" panose="02040503050406030204" pitchFamily="18" charset="0"/>
                                <a:ea typeface="Cambria Math"/>
                              </a:rPr>
                              <m:t>1,</m:t>
                            </m:r>
                            <m:r>
                              <a:rPr lang="es-MX" sz="1600" b="0" i="1" smtClean="0">
                                <a:solidFill>
                                  <a:schemeClr val="accent3">
                                    <a:lumMod val="50000"/>
                                  </a:schemeClr>
                                </a:solidFill>
                                <a:latin typeface="Cambria Math" panose="02040503050406030204" pitchFamily="18" charset="0"/>
                                <a:ea typeface="Cambria Math"/>
                              </a:rPr>
                              <m:t>𝑛</m:t>
                            </m:r>
                            <m:r>
                              <a:rPr lang="es-MX" sz="1600" b="0" i="1" smtClean="0">
                                <a:solidFill>
                                  <a:schemeClr val="accent3">
                                    <a:lumMod val="50000"/>
                                  </a:schemeClr>
                                </a:solidFill>
                                <a:latin typeface="Cambria Math" panose="02040503050406030204" pitchFamily="18" charset="0"/>
                                <a:ea typeface="Cambria Math"/>
                              </a:rPr>
                              <m:t>}</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smtClean="0">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𝟏</m:t>
                                    </m:r>
                                    <m:r>
                                      <a:rPr lang="es-CO" sz="1600" b="1" i="1">
                                        <a:solidFill>
                                          <a:schemeClr val="accent3">
                                            <a:lumMod val="50000"/>
                                          </a:schemeClr>
                                        </a:solidFill>
                                        <a:latin typeface="Cambria Math"/>
                                      </a:rPr>
                                      <m:t>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𝒊𝒏</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r>
                                  <a:rPr lang="es-MX" sz="1600" b="0" i="1" smtClean="0">
                                    <a:solidFill>
                                      <a:schemeClr val="accent3">
                                        <a:lumMod val="50000"/>
                                      </a:schemeClr>
                                    </a:solidFill>
                                    <a:latin typeface="Cambria Math" panose="02040503050406030204" pitchFamily="18" charset="0"/>
                                  </a:rPr>
                                  <m:t>𝑗</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n-US" sz="1600" dirty="0">
                  <a:solidFill>
                    <a:schemeClr val="accent3">
                      <a:lumMod val="50000"/>
                    </a:schemeClr>
                  </a:solidFill>
                </a:endParaRPr>
              </a:p>
            </p:txBody>
          </p:sp>
        </mc:Choice>
        <mc:Fallback>
          <p:sp>
            <p:nvSpPr>
              <p:cNvPr id="11" name="Rectángulo 10"/>
              <p:cNvSpPr>
                <a:spLocks noRot="1" noChangeAspect="1" noMove="1" noResize="1" noEditPoints="1" noAdjustHandles="1" noChangeArrowheads="1" noChangeShapeType="1" noTextEdit="1"/>
              </p:cNvSpPr>
              <p:nvPr/>
            </p:nvSpPr>
            <p:spPr>
              <a:xfrm>
                <a:off x="6960096" y="2570059"/>
                <a:ext cx="4419600" cy="3109954"/>
              </a:xfrm>
              <a:prstGeom prst="rect">
                <a:avLst/>
              </a:prstGeom>
              <a:blipFill>
                <a:blip r:embed="rId4"/>
                <a:stretch>
                  <a:fillRect/>
                </a:stretch>
              </a:blipFill>
            </p:spPr>
            <p:txBody>
              <a:bodyPr/>
              <a:lstStyle/>
              <a:p>
                <a:r>
                  <a:rPr lang="en-US">
                    <a:noFill/>
                  </a:rPr>
                  <a:t> </a:t>
                </a:r>
              </a:p>
            </p:txBody>
          </p:sp>
        </mc:Fallback>
      </mc:AlternateContent>
      <p:sp>
        <p:nvSpPr>
          <p:cNvPr id="13" name="Rectangle 3"/>
          <p:cNvSpPr txBox="1">
            <a:spLocks noChangeArrowheads="1"/>
          </p:cNvSpPr>
          <p:nvPr/>
        </p:nvSpPr>
        <p:spPr bwMode="auto">
          <a:xfrm>
            <a:off x="1515871" y="3937250"/>
            <a:ext cx="5904656" cy="214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MX" sz="1800" b="0" dirty="0">
                <a:solidFill>
                  <a:schemeClr val="accent3">
                    <a:lumMod val="50000"/>
                  </a:schemeClr>
                </a:solidFill>
              </a:rPr>
              <a:t> El objetivo del SPP </a:t>
            </a:r>
            <a:r>
              <a:rPr lang="es-MX" sz="1800" b="0" i="1" dirty="0">
                <a:solidFill>
                  <a:schemeClr val="accent3">
                    <a:lumMod val="50000"/>
                  </a:schemeClr>
                </a:solidFill>
              </a:rPr>
              <a:t>(</a:t>
            </a:r>
            <a:r>
              <a:rPr lang="es-MX" sz="1800" b="0" i="1" dirty="0" err="1">
                <a:solidFill>
                  <a:schemeClr val="accent3">
                    <a:lumMod val="50000"/>
                  </a:schemeClr>
                </a:solidFill>
              </a:rPr>
              <a:t>Shortest</a:t>
            </a:r>
            <a:r>
              <a:rPr lang="es-MX" sz="1800" b="0" i="1" dirty="0">
                <a:solidFill>
                  <a:schemeClr val="accent3">
                    <a:lumMod val="50000"/>
                  </a:schemeClr>
                </a:solidFill>
              </a:rPr>
              <a:t> </a:t>
            </a:r>
            <a:r>
              <a:rPr lang="es-MX" sz="1800" b="0" i="1" dirty="0" err="1">
                <a:solidFill>
                  <a:schemeClr val="accent3">
                    <a:lumMod val="50000"/>
                  </a:schemeClr>
                </a:solidFill>
              </a:rPr>
              <a:t>Path</a:t>
            </a:r>
            <a:r>
              <a:rPr lang="es-MX" sz="1800" b="0" i="1" dirty="0">
                <a:solidFill>
                  <a:schemeClr val="accent3">
                    <a:lumMod val="50000"/>
                  </a:schemeClr>
                </a:solidFill>
              </a:rPr>
              <a:t> </a:t>
            </a:r>
            <a:r>
              <a:rPr lang="es-MX" sz="1800" b="0" i="1" dirty="0" err="1">
                <a:solidFill>
                  <a:schemeClr val="accent3">
                    <a:lumMod val="50000"/>
                  </a:schemeClr>
                </a:solidFill>
              </a:rPr>
              <a:t>Problem</a:t>
            </a:r>
            <a:r>
              <a:rPr lang="es-MX" sz="1800" b="0" i="1" dirty="0">
                <a:solidFill>
                  <a:schemeClr val="accent3">
                    <a:lumMod val="50000"/>
                  </a:schemeClr>
                </a:solidFill>
              </a:rPr>
              <a:t>)</a:t>
            </a:r>
            <a:r>
              <a:rPr lang="es-MX" sz="1800" b="0" dirty="0">
                <a:solidFill>
                  <a:schemeClr val="accent3">
                    <a:lumMod val="50000"/>
                  </a:schemeClr>
                </a:solidFill>
              </a:rPr>
              <a:t> es encontrar un recorrido que minimice la distancia total de la ruta, con las siguientes condiciones:</a:t>
            </a:r>
          </a:p>
          <a:p>
            <a:pPr marL="285750" indent="-285750" algn="l">
              <a:buFont typeface="Arial" panose="020B0604020202020204" pitchFamily="34" charset="0"/>
              <a:buChar char="•"/>
            </a:pPr>
            <a:r>
              <a:rPr lang="es-MX" sz="1800" b="0" dirty="0">
                <a:solidFill>
                  <a:schemeClr val="accent3">
                    <a:lumMod val="50000"/>
                  </a:schemeClr>
                </a:solidFill>
              </a:rPr>
              <a:t>Debe iniciar en el nodo origen (</a:t>
            </a:r>
            <a:r>
              <a:rPr lang="es-MX" sz="1800" b="0" dirty="0" err="1">
                <a:solidFill>
                  <a:schemeClr val="accent3">
                    <a:lumMod val="50000"/>
                  </a:schemeClr>
                </a:solidFill>
              </a:rPr>
              <a:t>i.e</a:t>
            </a:r>
            <a:r>
              <a:rPr lang="es-MX" sz="1800" b="0" dirty="0">
                <a:solidFill>
                  <a:schemeClr val="accent3">
                    <a:lumMod val="50000"/>
                  </a:schemeClr>
                </a:solidFill>
              </a:rPr>
              <a:t> i=1)</a:t>
            </a:r>
          </a:p>
          <a:p>
            <a:pPr marL="285750" indent="-285750" algn="l">
              <a:buFont typeface="Arial" panose="020B0604020202020204" pitchFamily="34" charset="0"/>
              <a:buChar char="•"/>
            </a:pPr>
            <a:r>
              <a:rPr lang="es-MX" sz="1800" b="0" dirty="0">
                <a:solidFill>
                  <a:schemeClr val="accent3">
                    <a:lumMod val="50000"/>
                  </a:schemeClr>
                </a:solidFill>
              </a:rPr>
              <a:t>Debe terminar en el nodo destino (i.e. i=n)</a:t>
            </a:r>
          </a:p>
          <a:p>
            <a:pPr marL="285750" indent="-285750" algn="l">
              <a:buFont typeface="Arial" panose="020B0604020202020204" pitchFamily="34" charset="0"/>
              <a:buChar char="•"/>
            </a:pPr>
            <a:r>
              <a:rPr lang="es-MX" sz="1800" b="0" dirty="0">
                <a:solidFill>
                  <a:schemeClr val="accent3">
                    <a:lumMod val="50000"/>
                  </a:schemeClr>
                </a:solidFill>
              </a:rPr>
              <a:t>Si un nodo se visita, debe ser máximo una vez.</a:t>
            </a:r>
          </a:p>
        </p:txBody>
      </p:sp>
    </p:spTree>
    <p:extLst>
      <p:ext uri="{BB962C8B-B14F-4D97-AF65-F5344CB8AC3E}">
        <p14:creationId xmlns:p14="http://schemas.microsoft.com/office/powerpoint/2010/main" val="29776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4000" dirty="0">
                <a:effectLst>
                  <a:outerShdw blurRad="60007" dist="200025" dir="15000000" sy="30000" kx="-1800000" algn="bl" rotWithShape="0">
                    <a:prstClr val="black">
                      <a:alpha val="32000"/>
                    </a:prstClr>
                  </a:outerShdw>
                </a:effectLst>
              </a:rPr>
              <a:t>El Problema de la Ruta Más Corta</a:t>
            </a:r>
            <a:endParaRPr lang="es-ES" sz="4000" dirty="0">
              <a:effectLst>
                <a:outerShdw blurRad="60007" dist="200025" dir="15000000" sy="30000" kx="-1800000" algn="bl" rotWithShape="0">
                  <a:prstClr val="black">
                    <a:alpha val="32000"/>
                  </a:prstClr>
                </a:outerShdw>
              </a:effectLst>
            </a:endParaRPr>
          </a:p>
        </p:txBody>
      </p:sp>
      <mc:AlternateContent xmlns:mc="http://schemas.openxmlformats.org/markup-compatibility/2006">
        <mc:Choice xmlns:a14="http://schemas.microsoft.com/office/drawing/2010/main" Requires="a14">
          <p:sp>
            <p:nvSpPr>
              <p:cNvPr id="11" name="Rectángulo 10"/>
              <p:cNvSpPr/>
              <p:nvPr/>
            </p:nvSpPr>
            <p:spPr>
              <a:xfrm>
                <a:off x="6287743" y="2760675"/>
                <a:ext cx="4419600" cy="31099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a:solidFill>
                      <a:schemeClr val="accent3">
                        <a:lumMod val="50000"/>
                      </a:schemeClr>
                    </a:solidFill>
                  </a:rPr>
                  <a:t>    </a:t>
                </a:r>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𝒋</m:t>
                                    </m:r>
                                    <m:r>
                                      <a:rPr lang="es-CO" sz="1600" b="1" i="1">
                                        <a:solidFill>
                                          <a:schemeClr val="accent3">
                                            <a:lumMod val="50000"/>
                                          </a:schemeClr>
                                        </a:solidFill>
                                        <a:latin typeface="Cambria Math"/>
                                      </a:rPr>
                                      <m:t>𝒊</m:t>
                                    </m:r>
                                  </m:sub>
                                </m:sSub>
                              </m:e>
                            </m:nary>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r>
                              <a:rPr lang="es-MX" sz="1600" b="0" i="1" smtClean="0">
                                <a:solidFill>
                                  <a:schemeClr val="accent3">
                                    <a:lumMod val="50000"/>
                                  </a:schemeClr>
                                </a:solidFill>
                                <a:latin typeface="Cambria Math" panose="02040503050406030204" pitchFamily="18" charset="0"/>
                                <a:ea typeface="Cambria Math"/>
                              </a:rPr>
                              <m:t>\</m:t>
                            </m:r>
                            <m:r>
                              <m:rPr>
                                <m:lit/>
                              </m:rPr>
                              <a:rPr lang="es-MX" sz="1600" b="0" i="1" smtClean="0">
                                <a:solidFill>
                                  <a:schemeClr val="accent3">
                                    <a:lumMod val="50000"/>
                                  </a:schemeClr>
                                </a:solidFill>
                                <a:latin typeface="Cambria Math" panose="02040503050406030204" pitchFamily="18" charset="0"/>
                                <a:ea typeface="Cambria Math"/>
                              </a:rPr>
                              <m:t>{</m:t>
                            </m:r>
                            <m:r>
                              <a:rPr lang="es-MX" sz="1600" b="0" i="1" smtClean="0">
                                <a:solidFill>
                                  <a:schemeClr val="accent3">
                                    <a:lumMod val="50000"/>
                                  </a:schemeClr>
                                </a:solidFill>
                                <a:latin typeface="Cambria Math" panose="02040503050406030204" pitchFamily="18" charset="0"/>
                                <a:ea typeface="Cambria Math"/>
                              </a:rPr>
                              <m:t>1,</m:t>
                            </m:r>
                            <m:r>
                              <a:rPr lang="es-MX" sz="1600" b="0" i="1" smtClean="0">
                                <a:solidFill>
                                  <a:schemeClr val="accent3">
                                    <a:lumMod val="50000"/>
                                  </a:schemeClr>
                                </a:solidFill>
                                <a:latin typeface="Cambria Math" panose="02040503050406030204" pitchFamily="18" charset="0"/>
                                <a:ea typeface="Cambria Math"/>
                              </a:rPr>
                              <m:t>𝑛</m:t>
                            </m:r>
                            <m:r>
                              <a:rPr lang="es-MX" sz="1600" b="0" i="1" smtClean="0">
                                <a:solidFill>
                                  <a:schemeClr val="accent3">
                                    <a:lumMod val="50000"/>
                                  </a:schemeClr>
                                </a:solidFill>
                                <a:latin typeface="Cambria Math" panose="02040503050406030204" pitchFamily="18" charset="0"/>
                                <a:ea typeface="Cambria Math"/>
                              </a:rPr>
                              <m:t>}</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smtClean="0">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𝟏</m:t>
                                    </m:r>
                                    <m:r>
                                      <a:rPr lang="es-CO" sz="1600" b="1" i="1">
                                        <a:solidFill>
                                          <a:schemeClr val="accent3">
                                            <a:lumMod val="50000"/>
                                          </a:schemeClr>
                                        </a:solidFill>
                                        <a:latin typeface="Cambria Math"/>
                                      </a:rPr>
                                      <m:t>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𝒊𝒏</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r>
                                  <a:rPr lang="es-MX" sz="1600" b="0" i="1" smtClean="0">
                                    <a:solidFill>
                                      <a:schemeClr val="accent3">
                                        <a:lumMod val="50000"/>
                                      </a:schemeClr>
                                    </a:solidFill>
                                    <a:latin typeface="Cambria Math" panose="02040503050406030204" pitchFamily="18" charset="0"/>
                                  </a:rPr>
                                  <m:t>𝑗</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n-US" sz="1600" dirty="0">
                  <a:solidFill>
                    <a:schemeClr val="accent3">
                      <a:lumMod val="50000"/>
                    </a:schemeClr>
                  </a:solidFill>
                </a:endParaRPr>
              </a:p>
            </p:txBody>
          </p:sp>
        </mc:Choice>
        <mc:Fallback>
          <p:sp>
            <p:nvSpPr>
              <p:cNvPr id="11" name="Rectángulo 10"/>
              <p:cNvSpPr>
                <a:spLocks noRot="1" noChangeAspect="1" noMove="1" noResize="1" noEditPoints="1" noAdjustHandles="1" noChangeArrowheads="1" noChangeShapeType="1" noTextEdit="1"/>
              </p:cNvSpPr>
              <p:nvPr/>
            </p:nvSpPr>
            <p:spPr>
              <a:xfrm>
                <a:off x="6287743" y="2760675"/>
                <a:ext cx="4419600" cy="3109954"/>
              </a:xfrm>
              <a:prstGeom prst="rect">
                <a:avLst/>
              </a:prstGeom>
              <a:blipFill>
                <a:blip r:embed="rId3"/>
                <a:stretch>
                  <a:fillRect/>
                </a:stretch>
              </a:blipFill>
            </p:spPr>
            <p:txBody>
              <a:bodyPr/>
              <a:lstStyle/>
              <a:p>
                <a:r>
                  <a:rPr lang="en-US">
                    <a:noFill/>
                  </a:rPr>
                  <a:t> </a:t>
                </a:r>
              </a:p>
            </p:txBody>
          </p:sp>
        </mc:Fallback>
      </mc:AlternateContent>
      <p:sp>
        <p:nvSpPr>
          <p:cNvPr id="12" name="Rectángulo 11"/>
          <p:cNvSpPr/>
          <p:nvPr/>
        </p:nvSpPr>
        <p:spPr>
          <a:xfrm>
            <a:off x="1991544" y="4117298"/>
            <a:ext cx="3770575" cy="1754326"/>
          </a:xfrm>
          <a:prstGeom prst="rect">
            <a:avLst/>
          </a:prstGeom>
        </p:spPr>
        <p:txBody>
          <a:bodyPr wrap="square">
            <a:spAutoFit/>
          </a:bodyPr>
          <a:lstStyle/>
          <a:p>
            <a:r>
              <a:rPr lang="es-MX" b="1" dirty="0">
                <a:solidFill>
                  <a:schemeClr val="accent3">
                    <a:lumMod val="50000"/>
                  </a:schemeClr>
                </a:solidFill>
              </a:rPr>
              <a:t>Métodos de solución</a:t>
            </a:r>
          </a:p>
          <a:p>
            <a:pPr marL="285750" indent="-285750">
              <a:buFont typeface="Arial" panose="020B0604020202020204" pitchFamily="34" charset="0"/>
              <a:buChar char="•"/>
            </a:pPr>
            <a:r>
              <a:rPr lang="es-MX" dirty="0">
                <a:solidFill>
                  <a:schemeClr val="accent3">
                    <a:lumMod val="50000"/>
                  </a:schemeClr>
                </a:solidFill>
              </a:rPr>
              <a:t>Algoritmo de </a:t>
            </a:r>
            <a:r>
              <a:rPr lang="es-MX" dirty="0" err="1">
                <a:solidFill>
                  <a:schemeClr val="accent3">
                    <a:lumMod val="50000"/>
                  </a:schemeClr>
                </a:solidFill>
              </a:rPr>
              <a:t>Dijkstra</a:t>
            </a:r>
            <a:endParaRPr lang="es-MX" dirty="0">
              <a:solidFill>
                <a:schemeClr val="accent3">
                  <a:lumMod val="50000"/>
                </a:schemeClr>
              </a:solidFill>
            </a:endParaRPr>
          </a:p>
          <a:p>
            <a:pPr marL="285750" indent="-285750">
              <a:buFont typeface="Arial" panose="020B0604020202020204" pitchFamily="34" charset="0"/>
              <a:buChar char="•"/>
            </a:pPr>
            <a:r>
              <a:rPr lang="es-MX" dirty="0">
                <a:solidFill>
                  <a:schemeClr val="accent3">
                    <a:lumMod val="50000"/>
                  </a:schemeClr>
                </a:solidFill>
              </a:rPr>
              <a:t>Algoritmo de </a:t>
            </a:r>
            <a:r>
              <a:rPr lang="es-MX" dirty="0" err="1">
                <a:solidFill>
                  <a:schemeClr val="accent3">
                    <a:lumMod val="50000"/>
                  </a:schemeClr>
                </a:solidFill>
              </a:rPr>
              <a:t>Bellman</a:t>
            </a:r>
            <a:r>
              <a:rPr lang="es-MX" dirty="0">
                <a:solidFill>
                  <a:schemeClr val="accent3">
                    <a:lumMod val="50000"/>
                  </a:schemeClr>
                </a:solidFill>
              </a:rPr>
              <a:t> – Ford</a:t>
            </a:r>
          </a:p>
          <a:p>
            <a:pPr marL="285750" indent="-285750">
              <a:buFont typeface="Arial" panose="020B0604020202020204" pitchFamily="34" charset="0"/>
              <a:buChar char="•"/>
            </a:pPr>
            <a:r>
              <a:rPr lang="es-MX" dirty="0">
                <a:solidFill>
                  <a:schemeClr val="accent3">
                    <a:lumMod val="50000"/>
                  </a:schemeClr>
                </a:solidFill>
              </a:rPr>
              <a:t>Algoritmo de Búsqueda A*</a:t>
            </a:r>
          </a:p>
          <a:p>
            <a:pPr marL="285750" indent="-285750">
              <a:buFont typeface="Arial" panose="020B0604020202020204" pitchFamily="34" charset="0"/>
              <a:buChar char="•"/>
            </a:pPr>
            <a:r>
              <a:rPr lang="es-MX" dirty="0">
                <a:solidFill>
                  <a:schemeClr val="accent3">
                    <a:lumMod val="50000"/>
                  </a:schemeClr>
                </a:solidFill>
              </a:rPr>
              <a:t>Algoritmo de Floyd-Marshall…</a:t>
            </a:r>
          </a:p>
          <a:p>
            <a:endParaRPr lang="es-MX" dirty="0">
              <a:solidFill>
                <a:schemeClr val="accent3">
                  <a:lumMod val="50000"/>
                </a:schemeClr>
              </a:solidFill>
            </a:endParaRPr>
          </a:p>
        </p:txBody>
      </p:sp>
      <p:pic>
        <p:nvPicPr>
          <p:cNvPr id="13" name="Picture 2" descr="Resultado de imagen para camino mas cor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400" y="1302185"/>
            <a:ext cx="3772799" cy="2826586"/>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9">
            <a:extLst>
              <a:ext uri="{FF2B5EF4-FFF2-40B4-BE49-F238E27FC236}">
                <a16:creationId xmlns:a16="http://schemas.microsoft.com/office/drawing/2014/main" id="{746342D2-6A65-3906-67CC-26A7957D5637}"/>
              </a:ext>
            </a:extLst>
          </p:cNvPr>
          <p:cNvSpPr/>
          <p:nvPr/>
        </p:nvSpPr>
        <p:spPr>
          <a:xfrm>
            <a:off x="4814883" y="1785561"/>
            <a:ext cx="5817840" cy="880241"/>
          </a:xfrm>
          <a:prstGeom prst="rect">
            <a:avLst/>
          </a:prstGeom>
        </p:spPr>
        <p:txBody>
          <a:bodyPr wrap="square">
            <a:spAutoFit/>
          </a:bodyPr>
          <a:lstStyle/>
          <a:p>
            <a:pPr marL="546100" indent="-5461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si</a:t>
            </a:r>
            <a:r>
              <a:rPr lang="en-US" sz="1600" dirty="0">
                <a:solidFill>
                  <a:schemeClr val="accent3">
                    <a:lumMod val="50000"/>
                  </a:schemeClr>
                </a:solidFill>
                <a:latin typeface="Times New Roman" panose="02020603050405020304" pitchFamily="18" charset="0"/>
                <a:cs typeface="Times New Roman" panose="02020603050405020304" pitchFamily="18" charset="0"/>
              </a:rPr>
              <a:t> se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inmediatamente</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después</a:t>
            </a:r>
            <a:r>
              <a:rPr lang="en-US" sz="1600" dirty="0">
                <a:solidFill>
                  <a:schemeClr val="accent3">
                    <a:lumMod val="50000"/>
                  </a:schemeClr>
                </a:solidFill>
                <a:latin typeface="Times New Roman" panose="02020603050405020304" pitchFamily="18" charset="0"/>
                <a:cs typeface="Times New Roman" panose="02020603050405020304" pitchFamily="18" charset="0"/>
              </a:rPr>
              <a:t>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visitar</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p>
          <a:p>
            <a:pPr marL="342900" indent="-342900">
              <a:spcBef>
                <a:spcPct val="20000"/>
              </a:spcBef>
            </a:pPr>
            <a:r>
              <a:rPr lang="en-US" sz="1600" dirty="0">
                <a:solidFill>
                  <a:schemeClr val="accent3">
                    <a:lumMod val="50000"/>
                  </a:schemeClr>
                </a:solidFill>
                <a:latin typeface="Times New Roman" panose="02020603050405020304" pitchFamily="18" charset="0"/>
                <a:cs typeface="Times New Roman" panose="02020603050405020304" pitchFamily="18" charset="0"/>
              </a:rPr>
              <a:t>	    0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otro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modo</a:t>
            </a:r>
            <a:endParaRPr lang="en-US" sz="1600"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00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12">
                                            <p:txEl>
                                              <p:pRg st="1" end="1"/>
                                            </p:txEl>
                                          </p:spTgt>
                                        </p:tgtEl>
                                        <p:attrNameLst>
                                          <p:attrName>style.visibility</p:attrName>
                                        </p:attrNameLst>
                                      </p:cBhvr>
                                      <p:to>
                                        <p:strVal val="visible"/>
                                      </p:to>
                                    </p:set>
                                    <p:animEffect transition="in" filter="fade">
                                      <p:cBhvr>
                                        <p:cTn id="11" dur="500"/>
                                        <p:tgtEl>
                                          <p:spTgt spid="12">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50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fade">
                                      <p:cBhvr>
                                        <p:cTn id="15" dur="500"/>
                                        <p:tgtEl>
                                          <p:spTgt spid="12">
                                            <p:txEl>
                                              <p:pRg st="2" end="2"/>
                                            </p:txEl>
                                          </p:spTgt>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500"/>
                                        <p:tgtEl>
                                          <p:spTgt spid="12">
                                            <p:txEl>
                                              <p:pRg st="3" end="3"/>
                                            </p:txEl>
                                          </p:spTgt>
                                        </p:tgtEl>
                                      </p:cBhvr>
                                    </p:animEffect>
                                  </p:childTnLst>
                                </p:cTn>
                              </p:par>
                            </p:childTnLst>
                          </p:cTn>
                        </p:par>
                        <p:par>
                          <p:cTn id="20" fill="hold">
                            <p:stCondLst>
                              <p:cond delay="4000"/>
                            </p:stCondLst>
                            <p:childTnLst>
                              <p:par>
                                <p:cTn id="21" presetID="10" presetClass="entr" presetSubtype="0" fill="hold" grpId="0" nodeType="afterEffect">
                                  <p:stCondLst>
                                    <p:cond delay="50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fade">
                                      <p:cBhvr>
                                        <p:cTn id="23"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dvAuto="50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magen relacionada"/>
          <p:cNvPicPr>
            <a:picLocks noChangeAspect="1" noChangeArrowheads="1"/>
          </p:cNvPicPr>
          <p:nvPr/>
        </p:nvPicPr>
        <p:blipFill rotWithShape="1">
          <a:blip r:embed="rId3">
            <a:extLst>
              <a:ext uri="{28A0092B-C50C-407E-A947-70E740481C1C}">
                <a14:useLocalDpi xmlns:a14="http://schemas.microsoft.com/office/drawing/2010/main" val="0"/>
              </a:ext>
            </a:extLst>
          </a:blip>
          <a:srcRect l="12164"/>
          <a:stretch/>
        </p:blipFill>
        <p:spPr bwMode="auto">
          <a:xfrm>
            <a:off x="840921" y="1210537"/>
            <a:ext cx="3747719" cy="2537879"/>
          </a:xfrm>
          <a:prstGeom prst="rect">
            <a:avLst/>
          </a:prstGeom>
          <a:noFill/>
          <a:extLst>
            <a:ext uri="{909E8E84-426E-40DD-AFC4-6F175D3DCCD1}">
              <a14:hiddenFill xmlns:a14="http://schemas.microsoft.com/office/drawing/2010/main">
                <a:solidFill>
                  <a:srgbClr val="FFFFFF"/>
                </a:solidFill>
              </a14:hiddenFill>
            </a:ext>
          </a:extLst>
        </p:spPr>
      </p:pic>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4000" dirty="0">
                <a:effectLst>
                  <a:outerShdw blurRad="60007" dist="200025" dir="15000000" sy="30000" kx="-1800000" algn="bl" rotWithShape="0">
                    <a:prstClr val="black">
                      <a:alpha val="32000"/>
                    </a:prstClr>
                  </a:outerShdw>
                </a:effectLst>
              </a:rPr>
              <a:t>El Problema del Agente Viajero</a:t>
            </a:r>
            <a:endParaRPr lang="es-ES" sz="40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1198985" y="4050166"/>
            <a:ext cx="5904656" cy="214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MX" sz="1800" b="0" dirty="0">
                <a:solidFill>
                  <a:schemeClr val="accent3">
                    <a:lumMod val="50000"/>
                  </a:schemeClr>
                </a:solidFill>
              </a:rPr>
              <a:t> El objetivo del TSP ( </a:t>
            </a:r>
            <a:r>
              <a:rPr lang="es-MX" sz="1800" b="0" i="1" dirty="0">
                <a:solidFill>
                  <a:schemeClr val="accent3">
                    <a:lumMod val="50000"/>
                  </a:schemeClr>
                </a:solidFill>
              </a:rPr>
              <a:t>(Travelling Salesman Problem)</a:t>
            </a:r>
            <a:r>
              <a:rPr lang="es-MX" sz="1800" b="0" dirty="0">
                <a:solidFill>
                  <a:schemeClr val="accent3">
                    <a:lumMod val="50000"/>
                  </a:schemeClr>
                </a:solidFill>
              </a:rPr>
              <a:t>,) es encontrar un recorrido completo que minimice la distancia total de la ruta, o el tiempo total del recorrido,                         con las siguientes condiciones:</a:t>
            </a:r>
          </a:p>
          <a:p>
            <a:pPr marL="285750" indent="-285750" algn="l">
              <a:buFont typeface="Arial" panose="020B0604020202020204" pitchFamily="34" charset="0"/>
              <a:buChar char="•"/>
            </a:pPr>
            <a:r>
              <a:rPr lang="es-MX" sz="1800" b="0" dirty="0">
                <a:solidFill>
                  <a:schemeClr val="accent3">
                    <a:lumMod val="50000"/>
                  </a:schemeClr>
                </a:solidFill>
              </a:rPr>
              <a:t>Que conecten todos los nodos de una red</a:t>
            </a:r>
          </a:p>
          <a:p>
            <a:pPr marL="285750" indent="-285750" algn="l">
              <a:buFont typeface="Arial" panose="020B0604020202020204" pitchFamily="34" charset="0"/>
              <a:buChar char="•"/>
            </a:pPr>
            <a:r>
              <a:rPr lang="es-MX" sz="1800" b="0" dirty="0">
                <a:solidFill>
                  <a:schemeClr val="accent3">
                    <a:lumMod val="50000"/>
                  </a:schemeClr>
                </a:solidFill>
              </a:rPr>
              <a:t>Que se conecten visitándolos tan sólo una vez</a:t>
            </a:r>
          </a:p>
          <a:p>
            <a:pPr marL="285750" indent="-285750" algn="l">
              <a:buFont typeface="Arial" panose="020B0604020202020204" pitchFamily="34" charset="0"/>
              <a:buChar char="•"/>
            </a:pPr>
            <a:r>
              <a:rPr lang="es-MX" sz="1800" b="0" dirty="0">
                <a:solidFill>
                  <a:schemeClr val="accent3">
                    <a:lumMod val="50000"/>
                  </a:schemeClr>
                </a:solidFill>
              </a:rPr>
              <a:t>El recorrido debe volver al punto de partida.</a:t>
            </a:r>
          </a:p>
        </p:txBody>
      </p:sp>
      <p:sp>
        <p:nvSpPr>
          <p:cNvPr id="2" name="Rectángulo 1"/>
          <p:cNvSpPr/>
          <p:nvPr/>
        </p:nvSpPr>
        <p:spPr>
          <a:xfrm>
            <a:off x="952500" y="6581001"/>
            <a:ext cx="4419600" cy="276999"/>
          </a:xfrm>
          <a:prstGeom prst="rect">
            <a:avLst/>
          </a:prstGeom>
        </p:spPr>
        <p:txBody>
          <a:bodyPr wrap="square">
            <a:spAutoFit/>
          </a:bodyPr>
          <a:lstStyle/>
          <a:p>
            <a:r>
              <a:rPr lang="es-MX" sz="1200" dirty="0">
                <a:solidFill>
                  <a:schemeClr val="tx1">
                    <a:lumMod val="75000"/>
                  </a:schemeClr>
                </a:solidFill>
                <a:latin typeface="Arial Narrow" panose="020B0606020202030204" pitchFamily="34" charset="0"/>
              </a:rPr>
              <a:t>Imagen: https://codingornot.com/01-agente-viajero-introduccion</a:t>
            </a:r>
            <a:endParaRPr lang="en-US" sz="1200" dirty="0">
              <a:solidFill>
                <a:schemeClr val="tx1">
                  <a:lumMod val="75000"/>
                </a:schemeClr>
              </a:solidFill>
              <a:latin typeface="Arial Narrow" panose="020B0606020202030204" pitchFamily="34" charset="0"/>
            </a:endParaRPr>
          </a:p>
        </p:txBody>
      </p:sp>
      <p:sp>
        <p:nvSpPr>
          <p:cNvPr id="12" name="Llamada rectangular redondeada 11"/>
          <p:cNvSpPr/>
          <p:nvPr/>
        </p:nvSpPr>
        <p:spPr>
          <a:xfrm>
            <a:off x="6026895" y="5097431"/>
            <a:ext cx="1636295" cy="739588"/>
          </a:xfrm>
          <a:prstGeom prst="wedgeRoundRectCallout">
            <a:avLst>
              <a:gd name="adj1" fmla="val -60497"/>
              <a:gd name="adj2" fmla="val 87672"/>
              <a:gd name="adj3" fmla="val 16667"/>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err="1">
                <a:solidFill>
                  <a:schemeClr val="accent3">
                    <a:lumMod val="50000"/>
                  </a:schemeClr>
                </a:solidFill>
              </a:rPr>
              <a:t>Ciclo</a:t>
            </a:r>
            <a:r>
              <a:rPr lang="en-US" dirty="0">
                <a:solidFill>
                  <a:schemeClr val="accent3">
                    <a:lumMod val="50000"/>
                  </a:schemeClr>
                </a:solidFill>
              </a:rPr>
              <a:t> </a:t>
            </a:r>
            <a:r>
              <a:rPr lang="en-US" dirty="0" err="1">
                <a:solidFill>
                  <a:schemeClr val="accent3">
                    <a:lumMod val="50000"/>
                  </a:schemeClr>
                </a:solidFill>
              </a:rPr>
              <a:t>Hamiltoniano</a:t>
            </a:r>
            <a:endParaRPr lang="en-US" dirty="0">
              <a:solidFill>
                <a:schemeClr val="accent3">
                  <a:lumMod val="50000"/>
                </a:schemeClr>
              </a:solidFill>
            </a:endParaRPr>
          </a:p>
        </p:txBody>
      </p:sp>
      <mc:AlternateContent xmlns:mc="http://schemas.openxmlformats.org/markup-compatibility/2006">
        <mc:Choice xmlns:a14="http://schemas.microsoft.com/office/drawing/2010/main" Requires="a14">
          <p:sp>
            <p:nvSpPr>
              <p:cNvPr id="9" name="Rectángulo 8"/>
              <p:cNvSpPr/>
              <p:nvPr/>
            </p:nvSpPr>
            <p:spPr>
              <a:xfrm>
                <a:off x="6911687" y="2551341"/>
                <a:ext cx="4419600" cy="32505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a:solidFill>
                      <a:schemeClr val="accent3">
                        <a:lumMod val="50000"/>
                      </a:schemeClr>
                    </a:solidFill>
                  </a:rPr>
                  <a:t>    </a:t>
                </a:r>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smtClean="0">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MX" sz="1600" b="1" i="1" smtClean="0">
                                <a:solidFill>
                                  <a:schemeClr val="accent3">
                                    <a:lumMod val="50000"/>
                                  </a:schemeClr>
                                </a:solidFill>
                                <a:latin typeface="Cambria Math" panose="02040503050406030204" pitchFamily="18" charset="0"/>
                                <a:ea typeface="Cambria Math"/>
                              </a:rPr>
                              <m:t>𝒊</m:t>
                            </m:r>
                          </m:e>
                        </m:mr>
                      </m:m>
                    </m:oMath>
                  </m:oMathPara>
                </a14:m>
                <a:endParaRPr lang="es-CO" sz="1600" dirty="0">
                  <a:solidFill>
                    <a:schemeClr val="accent3">
                      <a:lumMod val="50000"/>
                    </a:schemeClr>
                  </a:solidFill>
                </a:endParaRPr>
              </a:p>
              <a:p>
                <a:endParaRPr lang="es-CO" sz="1600" dirty="0">
                  <a:solidFill>
                    <a:schemeClr val="accent3">
                      <a:lumMod val="50000"/>
                    </a:schemeClr>
                  </a:solidFill>
                </a:endParaRPr>
              </a:p>
              <a:p>
                <a:endParaRPr lang="es-CO" sz="1600" dirty="0">
                  <a:solidFill>
                    <a:schemeClr val="accent3">
                      <a:lumMod val="50000"/>
                    </a:schemeClr>
                  </a:solidFill>
                </a:endParaRPr>
              </a:p>
              <a:p>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r>
                                  <a:rPr lang="es-MX" sz="1600" b="0" i="1" smtClean="0">
                                    <a:solidFill>
                                      <a:schemeClr val="accent3">
                                        <a:lumMod val="50000"/>
                                      </a:schemeClr>
                                    </a:solidFill>
                                    <a:latin typeface="Cambria Math" panose="02040503050406030204" pitchFamily="18" charset="0"/>
                                  </a:rPr>
                                  <m:t>𝑗</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n-US" sz="1600" dirty="0">
                  <a:solidFill>
                    <a:schemeClr val="accent3">
                      <a:lumMod val="50000"/>
                    </a:schemeClr>
                  </a:solidFill>
                </a:endParaRPr>
              </a:p>
            </p:txBody>
          </p:sp>
        </mc:Choice>
        <mc:Fallback>
          <p:sp>
            <p:nvSpPr>
              <p:cNvPr id="9" name="Rectángulo 8"/>
              <p:cNvSpPr>
                <a:spLocks noRot="1" noChangeAspect="1" noMove="1" noResize="1" noEditPoints="1" noAdjustHandles="1" noChangeArrowheads="1" noChangeShapeType="1" noTextEdit="1"/>
              </p:cNvSpPr>
              <p:nvPr/>
            </p:nvSpPr>
            <p:spPr>
              <a:xfrm>
                <a:off x="6911687" y="2551341"/>
                <a:ext cx="4419600" cy="3250570"/>
              </a:xfrm>
              <a:prstGeom prst="rect">
                <a:avLst/>
              </a:prstGeom>
              <a:blipFill>
                <a:blip r:embed="rId4"/>
                <a:stretch>
                  <a:fillRect/>
                </a:stretch>
              </a:blipFill>
            </p:spPr>
            <p:txBody>
              <a:bodyPr/>
              <a:lstStyle/>
              <a:p>
                <a:r>
                  <a:rPr lang="en-US">
                    <a:noFill/>
                  </a:rPr>
                  <a:t> </a:t>
                </a:r>
              </a:p>
            </p:txBody>
          </p:sp>
        </mc:Fallback>
      </mc:AlternateContent>
      <p:sp>
        <p:nvSpPr>
          <p:cNvPr id="21" name="Llamada rectangular redondeada 20"/>
          <p:cNvSpPr/>
          <p:nvPr/>
        </p:nvSpPr>
        <p:spPr>
          <a:xfrm>
            <a:off x="6018406" y="5065959"/>
            <a:ext cx="1636295" cy="739588"/>
          </a:xfrm>
          <a:prstGeom prst="wedgeRoundRectCallout">
            <a:avLst>
              <a:gd name="adj1" fmla="val 75777"/>
              <a:gd name="adj2" fmla="val -127065"/>
              <a:gd name="adj3" fmla="val 16667"/>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err="1">
                <a:solidFill>
                  <a:schemeClr val="accent3">
                    <a:lumMod val="50000"/>
                  </a:schemeClr>
                </a:solidFill>
              </a:rPr>
              <a:t>Ciclo</a:t>
            </a:r>
            <a:r>
              <a:rPr lang="en-US" dirty="0">
                <a:solidFill>
                  <a:schemeClr val="accent3">
                    <a:lumMod val="50000"/>
                  </a:schemeClr>
                </a:solidFill>
              </a:rPr>
              <a:t> </a:t>
            </a:r>
            <a:r>
              <a:rPr lang="en-US" dirty="0" err="1">
                <a:solidFill>
                  <a:schemeClr val="accent3">
                    <a:lumMod val="50000"/>
                  </a:schemeClr>
                </a:solidFill>
              </a:rPr>
              <a:t>Hamiltoniano</a:t>
            </a:r>
            <a:endParaRPr lang="en-US" dirty="0">
              <a:solidFill>
                <a:schemeClr val="accent3">
                  <a:lumMod val="50000"/>
                </a:schemeClr>
              </a:solidFill>
            </a:endParaRPr>
          </a:p>
        </p:txBody>
      </p:sp>
      <p:sp>
        <p:nvSpPr>
          <p:cNvPr id="5" name="Rectángulo 9">
            <a:extLst>
              <a:ext uri="{FF2B5EF4-FFF2-40B4-BE49-F238E27FC236}">
                <a16:creationId xmlns:a16="http://schemas.microsoft.com/office/drawing/2014/main" id="{319FE6B0-BAC9-0EA0-6B6B-F071D44E5225}"/>
              </a:ext>
            </a:extLst>
          </p:cNvPr>
          <p:cNvSpPr/>
          <p:nvPr/>
        </p:nvSpPr>
        <p:spPr>
          <a:xfrm>
            <a:off x="4814883" y="1785561"/>
            <a:ext cx="5817840" cy="880241"/>
          </a:xfrm>
          <a:prstGeom prst="rect">
            <a:avLst/>
          </a:prstGeom>
        </p:spPr>
        <p:txBody>
          <a:bodyPr wrap="square">
            <a:spAutoFit/>
          </a:bodyPr>
          <a:lstStyle/>
          <a:p>
            <a:pPr marL="546100" indent="-5461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si</a:t>
            </a:r>
            <a:r>
              <a:rPr lang="en-US" sz="1600" dirty="0">
                <a:solidFill>
                  <a:schemeClr val="accent3">
                    <a:lumMod val="50000"/>
                  </a:schemeClr>
                </a:solidFill>
                <a:latin typeface="Times New Roman" panose="02020603050405020304" pitchFamily="18" charset="0"/>
                <a:cs typeface="Times New Roman" panose="02020603050405020304" pitchFamily="18" charset="0"/>
              </a:rPr>
              <a:t> se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inmediatamente</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después</a:t>
            </a:r>
            <a:r>
              <a:rPr lang="en-US" sz="1600" dirty="0">
                <a:solidFill>
                  <a:schemeClr val="accent3">
                    <a:lumMod val="50000"/>
                  </a:schemeClr>
                </a:solidFill>
                <a:latin typeface="Times New Roman" panose="02020603050405020304" pitchFamily="18" charset="0"/>
                <a:cs typeface="Times New Roman" panose="02020603050405020304" pitchFamily="18" charset="0"/>
              </a:rPr>
              <a:t>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visitar</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p>
          <a:p>
            <a:pPr marL="342900" indent="-342900">
              <a:spcBef>
                <a:spcPct val="20000"/>
              </a:spcBef>
            </a:pPr>
            <a:r>
              <a:rPr lang="en-US" sz="1600" dirty="0">
                <a:solidFill>
                  <a:schemeClr val="accent3">
                    <a:lumMod val="50000"/>
                  </a:schemeClr>
                </a:solidFill>
                <a:latin typeface="Times New Roman" panose="02020603050405020304" pitchFamily="18" charset="0"/>
                <a:cs typeface="Times New Roman" panose="02020603050405020304" pitchFamily="18" charset="0"/>
              </a:rPr>
              <a:t>	    0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otro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modo</a:t>
            </a:r>
            <a:endParaRPr lang="en-US" sz="1600"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16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1750"/>
                                        <p:tgtEl>
                                          <p:spTgt spid="9"/>
                                        </p:tgtEl>
                                      </p:cBhvr>
                                    </p:animEffect>
                                  </p:childTnLst>
                                </p:cTn>
                              </p:par>
                            </p:childTnLst>
                          </p:cTn>
                        </p:par>
                        <p:par>
                          <p:cTn id="13" fill="hold">
                            <p:stCondLst>
                              <p:cond delay="1750"/>
                            </p:stCondLst>
                            <p:childTnLst>
                              <p:par>
                                <p:cTn id="14" presetID="22" presetClass="entr" presetSubtype="4"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down)">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a:bodyPr>
          <a:lstStyle/>
          <a:p>
            <a:r>
              <a:rPr lang="en-US" sz="2000" dirty="0">
                <a:solidFill>
                  <a:schemeClr val="accent3">
                    <a:lumMod val="50000"/>
                  </a:schemeClr>
                </a:solidFill>
              </a:rPr>
              <a:t>(n-1)! </a:t>
            </a:r>
            <a:r>
              <a:rPr lang="en-US" sz="2000" dirty="0" err="1">
                <a:solidFill>
                  <a:schemeClr val="accent3">
                    <a:lumMod val="50000"/>
                  </a:schemeClr>
                </a:solidFill>
              </a:rPr>
              <a:t>Soluciones</a:t>
            </a:r>
            <a:endParaRPr lang="en-US" sz="2000" dirty="0">
              <a:solidFill>
                <a:schemeClr val="accent3">
                  <a:lumMod val="50000"/>
                </a:schemeClr>
              </a:solidFill>
            </a:endParaRPr>
          </a:p>
          <a:p>
            <a:r>
              <a:rPr lang="en-US" sz="2000" dirty="0">
                <a:solidFill>
                  <a:schemeClr val="accent3">
                    <a:lumMod val="50000"/>
                  </a:schemeClr>
                </a:solidFill>
              </a:rPr>
              <a:t>Red </a:t>
            </a:r>
            <a:r>
              <a:rPr lang="en-US" sz="2000" dirty="0" err="1">
                <a:solidFill>
                  <a:schemeClr val="accent3">
                    <a:lumMod val="50000"/>
                  </a:schemeClr>
                </a:solidFill>
              </a:rPr>
              <a:t>simétrica</a:t>
            </a:r>
            <a:r>
              <a:rPr lang="en-US" sz="2000" dirty="0">
                <a:solidFill>
                  <a:schemeClr val="accent3">
                    <a:lumMod val="50000"/>
                  </a:schemeClr>
                </a:solidFill>
              </a:rPr>
              <a:t>: (n-1)!/2 </a:t>
            </a:r>
            <a:r>
              <a:rPr lang="en-US" sz="2000" dirty="0" err="1">
                <a:solidFill>
                  <a:schemeClr val="accent3">
                    <a:lumMod val="50000"/>
                  </a:schemeClr>
                </a:solidFill>
              </a:rPr>
              <a:t>soluciones</a:t>
            </a:r>
            <a:endParaRPr lang="en-US" sz="2000" dirty="0">
              <a:solidFill>
                <a:schemeClr val="accent3">
                  <a:lumMod val="50000"/>
                </a:schemeClr>
              </a:solidFill>
            </a:endParaRPr>
          </a:p>
          <a:p>
            <a:endParaRPr lang="en-US" sz="2000" dirty="0">
              <a:solidFill>
                <a:schemeClr val="accent3">
                  <a:lumMod val="50000"/>
                </a:schemeClr>
              </a:solidFill>
            </a:endParaRPr>
          </a:p>
        </p:txBody>
      </p:sp>
      <p:sp>
        <p:nvSpPr>
          <p:cNvPr id="2" name="Título 1"/>
          <p:cNvSpPr>
            <a:spLocks noGrp="1"/>
          </p:cNvSpPr>
          <p:nvPr>
            <p:ph type="title"/>
          </p:nvPr>
        </p:nvSpPr>
        <p:spPr/>
        <p:txBody>
          <a:bodyPr>
            <a:normAutofit/>
          </a:bodyPr>
          <a:lstStyle/>
          <a:p>
            <a:r>
              <a:rPr lang="es-ES_tradnl" sz="4000" dirty="0">
                <a:effectLst>
                  <a:outerShdw blurRad="60007" dist="200025" dir="15000000" sy="30000" kx="-1800000" algn="bl" rotWithShape="0">
                    <a:prstClr val="black">
                      <a:alpha val="32000"/>
                    </a:prstClr>
                  </a:outerShdw>
                </a:effectLst>
              </a:rPr>
              <a:t>El Problema del Agente Viajero</a:t>
            </a:r>
            <a:endParaRPr lang="en-US" sz="4000" dirty="0"/>
          </a:p>
        </p:txBody>
      </p:sp>
      <p:sp>
        <p:nvSpPr>
          <p:cNvPr id="7" name="Rectángulo 6"/>
          <p:cNvSpPr/>
          <p:nvPr/>
        </p:nvSpPr>
        <p:spPr>
          <a:xfrm>
            <a:off x="952500" y="6612414"/>
            <a:ext cx="6135799" cy="276999"/>
          </a:xfrm>
          <a:prstGeom prst="rect">
            <a:avLst/>
          </a:prstGeom>
        </p:spPr>
        <p:txBody>
          <a:bodyPr wrap="square">
            <a:spAutoFit/>
          </a:bodyPr>
          <a:lstStyle/>
          <a:p>
            <a:r>
              <a:rPr lang="es-MX" sz="1200" dirty="0">
                <a:solidFill>
                  <a:schemeClr val="tx1">
                    <a:lumMod val="75000"/>
                  </a:schemeClr>
                </a:solidFill>
                <a:latin typeface="Arial Narrow" panose="020B0606020202030204" pitchFamily="34" charset="0"/>
              </a:rPr>
              <a:t>Cálculos enumeración: http://www.dii.uchile.cl/~daes pino/</a:t>
            </a:r>
            <a:r>
              <a:rPr lang="es-MX" sz="1200" dirty="0" err="1">
                <a:solidFill>
                  <a:schemeClr val="tx1">
                    <a:lumMod val="75000"/>
                  </a:schemeClr>
                </a:solidFill>
                <a:latin typeface="Arial Narrow" panose="020B0606020202030204" pitchFamily="34" charset="0"/>
              </a:rPr>
              <a:t>PApers</a:t>
            </a:r>
            <a:r>
              <a:rPr lang="es-MX" sz="1200" dirty="0">
                <a:solidFill>
                  <a:schemeClr val="tx1">
                    <a:lumMod val="75000"/>
                  </a:schemeClr>
                </a:solidFill>
                <a:latin typeface="Arial Narrow" panose="020B0606020202030204" pitchFamily="34" charset="0"/>
              </a:rPr>
              <a:t>/TSP_and_IP_chile_050820.pdf</a:t>
            </a:r>
            <a:endParaRPr lang="en-US" sz="1200" dirty="0">
              <a:solidFill>
                <a:schemeClr val="tx1">
                  <a:lumMod val="75000"/>
                </a:schemeClr>
              </a:solidFill>
              <a:latin typeface="Arial Narrow" panose="020B0606020202030204" pitchFamily="34" charset="0"/>
            </a:endParaRPr>
          </a:p>
        </p:txBody>
      </p:sp>
      <p:pic>
        <p:nvPicPr>
          <p:cNvPr id="8" name="Imagen 7"/>
          <p:cNvPicPr>
            <a:picLocks noChangeAspect="1"/>
          </p:cNvPicPr>
          <p:nvPr/>
        </p:nvPicPr>
        <p:blipFill rotWithShape="1">
          <a:blip r:embed="rId3">
            <a:duotone>
              <a:prstClr val="black"/>
              <a:schemeClr val="accent2">
                <a:lumMod val="20000"/>
                <a:lumOff val="80000"/>
                <a:tint val="45000"/>
                <a:satMod val="400000"/>
              </a:schemeClr>
            </a:duotone>
          </a:blip>
          <a:srcRect l="34474" t="53335" r="34079" b="26538"/>
          <a:stretch/>
        </p:blipFill>
        <p:spPr>
          <a:xfrm rot="21037536">
            <a:off x="1629556" y="2648290"/>
            <a:ext cx="3834063" cy="1379621"/>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mc:Choice xmlns:a14="http://schemas.microsoft.com/office/drawing/2010/main" Requires="a14">
          <p:sp>
            <p:nvSpPr>
              <p:cNvPr id="10" name="Rectángulo 9"/>
              <p:cNvSpPr/>
              <p:nvPr/>
            </p:nvSpPr>
            <p:spPr>
              <a:xfrm>
                <a:off x="6782635" y="2595516"/>
                <a:ext cx="4419600" cy="32505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a:solidFill>
                      <a:schemeClr val="accent3">
                        <a:lumMod val="50000"/>
                      </a:schemeClr>
                    </a:solidFill>
                  </a:rPr>
                  <a:t>    </a:t>
                </a:r>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smtClean="0">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MX" sz="1600" b="1" i="1" smtClean="0">
                                <a:solidFill>
                                  <a:schemeClr val="accent3">
                                    <a:lumMod val="50000"/>
                                  </a:schemeClr>
                                </a:solidFill>
                                <a:latin typeface="Cambria Math" panose="02040503050406030204" pitchFamily="18" charset="0"/>
                                <a:ea typeface="Cambria Math"/>
                              </a:rPr>
                              <m:t>𝒊</m:t>
                            </m:r>
                          </m:e>
                        </m:mr>
                      </m:m>
                    </m:oMath>
                  </m:oMathPara>
                </a14:m>
                <a:endParaRPr lang="es-CO" sz="1600" dirty="0">
                  <a:solidFill>
                    <a:schemeClr val="accent3">
                      <a:lumMod val="50000"/>
                    </a:schemeClr>
                  </a:solidFill>
                </a:endParaRPr>
              </a:p>
              <a:p>
                <a:endParaRPr lang="es-CO" sz="1600" dirty="0">
                  <a:solidFill>
                    <a:schemeClr val="accent3">
                      <a:lumMod val="50000"/>
                    </a:schemeClr>
                  </a:solidFill>
                </a:endParaRPr>
              </a:p>
              <a:p>
                <a:endParaRPr lang="es-CO" sz="1600" dirty="0">
                  <a:solidFill>
                    <a:schemeClr val="accent3">
                      <a:lumMod val="50000"/>
                    </a:schemeClr>
                  </a:solidFill>
                </a:endParaRPr>
              </a:p>
              <a:p>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r>
                                  <a:rPr lang="es-MX" sz="1600" b="0" i="1" smtClean="0">
                                    <a:solidFill>
                                      <a:schemeClr val="accent3">
                                        <a:lumMod val="50000"/>
                                      </a:schemeClr>
                                    </a:solidFill>
                                    <a:latin typeface="Cambria Math" panose="02040503050406030204" pitchFamily="18" charset="0"/>
                                  </a:rPr>
                                  <m:t>𝑗</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n-US" sz="1600" dirty="0">
                  <a:solidFill>
                    <a:schemeClr val="accent3">
                      <a:lumMod val="50000"/>
                    </a:schemeClr>
                  </a:solidFill>
                </a:endParaRPr>
              </a:p>
            </p:txBody>
          </p:sp>
        </mc:Choice>
        <mc:Fallback>
          <p:sp>
            <p:nvSpPr>
              <p:cNvPr id="10" name="Rectángulo 9"/>
              <p:cNvSpPr>
                <a:spLocks noRot="1" noChangeAspect="1" noMove="1" noResize="1" noEditPoints="1" noAdjustHandles="1" noChangeArrowheads="1" noChangeShapeType="1" noTextEdit="1"/>
              </p:cNvSpPr>
              <p:nvPr/>
            </p:nvSpPr>
            <p:spPr>
              <a:xfrm>
                <a:off x="6782635" y="2595516"/>
                <a:ext cx="4419600" cy="325057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Rectángulo 11"/>
              <p:cNvSpPr/>
              <p:nvPr/>
            </p:nvSpPr>
            <p:spPr>
              <a:xfrm>
                <a:off x="7978083" y="4647291"/>
                <a:ext cx="2463623" cy="799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i="1" smtClean="0">
                              <a:solidFill>
                                <a:schemeClr val="accent3">
                                  <a:lumMod val="50000"/>
                                </a:schemeClr>
                              </a:solidFill>
                              <a:latin typeface="Cambria Math" panose="02040503050406030204" pitchFamily="18" charset="0"/>
                            </a:rPr>
                          </m:ctrlPr>
                        </m:mPr>
                        <m:mr>
                          <m:e>
                            <m:nary>
                              <m:naryPr>
                                <m:chr m:val="∑"/>
                                <m:supHide m:val="on"/>
                                <m:ctrlPr>
                                  <a:rPr lang="es-CO" i="1">
                                    <a:solidFill>
                                      <a:schemeClr val="accent3">
                                        <a:lumMod val="50000"/>
                                      </a:schemeClr>
                                    </a:solidFill>
                                    <a:latin typeface="Cambria Math" panose="02040503050406030204" pitchFamily="18" charset="0"/>
                                  </a:rPr>
                                </m:ctrlPr>
                              </m:naryPr>
                              <m:sub>
                                <m:r>
                                  <a:rPr lang="es-MX" b="0" i="1" smtClean="0">
                                    <a:solidFill>
                                      <a:schemeClr val="accent3">
                                        <a:lumMod val="50000"/>
                                      </a:schemeClr>
                                    </a:solidFill>
                                    <a:latin typeface="Cambria Math" panose="02040503050406030204" pitchFamily="18" charset="0"/>
                                  </a:rPr>
                                  <m:t>𝑖</m:t>
                                </m:r>
                                <m:r>
                                  <a:rPr lang="es-MX" b="0" i="1" smtClean="0">
                                    <a:solidFill>
                                      <a:schemeClr val="accent3">
                                        <a:lumMod val="50000"/>
                                      </a:schemeClr>
                                    </a:solidFill>
                                    <a:latin typeface="Cambria Math" panose="02040503050406030204" pitchFamily="18" charset="0"/>
                                  </a:rPr>
                                  <m:t>,</m:t>
                                </m:r>
                                <m:r>
                                  <m:rPr>
                                    <m:brk m:alnAt="7"/>
                                  </m:rPr>
                                  <a:rPr lang="es-MX" b="1" i="1">
                                    <a:solidFill>
                                      <a:schemeClr val="accent3">
                                        <a:lumMod val="50000"/>
                                      </a:schemeClr>
                                    </a:solidFill>
                                    <a:latin typeface="Cambria Math" panose="02040503050406030204" pitchFamily="18" charset="0"/>
                                  </a:rPr>
                                  <m:t>𝒋</m:t>
                                </m:r>
                                <m:r>
                                  <a:rPr lang="es-MX"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ea typeface="Cambria Math" panose="02040503050406030204" pitchFamily="18" charset="0"/>
                                  </a:rPr>
                                  <m:t>𝑺</m:t>
                                </m:r>
                              </m:sub>
                              <m:sup/>
                              <m:e>
                                <m:sSub>
                                  <m:sSubPr>
                                    <m:ctrlPr>
                                      <a:rPr lang="es-CO" i="1">
                                        <a:solidFill>
                                          <a:schemeClr val="accent3">
                                            <a:lumMod val="50000"/>
                                          </a:schemeClr>
                                        </a:solidFill>
                                        <a:latin typeface="Cambria Math" panose="02040503050406030204" pitchFamily="18" charset="0"/>
                                      </a:rPr>
                                    </m:ctrlPr>
                                  </m:sSubPr>
                                  <m:e>
                                    <m:r>
                                      <a:rPr lang="es-CO" b="1" i="1">
                                        <a:solidFill>
                                          <a:schemeClr val="accent3">
                                            <a:lumMod val="50000"/>
                                          </a:schemeClr>
                                        </a:solidFill>
                                        <a:latin typeface="Cambria Math"/>
                                      </a:rPr>
                                      <m:t>𝒙</m:t>
                                    </m:r>
                                  </m:e>
                                  <m:sub>
                                    <m:r>
                                      <a:rPr lang="es-CO" b="1" i="1">
                                        <a:solidFill>
                                          <a:schemeClr val="accent3">
                                            <a:lumMod val="50000"/>
                                          </a:schemeClr>
                                        </a:solidFill>
                                        <a:latin typeface="Cambria Math"/>
                                      </a:rPr>
                                      <m:t>𝒊𝒋</m:t>
                                    </m:r>
                                  </m:sub>
                                </m:sSub>
                              </m:e>
                            </m:nary>
                            <m:r>
                              <a:rPr lang="es-CO" b="1" i="1" smtClean="0">
                                <a:solidFill>
                                  <a:schemeClr val="accent3">
                                    <a:lumMod val="50000"/>
                                  </a:schemeClr>
                                </a:solidFill>
                                <a:latin typeface="Cambria Math" panose="02040503050406030204" pitchFamily="18" charset="0"/>
                                <a:ea typeface="Cambria Math" panose="02040503050406030204" pitchFamily="18" charset="0"/>
                              </a:rPr>
                              <m:t>≤</m:t>
                            </m:r>
                            <m:d>
                              <m:dPr>
                                <m:begChr m:val="|"/>
                                <m:endChr m:val="|"/>
                                <m:ctrlPr>
                                  <a:rPr lang="es-CO" b="1" i="1" smtClean="0">
                                    <a:solidFill>
                                      <a:schemeClr val="accent3">
                                        <a:lumMod val="50000"/>
                                      </a:schemeClr>
                                    </a:solidFill>
                                    <a:latin typeface="Cambria Math" panose="02040503050406030204" pitchFamily="18" charset="0"/>
                                    <a:ea typeface="Cambria Math" panose="02040503050406030204" pitchFamily="18" charset="0"/>
                                  </a:rPr>
                                </m:ctrlPr>
                              </m:dPr>
                              <m:e>
                                <m:r>
                                  <a:rPr lang="es-MX" b="1" i="1" smtClean="0">
                                    <a:solidFill>
                                      <a:schemeClr val="accent3">
                                        <a:lumMod val="50000"/>
                                      </a:schemeClr>
                                    </a:solidFill>
                                    <a:latin typeface="Cambria Math" panose="02040503050406030204" pitchFamily="18" charset="0"/>
                                    <a:ea typeface="Cambria Math" panose="02040503050406030204" pitchFamily="18" charset="0"/>
                                  </a:rPr>
                                  <m:t>𝑺</m:t>
                                </m:r>
                              </m:e>
                            </m:d>
                            <m:r>
                              <a:rPr lang="es-MX" b="1" i="1" smtClean="0">
                                <a:solidFill>
                                  <a:schemeClr val="accent3">
                                    <a:lumMod val="50000"/>
                                  </a:schemeClr>
                                </a:solidFill>
                                <a:latin typeface="Cambria Math" panose="02040503050406030204" pitchFamily="18" charset="0"/>
                                <a:ea typeface="Cambria Math" panose="02040503050406030204" pitchFamily="18" charset="0"/>
                              </a:rPr>
                              <m:t>−</m:t>
                            </m:r>
                            <m:r>
                              <a:rPr lang="es-CO" b="1" i="1">
                                <a:solidFill>
                                  <a:schemeClr val="accent3">
                                    <a:lumMod val="50000"/>
                                  </a:schemeClr>
                                </a:solidFill>
                                <a:latin typeface="Cambria Math"/>
                              </a:rPr>
                              <m:t>𝟏</m:t>
                            </m:r>
                          </m:e>
                          <m:e>
                            <m:r>
                              <a:rPr lang="es-CO"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ea typeface="Cambria Math" panose="02040503050406030204" pitchFamily="18" charset="0"/>
                              </a:rPr>
                              <m:t>𝑺</m:t>
                            </m:r>
                            <m:r>
                              <a:rPr lang="es-MX" b="1" i="1" smtClean="0">
                                <a:solidFill>
                                  <a:schemeClr val="accent3">
                                    <a:lumMod val="50000"/>
                                  </a:schemeClr>
                                </a:solidFill>
                                <a:latin typeface="Cambria Math" panose="02040503050406030204" pitchFamily="18" charset="0"/>
                                <a:ea typeface="Cambria Math" panose="02040503050406030204" pitchFamily="18" charset="0"/>
                              </a:rPr>
                              <m:t> </m:t>
                            </m:r>
                          </m:e>
                        </m:mr>
                      </m:m>
                    </m:oMath>
                  </m:oMathPara>
                </a14:m>
                <a:endParaRPr lang="en-US" dirty="0">
                  <a:solidFill>
                    <a:schemeClr val="accent3">
                      <a:lumMod val="50000"/>
                    </a:schemeClr>
                  </a:solidFill>
                </a:endParaRPr>
              </a:p>
            </p:txBody>
          </p:sp>
        </mc:Choice>
        <mc:Fallback>
          <p:sp>
            <p:nvSpPr>
              <p:cNvPr id="12" name="Rectángulo 11"/>
              <p:cNvSpPr>
                <a:spLocks noRot="1" noChangeAspect="1" noMove="1" noResize="1" noEditPoints="1" noAdjustHandles="1" noChangeArrowheads="1" noChangeShapeType="1" noTextEdit="1"/>
              </p:cNvSpPr>
              <p:nvPr/>
            </p:nvSpPr>
            <p:spPr>
              <a:xfrm>
                <a:off x="7978083" y="4647291"/>
                <a:ext cx="2463623" cy="79983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ángulo 10"/>
              <p:cNvSpPr/>
              <p:nvPr/>
            </p:nvSpPr>
            <p:spPr>
              <a:xfrm>
                <a:off x="7107491" y="4762526"/>
                <a:ext cx="4204805" cy="646331"/>
              </a:xfrm>
              <a:prstGeom prst="rect">
                <a:avLst/>
              </a:prstGeom>
              <a:solidFill>
                <a:schemeClr val="accent2">
                  <a:lumMod val="20000"/>
                  <a:lumOff val="80000"/>
                </a:schemeClr>
              </a:solidFill>
            </p:spPr>
            <p:txBody>
              <a:bodyPr wrap="none">
                <a:spAutoFit/>
              </a:bodyPr>
              <a:lstStyle/>
              <a:p>
                <a:pPr/>
                <a14:m>
                  <m:oMath xmlns:m="http://schemas.openxmlformats.org/officeDocument/2006/math">
                    <m:m>
                      <m:mPr>
                        <m:mcs>
                          <m:mc>
                            <m:mcPr>
                              <m:count m:val="2"/>
                              <m:mcJc m:val="center"/>
                            </m:mcPr>
                          </m:mc>
                        </m:mcs>
                        <m:ctrlPr>
                          <a:rPr lang="es-CO" i="1" smtClean="0">
                            <a:solidFill>
                              <a:schemeClr val="accent3">
                                <a:lumMod val="50000"/>
                              </a:schemeClr>
                            </a:solidFill>
                            <a:latin typeface="Cambria Math" panose="02040503050406030204" pitchFamily="18" charset="0"/>
                          </a:rPr>
                        </m:ctrlPr>
                      </m:mPr>
                      <m:mr>
                        <m:e>
                          <m:sSub>
                            <m:sSubPr>
                              <m:ctrlPr>
                                <a:rPr lang="es-CO" i="1">
                                  <a:solidFill>
                                    <a:schemeClr val="accent3">
                                      <a:lumMod val="50000"/>
                                    </a:schemeClr>
                                  </a:solidFill>
                                  <a:latin typeface="Cambria Math" panose="02040503050406030204" pitchFamily="18" charset="0"/>
                                </a:rPr>
                              </m:ctrlPr>
                            </m:sSubPr>
                            <m:e>
                              <m:r>
                                <a:rPr lang="es-MX" b="1" i="1" smtClean="0">
                                  <a:solidFill>
                                    <a:schemeClr val="accent3">
                                      <a:lumMod val="50000"/>
                                    </a:schemeClr>
                                  </a:solidFill>
                                  <a:latin typeface="Cambria Math" panose="02040503050406030204" pitchFamily="18" charset="0"/>
                                </a:rPr>
                                <m:t>𝒖</m:t>
                              </m:r>
                            </m:e>
                            <m:sub>
                              <m:r>
                                <a:rPr lang="es-CO" b="1" i="1">
                                  <a:solidFill>
                                    <a:schemeClr val="accent3">
                                      <a:lumMod val="50000"/>
                                    </a:schemeClr>
                                  </a:solidFill>
                                  <a:latin typeface="Cambria Math"/>
                                </a:rPr>
                                <m:t>𝒊</m:t>
                              </m:r>
                            </m:sub>
                          </m:sSub>
                          <m:r>
                            <a:rPr lang="es-MX" b="1" i="1" smtClean="0">
                              <a:solidFill>
                                <a:schemeClr val="accent3">
                                  <a:lumMod val="50000"/>
                                </a:schemeClr>
                              </a:solidFill>
                              <a:latin typeface="Cambria Math" panose="02040503050406030204" pitchFamily="18" charset="0"/>
                            </a:rPr>
                            <m:t>−</m:t>
                          </m:r>
                          <m:sSub>
                            <m:sSubPr>
                              <m:ctrlPr>
                                <a:rPr lang="es-CO" i="1">
                                  <a:solidFill>
                                    <a:schemeClr val="accent3">
                                      <a:lumMod val="50000"/>
                                    </a:schemeClr>
                                  </a:solidFill>
                                  <a:latin typeface="Cambria Math" panose="02040503050406030204" pitchFamily="18" charset="0"/>
                                </a:rPr>
                              </m:ctrlPr>
                            </m:sSubPr>
                            <m:e>
                              <m:r>
                                <a:rPr lang="es-MX" b="1" i="1" smtClean="0">
                                  <a:solidFill>
                                    <a:schemeClr val="accent3">
                                      <a:lumMod val="50000"/>
                                    </a:schemeClr>
                                  </a:solidFill>
                                  <a:latin typeface="Cambria Math" panose="02040503050406030204" pitchFamily="18" charset="0"/>
                                </a:rPr>
                                <m:t>𝒖</m:t>
                              </m:r>
                            </m:e>
                            <m:sub>
                              <m:r>
                                <a:rPr lang="es-CO" b="1" i="1">
                                  <a:solidFill>
                                    <a:schemeClr val="accent3">
                                      <a:lumMod val="50000"/>
                                    </a:schemeClr>
                                  </a:solidFill>
                                  <a:latin typeface="Cambria Math"/>
                                </a:rPr>
                                <m:t>𝒋</m:t>
                              </m:r>
                            </m:sub>
                          </m:sSub>
                          <m:r>
                            <a:rPr lang="es-MX" b="1" i="1" smtClean="0">
                              <a:solidFill>
                                <a:schemeClr val="accent3">
                                  <a:lumMod val="50000"/>
                                </a:schemeClr>
                              </a:solidFill>
                              <a:latin typeface="Cambria Math" panose="02040503050406030204" pitchFamily="18" charset="0"/>
                            </a:rPr>
                            <m:t>+</m:t>
                          </m:r>
                          <m:r>
                            <a:rPr lang="es-MX" b="1" i="1" smtClean="0">
                              <a:solidFill>
                                <a:schemeClr val="accent3">
                                  <a:lumMod val="50000"/>
                                </a:schemeClr>
                              </a:solidFill>
                              <a:latin typeface="Cambria Math" panose="02040503050406030204" pitchFamily="18" charset="0"/>
                            </a:rPr>
                            <m:t>𝒏</m:t>
                          </m:r>
                          <m:sSub>
                            <m:sSubPr>
                              <m:ctrlPr>
                                <a:rPr lang="es-CO" i="1">
                                  <a:solidFill>
                                    <a:schemeClr val="accent3">
                                      <a:lumMod val="50000"/>
                                    </a:schemeClr>
                                  </a:solidFill>
                                  <a:latin typeface="Cambria Math" panose="02040503050406030204" pitchFamily="18" charset="0"/>
                                </a:rPr>
                              </m:ctrlPr>
                            </m:sSubPr>
                            <m:e>
                              <m:r>
                                <a:rPr lang="es-CO" b="1" i="1">
                                  <a:solidFill>
                                    <a:schemeClr val="accent3">
                                      <a:lumMod val="50000"/>
                                    </a:schemeClr>
                                  </a:solidFill>
                                  <a:latin typeface="Cambria Math"/>
                                </a:rPr>
                                <m:t>𝒙</m:t>
                              </m:r>
                            </m:e>
                            <m:sub>
                              <m:r>
                                <a:rPr lang="es-CO" b="1" i="1">
                                  <a:solidFill>
                                    <a:schemeClr val="accent3">
                                      <a:lumMod val="50000"/>
                                    </a:schemeClr>
                                  </a:solidFill>
                                  <a:latin typeface="Cambria Math"/>
                                </a:rPr>
                                <m:t>𝒊𝒋</m:t>
                              </m:r>
                            </m:sub>
                          </m:sSub>
                          <m:r>
                            <a:rPr lang="es-CO"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ea typeface="Cambria Math" panose="02040503050406030204" pitchFamily="18" charset="0"/>
                            </a:rPr>
                            <m:t>𝒏</m:t>
                          </m:r>
                          <m:r>
                            <a:rPr lang="es-MX" b="1" i="1" smtClean="0">
                              <a:solidFill>
                                <a:schemeClr val="accent3">
                                  <a:lumMod val="50000"/>
                                </a:schemeClr>
                              </a:solidFill>
                              <a:latin typeface="Cambria Math" panose="02040503050406030204" pitchFamily="18" charset="0"/>
                              <a:ea typeface="Cambria Math" panose="02040503050406030204" pitchFamily="18" charset="0"/>
                            </a:rPr>
                            <m:t>−</m:t>
                          </m:r>
                          <m:r>
                            <a:rPr lang="es-CO" b="1" i="1">
                              <a:solidFill>
                                <a:schemeClr val="accent3">
                                  <a:lumMod val="50000"/>
                                </a:schemeClr>
                              </a:solidFill>
                              <a:latin typeface="Cambria Math"/>
                            </a:rPr>
                            <m:t>𝟏</m:t>
                          </m:r>
                        </m:e>
                        <m:e>
                          <m:r>
                            <a:rPr lang="es-MX" b="1" i="1" smtClean="0">
                              <a:solidFill>
                                <a:schemeClr val="accent3">
                                  <a:lumMod val="50000"/>
                                </a:schemeClr>
                              </a:solidFill>
                              <a:latin typeface="Cambria Math" panose="02040503050406030204" pitchFamily="18" charset="0"/>
                            </a:rPr>
                            <m:t>𝟐</m:t>
                          </m:r>
                          <m:r>
                            <a:rPr lang="es-CO"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rPr>
                            <m:t>𝒊</m:t>
                          </m:r>
                          <m:r>
                            <a:rPr lang="es-MX"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ea typeface="Cambria Math" panose="02040503050406030204" pitchFamily="18" charset="0"/>
                            </a:rPr>
                            <m:t>𝟏</m:t>
                          </m:r>
                          <m:r>
                            <a:rPr lang="es-MX" b="1" i="1" smtClean="0">
                              <a:solidFill>
                                <a:schemeClr val="accent3">
                                  <a:lumMod val="50000"/>
                                </a:schemeClr>
                              </a:solidFill>
                              <a:latin typeface="Cambria Math" panose="02040503050406030204" pitchFamily="18" charset="0"/>
                              <a:ea typeface="Cambria Math" panose="02040503050406030204" pitchFamily="18" charset="0"/>
                            </a:rPr>
                            <m:t>≤</m:t>
                          </m:r>
                          <m:r>
                            <a:rPr lang="es-MX" b="1" i="1" smtClean="0">
                              <a:solidFill>
                                <a:schemeClr val="accent3">
                                  <a:lumMod val="50000"/>
                                </a:schemeClr>
                              </a:solidFill>
                              <a:latin typeface="Cambria Math" panose="02040503050406030204" pitchFamily="18" charset="0"/>
                              <a:ea typeface="Cambria Math" panose="02040503050406030204" pitchFamily="18" charset="0"/>
                            </a:rPr>
                            <m:t>𝒏</m:t>
                          </m:r>
                        </m:e>
                      </m:mr>
                    </m:m>
                  </m:oMath>
                </a14:m>
                <a:r>
                  <a:rPr lang="en-US" sz="3600" dirty="0">
                    <a:solidFill>
                      <a:schemeClr val="accent3">
                        <a:lumMod val="50000"/>
                      </a:schemeClr>
                    </a:solidFill>
                  </a:rPr>
                  <a:t> </a:t>
                </a:r>
                <a:endParaRPr lang="en-US" sz="3200" dirty="0">
                  <a:solidFill>
                    <a:schemeClr val="accent3">
                      <a:lumMod val="50000"/>
                    </a:schemeClr>
                  </a:solidFill>
                </a:endParaRPr>
              </a:p>
            </p:txBody>
          </p:sp>
        </mc:Choice>
        <mc:Fallback>
          <p:sp>
            <p:nvSpPr>
              <p:cNvPr id="11" name="Rectángulo 10"/>
              <p:cNvSpPr>
                <a:spLocks noRot="1" noChangeAspect="1" noMove="1" noResize="1" noEditPoints="1" noAdjustHandles="1" noChangeArrowheads="1" noChangeShapeType="1" noTextEdit="1"/>
              </p:cNvSpPr>
              <p:nvPr/>
            </p:nvSpPr>
            <p:spPr>
              <a:xfrm>
                <a:off x="7107491" y="4762526"/>
                <a:ext cx="4204805" cy="646331"/>
              </a:xfrm>
              <a:prstGeom prst="rect">
                <a:avLst/>
              </a:prstGeom>
              <a:blipFill>
                <a:blip r:embed="rId6"/>
                <a:stretch>
                  <a:fillRect/>
                </a:stretch>
              </a:blipFill>
            </p:spPr>
            <p:txBody>
              <a:bodyPr/>
              <a:lstStyle/>
              <a:p>
                <a:r>
                  <a:rPr lang="en-US">
                    <a:noFill/>
                  </a:rPr>
                  <a:t> </a:t>
                </a:r>
              </a:p>
            </p:txBody>
          </p:sp>
        </mc:Fallback>
      </mc:AlternateContent>
      <p:sp>
        <p:nvSpPr>
          <p:cNvPr id="13" name="Llamada rectangular redondeada 12"/>
          <p:cNvSpPr/>
          <p:nvPr/>
        </p:nvSpPr>
        <p:spPr>
          <a:xfrm>
            <a:off x="5566231" y="3672716"/>
            <a:ext cx="2116522" cy="1033691"/>
          </a:xfrm>
          <a:prstGeom prst="wedgeRoundRectCallout">
            <a:avLst>
              <a:gd name="adj1" fmla="val 47692"/>
              <a:gd name="adj2" fmla="val 68114"/>
              <a:gd name="adj3" fmla="val 16667"/>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rtlCol="0" anchor="ctr"/>
          <a:lstStyle/>
          <a:p>
            <a:pPr>
              <a:buFontTx/>
              <a:buNone/>
              <a:tabLst>
                <a:tab pos="3767138" algn="l"/>
              </a:tabLst>
            </a:pPr>
            <a:r>
              <a:rPr lang="en-GB" sz="1600" dirty="0" err="1">
                <a:solidFill>
                  <a:schemeClr val="accent3">
                    <a:lumMod val="50000"/>
                  </a:schemeClr>
                </a:solidFill>
                <a:ea typeface="ＭＳ Ｐゴシック" pitchFamily="34" charset="-128"/>
                <a:sym typeface="Symbol" pitchFamily="18" charset="2"/>
              </a:rPr>
              <a:t>Restricciones</a:t>
            </a:r>
            <a:r>
              <a:rPr lang="en-GB" sz="1600" dirty="0">
                <a:solidFill>
                  <a:schemeClr val="accent3">
                    <a:lumMod val="50000"/>
                  </a:schemeClr>
                </a:solidFill>
                <a:ea typeface="ＭＳ Ｐゴシック" pitchFamily="34" charset="-128"/>
                <a:sym typeface="Symbol" pitchFamily="18" charset="2"/>
              </a:rPr>
              <a:t> de </a:t>
            </a:r>
            <a:r>
              <a:rPr lang="en-GB" sz="1600" dirty="0" err="1">
                <a:solidFill>
                  <a:schemeClr val="accent3">
                    <a:lumMod val="50000"/>
                  </a:schemeClr>
                </a:solidFill>
                <a:ea typeface="ＭＳ Ｐゴシック" pitchFamily="34" charset="-128"/>
                <a:sym typeface="Symbol" pitchFamily="18" charset="2"/>
              </a:rPr>
              <a:t>rompimiento</a:t>
            </a:r>
            <a:r>
              <a:rPr lang="en-GB" sz="1600" dirty="0">
                <a:solidFill>
                  <a:schemeClr val="accent3">
                    <a:lumMod val="50000"/>
                  </a:schemeClr>
                </a:solidFill>
                <a:ea typeface="ＭＳ Ｐゴシック" pitchFamily="34" charset="-128"/>
                <a:sym typeface="Symbol" pitchFamily="18" charset="2"/>
              </a:rPr>
              <a:t> de </a:t>
            </a:r>
            <a:r>
              <a:rPr lang="en-GB" sz="1600" dirty="0" err="1">
                <a:solidFill>
                  <a:schemeClr val="accent3">
                    <a:lumMod val="50000"/>
                  </a:schemeClr>
                </a:solidFill>
                <a:ea typeface="ＭＳ Ｐゴシック" pitchFamily="34" charset="-128"/>
                <a:sym typeface="Symbol" pitchFamily="18" charset="2"/>
              </a:rPr>
              <a:t>subciclos</a:t>
            </a:r>
            <a:r>
              <a:rPr lang="en-GB" sz="1600" dirty="0">
                <a:solidFill>
                  <a:schemeClr val="accent3">
                    <a:lumMod val="50000"/>
                  </a:schemeClr>
                </a:solidFill>
                <a:ea typeface="ＭＳ Ｐゴシック" pitchFamily="34" charset="-128"/>
                <a:sym typeface="Symbol" pitchFamily="18" charset="2"/>
              </a:rPr>
              <a:t> para </a:t>
            </a:r>
            <a:r>
              <a:rPr lang="en-GB" sz="1600" dirty="0" err="1">
                <a:solidFill>
                  <a:schemeClr val="accent3">
                    <a:lumMod val="50000"/>
                  </a:schemeClr>
                </a:solidFill>
                <a:ea typeface="ＭＳ Ｐゴシック" pitchFamily="34" charset="-128"/>
                <a:sym typeface="Symbol" pitchFamily="18" charset="2"/>
              </a:rPr>
              <a:t>cada</a:t>
            </a:r>
            <a:r>
              <a:rPr lang="en-GB" sz="1600" dirty="0">
                <a:solidFill>
                  <a:schemeClr val="accent3">
                    <a:lumMod val="50000"/>
                  </a:schemeClr>
                </a:solidFill>
                <a:ea typeface="ＭＳ Ｐゴシック" pitchFamily="34" charset="-128"/>
                <a:sym typeface="Symbol" pitchFamily="18" charset="2"/>
              </a:rPr>
              <a:t> </a:t>
            </a:r>
            <a:r>
              <a:rPr lang="en-GB" sz="1600" dirty="0" err="1">
                <a:solidFill>
                  <a:schemeClr val="accent3">
                    <a:lumMod val="50000"/>
                  </a:schemeClr>
                </a:solidFill>
                <a:ea typeface="ＭＳ Ｐゴシック" pitchFamily="34" charset="-128"/>
                <a:sym typeface="Symbol" pitchFamily="18" charset="2"/>
              </a:rPr>
              <a:t>subconjunto</a:t>
            </a:r>
            <a:r>
              <a:rPr lang="en-GB" sz="1600" dirty="0">
                <a:solidFill>
                  <a:schemeClr val="accent3">
                    <a:lumMod val="50000"/>
                  </a:schemeClr>
                </a:solidFill>
                <a:ea typeface="ＭＳ Ｐゴシック" pitchFamily="34" charset="-128"/>
                <a:sym typeface="Symbol" pitchFamily="18" charset="2"/>
              </a:rPr>
              <a:t> </a:t>
            </a:r>
            <a:r>
              <a:rPr lang="en-GB" sz="1600" i="1" dirty="0">
                <a:solidFill>
                  <a:schemeClr val="accent3">
                    <a:lumMod val="50000"/>
                  </a:schemeClr>
                </a:solidFill>
                <a:ea typeface="ＭＳ Ｐゴシック" pitchFamily="34" charset="-128"/>
                <a:sym typeface="Symbol" pitchFamily="18" charset="2"/>
              </a:rPr>
              <a:t>S.</a:t>
            </a:r>
          </a:p>
        </p:txBody>
      </p:sp>
      <p:sp>
        <p:nvSpPr>
          <p:cNvPr id="14" name="Rectángulo 13"/>
          <p:cNvSpPr/>
          <p:nvPr/>
        </p:nvSpPr>
        <p:spPr>
          <a:xfrm>
            <a:off x="5764560" y="1764850"/>
            <a:ext cx="4721852" cy="880241"/>
          </a:xfrm>
          <a:prstGeom prst="rect">
            <a:avLst/>
          </a:prstGeom>
        </p:spPr>
        <p:txBody>
          <a:bodyPr wrap="square">
            <a:spAutoFit/>
          </a:bodyPr>
          <a:lstStyle/>
          <a:p>
            <a:pPr marL="546100" indent="-5461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si</a:t>
            </a:r>
            <a:r>
              <a:rPr lang="en-US" sz="1600" dirty="0">
                <a:solidFill>
                  <a:schemeClr val="accent3">
                    <a:lumMod val="50000"/>
                  </a:schemeClr>
                </a:solidFill>
                <a:latin typeface="Times New Roman" panose="02020603050405020304" pitchFamily="18" charset="0"/>
                <a:cs typeface="Times New Roman" panose="02020603050405020304" pitchFamily="18" charset="0"/>
              </a:rPr>
              <a:t> se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inmediatamente</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después</a:t>
            </a:r>
            <a:r>
              <a:rPr lang="en-US" sz="1600" dirty="0">
                <a:solidFill>
                  <a:schemeClr val="accent3">
                    <a:lumMod val="50000"/>
                  </a:schemeClr>
                </a:solidFill>
                <a:latin typeface="Times New Roman" panose="02020603050405020304" pitchFamily="18" charset="0"/>
                <a:cs typeface="Times New Roman" panose="02020603050405020304" pitchFamily="18" charset="0"/>
              </a:rPr>
              <a:t>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visitar</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p>
          <a:p>
            <a:pPr marL="342900" indent="-342900">
              <a:spcBef>
                <a:spcPct val="20000"/>
              </a:spcBef>
            </a:pPr>
            <a:r>
              <a:rPr lang="en-US" sz="1600" dirty="0">
                <a:solidFill>
                  <a:schemeClr val="accent3">
                    <a:lumMod val="50000"/>
                  </a:schemeClr>
                </a:solidFill>
                <a:latin typeface="Times New Roman" panose="02020603050405020304" pitchFamily="18" charset="0"/>
                <a:cs typeface="Times New Roman" panose="02020603050405020304" pitchFamily="18" charset="0"/>
              </a:rPr>
              <a:t>	    0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otro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modo</a:t>
            </a:r>
            <a:endParaRPr lang="en-US" sz="1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15" name="Rectángulo 14"/>
          <p:cNvSpPr/>
          <p:nvPr/>
        </p:nvSpPr>
        <p:spPr>
          <a:xfrm>
            <a:off x="2160811" y="4327274"/>
            <a:ext cx="3770575" cy="2585323"/>
          </a:xfrm>
          <a:prstGeom prst="rect">
            <a:avLst/>
          </a:prstGeom>
        </p:spPr>
        <p:txBody>
          <a:bodyPr wrap="square">
            <a:spAutoFit/>
          </a:bodyPr>
          <a:lstStyle/>
          <a:p>
            <a:r>
              <a:rPr lang="es-MX" b="1" dirty="0">
                <a:solidFill>
                  <a:schemeClr val="accent3">
                    <a:lumMod val="50000"/>
                  </a:schemeClr>
                </a:solidFill>
              </a:rPr>
              <a:t>Métodos de solución</a:t>
            </a:r>
          </a:p>
          <a:p>
            <a:pPr marL="285750" indent="-285750">
              <a:buFont typeface="Arial" panose="020B0604020202020204" pitchFamily="34" charset="0"/>
              <a:buChar char="•"/>
            </a:pPr>
            <a:r>
              <a:rPr lang="es-MX" dirty="0">
                <a:solidFill>
                  <a:schemeClr val="accent3">
                    <a:lumMod val="50000"/>
                  </a:schemeClr>
                </a:solidFill>
              </a:rPr>
              <a:t>Exactos – </a:t>
            </a:r>
            <a:r>
              <a:rPr lang="es-MX" dirty="0" err="1">
                <a:solidFill>
                  <a:schemeClr val="accent3">
                    <a:lumMod val="50000"/>
                  </a:schemeClr>
                </a:solidFill>
              </a:rPr>
              <a:t>Branch</a:t>
            </a:r>
            <a:r>
              <a:rPr lang="es-MX" dirty="0">
                <a:solidFill>
                  <a:schemeClr val="accent3">
                    <a:lumMod val="50000"/>
                  </a:schemeClr>
                </a:solidFill>
              </a:rPr>
              <a:t> &amp; </a:t>
            </a:r>
            <a:r>
              <a:rPr lang="es-MX" dirty="0" err="1">
                <a:solidFill>
                  <a:schemeClr val="accent3">
                    <a:lumMod val="50000"/>
                  </a:schemeClr>
                </a:solidFill>
              </a:rPr>
              <a:t>Bound</a:t>
            </a:r>
            <a:endParaRPr lang="es-MX" dirty="0">
              <a:solidFill>
                <a:schemeClr val="accent3">
                  <a:lumMod val="50000"/>
                </a:schemeClr>
              </a:solidFill>
            </a:endParaRPr>
          </a:p>
          <a:p>
            <a:pPr marL="285750" indent="-285750">
              <a:buFont typeface="Arial" panose="020B0604020202020204" pitchFamily="34" charset="0"/>
              <a:buChar char="•"/>
            </a:pPr>
            <a:r>
              <a:rPr lang="es-MX" dirty="0">
                <a:solidFill>
                  <a:schemeClr val="accent3">
                    <a:lumMod val="50000"/>
                  </a:schemeClr>
                </a:solidFill>
              </a:rPr>
              <a:t>Heurísticos</a:t>
            </a:r>
          </a:p>
          <a:p>
            <a:pPr marL="742950" lvl="1" indent="-285750">
              <a:buFont typeface="Arial" panose="020B0604020202020204" pitchFamily="34" charset="0"/>
              <a:buChar char="•"/>
            </a:pPr>
            <a:r>
              <a:rPr lang="es-MX" dirty="0">
                <a:solidFill>
                  <a:schemeClr val="accent3">
                    <a:lumMod val="50000"/>
                  </a:schemeClr>
                </a:solidFill>
              </a:rPr>
              <a:t>El vecino más cercano</a:t>
            </a:r>
          </a:p>
          <a:p>
            <a:pPr marL="285750" indent="-285750">
              <a:buFont typeface="Arial" panose="020B0604020202020204" pitchFamily="34" charset="0"/>
              <a:buChar char="•"/>
            </a:pPr>
            <a:r>
              <a:rPr lang="es-MX" dirty="0" err="1">
                <a:solidFill>
                  <a:schemeClr val="accent3">
                    <a:lumMod val="50000"/>
                  </a:schemeClr>
                </a:solidFill>
              </a:rPr>
              <a:t>Metaheurísticos</a:t>
            </a:r>
            <a:endParaRPr lang="es-MX" dirty="0">
              <a:solidFill>
                <a:schemeClr val="accent3">
                  <a:lumMod val="50000"/>
                </a:schemeClr>
              </a:solidFill>
            </a:endParaRPr>
          </a:p>
          <a:p>
            <a:pPr marL="742950" lvl="1" indent="-285750">
              <a:buFont typeface="Arial" panose="020B0604020202020204" pitchFamily="34" charset="0"/>
              <a:buChar char="•"/>
            </a:pPr>
            <a:r>
              <a:rPr lang="es-MX" dirty="0">
                <a:solidFill>
                  <a:schemeClr val="accent3">
                    <a:lumMod val="50000"/>
                  </a:schemeClr>
                </a:solidFill>
              </a:rPr>
              <a:t>Algoritmos genéticos</a:t>
            </a:r>
          </a:p>
          <a:p>
            <a:pPr marL="742950" lvl="1" indent="-285750">
              <a:buFont typeface="Arial" panose="020B0604020202020204" pitchFamily="34" charset="0"/>
              <a:buChar char="•"/>
            </a:pPr>
            <a:r>
              <a:rPr lang="es-MX" dirty="0">
                <a:solidFill>
                  <a:schemeClr val="accent3">
                    <a:lumMod val="50000"/>
                  </a:schemeClr>
                </a:solidFill>
              </a:rPr>
              <a:t>Colonia de hormigas</a:t>
            </a:r>
          </a:p>
          <a:p>
            <a:pPr marL="742950" lvl="1" indent="-285750">
              <a:buFont typeface="Arial" panose="020B0604020202020204" pitchFamily="34" charset="0"/>
              <a:buChar char="•"/>
            </a:pPr>
            <a:r>
              <a:rPr lang="es-MX" dirty="0">
                <a:solidFill>
                  <a:schemeClr val="accent3">
                    <a:lumMod val="50000"/>
                  </a:schemeClr>
                </a:solidFill>
              </a:rPr>
              <a:t>Redes neuronales…</a:t>
            </a:r>
          </a:p>
          <a:p>
            <a:endParaRPr lang="es-MX" dirty="0">
              <a:solidFill>
                <a:schemeClr val="accent3">
                  <a:lumMod val="50000"/>
                </a:schemeClr>
              </a:solidFill>
            </a:endParaRPr>
          </a:p>
        </p:txBody>
      </p:sp>
    </p:spTree>
    <p:extLst>
      <p:ext uri="{BB962C8B-B14F-4D97-AF65-F5344CB8AC3E}">
        <p14:creationId xmlns:p14="http://schemas.microsoft.com/office/powerpoint/2010/main" val="194362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7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animEffect transition="in" filter="fade">
                                      <p:cBhvr>
                                        <p:cTn id="21" dur="500"/>
                                        <p:tgtEl>
                                          <p:spTgt spid="15">
                                            <p:txEl>
                                              <p:pRg st="0" end="0"/>
                                            </p:txEl>
                                          </p:spTgt>
                                        </p:tgtEl>
                                      </p:cBhvr>
                                    </p:animEffect>
                                  </p:childTnLst>
                                </p:cTn>
                              </p:par>
                            </p:childTnLst>
                          </p:cTn>
                        </p:par>
                        <p:par>
                          <p:cTn id="22" fill="hold">
                            <p:stCondLst>
                              <p:cond delay="500"/>
                            </p:stCondLst>
                            <p:childTnLst>
                              <p:par>
                                <p:cTn id="23" presetID="10" presetClass="entr" presetSubtype="0" fill="hold" grpId="0" nodeType="afterEffect">
                                  <p:stCondLst>
                                    <p:cond delay="500"/>
                                  </p:stCondLst>
                                  <p:childTnLst>
                                    <p:set>
                                      <p:cBhvr>
                                        <p:cTn id="24" dur="1" fill="hold">
                                          <p:stCondLst>
                                            <p:cond delay="0"/>
                                          </p:stCondLst>
                                        </p:cTn>
                                        <p:tgtEl>
                                          <p:spTgt spid="15">
                                            <p:txEl>
                                              <p:pRg st="1" end="1"/>
                                            </p:txEl>
                                          </p:spTgt>
                                        </p:tgtEl>
                                        <p:attrNameLst>
                                          <p:attrName>style.visibility</p:attrName>
                                        </p:attrNameLst>
                                      </p:cBhvr>
                                      <p:to>
                                        <p:strVal val="visible"/>
                                      </p:to>
                                    </p:set>
                                    <p:animEffect transition="in" filter="fade">
                                      <p:cBhvr>
                                        <p:cTn id="25" dur="500"/>
                                        <p:tgtEl>
                                          <p:spTgt spid="15">
                                            <p:txEl>
                                              <p:pRg st="1" end="1"/>
                                            </p:txEl>
                                          </p:spTgt>
                                        </p:tgtEl>
                                      </p:cBhvr>
                                    </p:animEffect>
                                  </p:childTnLst>
                                </p:cTn>
                              </p:par>
                            </p:childTnLst>
                          </p:cTn>
                        </p:par>
                        <p:par>
                          <p:cTn id="26" fill="hold">
                            <p:stCondLst>
                              <p:cond delay="1500"/>
                            </p:stCondLst>
                            <p:childTnLst>
                              <p:par>
                                <p:cTn id="27" presetID="10" presetClass="entr" presetSubtype="0" fill="hold" grpId="0" nodeType="afterEffect">
                                  <p:stCondLst>
                                    <p:cond delay="500"/>
                                  </p:stCondLst>
                                  <p:childTnLst>
                                    <p:set>
                                      <p:cBhvr>
                                        <p:cTn id="28" dur="1" fill="hold">
                                          <p:stCondLst>
                                            <p:cond delay="0"/>
                                          </p:stCondLst>
                                        </p:cTn>
                                        <p:tgtEl>
                                          <p:spTgt spid="15">
                                            <p:txEl>
                                              <p:pRg st="2" end="2"/>
                                            </p:txEl>
                                          </p:spTgt>
                                        </p:tgtEl>
                                        <p:attrNameLst>
                                          <p:attrName>style.visibility</p:attrName>
                                        </p:attrNameLst>
                                      </p:cBhvr>
                                      <p:to>
                                        <p:strVal val="visible"/>
                                      </p:to>
                                    </p:set>
                                    <p:animEffect transition="in" filter="fade">
                                      <p:cBhvr>
                                        <p:cTn id="29" dur="500"/>
                                        <p:tgtEl>
                                          <p:spTgt spid="15">
                                            <p:txEl>
                                              <p:pRg st="2" end="2"/>
                                            </p:txEl>
                                          </p:spTgt>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15">
                                            <p:txEl>
                                              <p:pRg st="3" end="3"/>
                                            </p:txEl>
                                          </p:spTgt>
                                        </p:tgtEl>
                                        <p:attrNameLst>
                                          <p:attrName>style.visibility</p:attrName>
                                        </p:attrNameLst>
                                      </p:cBhvr>
                                      <p:to>
                                        <p:strVal val="visible"/>
                                      </p:to>
                                    </p:set>
                                    <p:animEffect transition="in" filter="fade">
                                      <p:cBhvr>
                                        <p:cTn id="32" dur="500"/>
                                        <p:tgtEl>
                                          <p:spTgt spid="15">
                                            <p:txEl>
                                              <p:pRg st="3" end="3"/>
                                            </p:txEl>
                                          </p:spTgt>
                                        </p:tgtEl>
                                      </p:cBhvr>
                                    </p:animEffect>
                                  </p:childTnLst>
                                </p:cTn>
                              </p:par>
                            </p:childTnLst>
                          </p:cTn>
                        </p:par>
                        <p:par>
                          <p:cTn id="33" fill="hold">
                            <p:stCondLst>
                              <p:cond delay="2500"/>
                            </p:stCondLst>
                            <p:childTnLst>
                              <p:par>
                                <p:cTn id="34" presetID="10" presetClass="entr" presetSubtype="0" fill="hold" grpId="0" nodeType="afterEffect">
                                  <p:stCondLst>
                                    <p:cond delay="500"/>
                                  </p:stCondLst>
                                  <p:childTnLst>
                                    <p:set>
                                      <p:cBhvr>
                                        <p:cTn id="35" dur="1" fill="hold">
                                          <p:stCondLst>
                                            <p:cond delay="0"/>
                                          </p:stCondLst>
                                        </p:cTn>
                                        <p:tgtEl>
                                          <p:spTgt spid="15">
                                            <p:txEl>
                                              <p:pRg st="4" end="4"/>
                                            </p:txEl>
                                          </p:spTgt>
                                        </p:tgtEl>
                                        <p:attrNameLst>
                                          <p:attrName>style.visibility</p:attrName>
                                        </p:attrNameLst>
                                      </p:cBhvr>
                                      <p:to>
                                        <p:strVal val="visible"/>
                                      </p:to>
                                    </p:set>
                                    <p:animEffect transition="in" filter="fade">
                                      <p:cBhvr>
                                        <p:cTn id="36" dur="500"/>
                                        <p:tgtEl>
                                          <p:spTgt spid="15">
                                            <p:txEl>
                                              <p:pRg st="4" end="4"/>
                                            </p:txEl>
                                          </p:spTgt>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15">
                                            <p:txEl>
                                              <p:pRg st="5" end="5"/>
                                            </p:txEl>
                                          </p:spTgt>
                                        </p:tgtEl>
                                        <p:attrNameLst>
                                          <p:attrName>style.visibility</p:attrName>
                                        </p:attrNameLst>
                                      </p:cBhvr>
                                      <p:to>
                                        <p:strVal val="visible"/>
                                      </p:to>
                                    </p:set>
                                    <p:animEffect transition="in" filter="fade">
                                      <p:cBhvr>
                                        <p:cTn id="39" dur="500"/>
                                        <p:tgtEl>
                                          <p:spTgt spid="15">
                                            <p:txEl>
                                              <p:pRg st="5" end="5"/>
                                            </p:txEl>
                                          </p:spTgt>
                                        </p:tgtEl>
                                      </p:cBhvr>
                                    </p:animEffect>
                                  </p:childTnLst>
                                </p:cTn>
                              </p:par>
                              <p:par>
                                <p:cTn id="40" presetID="10" presetClass="entr" presetSubtype="0" fill="hold" grpId="0" nodeType="withEffect">
                                  <p:stCondLst>
                                    <p:cond delay="500"/>
                                  </p:stCondLst>
                                  <p:childTnLst>
                                    <p:set>
                                      <p:cBhvr>
                                        <p:cTn id="41" dur="1" fill="hold">
                                          <p:stCondLst>
                                            <p:cond delay="0"/>
                                          </p:stCondLst>
                                        </p:cTn>
                                        <p:tgtEl>
                                          <p:spTgt spid="15">
                                            <p:txEl>
                                              <p:pRg st="6" end="6"/>
                                            </p:txEl>
                                          </p:spTgt>
                                        </p:tgtEl>
                                        <p:attrNameLst>
                                          <p:attrName>style.visibility</p:attrName>
                                        </p:attrNameLst>
                                      </p:cBhvr>
                                      <p:to>
                                        <p:strVal val="visible"/>
                                      </p:to>
                                    </p:set>
                                    <p:animEffect transition="in" filter="fade">
                                      <p:cBhvr>
                                        <p:cTn id="42" dur="500"/>
                                        <p:tgtEl>
                                          <p:spTgt spid="15">
                                            <p:txEl>
                                              <p:pRg st="6" end="6"/>
                                            </p:txEl>
                                          </p:spTgt>
                                        </p:tgtEl>
                                      </p:cBhvr>
                                    </p:animEffect>
                                  </p:childTnLst>
                                </p:cTn>
                              </p:par>
                              <p:par>
                                <p:cTn id="43" presetID="10" presetClass="entr" presetSubtype="0" fill="hold" grpId="0" nodeType="withEffect">
                                  <p:stCondLst>
                                    <p:cond delay="500"/>
                                  </p:stCondLst>
                                  <p:childTnLst>
                                    <p:set>
                                      <p:cBhvr>
                                        <p:cTn id="44" dur="1" fill="hold">
                                          <p:stCondLst>
                                            <p:cond delay="0"/>
                                          </p:stCondLst>
                                        </p:cTn>
                                        <p:tgtEl>
                                          <p:spTgt spid="15">
                                            <p:txEl>
                                              <p:pRg st="7" end="7"/>
                                            </p:txEl>
                                          </p:spTgt>
                                        </p:tgtEl>
                                        <p:attrNameLst>
                                          <p:attrName>style.visibility</p:attrName>
                                        </p:attrNameLst>
                                      </p:cBhvr>
                                      <p:to>
                                        <p:strVal val="visible"/>
                                      </p:to>
                                    </p:set>
                                    <p:animEffect transition="in" filter="fade">
                                      <p:cBhvr>
                                        <p:cTn id="45"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animBg="1"/>
      <p:bldP spid="13" grpId="0" animBg="1"/>
      <p:bldP spid="15" grpId="0" uiExpand="1" build="p" advAuto="50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2500" y="365125"/>
            <a:ext cx="9267265" cy="1325563"/>
          </a:xfrm>
        </p:spPr>
        <p:txBody>
          <a:bodyPr/>
          <a:lstStyle/>
          <a:p>
            <a:r>
              <a:rPr lang="en-US" dirty="0" err="1">
                <a:effectLst>
                  <a:outerShdw blurRad="60007" dist="200025" dir="15000000" sy="30000" kx="-1800000" algn="bl" rotWithShape="0">
                    <a:prstClr val="black">
                      <a:alpha val="32000"/>
                    </a:prstClr>
                  </a:outerShdw>
                </a:effectLst>
              </a:rPr>
              <a:t>Aplicación</a:t>
            </a:r>
            <a:r>
              <a:rPr lang="en-US" dirty="0">
                <a:effectLst>
                  <a:outerShdw blurRad="60007" dist="200025" dir="15000000" sy="30000" kx="-1800000" algn="bl" rotWithShape="0">
                    <a:prstClr val="black">
                      <a:alpha val="32000"/>
                    </a:prstClr>
                  </a:outerShdw>
                </a:effectLst>
              </a:rPr>
              <a:t> del TSP</a:t>
            </a:r>
          </a:p>
        </p:txBody>
      </p:sp>
      <p:sp>
        <p:nvSpPr>
          <p:cNvPr id="6" name="Llamada de flecha a la derecha 5"/>
          <p:cNvSpPr/>
          <p:nvPr/>
        </p:nvSpPr>
        <p:spPr>
          <a:xfrm>
            <a:off x="265332" y="3899368"/>
            <a:ext cx="2714240" cy="1815882"/>
          </a:xfrm>
          <a:prstGeom prst="rightArrowCallout">
            <a:avLst>
              <a:gd name="adj1" fmla="val 23358"/>
              <a:gd name="adj2" fmla="val 25000"/>
              <a:gd name="adj3" fmla="val 25000"/>
              <a:gd name="adj4" fmla="val 73935"/>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endParaRPr lang="es-MX" sz="2400" b="1" dirty="0">
              <a:solidFill>
                <a:srgbClr val="7030A0"/>
              </a:solidFill>
            </a:endParaRPr>
          </a:p>
          <a:p>
            <a:pPr algn="r"/>
            <a:r>
              <a:rPr lang="es-MX" sz="2400" b="1" dirty="0">
                <a:solidFill>
                  <a:srgbClr val="7030A0"/>
                </a:solidFill>
              </a:rPr>
              <a:t>El problema del agente viajero (TSP)</a:t>
            </a:r>
          </a:p>
          <a:p>
            <a:pPr algn="r"/>
            <a:r>
              <a:rPr lang="es-MX" sz="1600" dirty="0">
                <a:solidFill>
                  <a:srgbClr val="7030A0"/>
                </a:solidFill>
                <a:latin typeface="Agency FB" panose="020B0503020202020204" pitchFamily="34" charset="0"/>
              </a:rPr>
              <a:t> </a:t>
            </a:r>
            <a:endParaRPr lang="es-MX" dirty="0">
              <a:solidFill>
                <a:srgbClr val="7030A0"/>
              </a:solidFill>
              <a:latin typeface="Agency FB" panose="020B0503020202020204" pitchFamily="34" charset="0"/>
            </a:endParaRPr>
          </a:p>
        </p:txBody>
      </p:sp>
      <p:sp>
        <p:nvSpPr>
          <p:cNvPr id="11" name="Rectángulo 10"/>
          <p:cNvSpPr/>
          <p:nvPr/>
        </p:nvSpPr>
        <p:spPr>
          <a:xfrm>
            <a:off x="5935715" y="6488668"/>
            <a:ext cx="1790768" cy="369332"/>
          </a:xfrm>
          <a:prstGeom prst="rect">
            <a:avLst/>
          </a:prstGeom>
        </p:spPr>
        <p:txBody>
          <a:bodyPr wrap="square">
            <a:spAutoFit/>
          </a:bodyPr>
          <a:lstStyle/>
          <a:p>
            <a:r>
              <a:rPr lang="es-MX" dirty="0">
                <a:solidFill>
                  <a:schemeClr val="tx1">
                    <a:lumMod val="50000"/>
                    <a:lumOff val="50000"/>
                  </a:schemeClr>
                </a:solidFill>
                <a:latin typeface="Agency FB" panose="020B0503020202020204" pitchFamily="34" charset="0"/>
              </a:rPr>
              <a:t>Ch.9 9.3.1 Winston. </a:t>
            </a:r>
          </a:p>
        </p:txBody>
      </p:sp>
      <p:sp>
        <p:nvSpPr>
          <p:cNvPr id="7" name="Rectángulo 6"/>
          <p:cNvSpPr/>
          <p:nvPr/>
        </p:nvSpPr>
        <p:spPr>
          <a:xfrm>
            <a:off x="2207568" y="1690688"/>
            <a:ext cx="8083914" cy="4616648"/>
          </a:xfrm>
          <a:prstGeom prst="rect">
            <a:avLst/>
          </a:prstGeom>
        </p:spPr>
        <p:txBody>
          <a:bodyPr wrap="square">
            <a:spAutoFit/>
          </a:bodyPr>
          <a:lstStyle/>
          <a:p>
            <a:r>
              <a:rPr lang="es-ES" sz="1600" dirty="0">
                <a:solidFill>
                  <a:schemeClr val="accent3">
                    <a:lumMod val="50000"/>
                  </a:schemeClr>
                </a:solidFill>
              </a:rPr>
              <a:t>El programa de producción diaria de </a:t>
            </a:r>
            <a:r>
              <a:rPr lang="es-ES" sz="1600" dirty="0" err="1">
                <a:solidFill>
                  <a:schemeClr val="accent3">
                    <a:lumMod val="50000"/>
                  </a:schemeClr>
                </a:solidFill>
              </a:rPr>
              <a:t>Rainbow</a:t>
            </a:r>
            <a:r>
              <a:rPr lang="es-ES" sz="1600" dirty="0">
                <a:solidFill>
                  <a:schemeClr val="accent3">
                    <a:lumMod val="50000"/>
                  </a:schemeClr>
                </a:solidFill>
              </a:rPr>
              <a:t> Company incluye lotes de pinturas blancas (W), amarilla (Y), roja  ( R) y negra (B). Como </a:t>
            </a:r>
            <a:r>
              <a:rPr lang="es-ES" sz="1600" dirty="0" err="1">
                <a:solidFill>
                  <a:schemeClr val="accent3">
                    <a:lumMod val="50000"/>
                  </a:schemeClr>
                </a:solidFill>
              </a:rPr>
              <a:t>Rainbow</a:t>
            </a:r>
            <a:r>
              <a:rPr lang="es-ES" sz="1600" dirty="0">
                <a:solidFill>
                  <a:schemeClr val="accent3">
                    <a:lumMod val="50000"/>
                  </a:schemeClr>
                </a:solidFill>
              </a:rPr>
              <a:t> usa las mismas instalaciones en las cuatro clases de pintura, es necesario hacer una buena limpieza entre los lotes. La siguiente tale resume el tiempo de limpieza, en minutos, donde al color del renglón sigue el color de la columna.</a:t>
            </a:r>
          </a:p>
          <a:p>
            <a:endParaRPr lang="es-ES" sz="1600" dirty="0">
              <a:solidFill>
                <a:schemeClr val="accent3">
                  <a:lumMod val="50000"/>
                </a:schemeClr>
              </a:solidFill>
            </a:endParaRPr>
          </a:p>
          <a:p>
            <a:r>
              <a:rPr lang="es-ES" sz="1600" dirty="0">
                <a:solidFill>
                  <a:schemeClr val="accent3">
                    <a:lumMod val="50000"/>
                  </a:schemeClr>
                </a:solidFill>
              </a:rPr>
              <a:t>Determinar la secuencia óptima para la producción diaria de los cuatro colores, que minimice el tiempo total de limpieza necesario.</a:t>
            </a:r>
            <a:endParaRPr lang="es-MX" sz="1600" dirty="0">
              <a:solidFill>
                <a:schemeClr val="accent3">
                  <a:lumMod val="50000"/>
                </a:schemeClr>
              </a:solidFill>
            </a:endParaRPr>
          </a:p>
          <a:p>
            <a:r>
              <a:rPr lang="es-ES" sz="1600" dirty="0">
                <a:solidFill>
                  <a:schemeClr val="accent3">
                    <a:lumMod val="50000"/>
                  </a:schemeClr>
                </a:solidFill>
              </a:rPr>
              <a:t> </a:t>
            </a:r>
            <a:endParaRPr lang="es-MX" sz="1600"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endParaRPr lang="es-MX" sz="1600" b="1" dirty="0">
              <a:solidFill>
                <a:schemeClr val="accent3">
                  <a:lumMod val="50000"/>
                </a:schemeClr>
              </a:solidFill>
            </a:endParaRPr>
          </a:p>
          <a:p>
            <a:r>
              <a:rPr lang="es-MX" sz="1600" dirty="0">
                <a:solidFill>
                  <a:schemeClr val="accent3">
                    <a:lumMod val="50000"/>
                  </a:schemeClr>
                </a:solidFill>
              </a:rPr>
              <a:t> </a:t>
            </a:r>
          </a:p>
          <a:p>
            <a:r>
              <a:rPr lang="es-MX" sz="1600" dirty="0">
                <a:solidFill>
                  <a:schemeClr val="accent3">
                    <a:lumMod val="50000"/>
                  </a:schemeClr>
                </a:solidFill>
              </a:rPr>
              <a:t> </a:t>
            </a:r>
          </a:p>
        </p:txBody>
      </p:sp>
      <p:pic>
        <p:nvPicPr>
          <p:cNvPr id="4" name="Imagen 3"/>
          <p:cNvPicPr>
            <a:picLocks noChangeAspect="1"/>
          </p:cNvPicPr>
          <p:nvPr/>
        </p:nvPicPr>
        <p:blipFill rotWithShape="1">
          <a:blip r:embed="rId3"/>
          <a:srcRect l="22831" t="65757" r="37007" b="11132"/>
          <a:stretch/>
        </p:blipFill>
        <p:spPr>
          <a:xfrm>
            <a:off x="2979572" y="3791700"/>
            <a:ext cx="7446382" cy="2409124"/>
          </a:xfrm>
          <a:prstGeom prst="rect">
            <a:avLst/>
          </a:prstGeom>
        </p:spPr>
      </p:pic>
    </p:spTree>
    <p:extLst>
      <p:ext uri="{BB962C8B-B14F-4D97-AF65-F5344CB8AC3E}">
        <p14:creationId xmlns:p14="http://schemas.microsoft.com/office/powerpoint/2010/main" val="1620666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4000" dirty="0">
                <a:effectLst>
                  <a:outerShdw blurRad="60007" dist="200025" dir="15000000" sy="30000" kx="-1800000" algn="bl" rotWithShape="0">
                    <a:prstClr val="black">
                      <a:alpha val="32000"/>
                    </a:prstClr>
                  </a:outerShdw>
                </a:effectLst>
              </a:rPr>
              <a:t>El Problema Ruteo de Vehículos</a:t>
            </a:r>
            <a:endParaRPr lang="es-ES" sz="4000" dirty="0">
              <a:effectLst>
                <a:outerShdw blurRad="60007" dist="200025" dir="15000000" sy="30000" kx="-1800000" algn="bl" rotWithShape="0">
                  <a:prstClr val="black">
                    <a:alpha val="32000"/>
                  </a:prstClr>
                </a:outerShdw>
              </a:effectLst>
            </a:endParaRPr>
          </a:p>
        </p:txBody>
      </p:sp>
      <p:sp>
        <p:nvSpPr>
          <p:cNvPr id="10" name="Rectangle 3"/>
          <p:cNvSpPr txBox="1">
            <a:spLocks noChangeArrowheads="1"/>
          </p:cNvSpPr>
          <p:nvPr/>
        </p:nvSpPr>
        <p:spPr bwMode="auto">
          <a:xfrm>
            <a:off x="1198985" y="4091689"/>
            <a:ext cx="5904656" cy="214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MX" sz="1800" b="0" dirty="0">
                <a:solidFill>
                  <a:schemeClr val="accent3">
                    <a:lumMod val="50000"/>
                  </a:schemeClr>
                </a:solidFill>
              </a:rPr>
              <a:t>El objetivo del VRP </a:t>
            </a:r>
            <a:r>
              <a:rPr lang="es-MX" sz="1800" b="0" i="1" dirty="0">
                <a:solidFill>
                  <a:schemeClr val="accent3">
                    <a:lumMod val="50000"/>
                  </a:schemeClr>
                </a:solidFill>
              </a:rPr>
              <a:t>(</a:t>
            </a:r>
            <a:r>
              <a:rPr lang="es-MX" sz="1800" b="0" i="1" dirty="0" err="1">
                <a:solidFill>
                  <a:schemeClr val="accent3">
                    <a:lumMod val="50000"/>
                  </a:schemeClr>
                </a:solidFill>
              </a:rPr>
              <a:t>Vehicle</a:t>
            </a:r>
            <a:r>
              <a:rPr lang="es-MX" sz="1800" b="0" i="1" dirty="0">
                <a:solidFill>
                  <a:schemeClr val="accent3">
                    <a:lumMod val="50000"/>
                  </a:schemeClr>
                </a:solidFill>
              </a:rPr>
              <a:t> </a:t>
            </a:r>
            <a:r>
              <a:rPr lang="es-MX" sz="1800" b="0" i="1" dirty="0" err="1">
                <a:solidFill>
                  <a:schemeClr val="accent3">
                    <a:lumMod val="50000"/>
                  </a:schemeClr>
                </a:solidFill>
              </a:rPr>
              <a:t>Routing</a:t>
            </a:r>
            <a:r>
              <a:rPr lang="es-MX" sz="1800" b="0" i="1" dirty="0">
                <a:solidFill>
                  <a:schemeClr val="accent3">
                    <a:lumMod val="50000"/>
                  </a:schemeClr>
                </a:solidFill>
              </a:rPr>
              <a:t> </a:t>
            </a:r>
            <a:r>
              <a:rPr lang="es-MX" sz="1800" b="0" i="1" dirty="0" err="1">
                <a:solidFill>
                  <a:schemeClr val="accent3">
                    <a:lumMod val="50000"/>
                  </a:schemeClr>
                </a:solidFill>
              </a:rPr>
              <a:t>Problem</a:t>
            </a:r>
            <a:r>
              <a:rPr lang="es-MX" sz="1800" b="0" i="1" dirty="0">
                <a:solidFill>
                  <a:schemeClr val="accent3">
                    <a:lumMod val="50000"/>
                  </a:schemeClr>
                </a:solidFill>
              </a:rPr>
              <a:t>)</a:t>
            </a:r>
            <a:r>
              <a:rPr lang="es-MX" sz="1800" b="0" dirty="0">
                <a:solidFill>
                  <a:schemeClr val="accent3">
                    <a:lumMod val="50000"/>
                  </a:schemeClr>
                </a:solidFill>
              </a:rPr>
              <a:t>,) es encontrar las rutas para un conjunto de vehículos que minimicen la distancia total recorrida, con las siguientes condiciones:</a:t>
            </a:r>
          </a:p>
          <a:p>
            <a:pPr marL="285750" indent="-285750" algn="l">
              <a:buFont typeface="Arial" panose="020B0604020202020204" pitchFamily="34" charset="0"/>
              <a:buChar char="•"/>
            </a:pPr>
            <a:r>
              <a:rPr lang="es-MX" sz="1800" b="0" dirty="0">
                <a:solidFill>
                  <a:schemeClr val="accent3">
                    <a:lumMod val="50000"/>
                  </a:schemeClr>
                </a:solidFill>
              </a:rPr>
              <a:t>Deben iniciar y terminar en el nodo </a:t>
            </a:r>
            <a:r>
              <a:rPr lang="es-MX" sz="1800" b="0" dirty="0" err="1">
                <a:solidFill>
                  <a:schemeClr val="accent3">
                    <a:lumMod val="50000"/>
                  </a:schemeClr>
                </a:solidFill>
              </a:rPr>
              <a:t>depot</a:t>
            </a:r>
            <a:r>
              <a:rPr lang="es-MX" sz="1800" b="0" dirty="0">
                <a:solidFill>
                  <a:schemeClr val="accent3">
                    <a:lumMod val="50000"/>
                  </a:schemeClr>
                </a:solidFill>
              </a:rPr>
              <a:t>, o nodo 0.</a:t>
            </a:r>
          </a:p>
          <a:p>
            <a:pPr marL="285750" indent="-285750" algn="l">
              <a:buFont typeface="Arial" panose="020B0604020202020204" pitchFamily="34" charset="0"/>
              <a:buChar char="•"/>
            </a:pPr>
            <a:r>
              <a:rPr lang="es-MX" sz="1800" b="0" dirty="0">
                <a:solidFill>
                  <a:schemeClr val="accent3">
                    <a:lumMod val="50000"/>
                  </a:schemeClr>
                </a:solidFill>
              </a:rPr>
              <a:t>Deben respetar la capacidad del vehículo y la longitud máxima de ruta.</a:t>
            </a:r>
          </a:p>
          <a:p>
            <a:pPr marL="285750" indent="-285750" algn="l">
              <a:buFont typeface="Arial" panose="020B0604020202020204" pitchFamily="34" charset="0"/>
              <a:buChar char="•"/>
            </a:pPr>
            <a:endParaRPr lang="es-MX" sz="1800" b="0" dirty="0">
              <a:solidFill>
                <a:schemeClr val="accent3">
                  <a:lumMod val="50000"/>
                </a:schemeClr>
              </a:solidFill>
            </a:endParaRPr>
          </a:p>
        </p:txBody>
      </p:sp>
      <mc:AlternateContent xmlns:mc="http://schemas.openxmlformats.org/markup-compatibility/2006">
        <mc:Choice xmlns:a14="http://schemas.microsoft.com/office/drawing/2010/main" Requires="a14">
          <p:sp>
            <p:nvSpPr>
              <p:cNvPr id="11" name="Rectángulo 10"/>
              <p:cNvSpPr/>
              <p:nvPr/>
            </p:nvSpPr>
            <p:spPr>
              <a:xfrm>
                <a:off x="7334272" y="1969189"/>
                <a:ext cx="4419600" cy="43327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i="1" dirty="0">
                    <a:solidFill>
                      <a:schemeClr val="accent3">
                        <a:lumMod val="50000"/>
                      </a:schemeClr>
                    </a:solidFill>
                    <a:latin typeface="Times New Roman" panose="02020603050405020304" pitchFamily="18" charset="0"/>
                    <a:cs typeface="Times New Roman" panose="02020603050405020304" pitchFamily="18" charset="0"/>
                  </a:rPr>
                  <a:t>    </a:t>
                </a:r>
                <a:r>
                  <a:rPr lang="es-CO" sz="1600" i="1" dirty="0" err="1">
                    <a:solidFill>
                      <a:schemeClr val="accent3">
                        <a:lumMod val="50000"/>
                      </a:schemeClr>
                    </a:solidFill>
                    <a:latin typeface="Times New Roman" panose="02020603050405020304" pitchFamily="18" charset="0"/>
                    <a:cs typeface="Times New Roman" panose="02020603050405020304" pitchFamily="18" charset="0"/>
                  </a:rPr>
                  <a:t>st</a:t>
                </a:r>
                <a:endParaRPr lang="es-CO" sz="1600" i="1" dirty="0">
                  <a:solidFill>
                    <a:schemeClr val="accent3">
                      <a:lumMod val="50000"/>
                    </a:schemeClr>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r>
                              <m:rPr>
                                <m:lit/>
                              </m:rPr>
                              <a:rPr lang="es-MX" sz="1600" b="0" i="1" smtClean="0">
                                <a:solidFill>
                                  <a:schemeClr val="accent3">
                                    <a:lumMod val="50000"/>
                                  </a:schemeClr>
                                </a:solidFill>
                                <a:latin typeface="Cambria Math" panose="02040503050406030204" pitchFamily="18" charset="0"/>
                                <a:ea typeface="Cambria Math"/>
                              </a:rPr>
                              <m:t> </m:t>
                            </m:r>
                            <m:r>
                              <a:rPr lang="es-MX" sz="1600" b="0" i="1" smtClean="0">
                                <a:solidFill>
                                  <a:schemeClr val="accent3">
                                    <a:lumMod val="50000"/>
                                  </a:schemeClr>
                                </a:solidFill>
                                <a:latin typeface="Cambria Math" panose="02040503050406030204" pitchFamily="18" charset="0"/>
                                <a:ea typeface="Cambria Math"/>
                              </a:rPr>
                              <m:t>\</m:t>
                            </m:r>
                            <m:r>
                              <m:rPr>
                                <m:lit/>
                              </m:rPr>
                              <a:rPr lang="es-MX" sz="1600" b="0" i="1" smtClean="0">
                                <a:solidFill>
                                  <a:schemeClr val="accent3">
                                    <a:lumMod val="50000"/>
                                  </a:schemeClr>
                                </a:solidFill>
                                <a:latin typeface="Cambria Math" panose="02040503050406030204" pitchFamily="18" charset="0"/>
                                <a:ea typeface="Cambria Math"/>
                              </a:rPr>
                              <m:t>{</m:t>
                            </m:r>
                            <m:r>
                              <a:rPr lang="es-MX" sz="1600" b="0" i="1" smtClean="0">
                                <a:solidFill>
                                  <a:schemeClr val="accent3">
                                    <a:lumMod val="50000"/>
                                  </a:schemeClr>
                                </a:solidFill>
                                <a:latin typeface="Cambria Math" panose="02040503050406030204" pitchFamily="18" charset="0"/>
                                <a:ea typeface="Cambria Math"/>
                              </a:rPr>
                              <m:t>0}</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smtClean="0">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MX" sz="1600" b="1" i="1" smtClean="0">
                                <a:solidFill>
                                  <a:schemeClr val="accent3">
                                    <a:lumMod val="50000"/>
                                  </a:schemeClr>
                                </a:solidFill>
                                <a:latin typeface="Cambria Math" panose="02040503050406030204" pitchFamily="18" charset="0"/>
                                <a:ea typeface="Cambria Math"/>
                              </a:rPr>
                              <m:t>𝒊</m:t>
                            </m:r>
                            <m:r>
                              <a:rPr lang="es-MX" sz="1600" i="1">
                                <a:solidFill>
                                  <a:schemeClr val="accent3">
                                    <a:lumMod val="50000"/>
                                  </a:schemeClr>
                                </a:solidFill>
                                <a:latin typeface="Cambria Math" panose="02040503050406030204" pitchFamily="18" charset="0"/>
                                <a:ea typeface="Cambria Math"/>
                              </a:rPr>
                              <m:t>\</m:t>
                            </m:r>
                            <m:r>
                              <m:rPr>
                                <m:lit/>
                              </m:rPr>
                              <a:rPr lang="es-MX" sz="1600" i="1">
                                <a:solidFill>
                                  <a:schemeClr val="accent3">
                                    <a:lumMod val="50000"/>
                                  </a:schemeClr>
                                </a:solidFill>
                                <a:latin typeface="Cambria Math" panose="02040503050406030204" pitchFamily="18" charset="0"/>
                                <a:ea typeface="Cambria Math"/>
                              </a:rPr>
                              <m:t>{</m:t>
                            </m:r>
                            <m:r>
                              <a:rPr lang="es-MX" sz="1600" i="1">
                                <a:solidFill>
                                  <a:schemeClr val="accent3">
                                    <a:lumMod val="50000"/>
                                  </a:schemeClr>
                                </a:solidFill>
                                <a:latin typeface="Cambria Math" panose="02040503050406030204" pitchFamily="18" charset="0"/>
                                <a:ea typeface="Cambria Math"/>
                              </a:rPr>
                              <m:t>0}</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MX" sz="1600" b="1" i="1">
                                    <a:solidFill>
                                      <a:schemeClr val="accent3">
                                        <a:lumMod val="50000"/>
                                      </a:schemeClr>
                                    </a:solidFill>
                                    <a:latin typeface="Cambria Math" panose="02040503050406030204" pitchFamily="18" charset="0"/>
                                  </a:rPr>
                                  <m:t>𝒋</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𝟎</m:t>
                                    </m:r>
                                    <m:r>
                                      <a:rPr lang="es-CO" sz="1600" b="1" i="1">
                                        <a:solidFill>
                                          <a:schemeClr val="accent3">
                                            <a:lumMod val="50000"/>
                                          </a:schemeClr>
                                        </a:solidFill>
                                        <a:latin typeface="Cambria Math"/>
                                      </a:rPr>
                                      <m:t>𝒋</m:t>
                                    </m:r>
                                  </m:sub>
                                </m:sSub>
                              </m:e>
                            </m:nary>
                            <m:r>
                              <m:rPr>
                                <m:brk m:alnAt="7"/>
                              </m:rPr>
                              <a:rPr lang="es-CO" sz="1600" b="1" i="1">
                                <a:solidFill>
                                  <a:schemeClr val="accent3">
                                    <a:lumMod val="50000"/>
                                  </a:schemeClr>
                                </a:solidFill>
                                <a:latin typeface="Cambria Math"/>
                              </a:rPr>
                              <m:t>=</m:t>
                            </m:r>
                            <m:r>
                              <a:rPr lang="es-MX" sz="1600" b="1" i="1" smtClean="0">
                                <a:solidFill>
                                  <a:schemeClr val="accent3">
                                    <a:lumMod val="50000"/>
                                  </a:schemeClr>
                                </a:solidFill>
                                <a:latin typeface="Cambria Math" panose="02040503050406030204" pitchFamily="18" charset="0"/>
                              </a:rPr>
                              <m:t>𝒌</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a:rPr lang="es-MX" sz="1600" b="0" i="1" smtClean="0">
                                    <a:solidFill>
                                      <a:schemeClr val="accent3">
                                        <a:lumMod val="50000"/>
                                      </a:schemeClr>
                                    </a:solidFill>
                                    <a:latin typeface="Cambria Math" panose="02040503050406030204" pitchFamily="18" charset="0"/>
                                  </a:rPr>
                                  <m:t>𝑖</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smtClean="0">
                                        <a:solidFill>
                                          <a:schemeClr val="accent3">
                                            <a:lumMod val="50000"/>
                                          </a:schemeClr>
                                        </a:solidFill>
                                        <a:latin typeface="Cambria Math" panose="02040503050406030204" pitchFamily="18" charset="0"/>
                                      </a:rPr>
                                      <m:t>𝒊</m:t>
                                    </m:r>
                                    <m:r>
                                      <a:rPr lang="es-MX" sz="1600" b="1" i="1">
                                        <a:solidFill>
                                          <a:schemeClr val="accent3">
                                            <a:lumMod val="50000"/>
                                          </a:schemeClr>
                                        </a:solidFill>
                                        <a:latin typeface="Cambria Math" panose="02040503050406030204" pitchFamily="18" charset="0"/>
                                      </a:rPr>
                                      <m:t>𝟎</m:t>
                                    </m:r>
                                  </m:sub>
                                </m:sSub>
                              </m:e>
                            </m:nary>
                            <m:r>
                              <m:rPr>
                                <m:brk m:alnAt="7"/>
                              </m:rPr>
                              <a:rPr lang="es-CO" sz="1600" b="1" i="1">
                                <a:solidFill>
                                  <a:schemeClr val="accent3">
                                    <a:lumMod val="50000"/>
                                  </a:schemeClr>
                                </a:solidFill>
                                <a:latin typeface="Cambria Math"/>
                              </a:rPr>
                              <m:t>=</m:t>
                            </m:r>
                            <m:r>
                              <a:rPr lang="es-MX" sz="1600" b="1" i="1">
                                <a:solidFill>
                                  <a:schemeClr val="accent3">
                                    <a:lumMod val="50000"/>
                                  </a:schemeClr>
                                </a:solidFill>
                                <a:latin typeface="Cambria Math" panose="02040503050406030204" pitchFamily="18" charset="0"/>
                              </a:rPr>
                              <m:t>𝒌</m:t>
                            </m:r>
                          </m:e>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MX" sz="1600" b="1" i="1" smtClean="0">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a:rPr lang="es-MX" sz="1600" i="1">
                                    <a:solidFill>
                                      <a:schemeClr val="accent3">
                                        <a:lumMod val="50000"/>
                                      </a:schemeClr>
                                    </a:solidFill>
                                    <a:latin typeface="Cambria Math" panose="02040503050406030204" pitchFamily="18" charset="0"/>
                                  </a:rPr>
                                  <m:t>𝑖</m:t>
                                </m:r>
                                <m:r>
                                  <a:rPr lang="es-MX" sz="1600" i="1">
                                    <a:solidFill>
                                      <a:schemeClr val="accent3">
                                        <a:lumMod val="50000"/>
                                      </a:schemeClr>
                                    </a:solidFill>
                                    <a:latin typeface="Cambria Math" panose="02040503050406030204" pitchFamily="18" charset="0"/>
                                    <a:ea typeface="Cambria Math" panose="02040503050406030204" pitchFamily="18" charset="0"/>
                                  </a:rPr>
                                  <m:t>∉</m:t>
                                </m:r>
                                <m:r>
                                  <a:rPr lang="es-MX" sz="1600" i="1">
                                    <a:solidFill>
                                      <a:schemeClr val="accent3">
                                        <a:lumMod val="50000"/>
                                      </a:schemeClr>
                                    </a:solidFill>
                                    <a:latin typeface="Cambria Math" panose="02040503050406030204" pitchFamily="18" charset="0"/>
                                    <a:ea typeface="Cambria Math" panose="02040503050406030204" pitchFamily="18" charset="0"/>
                                  </a:rPr>
                                  <m:t>𝑆</m:t>
                                </m:r>
                              </m:sub>
                              <m:sup/>
                              <m:e>
                                <m:nary>
                                  <m:naryPr>
                                    <m:chr m:val="∑"/>
                                    <m:supHide m:val="on"/>
                                    <m:ctrlPr>
                                      <a:rPr lang="es-CO" sz="1600" i="1">
                                        <a:solidFill>
                                          <a:schemeClr val="accent3">
                                            <a:lumMod val="50000"/>
                                          </a:schemeClr>
                                        </a:solidFill>
                                        <a:latin typeface="Cambria Math" panose="02040503050406030204" pitchFamily="18" charset="0"/>
                                      </a:rPr>
                                    </m:ctrlPr>
                                  </m:naryPr>
                                  <m:sub>
                                    <m:r>
                                      <a:rPr lang="es-MX" sz="1600" i="1">
                                        <a:solidFill>
                                          <a:schemeClr val="accent3">
                                            <a:lumMod val="50000"/>
                                          </a:schemeClr>
                                        </a:solidFill>
                                        <a:latin typeface="Cambria Math" panose="02040503050406030204" pitchFamily="18" charset="0"/>
                                      </a:rPr>
                                      <m:t>𝑗</m:t>
                                    </m:r>
                                    <m:r>
                                      <a:rPr lang="es-MX" sz="1600" i="1">
                                        <a:solidFill>
                                          <a:schemeClr val="accent3">
                                            <a:lumMod val="50000"/>
                                          </a:schemeClr>
                                        </a:solidFill>
                                        <a:latin typeface="Cambria Math" panose="02040503050406030204" pitchFamily="18" charset="0"/>
                                        <a:ea typeface="Cambria Math" panose="02040503050406030204" pitchFamily="18" charset="0"/>
                                      </a:rPr>
                                      <m:t>∈</m:t>
                                    </m:r>
                                    <m:r>
                                      <a:rPr lang="es-MX" sz="1600" i="1">
                                        <a:solidFill>
                                          <a:schemeClr val="accent3">
                                            <a:lumMod val="50000"/>
                                          </a:schemeClr>
                                        </a:solidFill>
                                        <a:latin typeface="Cambria Math" panose="02040503050406030204" pitchFamily="18" charset="0"/>
                                        <a:ea typeface="Cambria Math" panose="02040503050406030204" pitchFamily="18" charset="0"/>
                                      </a:rPr>
                                      <m:t>𝑆</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MX" sz="1600" b="1" i="1">
                                            <a:solidFill>
                                              <a:schemeClr val="accent3">
                                                <a:lumMod val="50000"/>
                                              </a:schemeClr>
                                            </a:solidFill>
                                            <a:latin typeface="Cambria Math" panose="02040503050406030204" pitchFamily="18" charset="0"/>
                                          </a:rPr>
                                          <m:t>𝒊𝒋</m:t>
                                        </m:r>
                                      </m:sub>
                                    </m:sSub>
                                    <m:r>
                                      <a:rPr lang="es-MX" sz="1600" b="1" i="1">
                                        <a:solidFill>
                                          <a:schemeClr val="accent3">
                                            <a:lumMod val="50000"/>
                                          </a:schemeClr>
                                        </a:solidFill>
                                        <a:latin typeface="Cambria Math" panose="02040503050406030204" pitchFamily="18" charset="0"/>
                                        <a:ea typeface="Cambria Math" panose="02040503050406030204" pitchFamily="18" charset="0"/>
                                      </a:rPr>
                                      <m:t>≥</m:t>
                                    </m:r>
                                    <m:r>
                                      <a:rPr lang="es-MX" sz="1600" b="1" i="1">
                                        <a:solidFill>
                                          <a:schemeClr val="accent3">
                                            <a:lumMod val="50000"/>
                                          </a:schemeClr>
                                        </a:solidFill>
                                        <a:latin typeface="Cambria Math" panose="02040503050406030204" pitchFamily="18" charset="0"/>
                                        <a:ea typeface="Cambria Math" panose="02040503050406030204" pitchFamily="18" charset="0"/>
                                      </a:rPr>
                                      <m:t>𝒓</m:t>
                                    </m:r>
                                    <m:r>
                                      <a:rPr lang="es-MX" sz="1600" b="1" i="1">
                                        <a:solidFill>
                                          <a:schemeClr val="accent3">
                                            <a:lumMod val="50000"/>
                                          </a:schemeClr>
                                        </a:solidFill>
                                        <a:latin typeface="Cambria Math" panose="02040503050406030204" pitchFamily="18" charset="0"/>
                                        <a:ea typeface="Cambria Math" panose="02040503050406030204" pitchFamily="18" charset="0"/>
                                      </a:rPr>
                                      <m:t>(</m:t>
                                    </m:r>
                                    <m:r>
                                      <a:rPr lang="es-MX" sz="1600" b="1" i="1">
                                        <a:solidFill>
                                          <a:schemeClr val="accent3">
                                            <a:lumMod val="50000"/>
                                          </a:schemeClr>
                                        </a:solidFill>
                                        <a:latin typeface="Cambria Math" panose="02040503050406030204" pitchFamily="18" charset="0"/>
                                        <a:ea typeface="Cambria Math" panose="02040503050406030204" pitchFamily="18" charset="0"/>
                                      </a:rPr>
                                      <m:t>𝑺</m:t>
                                    </m:r>
                                    <m:r>
                                      <a:rPr lang="es-MX" sz="1600" b="1" i="1">
                                        <a:solidFill>
                                          <a:schemeClr val="accent3">
                                            <a:lumMod val="50000"/>
                                          </a:schemeClr>
                                        </a:solidFill>
                                        <a:latin typeface="Cambria Math" panose="02040503050406030204" pitchFamily="18" charset="0"/>
                                        <a:ea typeface="Cambria Math" panose="02040503050406030204" pitchFamily="18" charset="0"/>
                                      </a:rPr>
                                      <m:t>)</m:t>
                                    </m:r>
                                  </m:e>
                                </m:nary>
                              </m:e>
                            </m:nary>
                          </m:e>
                          <m:e>
                            <m:r>
                              <a:rPr lang="es-MX" sz="1600" b="1" i="1" smtClean="0">
                                <a:solidFill>
                                  <a:schemeClr val="accent3">
                                    <a:lumMod val="50000"/>
                                  </a:schemeClr>
                                </a:solidFill>
                                <a:latin typeface="Cambria Math" panose="02040503050406030204" pitchFamily="18" charset="0"/>
                                <a:ea typeface="Cambria Math" panose="02040503050406030204" pitchFamily="18" charset="0"/>
                              </a:rPr>
                              <m:t>∀</m:t>
                            </m:r>
                            <m:r>
                              <a:rPr lang="es-MX" sz="1600" b="1" i="1" smtClean="0">
                                <a:solidFill>
                                  <a:schemeClr val="accent3">
                                    <a:lumMod val="50000"/>
                                  </a:schemeClr>
                                </a:solidFill>
                                <a:latin typeface="Cambria Math" panose="02040503050406030204" pitchFamily="18" charset="0"/>
                                <a:ea typeface="Cambria Math" panose="02040503050406030204" pitchFamily="18" charset="0"/>
                              </a:rPr>
                              <m:t>𝑺</m:t>
                            </m:r>
                            <m:r>
                              <a:rPr lang="es-MX" sz="1600" b="1" i="1" smtClean="0">
                                <a:solidFill>
                                  <a:schemeClr val="accent3">
                                    <a:lumMod val="50000"/>
                                  </a:schemeClr>
                                </a:solidFill>
                                <a:latin typeface="Cambria Math" panose="02040503050406030204" pitchFamily="18" charset="0"/>
                                <a:ea typeface="Cambria Math" panose="02040503050406030204" pitchFamily="18" charset="0"/>
                              </a:rPr>
                              <m:t>⊂</m:t>
                            </m:r>
                            <m:r>
                              <a:rPr lang="es-MX" sz="1600" b="1" i="1" smtClean="0">
                                <a:solidFill>
                                  <a:schemeClr val="accent3">
                                    <a:lumMod val="50000"/>
                                  </a:schemeClr>
                                </a:solidFill>
                                <a:latin typeface="Cambria Math" panose="02040503050406030204" pitchFamily="18" charset="0"/>
                                <a:ea typeface="Cambria Math" panose="02040503050406030204" pitchFamily="18" charset="0"/>
                              </a:rPr>
                              <m:t>𝑽</m:t>
                            </m:r>
                            <m:r>
                              <m:rPr>
                                <m:lit/>
                              </m:rPr>
                              <a:rPr lang="es-MX" sz="1600" b="1" i="1" smtClean="0">
                                <a:solidFill>
                                  <a:schemeClr val="accent3">
                                    <a:lumMod val="50000"/>
                                  </a:schemeClr>
                                </a:solidFill>
                                <a:latin typeface="Cambria Math" panose="02040503050406030204" pitchFamily="18" charset="0"/>
                                <a:ea typeface="Cambria Math" panose="02040503050406030204" pitchFamily="18" charset="0"/>
                              </a:rPr>
                              <m:t>{</m:t>
                            </m:r>
                            <m:r>
                              <a:rPr lang="es-MX" sz="1600" b="1" i="1" smtClean="0">
                                <a:solidFill>
                                  <a:schemeClr val="accent3">
                                    <a:lumMod val="50000"/>
                                  </a:schemeClr>
                                </a:solidFill>
                                <a:latin typeface="Cambria Math" panose="02040503050406030204" pitchFamily="18" charset="0"/>
                                <a:ea typeface="Cambria Math" panose="02040503050406030204" pitchFamily="18" charset="0"/>
                              </a:rPr>
                              <m:t>𝟎</m:t>
                            </m:r>
                            <m:r>
                              <a:rPr lang="es-MX" sz="1600" b="1" i="1" smtClean="0">
                                <a:solidFill>
                                  <a:schemeClr val="accent3">
                                    <a:lumMod val="50000"/>
                                  </a:schemeClr>
                                </a:solidFill>
                                <a:latin typeface="Cambria Math" panose="02040503050406030204" pitchFamily="18" charset="0"/>
                                <a:ea typeface="Cambria Math" panose="02040503050406030204" pitchFamily="18" charset="0"/>
                              </a:rPr>
                              <m:t>},</m:t>
                            </m:r>
                            <m:r>
                              <a:rPr lang="es-MX" sz="1600" b="1" i="1" smtClean="0">
                                <a:solidFill>
                                  <a:schemeClr val="accent3">
                                    <a:lumMod val="50000"/>
                                  </a:schemeClr>
                                </a:solidFill>
                                <a:latin typeface="Cambria Math" panose="02040503050406030204" pitchFamily="18" charset="0"/>
                                <a:ea typeface="Cambria Math" panose="02040503050406030204" pitchFamily="18" charset="0"/>
                              </a:rPr>
                              <m:t>𝑺</m:t>
                            </m:r>
                            <m:r>
                              <a:rPr lang="es-MX" sz="1600" b="1" i="1" smtClean="0">
                                <a:solidFill>
                                  <a:schemeClr val="accent3">
                                    <a:lumMod val="50000"/>
                                  </a:schemeClr>
                                </a:solidFill>
                                <a:latin typeface="Cambria Math" panose="02040503050406030204" pitchFamily="18" charset="0"/>
                                <a:ea typeface="Cambria Math" panose="02040503050406030204" pitchFamily="18" charset="0"/>
                              </a:rPr>
                              <m:t>≠</m:t>
                            </m:r>
                            <m:r>
                              <a:rPr lang="es-MX" sz="1600" b="1" i="1" smtClean="0">
                                <a:solidFill>
                                  <a:schemeClr val="accent3">
                                    <a:lumMod val="50000"/>
                                  </a:schemeClr>
                                </a:solidFill>
                                <a:latin typeface="Cambria Math" panose="02040503050406030204" pitchFamily="18" charset="0"/>
                                <a:ea typeface="Cambria Math" panose="02040503050406030204" pitchFamily="18" charset="0"/>
                              </a:rPr>
                              <m:t>𝝓</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r>
                                  <a:rPr lang="es-MX" sz="1600" b="0" i="1" smtClean="0">
                                    <a:solidFill>
                                      <a:schemeClr val="accent3">
                                        <a:lumMod val="50000"/>
                                      </a:schemeClr>
                                    </a:solidFill>
                                    <a:latin typeface="Cambria Math" panose="02040503050406030204" pitchFamily="18" charset="0"/>
                                  </a:rPr>
                                  <m:t>𝑗</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n-US" sz="1600" dirty="0">
                  <a:solidFill>
                    <a:schemeClr val="accent3">
                      <a:lumMod val="50000"/>
                    </a:schemeClr>
                  </a:solidFill>
                </a:endParaRPr>
              </a:p>
            </p:txBody>
          </p:sp>
        </mc:Choice>
        <mc:Fallback>
          <p:sp>
            <p:nvSpPr>
              <p:cNvPr id="11" name="Rectángulo 10"/>
              <p:cNvSpPr>
                <a:spLocks noRot="1" noChangeAspect="1" noMove="1" noResize="1" noEditPoints="1" noAdjustHandles="1" noChangeArrowheads="1" noChangeShapeType="1" noTextEdit="1"/>
              </p:cNvSpPr>
              <p:nvPr/>
            </p:nvSpPr>
            <p:spPr>
              <a:xfrm>
                <a:off x="7334272" y="1969189"/>
                <a:ext cx="4419600" cy="4332789"/>
              </a:xfrm>
              <a:prstGeom prst="rect">
                <a:avLst/>
              </a:prstGeom>
              <a:blipFill>
                <a:blip r:embed="rId3"/>
                <a:stretch>
                  <a:fillRect/>
                </a:stretch>
              </a:blipFill>
            </p:spPr>
            <p:txBody>
              <a:bodyPr/>
              <a:lstStyle/>
              <a:p>
                <a:r>
                  <a:rPr lang="en-US">
                    <a:noFill/>
                  </a:rPr>
                  <a:t> </a:t>
                </a:r>
              </a:p>
            </p:txBody>
          </p:sp>
        </mc:Fallback>
      </mc:AlternateContent>
      <p:sp>
        <p:nvSpPr>
          <p:cNvPr id="12" name="Rectángulo 11"/>
          <p:cNvSpPr/>
          <p:nvPr/>
        </p:nvSpPr>
        <p:spPr>
          <a:xfrm>
            <a:off x="4807851" y="1600204"/>
            <a:ext cx="4827037" cy="880241"/>
          </a:xfrm>
          <a:prstGeom prst="rect">
            <a:avLst/>
          </a:prstGeom>
        </p:spPr>
        <p:txBody>
          <a:bodyPr wrap="square">
            <a:spAutoFit/>
          </a:bodyPr>
          <a:lstStyle/>
          <a:p>
            <a:pPr marL="546100" indent="-5461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si</a:t>
            </a:r>
            <a:r>
              <a:rPr lang="en-US" sz="1600" dirty="0">
                <a:solidFill>
                  <a:schemeClr val="accent3">
                    <a:lumMod val="50000"/>
                  </a:schemeClr>
                </a:solidFill>
                <a:latin typeface="Times New Roman" panose="02020603050405020304" pitchFamily="18" charset="0"/>
                <a:cs typeface="Times New Roman" panose="02020603050405020304" pitchFamily="18" charset="0"/>
              </a:rPr>
              <a:t> se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inmediatamente</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después</a:t>
            </a:r>
            <a:r>
              <a:rPr lang="en-US" sz="1600" dirty="0">
                <a:solidFill>
                  <a:schemeClr val="accent3">
                    <a:lumMod val="50000"/>
                  </a:schemeClr>
                </a:solidFill>
                <a:latin typeface="Times New Roman" panose="02020603050405020304" pitchFamily="18" charset="0"/>
                <a:cs typeface="Times New Roman" panose="02020603050405020304" pitchFamily="18" charset="0"/>
              </a:rPr>
              <a:t>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visitar</a:t>
            </a:r>
            <a:r>
              <a:rPr lang="en-US" sz="1600" dirty="0">
                <a:solidFill>
                  <a:schemeClr val="accent3">
                    <a:lumMod val="50000"/>
                  </a:schemeClr>
                </a:solidFill>
                <a:latin typeface="Times New Roman" panose="02020603050405020304" pitchFamily="18" charset="0"/>
                <a:cs typeface="Times New Roman" panose="02020603050405020304" pitchFamily="18" charset="0"/>
              </a:rPr>
              <a:t> el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nodo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p>
          <a:p>
            <a:pPr marL="342900" indent="-342900">
              <a:spcBef>
                <a:spcPct val="20000"/>
              </a:spcBef>
            </a:pPr>
            <a:r>
              <a:rPr lang="en-US" sz="1600" dirty="0">
                <a:solidFill>
                  <a:schemeClr val="accent3">
                    <a:lumMod val="50000"/>
                  </a:schemeClr>
                </a:solidFill>
                <a:latin typeface="Times New Roman" panose="02020603050405020304" pitchFamily="18" charset="0"/>
                <a:cs typeface="Times New Roman" panose="02020603050405020304" pitchFamily="18" charset="0"/>
              </a:rPr>
              <a:t>	    0 de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otro</a:t>
            </a:r>
            <a:r>
              <a:rPr lang="en-US" sz="1600" dirty="0">
                <a:solidFill>
                  <a:schemeClr val="accent3">
                    <a:lumMod val="50000"/>
                  </a:schemeClr>
                </a:solidFill>
                <a:latin typeface="Times New Roman" panose="02020603050405020304" pitchFamily="18" charset="0"/>
                <a:cs typeface="Times New Roman" panose="02020603050405020304" pitchFamily="18" charset="0"/>
              </a:rPr>
              <a:t> </a:t>
            </a:r>
            <a:r>
              <a:rPr lang="en-US" sz="1600" dirty="0" err="1">
                <a:solidFill>
                  <a:schemeClr val="accent3">
                    <a:lumMod val="50000"/>
                  </a:schemeClr>
                </a:solidFill>
                <a:latin typeface="Times New Roman" panose="02020603050405020304" pitchFamily="18" charset="0"/>
                <a:cs typeface="Times New Roman" panose="02020603050405020304" pitchFamily="18" charset="0"/>
              </a:rPr>
              <a:t>modo</a:t>
            </a:r>
            <a:endParaRPr lang="en-US" sz="1600"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4102" name="Picture 6" descr="https://www.r-bloggers.com/wp-content/uploads/2010/11/vrp.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478" y="1321703"/>
            <a:ext cx="3547753" cy="246628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2160494" y="6596390"/>
            <a:ext cx="6009763" cy="261610"/>
          </a:xfrm>
          <a:prstGeom prst="rect">
            <a:avLst/>
          </a:prstGeom>
        </p:spPr>
        <p:txBody>
          <a:bodyPr wrap="square">
            <a:spAutoFit/>
          </a:bodyPr>
          <a:lstStyle/>
          <a:p>
            <a:r>
              <a:rPr lang="es-MX" sz="1100" dirty="0">
                <a:solidFill>
                  <a:schemeClr val="tx1">
                    <a:lumMod val="75000"/>
                  </a:schemeClr>
                </a:solidFill>
                <a:latin typeface="Arial Narrow" panose="020B0606020202030204" pitchFamily="34" charset="0"/>
              </a:rPr>
              <a:t>Fuente imagen: https://www.r-bloggers.com/wp-content/uploads/2010/11/vrp.jpg</a:t>
            </a:r>
            <a:endParaRPr lang="en-US" sz="1100" dirty="0">
              <a:solidFill>
                <a:schemeClr val="tx1">
                  <a:lumMod val="75000"/>
                </a:schemeClr>
              </a:solidFill>
              <a:latin typeface="Arial Narrow" panose="020B0606020202030204" pitchFamily="34" charset="0"/>
            </a:endParaRPr>
          </a:p>
        </p:txBody>
      </p:sp>
    </p:spTree>
    <p:extLst>
      <p:ext uri="{BB962C8B-B14F-4D97-AF65-F5344CB8AC3E}">
        <p14:creationId xmlns:p14="http://schemas.microsoft.com/office/powerpoint/2010/main" val="19404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4000" dirty="0">
                <a:effectLst>
                  <a:outerShdw blurRad="60007" dist="200025" dir="15000000" sy="30000" kx="-1800000" algn="bl" rotWithShape="0">
                    <a:prstClr val="black">
                      <a:alpha val="32000"/>
                    </a:prstClr>
                  </a:outerShdw>
                </a:effectLst>
              </a:rPr>
              <a:t>El Problema Ruteo de Vehículos - </a:t>
            </a:r>
            <a:r>
              <a:rPr lang="es-ES_tradnl" dirty="0">
                <a:effectLst>
                  <a:outerShdw blurRad="60007" dist="200025" dir="15000000" sy="30000" kx="-1800000" algn="bl" rotWithShape="0">
                    <a:prstClr val="black">
                      <a:alpha val="32000"/>
                    </a:prstClr>
                  </a:outerShdw>
                </a:effectLst>
              </a:rPr>
              <a:t>Variantes</a:t>
            </a:r>
            <a:endParaRPr lang="es-ES" dirty="0">
              <a:effectLst>
                <a:outerShdw blurRad="60007" dist="200025" dir="15000000" sy="30000" kx="-1800000" algn="bl" rotWithShape="0">
                  <a:prstClr val="black">
                    <a:alpha val="32000"/>
                  </a:prstClr>
                </a:outerShdw>
              </a:effectLst>
            </a:endParaRPr>
          </a:p>
        </p:txBody>
      </p:sp>
      <p:sp>
        <p:nvSpPr>
          <p:cNvPr id="2" name="Rectángulo 1"/>
          <p:cNvSpPr/>
          <p:nvPr/>
        </p:nvSpPr>
        <p:spPr>
          <a:xfrm>
            <a:off x="4484131" y="2217889"/>
            <a:ext cx="6613797" cy="3389646"/>
          </a:xfrm>
          <a:prstGeom prst="rect">
            <a:avLst/>
          </a:prstGeom>
        </p:spPr>
        <p:txBody>
          <a:bodyPr wrap="square">
            <a:spAutoFit/>
          </a:bodyPr>
          <a:lstStyle/>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Capacitated VRP (CVRP): </a:t>
            </a:r>
            <a:r>
              <a:rPr lang="es-ES" sz="1200" dirty="0">
                <a:solidFill>
                  <a:schemeClr val="accent3">
                    <a:lumMod val="50000"/>
                  </a:schemeClr>
                </a:solidFill>
                <a:ea typeface="ＭＳ Ｐゴシック" pitchFamily="34" charset="-128"/>
              </a:rPr>
              <a:t>VRP considerando restricciones de capacidad en vehículos</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Multiple Depot VRP (MDVRP): </a:t>
            </a:r>
            <a:r>
              <a:rPr lang="es-ES" sz="1200" dirty="0">
                <a:solidFill>
                  <a:schemeClr val="accent3">
                    <a:lumMod val="50000"/>
                  </a:schemeClr>
                </a:solidFill>
                <a:ea typeface="ＭＳ Ｐゴシック" pitchFamily="34" charset="-128"/>
              </a:rPr>
              <a:t> VRP considerando varios CD</a:t>
            </a:r>
            <a:r>
              <a:rPr lang="ja-JP" altLang="es-ES" sz="1200" dirty="0">
                <a:solidFill>
                  <a:schemeClr val="accent3">
                    <a:lumMod val="50000"/>
                  </a:schemeClr>
                </a:solidFill>
                <a:ea typeface="ＭＳ Ｐゴシック" pitchFamily="34" charset="-128"/>
              </a:rPr>
              <a:t>’</a:t>
            </a:r>
            <a:r>
              <a:rPr lang="es-ES" altLang="ja-JP" sz="1200" dirty="0">
                <a:solidFill>
                  <a:schemeClr val="accent3">
                    <a:lumMod val="50000"/>
                  </a:schemeClr>
                </a:solidFill>
                <a:ea typeface="ＭＳ Ｐゴシック" pitchFamily="34" charset="-128"/>
              </a:rPr>
              <a:t>s intercalados con los clientes</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Periodic VRP (PVRP): </a:t>
            </a:r>
            <a:r>
              <a:rPr lang="es-ES" sz="1200" dirty="0">
                <a:solidFill>
                  <a:schemeClr val="accent3">
                    <a:lumMod val="50000"/>
                  </a:schemeClr>
                </a:solidFill>
                <a:ea typeface="ＭＳ Ｐゴシック" pitchFamily="34" charset="-128"/>
              </a:rPr>
              <a:t>VRP para M días de planeación</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Split Delivery VRP (SDVRP): </a:t>
            </a:r>
            <a:r>
              <a:rPr lang="es-ES" sz="1200" dirty="0">
                <a:solidFill>
                  <a:schemeClr val="accent3">
                    <a:lumMod val="50000"/>
                  </a:schemeClr>
                </a:solidFill>
                <a:ea typeface="ＭＳ Ｐゴシック" pitchFamily="34" charset="-128"/>
              </a:rPr>
              <a:t>VRP donde se atiende a un cliente usando varios vehículos</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Stochastic VRP (SVRP): </a:t>
            </a:r>
            <a:r>
              <a:rPr lang="es-ES" sz="1200" dirty="0">
                <a:solidFill>
                  <a:schemeClr val="accent3">
                    <a:lumMod val="50000"/>
                  </a:schemeClr>
                </a:solidFill>
                <a:ea typeface="ＭＳ Ｐゴシック" pitchFamily="34" charset="-128"/>
              </a:rPr>
              <a:t>VRP donde uno o mas componentes son aleatorios (demanda, tiempos)</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VRP with Backhauls: </a:t>
            </a:r>
            <a:r>
              <a:rPr lang="es-ES" sz="1200" dirty="0">
                <a:solidFill>
                  <a:schemeClr val="accent3">
                    <a:lumMod val="50000"/>
                  </a:schemeClr>
                </a:solidFill>
                <a:ea typeface="ＭＳ Ｐゴシック" pitchFamily="34" charset="-128"/>
              </a:rPr>
              <a:t>VRP donde el cliente retorna productos</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VRP with Pick-Up and Delivering: V</a:t>
            </a:r>
            <a:r>
              <a:rPr lang="es-ES" sz="1200" dirty="0">
                <a:solidFill>
                  <a:schemeClr val="accent3">
                    <a:lumMod val="50000"/>
                  </a:schemeClr>
                </a:solidFill>
                <a:ea typeface="ＭＳ Ｐゴシック" pitchFamily="34" charset="-128"/>
              </a:rPr>
              <a:t>RP con recogida y despacho simultáneamente.</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VRP with Satellite Facilities: </a:t>
            </a:r>
            <a:r>
              <a:rPr lang="es-ES" sz="1200" dirty="0">
                <a:solidFill>
                  <a:schemeClr val="accent3">
                    <a:lumMod val="50000"/>
                  </a:schemeClr>
                </a:solidFill>
                <a:ea typeface="ＭＳ Ｐゴシック" pitchFamily="34" charset="-128"/>
              </a:rPr>
              <a:t>VRP considerando la re planeación de rutas satelitalmente </a:t>
            </a: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 VRP with Time Windows (VRPTW): VRP con </a:t>
            </a:r>
            <a:r>
              <a:rPr lang="en-US" sz="1200" dirty="0" err="1">
                <a:solidFill>
                  <a:schemeClr val="accent3">
                    <a:lumMod val="50000"/>
                  </a:schemeClr>
                </a:solidFill>
                <a:ea typeface="ＭＳ Ｐゴシック" pitchFamily="34" charset="-128"/>
              </a:rPr>
              <a:t>ventanas</a:t>
            </a:r>
            <a:r>
              <a:rPr lang="en-US" sz="1200" dirty="0">
                <a:solidFill>
                  <a:schemeClr val="accent3">
                    <a:lumMod val="50000"/>
                  </a:schemeClr>
                </a:solidFill>
                <a:ea typeface="ＭＳ Ｐゴシック" pitchFamily="34" charset="-128"/>
              </a:rPr>
              <a:t> de </a:t>
            </a:r>
            <a:r>
              <a:rPr lang="en-US" sz="1200" dirty="0" err="1">
                <a:solidFill>
                  <a:schemeClr val="accent3">
                    <a:lumMod val="50000"/>
                  </a:schemeClr>
                </a:solidFill>
                <a:ea typeface="ＭＳ Ｐゴシック" pitchFamily="34" charset="-128"/>
              </a:rPr>
              <a:t>tiempo</a:t>
            </a:r>
            <a:endParaRPr lang="en-US" sz="1200" dirty="0">
              <a:solidFill>
                <a:schemeClr val="accent3">
                  <a:lumMod val="50000"/>
                </a:schemeClr>
              </a:solidFill>
              <a:ea typeface="ＭＳ Ｐゴシック" pitchFamily="34" charset="-128"/>
            </a:endParaRPr>
          </a:p>
          <a:p>
            <a:pPr marL="528638" lvl="2" indent="0" algn="just">
              <a:lnSpc>
                <a:spcPct val="150000"/>
              </a:lnSpc>
              <a:buFont typeface="Wingdings" pitchFamily="2" charset="2"/>
              <a:buChar char="v"/>
            </a:pPr>
            <a:r>
              <a:rPr lang="en-US" sz="1200" dirty="0">
                <a:solidFill>
                  <a:schemeClr val="accent3">
                    <a:lumMod val="50000"/>
                  </a:schemeClr>
                </a:solidFill>
                <a:ea typeface="ＭＳ Ｐゴシック" pitchFamily="34" charset="-128"/>
              </a:rPr>
              <a:t>VRP con </a:t>
            </a:r>
            <a:r>
              <a:rPr lang="en-US" sz="1200" dirty="0" err="1">
                <a:solidFill>
                  <a:schemeClr val="accent3">
                    <a:lumMod val="50000"/>
                  </a:schemeClr>
                </a:solidFill>
                <a:ea typeface="ＭＳ Ｐゴシック" pitchFamily="34" charset="-128"/>
              </a:rPr>
              <a:t>velocidades</a:t>
            </a:r>
            <a:r>
              <a:rPr lang="en-US" sz="1200" dirty="0">
                <a:solidFill>
                  <a:schemeClr val="accent3">
                    <a:lumMod val="50000"/>
                  </a:schemeClr>
                </a:solidFill>
                <a:ea typeface="ＭＳ Ｐゴシック" pitchFamily="34" charset="-128"/>
              </a:rPr>
              <a:t> </a:t>
            </a:r>
            <a:r>
              <a:rPr lang="en-US" sz="1200" dirty="0" err="1">
                <a:solidFill>
                  <a:schemeClr val="accent3">
                    <a:lumMod val="50000"/>
                  </a:schemeClr>
                </a:solidFill>
                <a:ea typeface="ＭＳ Ｐゴシック" pitchFamily="34" charset="-128"/>
              </a:rPr>
              <a:t>dependientes</a:t>
            </a:r>
            <a:r>
              <a:rPr lang="en-US" sz="1200" dirty="0">
                <a:solidFill>
                  <a:schemeClr val="accent3">
                    <a:lumMod val="50000"/>
                  </a:schemeClr>
                </a:solidFill>
                <a:ea typeface="ＭＳ Ｐゴシック" pitchFamily="34" charset="-128"/>
              </a:rPr>
              <a:t> del </a:t>
            </a:r>
            <a:r>
              <a:rPr lang="en-US" sz="1200" dirty="0" err="1">
                <a:solidFill>
                  <a:schemeClr val="accent3">
                    <a:lumMod val="50000"/>
                  </a:schemeClr>
                </a:solidFill>
                <a:ea typeface="ＭＳ Ｐゴシック" pitchFamily="34" charset="-128"/>
              </a:rPr>
              <a:t>tiempo</a:t>
            </a:r>
            <a:r>
              <a:rPr lang="en-US" sz="1200" dirty="0">
                <a:solidFill>
                  <a:schemeClr val="accent3">
                    <a:lumMod val="50000"/>
                  </a:schemeClr>
                </a:solidFill>
                <a:ea typeface="ＭＳ Ｐゴシック" pitchFamily="34" charset="-128"/>
              </a:rPr>
              <a:t>.</a:t>
            </a:r>
            <a:endParaRPr lang="es-ES" sz="1200" dirty="0">
              <a:solidFill>
                <a:schemeClr val="accent3">
                  <a:lumMod val="50000"/>
                </a:schemeClr>
              </a:solidFill>
              <a:ea typeface="ＭＳ Ｐゴシック" pitchFamily="34" charset="-128"/>
            </a:endParaRPr>
          </a:p>
        </p:txBody>
      </p:sp>
      <p:pic>
        <p:nvPicPr>
          <p:cNvPr id="3074" name="Picture 2" descr="Resultado de imagen para el problema de ruteo de vehÃ­culos model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3924" y="2217328"/>
            <a:ext cx="3390207" cy="339020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5735960" y="6466217"/>
            <a:ext cx="4098322" cy="253916"/>
          </a:xfrm>
          <a:prstGeom prst="rect">
            <a:avLst/>
          </a:prstGeom>
        </p:spPr>
        <p:txBody>
          <a:bodyPr wrap="square">
            <a:spAutoFit/>
          </a:bodyPr>
          <a:lstStyle/>
          <a:p>
            <a:r>
              <a:rPr lang="es-MX" sz="1050" dirty="0">
                <a:solidFill>
                  <a:schemeClr val="tx1">
                    <a:lumMod val="75000"/>
                  </a:schemeClr>
                </a:solidFill>
                <a:latin typeface="Arial Narrow" panose="020B0606020202030204" pitchFamily="34" charset="0"/>
              </a:rPr>
              <a:t>Fuente imagen: https://www.simpliroute.com/post/ventanas-horarias-en-el-vrp</a:t>
            </a:r>
            <a:endParaRPr lang="en-US" sz="1050" dirty="0">
              <a:solidFill>
                <a:schemeClr val="tx1">
                  <a:lumMod val="75000"/>
                </a:schemeClr>
              </a:solidFill>
              <a:latin typeface="Arial Narrow" panose="020B0606020202030204" pitchFamily="34" charset="0"/>
            </a:endParaRPr>
          </a:p>
        </p:txBody>
      </p:sp>
    </p:spTree>
    <p:extLst>
      <p:ext uri="{BB962C8B-B14F-4D97-AF65-F5344CB8AC3E}">
        <p14:creationId xmlns:p14="http://schemas.microsoft.com/office/powerpoint/2010/main" val="161169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up)">
                                      <p:cBhvr>
                                        <p:cTn id="31" dur="500"/>
                                        <p:tgtEl>
                                          <p:spTgt spid="2">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wipe(up)">
                                      <p:cBhvr>
                                        <p:cTn id="35" dur="500"/>
                                        <p:tgtEl>
                                          <p:spTgt spid="2">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wipe(up)">
                                      <p:cBhvr>
                                        <p:cTn id="43"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dvAuto="50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62A3541-73E1-3F8A-C5C1-3537B463E3D3}"/>
              </a:ext>
            </a:extLst>
          </p:cNvPr>
          <p:cNvPicPr>
            <a:picLocks noGrp="1" noChangeAspect="1"/>
          </p:cNvPicPr>
          <p:nvPr>
            <p:ph type="pic" sz="quarter" idx="13"/>
          </p:nvPr>
        </p:nvPicPr>
        <p:blipFill>
          <a:blip r:embed="rId2"/>
          <a:srcRect l="5720" r="5720"/>
          <a:stretch/>
        </p:blipFill>
        <p:spPr>
          <a:xfrm>
            <a:off x="0" y="3429000"/>
            <a:ext cx="12192000" cy="3429000"/>
          </a:xfrm>
        </p:spPr>
      </p:pic>
      <p:sp>
        <p:nvSpPr>
          <p:cNvPr id="4" name="Title 3">
            <a:extLst>
              <a:ext uri="{FF2B5EF4-FFF2-40B4-BE49-F238E27FC236}">
                <a16:creationId xmlns:a16="http://schemas.microsoft.com/office/drawing/2014/main" id="{BCF184F0-7AD1-90E4-DCCD-6FEC98CBACD1}"/>
              </a:ext>
            </a:extLst>
          </p:cNvPr>
          <p:cNvSpPr>
            <a:spLocks noGrp="1"/>
          </p:cNvSpPr>
          <p:nvPr>
            <p:ph type="title"/>
          </p:nvPr>
        </p:nvSpPr>
        <p:spPr>
          <a:xfrm>
            <a:off x="5615401" y="2400544"/>
            <a:ext cx="4941477" cy="610863"/>
          </a:xfrm>
        </p:spPr>
        <p:txBody>
          <a:bodyPr>
            <a:normAutofit fontScale="90000"/>
          </a:bodyPr>
          <a:lstStyle/>
          <a:p>
            <a:r>
              <a:rPr lang="en-US" dirty="0" err="1">
                <a:solidFill>
                  <a:schemeClr val="accent3">
                    <a:lumMod val="50000"/>
                  </a:schemeClr>
                </a:solidFill>
              </a:rPr>
              <a:t>Problemas</a:t>
            </a:r>
            <a:r>
              <a:rPr lang="en-US" dirty="0">
                <a:solidFill>
                  <a:schemeClr val="accent3">
                    <a:lumMod val="50000"/>
                  </a:schemeClr>
                </a:solidFill>
              </a:rPr>
              <a:t> de </a:t>
            </a:r>
            <a:r>
              <a:rPr lang="en-US" dirty="0" err="1">
                <a:solidFill>
                  <a:schemeClr val="accent3">
                    <a:lumMod val="50000"/>
                  </a:schemeClr>
                </a:solidFill>
              </a:rPr>
              <a:t>localización</a:t>
            </a:r>
            <a:endParaRPr lang="en-US" dirty="0">
              <a:solidFill>
                <a:schemeClr val="accent3">
                  <a:lumMod val="50000"/>
                </a:schemeClr>
              </a:solidFill>
            </a:endParaRPr>
          </a:p>
        </p:txBody>
      </p:sp>
      <p:pic>
        <p:nvPicPr>
          <p:cNvPr id="13" name="Picture 12">
            <a:extLst>
              <a:ext uri="{FF2B5EF4-FFF2-40B4-BE49-F238E27FC236}">
                <a16:creationId xmlns:a16="http://schemas.microsoft.com/office/drawing/2014/main" id="{530EC06B-30AB-95B9-635B-029866E20D40}"/>
              </a:ext>
            </a:extLst>
          </p:cNvPr>
          <p:cNvPicPr>
            <a:picLocks noChangeAspect="1"/>
          </p:cNvPicPr>
          <p:nvPr/>
        </p:nvPicPr>
        <p:blipFill>
          <a:blip r:embed="rId3">
            <a:alphaModFix/>
          </a:blip>
          <a:srcRect b="8856"/>
          <a:stretch/>
        </p:blipFill>
        <p:spPr>
          <a:xfrm>
            <a:off x="676276" y="5514975"/>
            <a:ext cx="4695826" cy="1095375"/>
          </a:xfrm>
          <a:prstGeom prst="rect">
            <a:avLst/>
          </a:prstGeom>
          <a:ln>
            <a:noFill/>
          </a:ln>
          <a:effectLst>
            <a:softEdge rad="112500"/>
          </a:effectLst>
        </p:spPr>
      </p:pic>
      <p:sp>
        <p:nvSpPr>
          <p:cNvPr id="14" name="TextBox 13">
            <a:extLst>
              <a:ext uri="{FF2B5EF4-FFF2-40B4-BE49-F238E27FC236}">
                <a16:creationId xmlns:a16="http://schemas.microsoft.com/office/drawing/2014/main" id="{25E4A03D-5C0B-4BB4-0B68-E299A569E085}"/>
              </a:ext>
            </a:extLst>
          </p:cNvPr>
          <p:cNvSpPr txBox="1"/>
          <p:nvPr/>
        </p:nvSpPr>
        <p:spPr>
          <a:xfrm>
            <a:off x="484093" y="247650"/>
            <a:ext cx="2886635" cy="1186041"/>
          </a:xfrm>
          <a:prstGeom prst="doubleWave">
            <a:avLst/>
          </a:prstGeom>
          <a:solidFill>
            <a:schemeClr val="accent2">
              <a:lumMod val="20000"/>
              <a:lumOff val="80000"/>
            </a:schemeClr>
          </a:solidFill>
        </p:spPr>
        <p:txBody>
          <a:bodyPr wrap="square">
            <a:spAutoFit/>
          </a:bodyPr>
          <a:lstStyle/>
          <a:p>
            <a:pPr algn="ctr"/>
            <a:r>
              <a:rPr lang="en-US" sz="1800" dirty="0">
                <a:solidFill>
                  <a:schemeClr val="accent3">
                    <a:lumMod val="50000"/>
                  </a:schemeClr>
                </a:solidFill>
                <a:latin typeface="Brush Script MT" panose="03060802040406070304" pitchFamily="66" charset="0"/>
              </a:rPr>
              <a:t>“That’s what modeling does, makes something real before it happens.” </a:t>
            </a:r>
          </a:p>
          <a:p>
            <a:pPr algn="r"/>
            <a:r>
              <a:rPr lang="en-US" sz="1600" dirty="0">
                <a:solidFill>
                  <a:schemeClr val="accent3">
                    <a:lumMod val="50000"/>
                  </a:schemeClr>
                </a:solidFill>
                <a:latin typeface="Brush Script MT" panose="03060802040406070304" pitchFamily="66" charset="0"/>
              </a:rPr>
              <a:t>Paul Kemp</a:t>
            </a:r>
          </a:p>
        </p:txBody>
      </p:sp>
    </p:spTree>
    <p:extLst>
      <p:ext uri="{BB962C8B-B14F-4D97-AF65-F5344CB8AC3E}">
        <p14:creationId xmlns:p14="http://schemas.microsoft.com/office/powerpoint/2010/main" val="341854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3600" dirty="0">
                <a:effectLst>
                  <a:outerShdw blurRad="60007" dist="200025" dir="15000000" sy="30000" kx="-1800000" algn="bl" rotWithShape="0">
                    <a:prstClr val="black">
                      <a:alpha val="32000"/>
                    </a:prstClr>
                  </a:outerShdw>
                </a:effectLst>
              </a:rPr>
              <a:t>El problema de Máximo Cubrimiento</a:t>
            </a:r>
            <a:endParaRPr lang="es-ES" sz="36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460374" y="4011550"/>
            <a:ext cx="4195465" cy="2223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ES_tradnl" sz="2400" b="0" dirty="0">
                <a:solidFill>
                  <a:schemeClr val="tx1"/>
                </a:solidFill>
              </a:rPr>
              <a:t>De varias alternativas identificadas previamente, cuáles </a:t>
            </a:r>
            <a:r>
              <a:rPr lang="es-ES_tradnl" sz="2400" i="1" dirty="0">
                <a:solidFill>
                  <a:schemeClr val="tx1"/>
                </a:solidFill>
              </a:rPr>
              <a:t>p</a:t>
            </a:r>
            <a:r>
              <a:rPr lang="es-ES_tradnl" sz="2400" b="0" dirty="0">
                <a:solidFill>
                  <a:schemeClr val="tx1"/>
                </a:solidFill>
              </a:rPr>
              <a:t> de ellas cubren la mayor cantidad de demanda? </a:t>
            </a:r>
            <a:endParaRPr lang="es-ES" sz="2400" b="0" dirty="0">
              <a:solidFill>
                <a:schemeClr val="tx1"/>
              </a:solidFill>
            </a:endParaRPr>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542" t="31430" r="48082" b="11508"/>
          <a:stretch/>
        </p:blipFill>
        <p:spPr bwMode="auto">
          <a:xfrm>
            <a:off x="4655838" y="1771650"/>
            <a:ext cx="3611688" cy="423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3398" t="29954" r="24367" b="11507"/>
          <a:stretch/>
        </p:blipFill>
        <p:spPr bwMode="auto">
          <a:xfrm>
            <a:off x="8267526" y="2180342"/>
            <a:ext cx="2575308" cy="381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network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24" name="Picture 8" descr="Resultado de imagen para max covering network diagram optimiz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193" y="2180342"/>
            <a:ext cx="3171825" cy="3124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38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3600" dirty="0">
                <a:effectLst>
                  <a:outerShdw blurRad="60007" dist="200025" dir="15000000" sy="30000" kx="-1800000" algn="bl" rotWithShape="0">
                    <a:prstClr val="black">
                      <a:alpha val="32000"/>
                    </a:prstClr>
                  </a:outerShdw>
                </a:effectLst>
              </a:rPr>
              <a:t>El problema de Localización de una planta</a:t>
            </a:r>
            <a:endParaRPr lang="es-ES" sz="36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952500" y="4769346"/>
            <a:ext cx="4784389" cy="12870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ES_tradnl" sz="1800" b="0" dirty="0">
                <a:solidFill>
                  <a:schemeClr val="accent3">
                    <a:lumMod val="50000"/>
                  </a:schemeClr>
                </a:solidFill>
                <a:latin typeface="+mn-lt"/>
              </a:rPr>
              <a:t>De varias alternativas identificadas previamente, ¿cuál de ellas debe abrirse para minimizar el costo de abastecimiento?</a:t>
            </a:r>
          </a:p>
          <a:p>
            <a:pPr algn="l"/>
            <a:r>
              <a:rPr lang="es-ES_tradnl" sz="1800" b="0" dirty="0">
                <a:solidFill>
                  <a:schemeClr val="accent3">
                    <a:lumMod val="50000"/>
                  </a:schemeClr>
                </a:solidFill>
                <a:latin typeface="+mn-lt"/>
              </a:rPr>
              <a:t>Sin restricciones de capacidad.</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8725" y="1756985"/>
            <a:ext cx="3830216" cy="246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Object 3"/>
          <p:cNvGraphicFramePr>
            <a:graphicFrameLocks noChangeAspect="1"/>
          </p:cNvGraphicFramePr>
          <p:nvPr>
            <p:extLst>
              <p:ext uri="{D42A27DB-BD31-4B8C-83A1-F6EECF244321}">
                <p14:modId xmlns:p14="http://schemas.microsoft.com/office/powerpoint/2010/main" val="1409129665"/>
              </p:ext>
            </p:extLst>
          </p:nvPr>
        </p:nvGraphicFramePr>
        <p:xfrm>
          <a:off x="6455112" y="2797201"/>
          <a:ext cx="4692670" cy="3372193"/>
        </p:xfrm>
        <a:graphic>
          <a:graphicData uri="http://schemas.openxmlformats.org/presentationml/2006/ole">
            <mc:AlternateContent xmlns:mc="http://schemas.openxmlformats.org/markup-compatibility/2006">
              <mc:Choice xmlns:v="urn:schemas-microsoft-com:vml" Requires="v">
                <p:oleObj name="Ecuación" r:id="rId3" imgW="3200400" imgH="2298600" progId="Equation.3">
                  <p:embed/>
                </p:oleObj>
              </mc:Choice>
              <mc:Fallback>
                <p:oleObj name="Ecuación" r:id="rId3" imgW="3200400" imgH="2298600" progId="Equation.3">
                  <p:embed/>
                  <p:pic>
                    <p:nvPicPr>
                      <p:cNvPr id="7" name="Object 3"/>
                      <p:cNvPicPr>
                        <a:picLocks noChangeAspect="1" noChangeArrowheads="1"/>
                      </p:cNvPicPr>
                      <p:nvPr/>
                    </p:nvPicPr>
                    <p:blipFill>
                      <a:blip r:embed="rId4"/>
                      <a:srcRect/>
                      <a:stretch>
                        <a:fillRect/>
                      </a:stretch>
                    </p:blipFill>
                    <p:spPr bwMode="auto">
                      <a:xfrm>
                        <a:off x="6455112" y="2797201"/>
                        <a:ext cx="4692670" cy="3372193"/>
                      </a:xfrm>
                      <a:prstGeom prst="rect">
                        <a:avLst/>
                      </a:prstGeom>
                      <a:noFill/>
                      <a:ln>
                        <a:noFill/>
                      </a:ln>
                      <a:effectLst/>
                    </p:spPr>
                  </p:pic>
                </p:oleObj>
              </mc:Fallback>
            </mc:AlternateContent>
          </a:graphicData>
        </a:graphic>
      </p:graphicFrame>
      <p:sp>
        <p:nvSpPr>
          <p:cNvPr id="8" name="1 Título"/>
          <p:cNvSpPr txBox="1">
            <a:spLocks/>
          </p:cNvSpPr>
          <p:nvPr/>
        </p:nvSpPr>
        <p:spPr>
          <a:xfrm>
            <a:off x="7410450" y="1423066"/>
            <a:ext cx="2065412" cy="333919"/>
          </a:xfrm>
          <a:prstGeom prst="rect">
            <a:avLst/>
          </a:prstGeom>
          <a:solidFill>
            <a:schemeClr val="accent2">
              <a:lumMod val="20000"/>
              <a:lumOff val="80000"/>
            </a:schemeClr>
          </a:solidFill>
          <a:effectLst>
            <a:outerShdw blurRad="50800" dist="38100" dir="5400000" algn="t" rotWithShape="0">
              <a:srgbClr val="FFFF00">
                <a:alpha val="40000"/>
              </a:srgbClr>
            </a:outerShdw>
          </a:effectLst>
        </p:spPr>
        <p:txBody>
          <a:bodyPr vert="horz" lIns="91440" tIns="45720" rIns="91440" bIns="45720" rtlCol="0" anchor="ctr">
            <a:normAutofit fontScale="92500" lnSpcReduction="20000"/>
          </a:bodyPr>
          <a:lstStyle>
            <a:lvl1pPr algn="ctr" defTabSz="685800" rtl="0" eaLnBrk="1" latinLnBrk="0" hangingPunct="1">
              <a:spcBef>
                <a:spcPct val="0"/>
              </a:spcBef>
              <a:buNone/>
              <a:defRPr sz="3600" kern="1200">
                <a:solidFill>
                  <a:schemeClr val="tx1"/>
                </a:solidFill>
                <a:effectLst>
                  <a:outerShdw blurRad="38100" dist="38100" dir="2700000" algn="tl">
                    <a:srgbClr val="000000">
                      <a:alpha val="43137"/>
                    </a:srgbClr>
                  </a:outerShdw>
                </a:effectLst>
                <a:latin typeface="+mj-lt"/>
                <a:ea typeface="+mj-ea"/>
                <a:cs typeface="+mj-cs"/>
              </a:defRPr>
            </a:lvl1pPr>
          </a:lstStyle>
          <a:p>
            <a:r>
              <a:rPr lang="en-US" sz="2000" dirty="0">
                <a:solidFill>
                  <a:schemeClr val="accent3">
                    <a:lumMod val="50000"/>
                  </a:schemeClr>
                </a:solidFill>
              </a:rPr>
              <a:t>Median Model</a:t>
            </a:r>
            <a:endParaRPr lang="es-CO" sz="2400" dirty="0">
              <a:solidFill>
                <a:schemeClr val="accent3">
                  <a:lumMod val="50000"/>
                </a:schemeClr>
              </a:solidFill>
            </a:endParaRPr>
          </a:p>
        </p:txBody>
      </p:sp>
      <p:sp>
        <p:nvSpPr>
          <p:cNvPr id="9" name="Rectángulo 8"/>
          <p:cNvSpPr/>
          <p:nvPr/>
        </p:nvSpPr>
        <p:spPr>
          <a:xfrm>
            <a:off x="6153150" y="2040862"/>
            <a:ext cx="5208240" cy="634020"/>
          </a:xfrm>
          <a:prstGeom prst="rect">
            <a:avLst/>
          </a:prstGeom>
        </p:spPr>
        <p:txBody>
          <a:bodyPr wrap="square">
            <a:spAutoFit/>
          </a:bodyPr>
          <a:lstStyle/>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y</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plant is located at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market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a:solidFill>
                  <a:schemeClr val="accent3">
                    <a:lumMod val="50000"/>
                  </a:schemeClr>
                </a:solidFill>
                <a:latin typeface="Times New Roman" panose="02020603050405020304" pitchFamily="18" charset="0"/>
                <a:cs typeface="Times New Roman" panose="02020603050405020304" pitchFamily="18" charset="0"/>
              </a:rPr>
              <a:t>is supplied from plant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p:txBody>
      </p:sp>
    </p:spTree>
    <p:extLst>
      <p:ext uri="{BB962C8B-B14F-4D97-AF65-F5344CB8AC3E}">
        <p14:creationId xmlns:p14="http://schemas.microsoft.com/office/powerpoint/2010/main" val="2251541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3600" dirty="0">
                <a:effectLst>
                  <a:outerShdw blurRad="60007" dist="200025" dir="15000000" sy="30000" kx="-1800000" algn="bl" rotWithShape="0">
                    <a:prstClr val="black">
                      <a:alpha val="32000"/>
                    </a:prstClr>
                  </a:outerShdw>
                </a:effectLst>
              </a:rPr>
              <a:t>El problema de Localización con fuente única</a:t>
            </a:r>
            <a:endParaRPr lang="es-ES" sz="36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609600" y="4303242"/>
            <a:ext cx="5486400" cy="171906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ES_tradnl" sz="1800" b="0" dirty="0">
                <a:solidFill>
                  <a:schemeClr val="accent3">
                    <a:lumMod val="50000"/>
                  </a:schemeClr>
                </a:solidFill>
                <a:latin typeface="+mn-lt"/>
              </a:rPr>
              <a:t>De varias alternativas identificadas previamente, ¿cuáles </a:t>
            </a:r>
            <a:r>
              <a:rPr lang="es-ES_tradnl" sz="1800" dirty="0">
                <a:solidFill>
                  <a:schemeClr val="accent3">
                    <a:lumMod val="50000"/>
                  </a:schemeClr>
                </a:solidFill>
                <a:latin typeface="+mn-lt"/>
              </a:rPr>
              <a:t>p</a:t>
            </a:r>
            <a:r>
              <a:rPr lang="es-ES_tradnl" sz="1800" b="0" dirty="0">
                <a:solidFill>
                  <a:schemeClr val="accent3">
                    <a:lumMod val="50000"/>
                  </a:schemeClr>
                </a:solidFill>
                <a:latin typeface="+mn-lt"/>
              </a:rPr>
              <a:t> de ellas deben abrirse para satisfacer la demanda de abastecimiento?</a:t>
            </a:r>
          </a:p>
          <a:p>
            <a:pPr algn="l"/>
            <a:r>
              <a:rPr lang="es-ES_tradnl" sz="1800" b="0" dirty="0">
                <a:solidFill>
                  <a:schemeClr val="accent3">
                    <a:lumMod val="50000"/>
                  </a:schemeClr>
                </a:solidFill>
                <a:latin typeface="+mn-lt"/>
              </a:rPr>
              <a:t>Sin restricciones de capacidad.</a:t>
            </a:r>
          </a:p>
          <a:p>
            <a:pPr algn="l"/>
            <a:r>
              <a:rPr lang="es-ES_tradnl" sz="1800" dirty="0">
                <a:solidFill>
                  <a:schemeClr val="accent3">
                    <a:lumMod val="50000"/>
                  </a:schemeClr>
                </a:solidFill>
                <a:latin typeface="+mn-lt"/>
              </a:rPr>
              <a:t>P-median </a:t>
            </a:r>
            <a:endParaRPr lang="es-ES" sz="1800" b="0" dirty="0">
              <a:solidFill>
                <a:schemeClr val="accent3">
                  <a:lumMod val="50000"/>
                </a:schemeClr>
              </a:solidFill>
              <a:latin typeface="+mn-lt"/>
            </a:endParaRPr>
          </a:p>
        </p:txBody>
      </p:sp>
      <p:pic>
        <p:nvPicPr>
          <p:cNvPr id="829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7408" y="1707147"/>
            <a:ext cx="3818530" cy="2492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3"/>
          <p:cNvGraphicFramePr>
            <a:graphicFrameLocks noChangeAspect="1"/>
          </p:cNvGraphicFramePr>
          <p:nvPr>
            <p:extLst>
              <p:ext uri="{D42A27DB-BD31-4B8C-83A1-F6EECF244321}">
                <p14:modId xmlns:p14="http://schemas.microsoft.com/office/powerpoint/2010/main" val="1098972459"/>
              </p:ext>
            </p:extLst>
          </p:nvPr>
        </p:nvGraphicFramePr>
        <p:xfrm>
          <a:off x="6315647" y="2859542"/>
          <a:ext cx="4651080" cy="3342306"/>
        </p:xfrm>
        <a:graphic>
          <a:graphicData uri="http://schemas.openxmlformats.org/presentationml/2006/ole">
            <mc:AlternateContent xmlns:mc="http://schemas.openxmlformats.org/markup-compatibility/2006">
              <mc:Choice xmlns:v="urn:schemas-microsoft-com:vml" Requires="v">
                <p:oleObj name="Ecuación" r:id="rId4" imgW="3200400" imgH="2298600" progId="Equation.3">
                  <p:embed/>
                </p:oleObj>
              </mc:Choice>
              <mc:Fallback>
                <p:oleObj name="Ecuación" r:id="rId4" imgW="3200400" imgH="2298600" progId="Equation.3">
                  <p:embed/>
                  <p:pic>
                    <p:nvPicPr>
                      <p:cNvPr id="6" name="Object 3"/>
                      <p:cNvPicPr>
                        <a:picLocks noChangeAspect="1" noChangeArrowheads="1"/>
                      </p:cNvPicPr>
                      <p:nvPr/>
                    </p:nvPicPr>
                    <p:blipFill>
                      <a:blip r:embed="rId5"/>
                      <a:srcRect/>
                      <a:stretch>
                        <a:fillRect/>
                      </a:stretch>
                    </p:blipFill>
                    <p:spPr bwMode="auto">
                      <a:xfrm>
                        <a:off x="6315647" y="2859542"/>
                        <a:ext cx="4651080" cy="3342306"/>
                      </a:xfrm>
                      <a:prstGeom prst="rect">
                        <a:avLst/>
                      </a:prstGeom>
                      <a:noFill/>
                      <a:ln>
                        <a:noFill/>
                      </a:ln>
                      <a:effectLst/>
                    </p:spPr>
                  </p:pic>
                </p:oleObj>
              </mc:Fallback>
            </mc:AlternateContent>
          </a:graphicData>
        </a:graphic>
      </p:graphicFrame>
      <p:sp>
        <p:nvSpPr>
          <p:cNvPr id="7" name="1 Título"/>
          <p:cNvSpPr txBox="1">
            <a:spLocks/>
          </p:cNvSpPr>
          <p:nvPr/>
        </p:nvSpPr>
        <p:spPr>
          <a:xfrm>
            <a:off x="6847112" y="1175599"/>
            <a:ext cx="2750096" cy="706090"/>
          </a:xfrm>
          <a:prstGeom prst="rect">
            <a:avLst/>
          </a:prstGeom>
          <a:noFill/>
          <a:effectLst>
            <a:outerShdw blurRad="50800" dist="38100" dir="5400000" algn="t" rotWithShape="0">
              <a:srgbClr val="FFFF00">
                <a:alpha val="40000"/>
              </a:srgbClr>
            </a:outerShdw>
          </a:effectLst>
        </p:spPr>
        <p:txBody>
          <a:bodyPr vert="horz" lIns="91440" tIns="45720" rIns="91440" bIns="45720" rtlCol="0" anchor="ctr">
            <a:normAutofit/>
          </a:bodyPr>
          <a:lstStyle>
            <a:lvl1pPr algn="ctr" defTabSz="685800" rtl="0" eaLnBrk="1" latinLnBrk="0" hangingPunct="1">
              <a:spcBef>
                <a:spcPct val="0"/>
              </a:spcBef>
              <a:buNone/>
              <a:defRPr sz="3600" kern="1200">
                <a:solidFill>
                  <a:schemeClr val="tx1"/>
                </a:solidFill>
                <a:effectLst>
                  <a:outerShdw blurRad="38100" dist="38100" dir="2700000" algn="tl">
                    <a:srgbClr val="000000">
                      <a:alpha val="43137"/>
                    </a:srgbClr>
                  </a:outerShdw>
                </a:effectLst>
                <a:latin typeface="+mj-lt"/>
                <a:ea typeface="+mj-ea"/>
                <a:cs typeface="+mj-cs"/>
              </a:defRPr>
            </a:lvl1pPr>
          </a:lstStyle>
          <a:p>
            <a:r>
              <a:rPr lang="en-US" sz="2400" dirty="0">
                <a:solidFill>
                  <a:schemeClr val="accent3">
                    <a:lumMod val="50000"/>
                  </a:schemeClr>
                </a:solidFill>
                <a:effectLst/>
              </a:rPr>
              <a:t>P-Model</a:t>
            </a:r>
            <a:endParaRPr lang="es-CO" sz="2800" dirty="0">
              <a:solidFill>
                <a:schemeClr val="accent3">
                  <a:lumMod val="50000"/>
                </a:schemeClr>
              </a:solidFill>
              <a:effectLst/>
            </a:endParaRPr>
          </a:p>
        </p:txBody>
      </p:sp>
      <p:sp>
        <p:nvSpPr>
          <p:cNvPr id="8" name="Rectángulo 7"/>
          <p:cNvSpPr/>
          <p:nvPr/>
        </p:nvSpPr>
        <p:spPr>
          <a:xfrm>
            <a:off x="6315647" y="2164459"/>
            <a:ext cx="5208240" cy="634020"/>
          </a:xfrm>
          <a:prstGeom prst="rect">
            <a:avLst/>
          </a:prstGeom>
        </p:spPr>
        <p:txBody>
          <a:bodyPr wrap="square">
            <a:spAutoFit/>
          </a:bodyPr>
          <a:lstStyle/>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y</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plant is located at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market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a:solidFill>
                  <a:schemeClr val="accent3">
                    <a:lumMod val="50000"/>
                  </a:schemeClr>
                </a:solidFill>
                <a:latin typeface="Times New Roman" panose="02020603050405020304" pitchFamily="18" charset="0"/>
                <a:cs typeface="Times New Roman" panose="02020603050405020304" pitchFamily="18" charset="0"/>
              </a:rPr>
              <a:t>is supplied from plant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p:txBody>
      </p:sp>
    </p:spTree>
    <p:extLst>
      <p:ext uri="{BB962C8B-B14F-4D97-AF65-F5344CB8AC3E}">
        <p14:creationId xmlns:p14="http://schemas.microsoft.com/office/powerpoint/2010/main" val="4149340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3600" dirty="0" err="1">
                <a:effectLst>
                  <a:outerShdw blurRad="60007" dist="200025" dir="15000000" sy="30000" kx="-1800000" algn="bl" rotWithShape="0">
                    <a:prstClr val="black">
                      <a:alpha val="32000"/>
                    </a:prstClr>
                  </a:outerShdw>
                </a:effectLst>
              </a:rPr>
              <a:t>Uncapacitated</a:t>
            </a:r>
            <a:r>
              <a:rPr lang="es-ES_tradnl" sz="3600" dirty="0">
                <a:effectLst>
                  <a:outerShdw blurRad="60007" dist="200025" dir="15000000" sy="30000" kx="-1800000" algn="bl" rotWithShape="0">
                    <a:prstClr val="black">
                      <a:alpha val="32000"/>
                    </a:prstClr>
                  </a:outerShdw>
                </a:effectLst>
              </a:rPr>
              <a:t> </a:t>
            </a:r>
            <a:r>
              <a:rPr lang="es-ES_tradnl" sz="3600" dirty="0" err="1">
                <a:effectLst>
                  <a:outerShdw blurRad="60007" dist="200025" dir="15000000" sy="30000" kx="-1800000" algn="bl" rotWithShape="0">
                    <a:prstClr val="black">
                      <a:alpha val="32000"/>
                    </a:prstClr>
                  </a:outerShdw>
                </a:effectLst>
              </a:rPr>
              <a:t>Faility</a:t>
            </a:r>
            <a:r>
              <a:rPr lang="es-ES_tradnl" sz="3600" dirty="0">
                <a:effectLst>
                  <a:outerShdw blurRad="60007" dist="200025" dir="15000000" sy="30000" kx="-1800000" algn="bl" rotWithShape="0">
                    <a:prstClr val="black">
                      <a:alpha val="32000"/>
                    </a:prstClr>
                  </a:outerShdw>
                </a:effectLst>
              </a:rPr>
              <a:t> </a:t>
            </a:r>
            <a:r>
              <a:rPr lang="es-ES_tradnl" sz="3600" dirty="0" err="1">
                <a:effectLst>
                  <a:outerShdw blurRad="60007" dist="200025" dir="15000000" sy="30000" kx="-1800000" algn="bl" rotWithShape="0">
                    <a:prstClr val="black">
                      <a:alpha val="32000"/>
                    </a:prstClr>
                  </a:outerShdw>
                </a:effectLst>
              </a:rPr>
              <a:t>Location</a:t>
            </a:r>
            <a:r>
              <a:rPr lang="es-ES_tradnl" sz="3600" dirty="0">
                <a:effectLst>
                  <a:outerShdw blurRad="60007" dist="200025" dir="15000000" sy="30000" kx="-1800000" algn="bl" rotWithShape="0">
                    <a:prstClr val="black">
                      <a:alpha val="32000"/>
                    </a:prstClr>
                  </a:outerShdw>
                </a:effectLst>
              </a:rPr>
              <a:t> </a:t>
            </a:r>
            <a:r>
              <a:rPr lang="es-ES_tradnl" sz="3600" dirty="0" err="1">
                <a:effectLst>
                  <a:outerShdw blurRad="60007" dist="200025" dir="15000000" sy="30000" kx="-1800000" algn="bl" rotWithShape="0">
                    <a:prstClr val="black">
                      <a:alpha val="32000"/>
                    </a:prstClr>
                  </a:outerShdw>
                </a:effectLst>
              </a:rPr>
              <a:t>Problem</a:t>
            </a:r>
            <a:endParaRPr lang="es-ES" sz="36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621557" y="4160672"/>
            <a:ext cx="5402435" cy="171906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ES_tradnl" sz="1800" b="0" dirty="0">
                <a:solidFill>
                  <a:schemeClr val="accent3">
                    <a:lumMod val="50000"/>
                  </a:schemeClr>
                </a:solidFill>
                <a:latin typeface="+mn-lt"/>
              </a:rPr>
              <a:t>De varias alternativas identificadas previamente, ¿cuáles </a:t>
            </a:r>
            <a:r>
              <a:rPr lang="es-ES_tradnl" sz="1800" dirty="0">
                <a:solidFill>
                  <a:schemeClr val="accent3">
                    <a:lumMod val="50000"/>
                  </a:schemeClr>
                </a:solidFill>
                <a:latin typeface="+mn-lt"/>
              </a:rPr>
              <a:t>p</a:t>
            </a:r>
            <a:r>
              <a:rPr lang="es-ES_tradnl" sz="1800" b="0" dirty="0">
                <a:solidFill>
                  <a:schemeClr val="accent3">
                    <a:lumMod val="50000"/>
                  </a:schemeClr>
                </a:solidFill>
                <a:latin typeface="+mn-lt"/>
              </a:rPr>
              <a:t> de ellas deben abrirse para satisfacer la demanda de abastecimiento?</a:t>
            </a:r>
          </a:p>
          <a:p>
            <a:pPr marL="342900" indent="-342900" algn="l">
              <a:buFont typeface="Arial" pitchFamily="34" charset="0"/>
              <a:buChar char="•"/>
            </a:pPr>
            <a:r>
              <a:rPr lang="es-ES_tradnl" sz="1800" b="0" dirty="0">
                <a:solidFill>
                  <a:schemeClr val="accent3">
                    <a:lumMod val="50000"/>
                  </a:schemeClr>
                </a:solidFill>
                <a:latin typeface="+mn-lt"/>
              </a:rPr>
              <a:t>Se consideran costos fijos de apertura de plantas</a:t>
            </a:r>
          </a:p>
          <a:p>
            <a:pPr marL="342900" indent="-342900" algn="l">
              <a:buFont typeface="Arial" pitchFamily="34" charset="0"/>
              <a:buChar char="•"/>
            </a:pPr>
            <a:r>
              <a:rPr lang="es-ES_tradnl" sz="1800" b="0" dirty="0">
                <a:solidFill>
                  <a:schemeClr val="accent3">
                    <a:lumMod val="50000"/>
                  </a:schemeClr>
                </a:solidFill>
                <a:latin typeface="+mn-lt"/>
              </a:rPr>
              <a:t>Sin restricciones de capacidad.</a:t>
            </a:r>
          </a:p>
          <a:p>
            <a:pPr marL="342900" indent="-342900" algn="l">
              <a:buFont typeface="Arial" pitchFamily="34" charset="0"/>
              <a:buChar char="•"/>
            </a:pPr>
            <a:r>
              <a:rPr lang="es-ES_tradnl" sz="1800" b="0" dirty="0">
                <a:solidFill>
                  <a:schemeClr val="accent3">
                    <a:lumMod val="50000"/>
                  </a:schemeClr>
                </a:solidFill>
                <a:latin typeface="+mn-lt"/>
              </a:rPr>
              <a:t>Fuente única (por destino)</a:t>
            </a:r>
            <a:endParaRPr lang="es-ES" sz="1800" b="0" dirty="0">
              <a:solidFill>
                <a:schemeClr val="accent3">
                  <a:lumMod val="50000"/>
                </a:schemeClr>
              </a:solidFill>
              <a:latin typeface="+mn-lt"/>
            </a:endParaRPr>
          </a:p>
        </p:txBody>
      </p:sp>
      <p:pic>
        <p:nvPicPr>
          <p:cNvPr id="829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054" y="1405999"/>
            <a:ext cx="3843058" cy="250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6" name="3 CuadroTexto"/>
              <p:cNvSpPr txBox="1"/>
              <p:nvPr/>
            </p:nvSpPr>
            <p:spPr>
              <a:xfrm>
                <a:off x="6685338" y="2842057"/>
                <a:ext cx="5184576" cy="29460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b="1"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𝒇</m:t>
                              </m:r>
                            </m:e>
                            <m:sub>
                              <m:r>
                                <a:rPr lang="es-CO" sz="1600" b="1" i="1">
                                  <a:solidFill>
                                    <a:schemeClr val="accent3">
                                      <a:lumMod val="50000"/>
                                    </a:schemeClr>
                                  </a:solidFill>
                                  <a:latin typeface="Cambria Math"/>
                                </a:rPr>
                                <m:t>𝒊</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𝒚</m:t>
                              </m:r>
                            </m:e>
                            <m:sub>
                              <m:r>
                                <a:rPr lang="es-CO" sz="1600" b="1" i="1">
                                  <a:solidFill>
                                    <a:schemeClr val="accent3">
                                      <a:lumMod val="50000"/>
                                    </a:schemeClr>
                                  </a:solidFill>
                                  <a:latin typeface="Cambria Math"/>
                                </a:rPr>
                                <m:t>𝒊</m:t>
                              </m:r>
                            </m:sub>
                          </m:sSub>
                        </m:e>
                      </m:nary>
                      <m:r>
                        <a:rPr lang="es-CO" sz="1600" b="1" i="1">
                          <a:solidFill>
                            <a:schemeClr val="accent3">
                              <a:lumMod val="50000"/>
                            </a:schemeClr>
                          </a:solidFill>
                          <a:latin typeface="Cambria Math"/>
                        </a:rPr>
                        <m:t>+</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𝒄</m:t>
                              </m:r>
                            </m:e>
                            <m:sub>
                              <m:r>
                                <a:rPr lang="es-CO" sz="1600" i="1">
                                  <a:solidFill>
                                    <a:schemeClr val="accent3">
                                      <a:lumMod val="50000"/>
                                    </a:schemeClr>
                                  </a:solidFill>
                                  <a:latin typeface="Cambria Math"/>
                                </a:rPr>
                                <m:t>𝒊</m:t>
                              </m:r>
                              <m:r>
                                <a:rPr lang="es-CO" sz="1600" b="1" i="1">
                                  <a:solidFill>
                                    <a:schemeClr val="accent3">
                                      <a:lumMod val="50000"/>
                                    </a:schemeClr>
                                  </a:solidFill>
                                  <a:latin typeface="Cambria Math"/>
                                </a:rPr>
                                <m:t>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𝒚</m:t>
                                    </m:r>
                                  </m:e>
                                  <m:sub>
                                    <m:r>
                                      <a:rPr lang="es-CO" sz="1600" i="1">
                                        <a:solidFill>
                                          <a:schemeClr val="accent3">
                                            <a:lumMod val="50000"/>
                                          </a:schemeClr>
                                        </a:solidFill>
                                        <a:latin typeface="Cambria Math"/>
                                      </a:rPr>
                                      <m:t>𝒊</m:t>
                                    </m:r>
                                  </m:sub>
                                </m:sSub>
                              </m:e>
                            </m:nary>
                            <m:r>
                              <m:rPr>
                                <m:brk m:alnAt="7"/>
                              </m:rPr>
                              <a:rPr lang="es-CO" sz="1600" i="1">
                                <a:solidFill>
                                  <a:schemeClr val="accent3">
                                    <a:lumMod val="50000"/>
                                  </a:schemeClr>
                                </a:solidFill>
                                <a:latin typeface="Cambria Math"/>
                                <a:ea typeface="Cambria Math"/>
                              </a:rPr>
                              <m:t>≤</m:t>
                            </m:r>
                            <m:r>
                              <m:rPr>
                                <m:brk m:alnAt="7"/>
                              </m:rPr>
                              <a:rPr lang="es-CO" sz="1600" b="1" i="1">
                                <a:solidFill>
                                  <a:schemeClr val="accent3">
                                    <a:lumMod val="50000"/>
                                  </a:schemeClr>
                                </a:solidFill>
                                <a:latin typeface="Cambria Math"/>
                                <a:ea typeface="Cambria Math"/>
                              </a:rPr>
                              <m:t>𝒑</m:t>
                            </m:r>
                          </m:e>
                          <m:e/>
                        </m:mr>
                      </m:m>
                    </m:oMath>
                  </m:oMathPara>
                </a14:m>
                <a:endParaRPr lang="es-CO" sz="1600" dirty="0">
                  <a:solidFill>
                    <a:schemeClr val="accent3">
                      <a:lumMod val="50000"/>
                    </a:schemeClr>
                  </a:solidFill>
                </a:endParaRPr>
              </a:p>
              <a:p>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r>
                              <a:rPr lang="es-CO" sz="1600" i="1">
                                <a:solidFill>
                                  <a:schemeClr val="accent3">
                                    <a:lumMod val="50000"/>
                                  </a:schemeClr>
                                </a:solidFill>
                                <a:latin typeface="Cambria Math"/>
                                <a:ea typeface="Cambria Math"/>
                              </a:rPr>
                              <m:t>≤</m:t>
                            </m:r>
                            <m:r>
                              <m:rPr>
                                <m:nor/>
                              </m:rPr>
                              <a:rPr lang="es-CO" sz="1600" dirty="0">
                                <a:solidFill>
                                  <a:schemeClr val="accent3">
                                    <a:lumMod val="50000"/>
                                  </a:schemeClr>
                                </a:solidFill>
                              </a:rPr>
                              <m:t> </m:t>
                            </m:r>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𝒚</m:t>
                                </m:r>
                              </m:e>
                              <m:sub>
                                <m:r>
                                  <a:rPr lang="es-CO" sz="1600" i="1">
                                    <a:solidFill>
                                      <a:schemeClr val="accent3">
                                        <a:lumMod val="50000"/>
                                      </a:schemeClr>
                                    </a:solidFill>
                                    <a:latin typeface="Cambria Math"/>
                                  </a:rPr>
                                  <m:t>𝒊</m:t>
                                </m:r>
                              </m:sub>
                            </m:sSub>
                          </m:e>
                          <m:e>
                            <m:r>
                              <a:rPr lang="es-CO" sz="1600" i="1">
                                <a:solidFill>
                                  <a:schemeClr val="accent3">
                                    <a:lumMod val="50000"/>
                                  </a:schemeClr>
                                </a:solidFill>
                                <a:latin typeface="Cambria Math"/>
                                <a:ea typeface="Cambria Math"/>
                              </a:rPr>
                              <m:t>∀</m:t>
                            </m:r>
                            <m:r>
                              <a:rPr lang="es-CO" sz="1600" b="1" i="1">
                                <a:solidFill>
                                  <a:schemeClr val="accent3">
                                    <a:lumMod val="50000"/>
                                  </a:schemeClr>
                                </a:solidFill>
                                <a:latin typeface="Cambria Math"/>
                                <a:ea typeface="Cambria Math"/>
                              </a:rPr>
                              <m:t>𝒊</m:t>
                            </m:r>
                            <m:r>
                              <a:rPr lang="es-CO" sz="1600" b="1" i="1">
                                <a:solidFill>
                                  <a:schemeClr val="accent3">
                                    <a:lumMod val="50000"/>
                                  </a:schemeClr>
                                </a:solidFill>
                                <a:latin typeface="Cambria Math"/>
                                <a:ea typeface="Cambria Math"/>
                              </a:rPr>
                              <m:t>,</m:t>
                            </m:r>
                            <m:r>
                              <a:rPr lang="es-CO" sz="1600" b="1"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sub>
                            </m:sSub>
                            <m:r>
                              <m:rPr>
                                <m:nor/>
                              </m:rPr>
                              <a:rPr lang="es-CO" sz="1600" dirty="0">
                                <a:solidFill>
                                  <a:schemeClr val="accent3">
                                    <a:lumMod val="50000"/>
                                  </a:schemeClr>
                                </a:solidFill>
                              </a:rPr>
                              <m:t>, </m:t>
                            </m:r>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𝒚</m:t>
                                </m:r>
                              </m:e>
                              <m:sub>
                                <m:r>
                                  <a:rPr lang="es-CO" sz="1600" i="1">
                                    <a:solidFill>
                                      <a:schemeClr val="accent3">
                                        <a:lumMod val="50000"/>
                                      </a:schemeClr>
                                    </a:solidFill>
                                    <a:latin typeface="Cambria Math"/>
                                  </a:rPr>
                                  <m:t>𝒋</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p:txBody>
          </p:sp>
        </mc:Choice>
        <mc:Fallback>
          <p:sp>
            <p:nvSpPr>
              <p:cNvPr id="6" name="3 CuadroTexto"/>
              <p:cNvSpPr txBox="1">
                <a:spLocks noRot="1" noChangeAspect="1" noMove="1" noResize="1" noEditPoints="1" noAdjustHandles="1" noChangeArrowheads="1" noChangeShapeType="1" noTextEdit="1"/>
              </p:cNvSpPr>
              <p:nvPr/>
            </p:nvSpPr>
            <p:spPr>
              <a:xfrm>
                <a:off x="6685338" y="2842057"/>
                <a:ext cx="5184576" cy="2946063"/>
              </a:xfrm>
              <a:prstGeom prst="rect">
                <a:avLst/>
              </a:prstGeom>
              <a:blipFill>
                <a:blip r:embed="rId4"/>
                <a:stretch>
                  <a:fillRect l="-706"/>
                </a:stretch>
              </a:blipFill>
            </p:spPr>
            <p:txBody>
              <a:bodyPr/>
              <a:lstStyle/>
              <a:p>
                <a:r>
                  <a:rPr lang="en-US">
                    <a:noFill/>
                  </a:rPr>
                  <a:t> </a:t>
                </a:r>
              </a:p>
            </p:txBody>
          </p:sp>
        </mc:Fallback>
      </mc:AlternateContent>
      <p:sp>
        <p:nvSpPr>
          <p:cNvPr id="7" name="Rectángulo 6"/>
          <p:cNvSpPr/>
          <p:nvPr/>
        </p:nvSpPr>
        <p:spPr>
          <a:xfrm>
            <a:off x="5810494" y="1856223"/>
            <a:ext cx="5208240" cy="634020"/>
          </a:xfrm>
          <a:prstGeom prst="rect">
            <a:avLst/>
          </a:prstGeom>
        </p:spPr>
        <p:txBody>
          <a:bodyPr wrap="square">
            <a:spAutoFit/>
          </a:bodyPr>
          <a:lstStyle/>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y</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plant is located at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market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a:solidFill>
                  <a:schemeClr val="accent3">
                    <a:lumMod val="50000"/>
                  </a:schemeClr>
                </a:solidFill>
                <a:latin typeface="Times New Roman" panose="02020603050405020304" pitchFamily="18" charset="0"/>
                <a:cs typeface="Times New Roman" panose="02020603050405020304" pitchFamily="18" charset="0"/>
              </a:rPr>
              <a:t>is supplied from plant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p:txBody>
      </p:sp>
    </p:spTree>
    <p:extLst>
      <p:ext uri="{BB962C8B-B14F-4D97-AF65-F5344CB8AC3E}">
        <p14:creationId xmlns:p14="http://schemas.microsoft.com/office/powerpoint/2010/main" val="330162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bwMode="auto">
          <a:noFill/>
          <a:effectLst>
            <a:innerShdw blurRad="63500" dist="50800" dir="16200000">
              <a:prstClr val="black">
                <a:alpha val="50000"/>
              </a:prstClr>
            </a:inn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rtlCol="0" anchor="ctr" anchorCtr="0" compatLnSpc="1">
            <a:prstTxWarp prst="textNoShape">
              <a:avLst/>
            </a:prstTxWarp>
            <a:normAutofit/>
          </a:bodyPr>
          <a:lstStyle/>
          <a:p>
            <a:r>
              <a:rPr lang="es-ES_tradnl" sz="3600" dirty="0" err="1">
                <a:effectLst>
                  <a:outerShdw blurRad="60007" dist="200025" dir="15000000" sy="30000" kx="-1800000" algn="bl" rotWithShape="0">
                    <a:prstClr val="black">
                      <a:alpha val="32000"/>
                    </a:prstClr>
                  </a:outerShdw>
                </a:effectLst>
              </a:rPr>
              <a:t>Capacitated</a:t>
            </a:r>
            <a:r>
              <a:rPr lang="es-ES_tradnl" sz="3600" dirty="0">
                <a:effectLst>
                  <a:outerShdw blurRad="60007" dist="200025" dir="15000000" sy="30000" kx="-1800000" algn="bl" rotWithShape="0">
                    <a:prstClr val="black">
                      <a:alpha val="32000"/>
                    </a:prstClr>
                  </a:outerShdw>
                </a:effectLst>
              </a:rPr>
              <a:t> </a:t>
            </a:r>
            <a:r>
              <a:rPr lang="es-ES_tradnl" sz="3600" dirty="0" err="1">
                <a:effectLst>
                  <a:outerShdw blurRad="60007" dist="200025" dir="15000000" sy="30000" kx="-1800000" algn="bl" rotWithShape="0">
                    <a:prstClr val="black">
                      <a:alpha val="32000"/>
                    </a:prstClr>
                  </a:outerShdw>
                </a:effectLst>
              </a:rPr>
              <a:t>Facility</a:t>
            </a:r>
            <a:r>
              <a:rPr lang="es-ES_tradnl" sz="3600" dirty="0">
                <a:effectLst>
                  <a:outerShdw blurRad="60007" dist="200025" dir="15000000" sy="30000" kx="-1800000" algn="bl" rotWithShape="0">
                    <a:prstClr val="black">
                      <a:alpha val="32000"/>
                    </a:prstClr>
                  </a:outerShdw>
                </a:effectLst>
              </a:rPr>
              <a:t> </a:t>
            </a:r>
            <a:r>
              <a:rPr lang="es-ES_tradnl" sz="3600" dirty="0" err="1">
                <a:effectLst>
                  <a:outerShdw blurRad="60007" dist="200025" dir="15000000" sy="30000" kx="-1800000" algn="bl" rotWithShape="0">
                    <a:prstClr val="black">
                      <a:alpha val="32000"/>
                    </a:prstClr>
                  </a:outerShdw>
                </a:effectLst>
              </a:rPr>
              <a:t>Problem</a:t>
            </a:r>
            <a:endParaRPr lang="es-ES" sz="3600" dirty="0">
              <a:effectLst>
                <a:outerShdw blurRad="60007" dist="200025" dir="15000000" sy="30000" kx="-1800000" algn="bl" rotWithShape="0">
                  <a:prstClr val="black">
                    <a:alpha val="32000"/>
                  </a:prstClr>
                </a:outerShdw>
              </a:effectLst>
            </a:endParaRPr>
          </a:p>
        </p:txBody>
      </p:sp>
      <p:sp>
        <p:nvSpPr>
          <p:cNvPr id="53" name="Rectangle 3"/>
          <p:cNvSpPr txBox="1">
            <a:spLocks noChangeArrowheads="1"/>
          </p:cNvSpPr>
          <p:nvPr/>
        </p:nvSpPr>
        <p:spPr bwMode="auto">
          <a:xfrm>
            <a:off x="815033" y="4175387"/>
            <a:ext cx="5904656" cy="171906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lang="en-US" sz="3000" b="1" dirty="0">
                <a:solidFill>
                  <a:srgbClr val="000099"/>
                </a:solidFill>
                <a:latin typeface="Calibri" pitchFamily="34" charset="0"/>
                <a:ea typeface="MS PGothic" pitchFamily="34" charset="-128"/>
                <a:cs typeface="+mj-cs"/>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es-ES_tradnl" sz="1800" b="0" dirty="0">
                <a:solidFill>
                  <a:schemeClr val="accent3">
                    <a:lumMod val="50000"/>
                  </a:schemeClr>
                </a:solidFill>
              </a:rPr>
              <a:t>De varias alternativas identificadas previamente, ¿cuáles de ellas deben abrirse para satisfacer la demanda de abastecimiento?</a:t>
            </a:r>
          </a:p>
          <a:p>
            <a:pPr marL="342900" indent="-342900" algn="l">
              <a:buFont typeface="Arial" pitchFamily="34" charset="0"/>
              <a:buChar char="•"/>
            </a:pPr>
            <a:r>
              <a:rPr lang="es-ES_tradnl" sz="1800" b="0" dirty="0">
                <a:solidFill>
                  <a:schemeClr val="accent3">
                    <a:lumMod val="50000"/>
                  </a:schemeClr>
                </a:solidFill>
              </a:rPr>
              <a:t>Fuente única (para cada destino)</a:t>
            </a:r>
          </a:p>
          <a:p>
            <a:pPr marL="342900" indent="-342900" algn="l">
              <a:buFont typeface="Arial" pitchFamily="34" charset="0"/>
              <a:buChar char="•"/>
            </a:pPr>
            <a:r>
              <a:rPr lang="es-ES_tradnl" sz="1800" b="0" dirty="0">
                <a:solidFill>
                  <a:schemeClr val="accent3">
                    <a:lumMod val="50000"/>
                  </a:schemeClr>
                </a:solidFill>
              </a:rPr>
              <a:t>Se consideran costos fijos de apertura de plantas</a:t>
            </a:r>
          </a:p>
          <a:p>
            <a:pPr marL="342900" indent="-342900" algn="l">
              <a:buFont typeface="Arial" pitchFamily="34" charset="0"/>
              <a:buChar char="•"/>
            </a:pPr>
            <a:r>
              <a:rPr lang="es-ES_tradnl" sz="1800" b="0" dirty="0">
                <a:solidFill>
                  <a:schemeClr val="accent3">
                    <a:lumMod val="50000"/>
                  </a:schemeClr>
                </a:solidFill>
              </a:rPr>
              <a:t>Se considera la capacidad de las plantas potenciales</a:t>
            </a:r>
          </a:p>
          <a:p>
            <a:pPr marL="342900" indent="-342900" algn="l">
              <a:buFont typeface="Arial" pitchFamily="34" charset="0"/>
              <a:buChar char="•"/>
            </a:pPr>
            <a:r>
              <a:rPr lang="es-ES_tradnl" sz="1800" b="0" dirty="0">
                <a:solidFill>
                  <a:schemeClr val="accent3">
                    <a:lumMod val="50000"/>
                  </a:schemeClr>
                </a:solidFill>
              </a:rPr>
              <a:t>No se sabe cuántas plantas se abrirán</a:t>
            </a:r>
            <a:endParaRPr lang="es-ES" sz="1800" b="0" dirty="0">
              <a:solidFill>
                <a:schemeClr val="accent3">
                  <a:lumMod val="50000"/>
                </a:schemeClr>
              </a:solidFill>
            </a:endParaRPr>
          </a:p>
        </p:txBody>
      </p:sp>
      <p:pic>
        <p:nvPicPr>
          <p:cNvPr id="829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7289" y="1354940"/>
            <a:ext cx="3843058" cy="250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6" name="4 CuadroTexto"/>
              <p:cNvSpPr txBox="1"/>
              <p:nvPr/>
            </p:nvSpPr>
            <p:spPr>
              <a:xfrm>
                <a:off x="7309214" y="3003772"/>
                <a:ext cx="3945497" cy="24851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1600" b="1" i="1" smtClean="0">
                          <a:solidFill>
                            <a:schemeClr val="accent3">
                              <a:lumMod val="50000"/>
                            </a:schemeClr>
                          </a:solidFill>
                          <a:latin typeface="Cambria Math"/>
                        </a:rPr>
                        <m:t>𝒎𝒊𝒏</m:t>
                      </m:r>
                      <m:r>
                        <a:rPr lang="es-CO" sz="1600" b="1" i="1" smtClean="0">
                          <a:solidFill>
                            <a:schemeClr val="accent3">
                              <a:lumMod val="50000"/>
                            </a:schemeClr>
                          </a:solidFill>
                          <a:latin typeface="Cambria Math"/>
                        </a:rPr>
                        <m:t> </m:t>
                      </m:r>
                      <m:nary>
                        <m:naryPr>
                          <m:chr m:val="∑"/>
                          <m:supHide m:val="on"/>
                          <m:ctrlPr>
                            <a:rPr lang="es-CO" sz="1600" b="1"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𝒇</m:t>
                              </m:r>
                            </m:e>
                            <m:sub>
                              <m:r>
                                <a:rPr lang="es-CO" sz="1600" b="1" i="1">
                                  <a:solidFill>
                                    <a:schemeClr val="accent3">
                                      <a:lumMod val="50000"/>
                                    </a:schemeClr>
                                  </a:solidFill>
                                  <a:latin typeface="Cambria Math"/>
                                </a:rPr>
                                <m:t>𝒊</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𝒚</m:t>
                              </m:r>
                            </m:e>
                            <m:sub>
                              <m:r>
                                <a:rPr lang="es-CO" sz="1600" b="1" i="1">
                                  <a:solidFill>
                                    <a:schemeClr val="accent3">
                                      <a:lumMod val="50000"/>
                                    </a:schemeClr>
                                  </a:solidFill>
                                  <a:latin typeface="Cambria Math"/>
                                </a:rPr>
                                <m:t>𝒊</m:t>
                              </m:r>
                            </m:sub>
                          </m:sSub>
                        </m:e>
                      </m:nary>
                      <m:r>
                        <a:rPr lang="es-CO" sz="1600" b="1" i="1">
                          <a:solidFill>
                            <a:schemeClr val="accent3">
                              <a:lumMod val="50000"/>
                            </a:schemeClr>
                          </a:solidFill>
                          <a:latin typeface="Cambria Math"/>
                        </a:rPr>
                        <m:t>+</m:t>
                      </m:r>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m:t>
                          </m:r>
                          <m:r>
                            <m:rPr>
                              <m:brk m:alnAt="7"/>
                            </m:rPr>
                            <a:rPr lang="es-CO" sz="1600" i="1">
                              <a:solidFill>
                                <a:schemeClr val="accent3">
                                  <a:lumMod val="50000"/>
                                </a:schemeClr>
                              </a:solidFill>
                              <a:latin typeface="Cambria Math"/>
                            </a:rPr>
                            <m:t>𝒊</m:t>
                          </m:r>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𝒋</m:t>
                          </m:r>
                          <m:r>
                            <a:rPr lang="es-CO" sz="1600" b="1" i="1">
                              <a:solidFill>
                                <a:schemeClr val="accent3">
                                  <a:lumMod val="50000"/>
                                </a:schemeClr>
                              </a:solidFill>
                              <a:latin typeface="Cambria Math"/>
                            </a:rPr>
                            <m:t>)</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𝒄</m:t>
                              </m:r>
                            </m:e>
                            <m:sub>
                              <m:r>
                                <a:rPr lang="es-CO" sz="1600" i="1">
                                  <a:solidFill>
                                    <a:schemeClr val="accent3">
                                      <a:lumMod val="50000"/>
                                    </a:schemeClr>
                                  </a:solidFill>
                                  <a:latin typeface="Cambria Math"/>
                                </a:rPr>
                                <m:t>𝒊</m:t>
                              </m:r>
                              <m:r>
                                <a:rPr lang="es-CO" sz="1600" b="1" i="1">
                                  <a:solidFill>
                                    <a:schemeClr val="accent3">
                                      <a:lumMod val="50000"/>
                                    </a:schemeClr>
                                  </a:solidFill>
                                  <a:latin typeface="Cambria Math"/>
                                </a:rPr>
                                <m:t>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𝒅</m:t>
                              </m:r>
                            </m:e>
                            <m:sub>
                              <m:r>
                                <a:rPr lang="es-CO" sz="1600" i="1">
                                  <a:solidFill>
                                    <a:schemeClr val="accent3">
                                      <a:lumMod val="50000"/>
                                    </a:schemeClr>
                                  </a:solidFill>
                                  <a:latin typeface="Cambria Math"/>
                                </a:rPr>
                                <m:t>𝒊𝒋</m:t>
                              </m:r>
                            </m:sub>
                          </m:sSub>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oMath>
                  </m:oMathPara>
                </a14:m>
                <a:endParaRPr lang="es-CO" sz="1600" dirty="0">
                  <a:solidFill>
                    <a:schemeClr val="accent3">
                      <a:lumMod val="50000"/>
                    </a:schemeClr>
                  </a:solidFill>
                </a:endParaRPr>
              </a:p>
              <a:p>
                <a:r>
                  <a:rPr lang="es-CO" sz="1600" dirty="0">
                    <a:solidFill>
                      <a:schemeClr val="accent3">
                        <a:lumMod val="50000"/>
                      </a:schemeClr>
                    </a:solidFill>
                  </a:rPr>
                  <a:t>    </a:t>
                </a:r>
                <a:r>
                  <a:rPr lang="es-CO" sz="1600" dirty="0" err="1">
                    <a:solidFill>
                      <a:schemeClr val="accent3">
                        <a:lumMod val="50000"/>
                      </a:schemeClr>
                    </a:solidFill>
                  </a:rPr>
                  <a:t>st</a:t>
                </a:r>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m:rPr>
                                    <m:brk m:alnAt="7"/>
                                  </m:rPr>
                                  <a:rPr lang="es-CO" sz="1600" b="1" i="1">
                                    <a:solidFill>
                                      <a:schemeClr val="accent3">
                                        <a:lumMod val="50000"/>
                                      </a:schemeClr>
                                    </a:solidFill>
                                    <a:latin typeface="Cambria Math"/>
                                  </a:rPr>
                                  <m:t>𝒊</m:t>
                                </m:r>
                              </m:sub>
                              <m:sup/>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𝒙</m:t>
                                    </m:r>
                                  </m:e>
                                  <m:sub>
                                    <m:r>
                                      <a:rPr lang="es-CO" sz="1600" b="1" i="1">
                                        <a:solidFill>
                                          <a:schemeClr val="accent3">
                                            <a:lumMod val="50000"/>
                                          </a:schemeClr>
                                        </a:solidFill>
                                        <a:latin typeface="Cambria Math"/>
                                      </a:rPr>
                                      <m:t>𝒊𝒋</m:t>
                                    </m:r>
                                  </m:sub>
                                </m:sSub>
                              </m:e>
                            </m:nary>
                            <m:r>
                              <m:rPr>
                                <m:brk m:alnAt="7"/>
                              </m:rPr>
                              <a:rPr lang="es-CO" sz="1600" b="1" i="1">
                                <a:solidFill>
                                  <a:schemeClr val="accent3">
                                    <a:lumMod val="50000"/>
                                  </a:schemeClr>
                                </a:solidFill>
                                <a:latin typeface="Cambria Math"/>
                              </a:rPr>
                              <m:t>=</m:t>
                            </m:r>
                            <m:r>
                              <a:rPr lang="es-CO" sz="1600" b="1" i="1">
                                <a:solidFill>
                                  <a:schemeClr val="accent3">
                                    <a:lumMod val="50000"/>
                                  </a:schemeClr>
                                </a:solidFill>
                                <a:latin typeface="Cambria Math"/>
                              </a:rPr>
                              <m:t>𝟏</m:t>
                            </m:r>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nary>
                              <m:naryPr>
                                <m:chr m:val="∑"/>
                                <m:supHide m:val="on"/>
                                <m:ctrlPr>
                                  <a:rPr lang="es-CO" sz="1600" i="1">
                                    <a:solidFill>
                                      <a:schemeClr val="accent3">
                                        <a:lumMod val="50000"/>
                                      </a:schemeClr>
                                    </a:solidFill>
                                    <a:latin typeface="Cambria Math" panose="02040503050406030204" pitchFamily="18" charset="0"/>
                                  </a:rPr>
                                </m:ctrlPr>
                              </m:naryPr>
                              <m:sub>
                                <m:r>
                                  <a:rPr lang="es-CO" sz="1600" b="1" i="1">
                                    <a:solidFill>
                                      <a:schemeClr val="accent3">
                                        <a:lumMod val="50000"/>
                                      </a:schemeClr>
                                    </a:solidFill>
                                    <a:latin typeface="Cambria Math"/>
                                  </a:rPr>
                                  <m:t>𝒋</m:t>
                                </m:r>
                              </m:sub>
                              <m:sup/>
                              <m:e>
                                <m:sSub>
                                  <m:sSubPr>
                                    <m:ctrlPr>
                                      <a:rPr lang="es-CO" sz="1600" i="1">
                                        <a:solidFill>
                                          <a:schemeClr val="accent3">
                                            <a:lumMod val="50000"/>
                                          </a:schemeClr>
                                        </a:solidFill>
                                        <a:latin typeface="Cambria Math" panose="02040503050406030204" pitchFamily="18" charset="0"/>
                                      </a:rPr>
                                    </m:ctrlPr>
                                  </m:sSubPr>
                                  <m:e>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𝑫</m:t>
                                        </m:r>
                                      </m:e>
                                      <m:sub>
                                        <m:r>
                                          <a:rPr lang="es-CO" sz="1600" b="1" i="1">
                                            <a:solidFill>
                                              <a:schemeClr val="accent3">
                                                <a:lumMod val="50000"/>
                                              </a:schemeClr>
                                            </a:solidFill>
                                            <a:latin typeface="Cambria Math"/>
                                          </a:rPr>
                                          <m:t>𝒋</m:t>
                                        </m:r>
                                      </m:sub>
                                    </m:sSub>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𝒊𝒋</m:t>
                                    </m:r>
                                  </m:sub>
                                </m:sSub>
                              </m:e>
                            </m:nary>
                            <m:r>
                              <m:rPr>
                                <m:brk m:alnAt="7"/>
                              </m:rPr>
                              <a:rPr lang="es-CO" sz="1600" i="1">
                                <a:solidFill>
                                  <a:schemeClr val="accent3">
                                    <a:lumMod val="50000"/>
                                  </a:schemeClr>
                                </a:solidFill>
                                <a:latin typeface="Cambria Math"/>
                                <a:ea typeface="Cambria Math"/>
                              </a:rPr>
                              <m:t>≤</m:t>
                            </m:r>
                            <m:sSub>
                              <m:sSubPr>
                                <m:ctrlPr>
                                  <a:rPr lang="es-CO" sz="1600" i="1">
                                    <a:solidFill>
                                      <a:schemeClr val="accent3">
                                        <a:lumMod val="50000"/>
                                      </a:schemeClr>
                                    </a:solidFill>
                                    <a:latin typeface="Cambria Math" panose="02040503050406030204" pitchFamily="18" charset="0"/>
                                  </a:rPr>
                                </m:ctrlPr>
                              </m:sSubPr>
                              <m:e>
                                <m:r>
                                  <a:rPr lang="es-CO" sz="1600" b="1" i="1">
                                    <a:solidFill>
                                      <a:schemeClr val="accent3">
                                        <a:lumMod val="50000"/>
                                      </a:schemeClr>
                                    </a:solidFill>
                                    <a:latin typeface="Cambria Math"/>
                                  </a:rPr>
                                  <m:t>𝒒</m:t>
                                </m:r>
                              </m:e>
                              <m:sub>
                                <m:r>
                                  <a:rPr lang="es-CO" sz="1600" i="1">
                                    <a:solidFill>
                                      <a:schemeClr val="accent3">
                                        <a:lumMod val="50000"/>
                                      </a:schemeClr>
                                    </a:solidFill>
                                    <a:latin typeface="Cambria Math"/>
                                  </a:rPr>
                                  <m:t>𝒊</m:t>
                                </m:r>
                              </m:sub>
                            </m:sSub>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𝒚</m:t>
                                </m:r>
                              </m:e>
                              <m:sub>
                                <m:r>
                                  <a:rPr lang="es-CO" sz="1600" i="1">
                                    <a:solidFill>
                                      <a:schemeClr val="accent3">
                                        <a:lumMod val="50000"/>
                                      </a:schemeClr>
                                    </a:solidFill>
                                    <a:latin typeface="Cambria Math"/>
                                  </a:rPr>
                                  <m:t>𝒊</m:t>
                                </m:r>
                              </m:sub>
                            </m:sSub>
                          </m:e>
                          <m:e>
                            <m:r>
                              <a:rPr lang="es-CO" sz="1600" i="1">
                                <a:solidFill>
                                  <a:schemeClr val="accent3">
                                    <a:lumMod val="50000"/>
                                  </a:schemeClr>
                                </a:solidFill>
                                <a:latin typeface="Cambria Math"/>
                                <a:ea typeface="Cambria Math"/>
                              </a:rPr>
                              <m:t>∀</m:t>
                            </m:r>
                            <m:r>
                              <a:rPr lang="es-CO" sz="1600" b="1" i="1">
                                <a:solidFill>
                                  <a:schemeClr val="accent3">
                                    <a:lumMod val="50000"/>
                                  </a:schemeClr>
                                </a:solidFill>
                                <a:latin typeface="Cambria Math"/>
                                <a:ea typeface="Cambria Math"/>
                              </a:rPr>
                              <m:t>𝒊</m:t>
                            </m:r>
                          </m:e>
                        </m:mr>
                      </m:m>
                    </m:oMath>
                  </m:oMathPara>
                </a14:m>
                <a:endParaRPr lang="es-CO" sz="1600" dirty="0">
                  <a:solidFill>
                    <a:schemeClr val="accent3">
                      <a:lumMod val="50000"/>
                    </a:schemeClr>
                  </a:solidFill>
                </a:endParaRPr>
              </a:p>
              <a:p>
                <a:pPr/>
                <a14:m>
                  <m:oMathPara xmlns:m="http://schemas.openxmlformats.org/officeDocument/2006/math">
                    <m:oMathParaPr>
                      <m:jc m:val="centerGroup"/>
                    </m:oMathParaPr>
                    <m:oMath xmlns:m="http://schemas.openxmlformats.org/officeDocument/2006/math">
                      <m:m>
                        <m:mPr>
                          <m:mcs>
                            <m:mc>
                              <m:mcPr>
                                <m:count m:val="2"/>
                                <m:mcJc m:val="center"/>
                              </m:mcPr>
                            </m:mc>
                          </m:mcs>
                          <m:ctrlPr>
                            <a:rPr lang="es-CO" sz="1600" i="1">
                              <a:solidFill>
                                <a:schemeClr val="accent3">
                                  <a:lumMod val="50000"/>
                                </a:schemeClr>
                              </a:solidFill>
                              <a:latin typeface="Cambria Math" panose="02040503050406030204" pitchFamily="18" charset="0"/>
                            </a:rPr>
                          </m:ctrlPr>
                        </m:mPr>
                        <m:mr>
                          <m:e>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𝒙</m:t>
                                </m:r>
                              </m:e>
                              <m:sub>
                                <m:r>
                                  <a:rPr lang="es-CO" sz="1600" i="1">
                                    <a:solidFill>
                                      <a:schemeClr val="accent3">
                                        <a:lumMod val="50000"/>
                                      </a:schemeClr>
                                    </a:solidFill>
                                    <a:latin typeface="Cambria Math"/>
                                  </a:rPr>
                                  <m:t>𝒊</m:t>
                                </m:r>
                              </m:sub>
                            </m:sSub>
                            <m:r>
                              <m:rPr>
                                <m:nor/>
                              </m:rPr>
                              <a:rPr lang="es-CO" sz="1600" dirty="0">
                                <a:solidFill>
                                  <a:schemeClr val="accent3">
                                    <a:lumMod val="50000"/>
                                  </a:schemeClr>
                                </a:solidFill>
                              </a:rPr>
                              <m:t>, </m:t>
                            </m:r>
                            <m:sSub>
                              <m:sSubPr>
                                <m:ctrlPr>
                                  <a:rPr lang="es-CO" sz="1600" i="1">
                                    <a:solidFill>
                                      <a:schemeClr val="accent3">
                                        <a:lumMod val="50000"/>
                                      </a:schemeClr>
                                    </a:solidFill>
                                    <a:latin typeface="Cambria Math" panose="02040503050406030204" pitchFamily="18" charset="0"/>
                                  </a:rPr>
                                </m:ctrlPr>
                              </m:sSubPr>
                              <m:e>
                                <m:r>
                                  <a:rPr lang="es-CO" sz="1600" i="1">
                                    <a:solidFill>
                                      <a:schemeClr val="accent3">
                                        <a:lumMod val="50000"/>
                                      </a:schemeClr>
                                    </a:solidFill>
                                    <a:latin typeface="Cambria Math"/>
                                  </a:rPr>
                                  <m:t>𝒚</m:t>
                                </m:r>
                              </m:e>
                              <m:sub>
                                <m:r>
                                  <a:rPr lang="es-CO" sz="1600" i="1">
                                    <a:solidFill>
                                      <a:schemeClr val="accent3">
                                        <a:lumMod val="50000"/>
                                      </a:schemeClr>
                                    </a:solidFill>
                                    <a:latin typeface="Cambria Math"/>
                                  </a:rPr>
                                  <m:t>𝒋</m:t>
                                </m:r>
                              </m:sub>
                            </m:sSub>
                            <m:r>
                              <a:rPr lang="es-CO" sz="1600" i="1">
                                <a:solidFill>
                                  <a:schemeClr val="accent3">
                                    <a:lumMod val="50000"/>
                                  </a:schemeClr>
                                </a:solidFill>
                                <a:latin typeface="Cambria Math"/>
                                <a:ea typeface="Cambria Math"/>
                              </a:rPr>
                              <m:t>∈</m:t>
                            </m:r>
                            <m:d>
                              <m:dPr>
                                <m:begChr m:val="{"/>
                                <m:endChr m:val="}"/>
                                <m:ctrlPr>
                                  <a:rPr lang="es-CO" sz="1600" i="1">
                                    <a:solidFill>
                                      <a:schemeClr val="accent3">
                                        <a:lumMod val="50000"/>
                                      </a:schemeClr>
                                    </a:solidFill>
                                    <a:latin typeface="Cambria Math" panose="02040503050406030204" pitchFamily="18" charset="0"/>
                                    <a:ea typeface="Cambria Math"/>
                                  </a:rPr>
                                </m:ctrlPr>
                              </m:dPr>
                              <m:e>
                                <m:r>
                                  <a:rPr lang="es-CO" sz="1600" i="1">
                                    <a:solidFill>
                                      <a:schemeClr val="accent3">
                                        <a:lumMod val="50000"/>
                                      </a:schemeClr>
                                    </a:solidFill>
                                    <a:latin typeface="Cambria Math"/>
                                    <a:ea typeface="Cambria Math"/>
                                  </a:rPr>
                                  <m:t>𝟎</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𝟏</m:t>
                                </m:r>
                              </m:e>
                            </m:d>
                          </m:e>
                          <m:e>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𝒊</m:t>
                            </m:r>
                            <m:r>
                              <a:rPr lang="es-CO" sz="1600" i="1">
                                <a:solidFill>
                                  <a:schemeClr val="accent3">
                                    <a:lumMod val="50000"/>
                                  </a:schemeClr>
                                </a:solidFill>
                                <a:latin typeface="Cambria Math"/>
                                <a:ea typeface="Cambria Math"/>
                              </a:rPr>
                              <m:t>,</m:t>
                            </m:r>
                            <m:r>
                              <a:rPr lang="es-CO" sz="1600" i="1">
                                <a:solidFill>
                                  <a:schemeClr val="accent3">
                                    <a:lumMod val="50000"/>
                                  </a:schemeClr>
                                </a:solidFill>
                                <a:latin typeface="Cambria Math"/>
                                <a:ea typeface="Cambria Math"/>
                              </a:rPr>
                              <m:t>𝒋</m:t>
                            </m:r>
                          </m:e>
                        </m:mr>
                      </m:m>
                    </m:oMath>
                  </m:oMathPara>
                </a14:m>
                <a:endParaRPr lang="es-CO" sz="1600" dirty="0">
                  <a:solidFill>
                    <a:schemeClr val="accent3">
                      <a:lumMod val="50000"/>
                    </a:schemeClr>
                  </a:solidFill>
                </a:endParaRPr>
              </a:p>
            </p:txBody>
          </p:sp>
        </mc:Choice>
        <mc:Fallback>
          <p:sp>
            <p:nvSpPr>
              <p:cNvPr id="6" name="4 CuadroTexto"/>
              <p:cNvSpPr txBox="1">
                <a:spLocks noRot="1" noChangeAspect="1" noMove="1" noResize="1" noEditPoints="1" noAdjustHandles="1" noChangeArrowheads="1" noChangeShapeType="1" noTextEdit="1"/>
              </p:cNvSpPr>
              <p:nvPr/>
            </p:nvSpPr>
            <p:spPr>
              <a:xfrm>
                <a:off x="7309214" y="3003772"/>
                <a:ext cx="3945497" cy="2485104"/>
              </a:xfrm>
              <a:prstGeom prst="rect">
                <a:avLst/>
              </a:prstGeom>
              <a:blipFill>
                <a:blip r:embed="rId4"/>
                <a:stretch>
                  <a:fillRect/>
                </a:stretch>
              </a:blipFill>
            </p:spPr>
            <p:txBody>
              <a:bodyPr/>
              <a:lstStyle/>
              <a:p>
                <a:r>
                  <a:rPr lang="en-US">
                    <a:noFill/>
                  </a:rPr>
                  <a:t> </a:t>
                </a:r>
              </a:p>
            </p:txBody>
          </p:sp>
        </mc:Fallback>
      </mc:AlternateContent>
      <p:sp>
        <p:nvSpPr>
          <p:cNvPr id="7" name="Rectángulo 6"/>
          <p:cNvSpPr/>
          <p:nvPr/>
        </p:nvSpPr>
        <p:spPr>
          <a:xfrm>
            <a:off x="5724769" y="1860016"/>
            <a:ext cx="5208240" cy="634020"/>
          </a:xfrm>
          <a:prstGeom prst="rect">
            <a:avLst/>
          </a:prstGeom>
        </p:spPr>
        <p:txBody>
          <a:bodyPr wrap="square">
            <a:spAutoFit/>
          </a:bodyPr>
          <a:lstStyle/>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y</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plant is located at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a:p>
            <a:pPr marL="342900" indent="-342900">
              <a:spcBef>
                <a:spcPct val="20000"/>
              </a:spcBef>
            </a:pPr>
            <a:r>
              <a:rPr lang="en-US" sz="1600" i="1" dirty="0" err="1">
                <a:solidFill>
                  <a:schemeClr val="accent3">
                    <a:lumMod val="50000"/>
                  </a:schemeClr>
                </a:solidFill>
                <a:latin typeface="Times New Roman" panose="02020603050405020304" pitchFamily="18" charset="0"/>
                <a:cs typeface="Times New Roman" panose="02020603050405020304" pitchFamily="18" charset="0"/>
              </a:rPr>
              <a:t>x</a:t>
            </a:r>
            <a:r>
              <a:rPr lang="en-US" sz="1600" i="1" baseline="-25000" dirty="0" err="1">
                <a:solidFill>
                  <a:schemeClr val="accent3">
                    <a:lumMod val="50000"/>
                  </a:schemeClr>
                </a:solidFill>
                <a:latin typeface="Times New Roman" panose="02020603050405020304" pitchFamily="18" charset="0"/>
                <a:cs typeface="Times New Roman" panose="02020603050405020304" pitchFamily="18" charset="0"/>
              </a:rPr>
              <a:t>ij</a:t>
            </a:r>
            <a:r>
              <a:rPr lang="en-US" sz="1600" dirty="0">
                <a:solidFill>
                  <a:schemeClr val="accent3">
                    <a:lumMod val="50000"/>
                  </a:schemeClr>
                </a:solidFill>
                <a:latin typeface="Times New Roman" panose="02020603050405020304" pitchFamily="18" charset="0"/>
                <a:cs typeface="Times New Roman" panose="02020603050405020304" pitchFamily="18" charset="0"/>
              </a:rPr>
              <a:t> =    1 if market </a:t>
            </a:r>
            <a:r>
              <a:rPr lang="en-US" sz="1600" i="1" dirty="0">
                <a:solidFill>
                  <a:schemeClr val="accent3">
                    <a:lumMod val="50000"/>
                  </a:schemeClr>
                </a:solidFill>
                <a:latin typeface="Times New Roman" panose="02020603050405020304" pitchFamily="18" charset="0"/>
                <a:cs typeface="Times New Roman" panose="02020603050405020304" pitchFamily="18" charset="0"/>
              </a:rPr>
              <a:t>j </a:t>
            </a:r>
            <a:r>
              <a:rPr lang="en-US" sz="1600" dirty="0">
                <a:solidFill>
                  <a:schemeClr val="accent3">
                    <a:lumMod val="50000"/>
                  </a:schemeClr>
                </a:solidFill>
                <a:latin typeface="Times New Roman" panose="02020603050405020304" pitchFamily="18" charset="0"/>
                <a:cs typeface="Times New Roman" panose="02020603050405020304" pitchFamily="18" charset="0"/>
              </a:rPr>
              <a:t>is supplied from plant site </a:t>
            </a:r>
            <a:r>
              <a:rPr lang="en-US" sz="1600" i="1" dirty="0" err="1">
                <a:solidFill>
                  <a:schemeClr val="accent3">
                    <a:lumMod val="50000"/>
                  </a:schemeClr>
                </a:solidFill>
                <a:latin typeface="Times New Roman" panose="02020603050405020304" pitchFamily="18" charset="0"/>
                <a:cs typeface="Times New Roman" panose="02020603050405020304" pitchFamily="18" charset="0"/>
              </a:rPr>
              <a:t>i</a:t>
            </a:r>
            <a:r>
              <a:rPr lang="en-US" sz="1600" dirty="0">
                <a:solidFill>
                  <a:schemeClr val="accent3">
                    <a:lumMod val="50000"/>
                  </a:schemeClr>
                </a:solidFill>
                <a:latin typeface="Times New Roman" panose="02020603050405020304" pitchFamily="18" charset="0"/>
                <a:cs typeface="Times New Roman" panose="02020603050405020304" pitchFamily="18" charset="0"/>
              </a:rPr>
              <a:t>,  0 otherwise</a:t>
            </a:r>
          </a:p>
        </p:txBody>
      </p:sp>
    </p:spTree>
    <p:extLst>
      <p:ext uri="{BB962C8B-B14F-4D97-AF65-F5344CB8AC3E}">
        <p14:creationId xmlns:p14="http://schemas.microsoft.com/office/powerpoint/2010/main" val="250862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93107" y="2209805"/>
            <a:ext cx="7126775" cy="2747678"/>
          </a:xfrm>
        </p:spPr>
        <p:txBody>
          <a:bodyPr>
            <a:normAutofit/>
          </a:bodyPr>
          <a:lstStyle/>
          <a:p>
            <a:pPr marL="0" indent="0" defTabSz="914400">
              <a:spcBef>
                <a:spcPts val="0"/>
              </a:spcBef>
              <a:buNone/>
              <a:defRPr/>
            </a:pPr>
            <a:r>
              <a:rPr lang="en-US" sz="2000" b="1" i="1" dirty="0"/>
              <a:t>The Science of Better  </a:t>
            </a:r>
            <a:r>
              <a:rPr lang="es-MX" sz="2000" dirty="0">
                <a:hlinkClick r:id="rId2"/>
              </a:rPr>
              <a:t>www.scienceofbetter.org/</a:t>
            </a:r>
            <a:endParaRPr lang="es-MX" sz="2000" dirty="0"/>
          </a:p>
          <a:p>
            <a:pPr marL="0" indent="0" defTabSz="914400">
              <a:spcBef>
                <a:spcPts val="0"/>
              </a:spcBef>
              <a:buNone/>
              <a:defRPr/>
            </a:pPr>
            <a:r>
              <a:rPr lang="en-US" sz="2000" dirty="0"/>
              <a:t>Díaz, J y Escobar, J.W. Material de </a:t>
            </a:r>
            <a:r>
              <a:rPr lang="en-US" sz="2000" dirty="0" err="1"/>
              <a:t>clase</a:t>
            </a:r>
            <a:r>
              <a:rPr lang="en-US" sz="2000" dirty="0"/>
              <a:t> de </a:t>
            </a:r>
            <a:r>
              <a:rPr lang="en-US" sz="2000" dirty="0" err="1"/>
              <a:t>Modelación</a:t>
            </a:r>
            <a:r>
              <a:rPr lang="en-US" sz="2000" dirty="0"/>
              <a:t> </a:t>
            </a:r>
            <a:r>
              <a:rPr lang="en-US" sz="2000" dirty="0" err="1"/>
              <a:t>Logística</a:t>
            </a:r>
            <a:r>
              <a:rPr lang="en-US" sz="2000" dirty="0"/>
              <a:t>.</a:t>
            </a:r>
          </a:p>
          <a:p>
            <a:pPr marL="0" indent="0" defTabSz="914400">
              <a:spcBef>
                <a:spcPts val="0"/>
              </a:spcBef>
              <a:buNone/>
              <a:defRPr/>
            </a:pPr>
            <a:r>
              <a:rPr lang="en-US" sz="2000" dirty="0" err="1"/>
              <a:t>Ejercicios</a:t>
            </a:r>
            <a:r>
              <a:rPr lang="en-US" sz="2000" dirty="0"/>
              <a:t> de:</a:t>
            </a:r>
          </a:p>
          <a:p>
            <a:pPr lvl="0"/>
            <a:r>
              <a:rPr lang="es-MX" sz="1600" dirty="0"/>
              <a:t>TAHA, Handy (2010) </a:t>
            </a:r>
            <a:r>
              <a:rPr lang="es-MX" sz="1600" b="1" dirty="0"/>
              <a:t> Investigación de Operaciones</a:t>
            </a:r>
            <a:r>
              <a:rPr lang="es-MX" sz="1600" dirty="0"/>
              <a:t> Prentice Hall</a:t>
            </a:r>
          </a:p>
          <a:p>
            <a:pPr lvl="0"/>
            <a:r>
              <a:rPr lang="es-MX" sz="1600" dirty="0"/>
              <a:t>WINSTON, W.L. (2005) </a:t>
            </a:r>
            <a:r>
              <a:rPr lang="es-MX" sz="1600" b="1" dirty="0"/>
              <a:t> Investigación de Operaciones </a:t>
            </a:r>
            <a:r>
              <a:rPr lang="es-MX" sz="1600" dirty="0"/>
              <a:t>McGraw Hill. </a:t>
            </a:r>
          </a:p>
          <a:p>
            <a:pPr lvl="0"/>
            <a:r>
              <a:rPr lang="es-MX" sz="1600" dirty="0"/>
              <a:t>HILLIER, F.S., y LIEBERMAN, G.J. (2010) </a:t>
            </a:r>
            <a:r>
              <a:rPr lang="es-MX" sz="1600" b="1" dirty="0"/>
              <a:t> Introducción a la Investigación de Operaciones</a:t>
            </a:r>
            <a:r>
              <a:rPr lang="es-MX" sz="1600" dirty="0"/>
              <a:t> McGraw Hill.</a:t>
            </a:r>
          </a:p>
        </p:txBody>
      </p:sp>
      <p:sp>
        <p:nvSpPr>
          <p:cNvPr id="2" name="Título 1"/>
          <p:cNvSpPr>
            <a:spLocks noGrp="1"/>
          </p:cNvSpPr>
          <p:nvPr>
            <p:ph type="title"/>
          </p:nvPr>
        </p:nvSpPr>
        <p:spPr/>
        <p:txBody>
          <a:bodyPr/>
          <a:lstStyle/>
          <a:p>
            <a:r>
              <a:rPr lang="en-US" dirty="0" err="1"/>
              <a:t>Referencias</a:t>
            </a:r>
            <a:endParaRPr lang="en-US" dirty="0"/>
          </a:p>
        </p:txBody>
      </p:sp>
    </p:spTree>
    <p:extLst>
      <p:ext uri="{BB962C8B-B14F-4D97-AF65-F5344CB8AC3E}">
        <p14:creationId xmlns:p14="http://schemas.microsoft.com/office/powerpoint/2010/main" val="1347336072"/>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{C3E9E1D6-00E4-460C-9279-E60217618BD0}tf78853419_win32</Template>
  <TotalTime>4242</TotalTime>
  <Words>2689</Words>
  <Application>Microsoft Office PowerPoint</Application>
  <PresentationFormat>Widescreen</PresentationFormat>
  <Paragraphs>265</Paragraphs>
  <Slides>15</Slides>
  <Notes>11</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31" baseType="lpstr">
      <vt:lpstr>ＭＳ Ｐゴシック</vt:lpstr>
      <vt:lpstr>Abadi</vt:lpstr>
      <vt:lpstr>Agency FB</vt:lpstr>
      <vt:lpstr>Aptos</vt:lpstr>
      <vt:lpstr>Aptos Black</vt:lpstr>
      <vt:lpstr>Aptos Display</vt:lpstr>
      <vt:lpstr>Arial</vt:lpstr>
      <vt:lpstr>Arial Narrow</vt:lpstr>
      <vt:lpstr>Brush Script MT</vt:lpstr>
      <vt:lpstr>Calibri</vt:lpstr>
      <vt:lpstr>Cambria Math</vt:lpstr>
      <vt:lpstr>Forte</vt:lpstr>
      <vt:lpstr>Times New Roman</vt:lpstr>
      <vt:lpstr>Wingdings</vt:lpstr>
      <vt:lpstr>Tema1</vt:lpstr>
      <vt:lpstr>Ecuación</vt:lpstr>
      <vt:lpstr>Modelos de Redes</vt:lpstr>
      <vt:lpstr>El Problema de la Ruta Más Corta</vt:lpstr>
      <vt:lpstr>El Problema de la Ruta Más Corta</vt:lpstr>
      <vt:lpstr>El Problema del Agente Viajero</vt:lpstr>
      <vt:lpstr>El Problema del Agente Viajero</vt:lpstr>
      <vt:lpstr>Aplicación del TSP</vt:lpstr>
      <vt:lpstr>El Problema Ruteo de Vehículos</vt:lpstr>
      <vt:lpstr>El Problema Ruteo de Vehículos - Variantes</vt:lpstr>
      <vt:lpstr>Problemas de localización</vt:lpstr>
      <vt:lpstr>El problema de Máximo Cubrimiento</vt:lpstr>
      <vt:lpstr>El problema de Localización de una planta</vt:lpstr>
      <vt:lpstr>El problema de Localización con fuente única</vt:lpstr>
      <vt:lpstr>Uncapacitated Faility Location Problem</vt:lpstr>
      <vt:lpstr>Capacitated Facility Problem</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 Linear programming problem</dc:title>
  <dc:creator>Jenny Díaz Ramírez</dc:creator>
  <cp:lastModifiedBy>Jenny Díaz Ramírez</cp:lastModifiedBy>
  <cp:revision>7</cp:revision>
  <dcterms:created xsi:type="dcterms:W3CDTF">2023-10-30T18:22:20Z</dcterms:created>
  <dcterms:modified xsi:type="dcterms:W3CDTF">2025-02-19T16:28:12Z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