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6"/>
  </p:notesMasterIdLst>
  <p:handoutMasterIdLst>
    <p:handoutMasterId r:id="rId27"/>
  </p:handoutMasterIdLst>
  <p:sldIdLst>
    <p:sldId id="350" r:id="rId5"/>
    <p:sldId id="346" r:id="rId6"/>
    <p:sldId id="329" r:id="rId7"/>
    <p:sldId id="295" r:id="rId8"/>
    <p:sldId id="306" r:id="rId9"/>
    <p:sldId id="289" r:id="rId10"/>
    <p:sldId id="296" r:id="rId11"/>
    <p:sldId id="310" r:id="rId12"/>
    <p:sldId id="297" r:id="rId13"/>
    <p:sldId id="380" r:id="rId14"/>
    <p:sldId id="381" r:id="rId15"/>
    <p:sldId id="382" r:id="rId16"/>
    <p:sldId id="383" r:id="rId17"/>
    <p:sldId id="302" r:id="rId18"/>
    <p:sldId id="384" r:id="rId19"/>
    <p:sldId id="370" r:id="rId20"/>
    <p:sldId id="371" r:id="rId21"/>
    <p:sldId id="373" r:id="rId22"/>
    <p:sldId id="379" r:id="rId23"/>
    <p:sldId id="374" r:id="rId24"/>
    <p:sldId id="375" r:id="rId25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FAF7B-A62E-419A-99EF-C42DD1FAC0B7}" v="119" dt="2025-02-18T21:09:57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02" d="100"/>
          <a:sy n="102" d="100"/>
        </p:scale>
        <p:origin x="144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BC9FAF7B-A62E-419A-99EF-C42DD1FAC0B7}"/>
    <pc:docChg chg="undo custSel addSld delSld modSld sldOrd modMainMaster">
      <pc:chgData name="Jenny Díaz Ramírez" userId="df7d83af-54c1-43f9-a4ec-fea9744b3563" providerId="ADAL" clId="{BC9FAF7B-A62E-419A-99EF-C42DD1FAC0B7}" dt="2025-02-18T21:10:18.300" v="1943" actId="47"/>
      <pc:docMkLst>
        <pc:docMk/>
      </pc:docMkLst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4278340975" sldId="257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565975496" sldId="258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2505621748" sldId="259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1366496966" sldId="260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4233016491" sldId="261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4196936770" sldId="262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926215391" sldId="264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3801453331" sldId="265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1143550934" sldId="266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1498289656" sldId="267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4028658835" sldId="268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3102934409" sldId="269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2446812252" sldId="270"/>
        </pc:sldMkLst>
      </pc:sldChg>
      <pc:sldChg chg="del">
        <pc:chgData name="Jenny Díaz Ramírez" userId="df7d83af-54c1-43f9-a4ec-fea9744b3563" providerId="ADAL" clId="{BC9FAF7B-A62E-419A-99EF-C42DD1FAC0B7}" dt="2025-02-18T18:25:47.540" v="87" actId="47"/>
        <pc:sldMkLst>
          <pc:docMk/>
          <pc:sldMk cId="0" sldId="282"/>
        </pc:sldMkLst>
      </pc:sldChg>
      <pc:sldChg chg="del">
        <pc:chgData name="Jenny Díaz Ramírez" userId="df7d83af-54c1-43f9-a4ec-fea9744b3563" providerId="ADAL" clId="{BC9FAF7B-A62E-419A-99EF-C42DD1FAC0B7}" dt="2025-02-18T18:25:48.894" v="88" actId="47"/>
        <pc:sldMkLst>
          <pc:docMk/>
          <pc:sldMk cId="0" sldId="283"/>
        </pc:sldMkLst>
      </pc:sldChg>
      <pc:sldChg chg="addSp delSp modSp add mod modClrScheme chgLayout">
        <pc:chgData name="Jenny Díaz Ramírez" userId="df7d83af-54c1-43f9-a4ec-fea9744b3563" providerId="ADAL" clId="{BC9FAF7B-A62E-419A-99EF-C42DD1FAC0B7}" dt="2025-02-18T21:08:23.418" v="1903"/>
        <pc:sldMkLst>
          <pc:docMk/>
          <pc:sldMk cId="1869507453" sldId="289"/>
        </pc:sldMkLst>
        <pc:spChg chg="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1869507453" sldId="289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1869507453" sldId="289"/>
            <ac:spMk id="3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1869507453" sldId="289"/>
            <ac:spMk id="5" creationId="{80531B4F-5FCE-64C0-1F96-F1DE2B2CF585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1869507453" sldId="289"/>
            <ac:spMk id="6" creationId="{C2933747-6952-817E-543C-43A171415D02}"/>
          </ac:spMkLst>
        </pc:spChg>
        <pc:spChg chg="add mod">
          <ac:chgData name="Jenny Díaz Ramírez" userId="df7d83af-54c1-43f9-a4ec-fea9744b3563" providerId="ADAL" clId="{BC9FAF7B-A62E-419A-99EF-C42DD1FAC0B7}" dt="2025-02-18T21:08:23.418" v="1903"/>
          <ac:spMkLst>
            <pc:docMk/>
            <pc:sldMk cId="1869507453" sldId="289"/>
            <ac:spMk id="7" creationId="{70A69859-1E5B-25AC-D8A2-74C2222F69F4}"/>
          </ac:spMkLst>
        </pc:spChg>
        <pc:graphicFrameChg chg="modGraphic">
          <ac:chgData name="Jenny Díaz Ramírez" userId="df7d83af-54c1-43f9-a4ec-fea9744b3563" providerId="ADAL" clId="{BC9FAF7B-A62E-419A-99EF-C42DD1FAC0B7}" dt="2025-02-18T18:35:19.337" v="160" actId="20577"/>
          <ac:graphicFrameMkLst>
            <pc:docMk/>
            <pc:sldMk cId="1869507453" sldId="289"/>
            <ac:graphicFrameMk id="4" creationId="{00000000-0000-0000-0000-000000000000}"/>
          </ac:graphicFrameMkLst>
        </pc:graphicFrameChg>
      </pc:sldChg>
      <pc:sldChg chg="addSp delSp modSp add mod ord modClrScheme chgLayout">
        <pc:chgData name="Jenny Díaz Ramírez" userId="df7d83af-54c1-43f9-a4ec-fea9744b3563" providerId="ADAL" clId="{BC9FAF7B-A62E-419A-99EF-C42DD1FAC0B7}" dt="2025-02-18T21:08:20.600" v="1902"/>
        <pc:sldMkLst>
          <pc:docMk/>
          <pc:sldMk cId="2583838781" sldId="295"/>
        </pc:sldMkLst>
        <pc:spChg chg="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583838781" sldId="295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583838781" sldId="295"/>
            <ac:spMk id="4" creationId="{F672652E-A79B-5CEF-1A75-DAA737E11796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583838781" sldId="295"/>
            <ac:spMk id="5" creationId="{05084FE0-C92B-83D4-4111-B0CB6E472E2D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583838781" sldId="295"/>
            <ac:spMk id="6" creationId="{43F9F06D-6E84-AD14-F5E6-8542AC73A622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583838781" sldId="295"/>
            <ac:spMk id="7" creationId="{D5E3663E-CB8A-4CDD-612E-4C4785A83009}"/>
          </ac:spMkLst>
        </pc:spChg>
        <pc:spChg chg="add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583838781" sldId="295"/>
            <ac:spMk id="8" creationId="{C1731A00-5AAB-395A-1FFE-EEFA65109D17}"/>
          </ac:spMkLst>
        </pc:spChg>
        <pc:spChg chg="add mod">
          <ac:chgData name="Jenny Díaz Ramírez" userId="df7d83af-54c1-43f9-a4ec-fea9744b3563" providerId="ADAL" clId="{BC9FAF7B-A62E-419A-99EF-C42DD1FAC0B7}" dt="2025-02-18T21:08:20.600" v="1902"/>
          <ac:spMkLst>
            <pc:docMk/>
            <pc:sldMk cId="2583838781" sldId="295"/>
            <ac:spMk id="9" creationId="{615DD823-3722-4FB8-1DC5-3DF560C367B7}"/>
          </ac:spMkLst>
        </pc:spChg>
      </pc:sldChg>
      <pc:sldChg chg="addSp delSp modSp add mod modClrScheme chgLayout">
        <pc:chgData name="Jenny Díaz Ramírez" userId="df7d83af-54c1-43f9-a4ec-fea9744b3563" providerId="ADAL" clId="{BC9FAF7B-A62E-419A-99EF-C42DD1FAC0B7}" dt="2025-02-18T21:08:25.644" v="1904"/>
        <pc:sldMkLst>
          <pc:docMk/>
          <pc:sldMk cId="3509392840" sldId="296"/>
        </pc:sldMkLst>
        <pc:spChg chg="del mod">
          <ac:chgData name="Jenny Díaz Ramírez" userId="df7d83af-54c1-43f9-a4ec-fea9744b3563" providerId="ADAL" clId="{BC9FAF7B-A62E-419A-99EF-C42DD1FAC0B7}" dt="2025-02-18T18:37:21.133" v="229" actId="478"/>
          <ac:spMkLst>
            <pc:docMk/>
            <pc:sldMk cId="3509392840" sldId="296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1:57.910" v="594" actId="1076"/>
          <ac:spMkLst>
            <pc:docMk/>
            <pc:sldMk cId="3509392840" sldId="296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1:57.910" v="594" actId="1076"/>
          <ac:spMkLst>
            <pc:docMk/>
            <pc:sldMk cId="3509392840" sldId="296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1:57.910" v="594" actId="1076"/>
          <ac:spMkLst>
            <pc:docMk/>
            <pc:sldMk cId="3509392840" sldId="296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1:57.910" v="594" actId="1076"/>
          <ac:spMkLst>
            <pc:docMk/>
            <pc:sldMk cId="3509392840" sldId="296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1:57.910" v="594" actId="1076"/>
          <ac:spMkLst>
            <pc:docMk/>
            <pc:sldMk cId="3509392840" sldId="296"/>
            <ac:spMk id="8" creationId="{00000000-0000-0000-0000-000000000000}"/>
          </ac:spMkLst>
        </pc:spChg>
        <pc:spChg chg="del">
          <ac:chgData name="Jenny Díaz Ramírez" userId="df7d83af-54c1-43f9-a4ec-fea9744b3563" providerId="ADAL" clId="{BC9FAF7B-A62E-419A-99EF-C42DD1FAC0B7}" dt="2025-02-18T18:36:14.370" v="165" actId="478"/>
          <ac:spMkLst>
            <pc:docMk/>
            <pc:sldMk cId="3509392840" sldId="296"/>
            <ac:spMk id="9" creationId="{00000000-0000-0000-0000-000000000000}"/>
          </ac:spMkLst>
        </pc:spChg>
        <pc:spChg chg="del">
          <ac:chgData name="Jenny Díaz Ramírez" userId="df7d83af-54c1-43f9-a4ec-fea9744b3563" providerId="ADAL" clId="{BC9FAF7B-A62E-419A-99EF-C42DD1FAC0B7}" dt="2025-02-18T18:37:23.966" v="230" actId="478"/>
          <ac:spMkLst>
            <pc:docMk/>
            <pc:sldMk cId="3509392840" sldId="296"/>
            <ac:spMk id="10" creationId="{00000000-0000-0000-0000-000000000000}"/>
          </ac:spMkLst>
        </pc:spChg>
        <pc:spChg chg="del">
          <ac:chgData name="Jenny Díaz Ramírez" userId="df7d83af-54c1-43f9-a4ec-fea9744b3563" providerId="ADAL" clId="{BC9FAF7B-A62E-419A-99EF-C42DD1FAC0B7}" dt="2025-02-18T18:36:11.624" v="164" actId="478"/>
          <ac:spMkLst>
            <pc:docMk/>
            <pc:sldMk cId="3509392840" sldId="296"/>
            <ac:spMk id="11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509392840" sldId="296"/>
            <ac:spMk id="12" creationId="{DFF3B83D-DFD2-BB10-2576-AF73E22522ED}"/>
          </ac:spMkLst>
        </pc:spChg>
        <pc:spChg chg="mod">
          <ac:chgData name="Jenny Díaz Ramírez" userId="df7d83af-54c1-43f9-a4ec-fea9744b3563" providerId="ADAL" clId="{BC9FAF7B-A62E-419A-99EF-C42DD1FAC0B7}" dt="2025-02-18T18:56:00.878" v="785" actId="6549"/>
          <ac:spMkLst>
            <pc:docMk/>
            <pc:sldMk cId="3509392840" sldId="296"/>
            <ac:spMk id="13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509392840" sldId="296"/>
            <ac:spMk id="14" creationId="{76DF6A4F-4B59-A142-7EC5-6A590B4AA289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509392840" sldId="296"/>
            <ac:spMk id="15" creationId="{B3627400-56EA-85A9-D293-DD9FE3ACC75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509392840" sldId="296"/>
            <ac:spMk id="16" creationId="{4E7DAE07-0F66-4C45-37F4-EC09F9A44F21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3509392840" sldId="296"/>
            <ac:spMk id="17" creationId="{0AAC3587-3AA2-3A76-2198-C79CF57F0809}"/>
          </ac:spMkLst>
        </pc:spChg>
        <pc:spChg chg="add del mod ord">
          <ac:chgData name="Jenny Díaz Ramírez" userId="df7d83af-54c1-43f9-a4ec-fea9744b3563" providerId="ADAL" clId="{BC9FAF7B-A62E-419A-99EF-C42DD1FAC0B7}" dt="2025-02-18T18:36:06.764" v="162" actId="478"/>
          <ac:spMkLst>
            <pc:docMk/>
            <pc:sldMk cId="3509392840" sldId="296"/>
            <ac:spMk id="18" creationId="{2C841916-0CE5-1703-FBD5-8DCD6EF0B2B1}"/>
          </ac:spMkLst>
        </pc:spChg>
        <pc:spChg chg="add del mod ord">
          <ac:chgData name="Jenny Díaz Ramírez" userId="df7d83af-54c1-43f9-a4ec-fea9744b3563" providerId="ADAL" clId="{BC9FAF7B-A62E-419A-99EF-C42DD1FAC0B7}" dt="2025-02-18T18:36:09.755" v="163" actId="478"/>
          <ac:spMkLst>
            <pc:docMk/>
            <pc:sldMk cId="3509392840" sldId="296"/>
            <ac:spMk id="19" creationId="{6844687F-9A0E-50FF-ED3E-5D39DC181C1D}"/>
          </ac:spMkLst>
        </pc:spChg>
        <pc:spChg chg="add mod">
          <ac:chgData name="Jenny Díaz Ramírez" userId="df7d83af-54c1-43f9-a4ec-fea9744b3563" providerId="ADAL" clId="{BC9FAF7B-A62E-419A-99EF-C42DD1FAC0B7}" dt="2025-02-18T18:42:27.131" v="604" actId="14100"/>
          <ac:spMkLst>
            <pc:docMk/>
            <pc:sldMk cId="3509392840" sldId="296"/>
            <ac:spMk id="21" creationId="{45421DD3-B008-E62A-C324-81B818CD1151}"/>
          </ac:spMkLst>
        </pc:spChg>
        <pc:spChg chg="add mod ord">
          <ac:chgData name="Jenny Díaz Ramírez" userId="df7d83af-54c1-43f9-a4ec-fea9744b3563" providerId="ADAL" clId="{BC9FAF7B-A62E-419A-99EF-C42DD1FAC0B7}" dt="2025-02-18T18:39:49.511" v="390" actId="20577"/>
          <ac:spMkLst>
            <pc:docMk/>
            <pc:sldMk cId="3509392840" sldId="296"/>
            <ac:spMk id="22" creationId="{D00BA089-A7DB-33A3-43E0-C3DB8D91FC1F}"/>
          </ac:spMkLst>
        </pc:spChg>
        <pc:spChg chg="add del mod ord">
          <ac:chgData name="Jenny Díaz Ramírez" userId="df7d83af-54c1-43f9-a4ec-fea9744b3563" providerId="ADAL" clId="{BC9FAF7B-A62E-419A-99EF-C42DD1FAC0B7}" dt="2025-02-18T18:37:57.026" v="302" actId="478"/>
          <ac:spMkLst>
            <pc:docMk/>
            <pc:sldMk cId="3509392840" sldId="296"/>
            <ac:spMk id="23" creationId="{7771BEFA-7696-01AC-2938-ECE3A547F25A}"/>
          </ac:spMkLst>
        </pc:spChg>
        <pc:spChg chg="add mod">
          <ac:chgData name="Jenny Díaz Ramírez" userId="df7d83af-54c1-43f9-a4ec-fea9744b3563" providerId="ADAL" clId="{BC9FAF7B-A62E-419A-99EF-C42DD1FAC0B7}" dt="2025-02-18T18:42:11.040" v="598" actId="1076"/>
          <ac:spMkLst>
            <pc:docMk/>
            <pc:sldMk cId="3509392840" sldId="296"/>
            <ac:spMk id="24" creationId="{35867B9C-F17F-36F0-8E37-7A14595F64D3}"/>
          </ac:spMkLst>
        </pc:spChg>
        <pc:spChg chg="add mod">
          <ac:chgData name="Jenny Díaz Ramírez" userId="df7d83af-54c1-43f9-a4ec-fea9744b3563" providerId="ADAL" clId="{BC9FAF7B-A62E-419A-99EF-C42DD1FAC0B7}" dt="2025-02-18T18:42:03.371" v="595" actId="1076"/>
          <ac:spMkLst>
            <pc:docMk/>
            <pc:sldMk cId="3509392840" sldId="296"/>
            <ac:spMk id="25" creationId="{805F8DEF-F32C-5E67-AB64-B0A0D86644BB}"/>
          </ac:spMkLst>
        </pc:spChg>
        <pc:spChg chg="add mod">
          <ac:chgData name="Jenny Díaz Ramírez" userId="df7d83af-54c1-43f9-a4ec-fea9744b3563" providerId="ADAL" clId="{BC9FAF7B-A62E-419A-99EF-C42DD1FAC0B7}" dt="2025-02-18T18:42:07.944" v="597" actId="14100"/>
          <ac:spMkLst>
            <pc:docMk/>
            <pc:sldMk cId="3509392840" sldId="296"/>
            <ac:spMk id="26" creationId="{03CD4CAA-A070-A55A-C2AA-9634008B37D0}"/>
          </ac:spMkLst>
        </pc:spChg>
        <pc:spChg chg="add mod">
          <ac:chgData name="Jenny Díaz Ramírez" userId="df7d83af-54c1-43f9-a4ec-fea9744b3563" providerId="ADAL" clId="{BC9FAF7B-A62E-419A-99EF-C42DD1FAC0B7}" dt="2025-02-18T18:42:22.110" v="603" actId="1076"/>
          <ac:spMkLst>
            <pc:docMk/>
            <pc:sldMk cId="3509392840" sldId="296"/>
            <ac:spMk id="27" creationId="{FAE1DA7B-FB3B-2E4E-1BFE-BBF0079A32E9}"/>
          </ac:spMkLst>
        </pc:spChg>
        <pc:spChg chg="add mod">
          <ac:chgData name="Jenny Díaz Ramírez" userId="df7d83af-54c1-43f9-a4ec-fea9744b3563" providerId="ADAL" clId="{BC9FAF7B-A62E-419A-99EF-C42DD1FAC0B7}" dt="2025-02-18T21:08:25.644" v="1904"/>
          <ac:spMkLst>
            <pc:docMk/>
            <pc:sldMk cId="3509392840" sldId="296"/>
            <ac:spMk id="28" creationId="{0E6EBDDB-27D3-90B9-6695-A0BFA5242FF7}"/>
          </ac:spMkLst>
        </pc:spChg>
        <pc:picChg chg="mod">
          <ac:chgData name="Jenny Díaz Ramírez" userId="df7d83af-54c1-43f9-a4ec-fea9744b3563" providerId="ADAL" clId="{BC9FAF7B-A62E-419A-99EF-C42DD1FAC0B7}" dt="2025-02-18T18:41:13.329" v="577" actId="1076"/>
          <ac:picMkLst>
            <pc:docMk/>
            <pc:sldMk cId="3509392840" sldId="296"/>
            <ac:picMk id="2" creationId="{E9BE4062-02A9-4A81-8A61-4FE0F3CAE27B}"/>
          </ac:picMkLst>
        </pc:picChg>
      </pc:sldChg>
      <pc:sldChg chg="addSp delSp modSp add mod modClrScheme chgLayout">
        <pc:chgData name="Jenny Díaz Ramírez" userId="df7d83af-54c1-43f9-a4ec-fea9744b3563" providerId="ADAL" clId="{BC9FAF7B-A62E-419A-99EF-C42DD1FAC0B7}" dt="2025-02-18T21:09:26.197" v="1929"/>
        <pc:sldMkLst>
          <pc:docMk/>
          <pc:sldMk cId="1317085864" sldId="297"/>
        </pc:sldMkLst>
        <pc:spChg chg="mod ord">
          <ac:chgData name="Jenny Díaz Ramírez" userId="df7d83af-54c1-43f9-a4ec-fea9744b3563" providerId="ADAL" clId="{BC9FAF7B-A62E-419A-99EF-C42DD1FAC0B7}" dt="2025-02-18T18:44:28.214" v="621" actId="14100"/>
          <ac:spMkLst>
            <pc:docMk/>
            <pc:sldMk cId="1317085864" sldId="297"/>
            <ac:spMk id="2" creationId="{00000000-0000-0000-0000-000000000000}"/>
          </ac:spMkLst>
        </pc:spChg>
        <pc:spChg chg="del">
          <ac:chgData name="Jenny Díaz Ramírez" userId="df7d83af-54c1-43f9-a4ec-fea9744b3563" providerId="ADAL" clId="{BC9FAF7B-A62E-419A-99EF-C42DD1FAC0B7}" dt="2025-02-18T18:43:53.870" v="613" actId="478"/>
          <ac:spMkLst>
            <pc:docMk/>
            <pc:sldMk cId="1317085864" sldId="297"/>
            <ac:spMk id="3" creationId="{00000000-0000-0000-0000-000000000000}"/>
          </ac:spMkLst>
        </pc:spChg>
        <pc:spChg chg="del">
          <ac:chgData name="Jenny Díaz Ramírez" userId="df7d83af-54c1-43f9-a4ec-fea9744b3563" providerId="ADAL" clId="{BC9FAF7B-A62E-419A-99EF-C42DD1FAC0B7}" dt="2025-02-18T18:44:17.623" v="618" actId="478"/>
          <ac:spMkLst>
            <pc:docMk/>
            <pc:sldMk cId="1317085864" sldId="297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4:34.412" v="622" actId="1076"/>
          <ac:spMkLst>
            <pc:docMk/>
            <pc:sldMk cId="1317085864" sldId="297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4:34.412" v="622" actId="1076"/>
          <ac:spMkLst>
            <pc:docMk/>
            <pc:sldMk cId="1317085864" sldId="297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4:34.412" v="622" actId="1076"/>
          <ac:spMkLst>
            <pc:docMk/>
            <pc:sldMk cId="1317085864" sldId="297"/>
            <ac:spMk id="7" creationId="{00000000-0000-0000-0000-000000000000}"/>
          </ac:spMkLst>
        </pc:spChg>
        <pc:spChg chg="del">
          <ac:chgData name="Jenny Díaz Ramírez" userId="df7d83af-54c1-43f9-a4ec-fea9744b3563" providerId="ADAL" clId="{BC9FAF7B-A62E-419A-99EF-C42DD1FAC0B7}" dt="2025-02-18T18:44:19.726" v="619" actId="478"/>
          <ac:spMkLst>
            <pc:docMk/>
            <pc:sldMk cId="1317085864" sldId="297"/>
            <ac:spMk id="8" creationId="{00000000-0000-0000-0000-000000000000}"/>
          </ac:spMkLst>
        </pc:spChg>
        <pc:spChg chg="del">
          <ac:chgData name="Jenny Díaz Ramírez" userId="df7d83af-54c1-43f9-a4ec-fea9744b3563" providerId="ADAL" clId="{BC9FAF7B-A62E-419A-99EF-C42DD1FAC0B7}" dt="2025-02-18T18:43:57.163" v="614" actId="478"/>
          <ac:spMkLst>
            <pc:docMk/>
            <pc:sldMk cId="1317085864" sldId="297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4:34.412" v="622" actId="1076"/>
          <ac:spMkLst>
            <pc:docMk/>
            <pc:sldMk cId="1317085864" sldId="297"/>
            <ac:spMk id="10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1317085864" sldId="297"/>
            <ac:spMk id="12" creationId="{143F215F-6C87-13A9-C632-CE70698876D2}"/>
          </ac:spMkLst>
        </pc:spChg>
        <pc:spChg chg="mod">
          <ac:chgData name="Jenny Díaz Ramírez" userId="df7d83af-54c1-43f9-a4ec-fea9744b3563" providerId="ADAL" clId="{BC9FAF7B-A62E-419A-99EF-C42DD1FAC0B7}" dt="2025-02-18T18:44:34.412" v="622" actId="1076"/>
          <ac:spMkLst>
            <pc:docMk/>
            <pc:sldMk cId="1317085864" sldId="297"/>
            <ac:spMk id="13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44:34.412" v="622" actId="1076"/>
          <ac:spMkLst>
            <pc:docMk/>
            <pc:sldMk cId="1317085864" sldId="297"/>
            <ac:spMk id="14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1317085864" sldId="297"/>
            <ac:spMk id="15" creationId="{3BE43C61-6AD9-6719-8FB6-21ECE5331FA7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1317085864" sldId="297"/>
            <ac:spMk id="16" creationId="{AB66E873-5E8D-85B5-81A9-3209A378AED8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1317085864" sldId="297"/>
            <ac:spMk id="17" creationId="{052AA82C-DAAA-5A8D-C612-08CA6E991574}"/>
          </ac:spMkLst>
        </pc:spChg>
        <pc:spChg chg="add mod ord">
          <ac:chgData name="Jenny Díaz Ramírez" userId="df7d83af-54c1-43f9-a4ec-fea9744b3563" providerId="ADAL" clId="{BC9FAF7B-A62E-419A-99EF-C42DD1FAC0B7}" dt="2025-02-18T18:46:05.859" v="691" actId="20577"/>
          <ac:spMkLst>
            <pc:docMk/>
            <pc:sldMk cId="1317085864" sldId="297"/>
            <ac:spMk id="18" creationId="{52512C47-6F18-DF35-DBBD-C4E95FBD8CD0}"/>
          </ac:spMkLst>
        </pc:spChg>
        <pc:spChg chg="add mod">
          <ac:chgData name="Jenny Díaz Ramírez" userId="df7d83af-54c1-43f9-a4ec-fea9744b3563" providerId="ADAL" clId="{BC9FAF7B-A62E-419A-99EF-C42DD1FAC0B7}" dt="2025-02-18T21:09:26.197" v="1929"/>
          <ac:spMkLst>
            <pc:docMk/>
            <pc:sldMk cId="1317085864" sldId="297"/>
            <ac:spMk id="19" creationId="{0394DCF8-4DC4-517F-B2F1-01D04D9AD0CB}"/>
          </ac:spMkLst>
        </pc:spChg>
        <pc:picChg chg="mod">
          <ac:chgData name="Jenny Díaz Ramírez" userId="df7d83af-54c1-43f9-a4ec-fea9744b3563" providerId="ADAL" clId="{BC9FAF7B-A62E-419A-99EF-C42DD1FAC0B7}" dt="2025-02-18T18:44:12.192" v="617" actId="14100"/>
          <ac:picMkLst>
            <pc:docMk/>
            <pc:sldMk cId="1317085864" sldId="297"/>
            <ac:picMk id="11" creationId="{6BA57868-B25A-4D18-AA23-F4BF4DBA731F}"/>
          </ac:picMkLst>
        </pc:picChg>
      </pc:sldChg>
      <pc:sldChg chg="addSp delSp modSp add del mod modClrScheme chgLayout">
        <pc:chgData name="Jenny Díaz Ramírez" userId="df7d83af-54c1-43f9-a4ec-fea9744b3563" providerId="ADAL" clId="{BC9FAF7B-A62E-419A-99EF-C42DD1FAC0B7}" dt="2025-02-18T18:53:18.181" v="758" actId="47"/>
        <pc:sldMkLst>
          <pc:docMk/>
          <pc:sldMk cId="2845483868" sldId="298"/>
        </pc:sldMkLst>
        <pc:spChg chg="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845483868" sldId="298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845483868" sldId="298"/>
            <ac:spMk id="11" creationId="{4F665BE4-D196-D98E-CBFE-5FC67A4F5011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845483868" sldId="298"/>
            <ac:spMk id="12" creationId="{F31BC0EF-9216-ADA0-789C-DD54249E82DC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845483868" sldId="298"/>
            <ac:spMk id="13" creationId="{CFDE3940-61EC-0691-4FAA-C3750D8C5226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845483868" sldId="298"/>
            <ac:spMk id="14" creationId="{D1392B7C-8149-263C-2B7B-2B37434803C1}"/>
          </ac:spMkLst>
        </pc:spChg>
        <pc:spChg chg="add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845483868" sldId="298"/>
            <ac:spMk id="15" creationId="{12E66CE5-CF63-F06D-437A-1570003453E6}"/>
          </ac:spMkLst>
        </pc:spChg>
      </pc:sldChg>
      <pc:sldChg chg="addSp delSp modSp add del mod modClrScheme chgLayout">
        <pc:chgData name="Jenny Díaz Ramírez" userId="df7d83af-54c1-43f9-a4ec-fea9744b3563" providerId="ADAL" clId="{BC9FAF7B-A62E-419A-99EF-C42DD1FAC0B7}" dt="2025-02-18T18:54:06.640" v="768" actId="47"/>
        <pc:sldMkLst>
          <pc:docMk/>
          <pc:sldMk cId="2783058639" sldId="299"/>
        </pc:sldMkLst>
        <pc:spChg chg="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783058639" sldId="299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783058639" sldId="299"/>
            <ac:spMk id="6" creationId="{9B19B0E8-C457-FF39-EFA5-E466BA9E6A3F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783058639" sldId="299"/>
            <ac:spMk id="9" creationId="{4139730A-8C11-BA79-5C72-3990CBEF3C83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783058639" sldId="299"/>
            <ac:spMk id="10" creationId="{C7C7243C-5954-853D-F26F-C54CD2D6DBC3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783058639" sldId="299"/>
            <ac:spMk id="11" creationId="{DE1AE475-20F1-1ED8-EDEF-79248BF9B78A}"/>
          </ac:spMkLst>
        </pc:spChg>
        <pc:spChg chg="add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783058639" sldId="299"/>
            <ac:spMk id="12" creationId="{66E1D8B6-202D-6941-2EFF-2917F67E929D}"/>
          </ac:spMkLst>
        </pc:spChg>
      </pc:sldChg>
      <pc:sldChg chg="addSp delSp modSp add del mod modClrScheme chgLayout">
        <pc:chgData name="Jenny Díaz Ramírez" userId="df7d83af-54c1-43f9-a4ec-fea9744b3563" providerId="ADAL" clId="{BC9FAF7B-A62E-419A-99EF-C42DD1FAC0B7}" dt="2025-02-18T20:59:02.498" v="1598" actId="47"/>
        <pc:sldMkLst>
          <pc:docMk/>
          <pc:sldMk cId="554518748" sldId="300"/>
        </pc:sldMkLst>
        <pc:spChg chg="mod ord">
          <ac:chgData name="Jenny Díaz Ramírez" userId="df7d83af-54c1-43f9-a4ec-fea9744b3563" providerId="ADAL" clId="{BC9FAF7B-A62E-419A-99EF-C42DD1FAC0B7}" dt="2025-02-18T20:49:24.703" v="887" actId="14100"/>
          <ac:spMkLst>
            <pc:docMk/>
            <pc:sldMk cId="554518748" sldId="300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54:37.949" v="779" actId="207"/>
          <ac:spMkLst>
            <pc:docMk/>
            <pc:sldMk cId="554518748" sldId="300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54:37.949" v="779" actId="207"/>
          <ac:spMkLst>
            <pc:docMk/>
            <pc:sldMk cId="554518748" sldId="300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54:37.949" v="779" actId="207"/>
          <ac:spMkLst>
            <pc:docMk/>
            <pc:sldMk cId="554518748" sldId="300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54:37.949" v="779" actId="207"/>
          <ac:spMkLst>
            <pc:docMk/>
            <pc:sldMk cId="554518748" sldId="300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54:37.949" v="779" actId="207"/>
          <ac:spMkLst>
            <pc:docMk/>
            <pc:sldMk cId="554518748" sldId="300"/>
            <ac:spMk id="10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54:37.949" v="779" actId="207"/>
          <ac:spMkLst>
            <pc:docMk/>
            <pc:sldMk cId="554518748" sldId="300"/>
            <ac:spMk id="11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54:37.949" v="779" actId="207"/>
          <ac:spMkLst>
            <pc:docMk/>
            <pc:sldMk cId="554518748" sldId="300"/>
            <ac:spMk id="12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54518748" sldId="300"/>
            <ac:spMk id="13" creationId="{5F22D740-1A5B-62DA-84A5-7266A71B79EE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54518748" sldId="300"/>
            <ac:spMk id="14" creationId="{3C23B3CB-35AA-A258-640A-4509194EE3A5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54518748" sldId="300"/>
            <ac:spMk id="15" creationId="{732BEAE2-5EA8-CDD4-76C3-42389A96D21D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554518748" sldId="300"/>
            <ac:spMk id="16" creationId="{E3D336A6-C3BA-83CF-F89D-2C99C5F66E55}"/>
          </ac:spMkLst>
        </pc:spChg>
        <pc:spChg chg="add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554518748" sldId="300"/>
            <ac:spMk id="17" creationId="{BB6F9558-6C82-727E-EC09-A30BB3A53A0F}"/>
          </ac:spMkLst>
        </pc:spChg>
        <pc:picChg chg="del">
          <ac:chgData name="Jenny Díaz Ramírez" userId="df7d83af-54c1-43f9-a4ec-fea9744b3563" providerId="ADAL" clId="{BC9FAF7B-A62E-419A-99EF-C42DD1FAC0B7}" dt="2025-02-18T20:53:30.368" v="947" actId="21"/>
          <ac:picMkLst>
            <pc:docMk/>
            <pc:sldMk cId="554518748" sldId="300"/>
            <ac:picMk id="6" creationId="{2031EC4B-4646-4CF5-BE8F-4CFE65206226}"/>
          </ac:picMkLst>
        </pc:picChg>
      </pc:sldChg>
      <pc:sldChg chg="addSp delSp modSp add del mod modClrScheme chgLayout">
        <pc:chgData name="Jenny Díaz Ramírez" userId="df7d83af-54c1-43f9-a4ec-fea9744b3563" providerId="ADAL" clId="{BC9FAF7B-A62E-419A-99EF-C42DD1FAC0B7}" dt="2025-02-18T21:01:18.195" v="1850" actId="47"/>
        <pc:sldMkLst>
          <pc:docMk/>
          <pc:sldMk cId="580530644" sldId="301"/>
        </pc:sldMkLst>
        <pc:spChg chg="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580530644" sldId="301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80530644" sldId="301"/>
            <ac:spMk id="5" creationId="{08786C70-FABA-B279-3C77-ABB99ADCCE05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80530644" sldId="301"/>
            <ac:spMk id="6" creationId="{59FD1246-EB5A-2FEE-88A7-A8CC95068595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80530644" sldId="301"/>
            <ac:spMk id="7" creationId="{494DD9DC-9559-E7FD-4C3E-F407B2A1552A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580530644" sldId="301"/>
            <ac:spMk id="8" creationId="{B7E29A7E-3AEB-6BF3-1A68-F34B9C8095E6}"/>
          </ac:spMkLst>
        </pc:spChg>
        <pc:spChg chg="add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580530644" sldId="301"/>
            <ac:spMk id="9" creationId="{74ADE690-CAE7-BC5C-1D4A-DF20FF19B034}"/>
          </ac:spMkLst>
        </pc:spChg>
      </pc:sldChg>
      <pc:sldChg chg="addSp delSp modSp add mod modClrScheme chgLayout">
        <pc:chgData name="Jenny Díaz Ramírez" userId="df7d83af-54c1-43f9-a4ec-fea9744b3563" providerId="ADAL" clId="{BC9FAF7B-A62E-419A-99EF-C42DD1FAC0B7}" dt="2025-02-18T21:09:40.032" v="1934"/>
        <pc:sldMkLst>
          <pc:docMk/>
          <pc:sldMk cId="2827063466" sldId="302"/>
        </pc:sldMkLst>
        <pc:spChg chg="mod ord">
          <ac:chgData name="Jenny Díaz Ramírez" userId="df7d83af-54c1-43f9-a4ec-fea9744b3563" providerId="ADAL" clId="{BC9FAF7B-A62E-419A-99EF-C42DD1FAC0B7}" dt="2025-02-18T21:03:55.608" v="1877" actId="20577"/>
          <ac:spMkLst>
            <pc:docMk/>
            <pc:sldMk cId="2827063466" sldId="302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21:02:24.716" v="1860" actId="27636"/>
          <ac:spMkLst>
            <pc:docMk/>
            <pc:sldMk cId="2827063466" sldId="302"/>
            <ac:spMk id="3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827063466" sldId="302"/>
            <ac:spMk id="4" creationId="{13629290-F24B-CAF5-9996-33F158EB8429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827063466" sldId="302"/>
            <ac:spMk id="5" creationId="{FF5F70C1-A2DA-1B44-618E-7919EEB44087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827063466" sldId="302"/>
            <ac:spMk id="6" creationId="{512DA8FC-42F2-A261-F77E-D3574F727AEC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2827063466" sldId="302"/>
            <ac:spMk id="7" creationId="{DAEE4DBD-B7FC-60B0-18DA-2ACE2662F9CA}"/>
          </ac:spMkLst>
        </pc:spChg>
        <pc:spChg chg="add mod ord">
          <ac:chgData name="Jenny Díaz Ramírez" userId="df7d83af-54c1-43f9-a4ec-fea9744b3563" providerId="ADAL" clId="{BC9FAF7B-A62E-419A-99EF-C42DD1FAC0B7}" dt="2025-02-18T21:02:27.438" v="1864" actId="27636"/>
          <ac:spMkLst>
            <pc:docMk/>
            <pc:sldMk cId="2827063466" sldId="302"/>
            <ac:spMk id="8" creationId="{BBBF04FA-D82B-B8F1-E4FE-D0A5D1C60279}"/>
          </ac:spMkLst>
        </pc:spChg>
        <pc:spChg chg="add mod">
          <ac:chgData name="Jenny Díaz Ramírez" userId="df7d83af-54c1-43f9-a4ec-fea9744b3563" providerId="ADAL" clId="{BC9FAF7B-A62E-419A-99EF-C42DD1FAC0B7}" dt="2025-02-18T21:09:40.032" v="1934"/>
          <ac:spMkLst>
            <pc:docMk/>
            <pc:sldMk cId="2827063466" sldId="302"/>
            <ac:spMk id="9" creationId="{7BD1298E-5B13-85E9-4156-002E5F0FD0B0}"/>
          </ac:spMkLst>
        </pc:spChg>
      </pc:sldChg>
      <pc:sldChg chg="addSp delSp modSp add del mod modClrScheme chgLayout">
        <pc:chgData name="Jenny Díaz Ramírez" userId="df7d83af-54c1-43f9-a4ec-fea9744b3563" providerId="ADAL" clId="{BC9FAF7B-A62E-419A-99EF-C42DD1FAC0B7}" dt="2025-02-18T21:03:09.228" v="1874" actId="47"/>
        <pc:sldMkLst>
          <pc:docMk/>
          <pc:sldMk cId="4150273763" sldId="303"/>
        </pc:sldMkLst>
        <pc:spChg chg="mod ord">
          <ac:chgData name="Jenny Díaz Ramírez" userId="df7d83af-54c1-43f9-a4ec-fea9744b3563" providerId="ADAL" clId="{BC9FAF7B-A62E-419A-99EF-C42DD1FAC0B7}" dt="2025-02-18T21:02:55.114" v="1871" actId="21"/>
          <ac:spMkLst>
            <pc:docMk/>
            <pc:sldMk cId="4150273763" sldId="303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18:32:43.468" v="135" actId="27636"/>
          <ac:spMkLst>
            <pc:docMk/>
            <pc:sldMk cId="4150273763" sldId="303"/>
            <ac:spMk id="3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4150273763" sldId="303"/>
            <ac:spMk id="4" creationId="{A5EB2DE6-66EB-2030-1CDA-F453999B7276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4150273763" sldId="303"/>
            <ac:spMk id="5" creationId="{B43AA499-E7D8-15E5-F1C5-09231C68F2DB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4150273763" sldId="303"/>
            <ac:spMk id="6" creationId="{8FEBF467-1482-A1ED-8F31-B914ED451CC4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4150273763" sldId="303"/>
            <ac:spMk id="7" creationId="{A8872F14-5A39-A5B5-6DB1-D866D6D3D143}"/>
          </ac:spMkLst>
        </pc:spChg>
        <pc:spChg chg="add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4150273763" sldId="303"/>
            <ac:spMk id="8" creationId="{C1BA09FA-AC64-F38A-7655-85C8E70786A6}"/>
          </ac:spMkLst>
        </pc:spChg>
      </pc:sldChg>
      <pc:sldChg chg="addSp delSp modSp add mod modClrScheme chgLayout">
        <pc:chgData name="Jenny Díaz Ramírez" userId="df7d83af-54c1-43f9-a4ec-fea9744b3563" providerId="ADAL" clId="{BC9FAF7B-A62E-419A-99EF-C42DD1FAC0B7}" dt="2025-02-18T18:35:10.323" v="158" actId="14100"/>
        <pc:sldMkLst>
          <pc:docMk/>
          <pc:sldMk cId="2350711396" sldId="306"/>
        </pc:sldMkLst>
        <pc:spChg chg="add del mod ord">
          <ac:chgData name="Jenny Díaz Ramírez" userId="df7d83af-54c1-43f9-a4ec-fea9744b3563" providerId="ADAL" clId="{BC9FAF7B-A62E-419A-99EF-C42DD1FAC0B7}" dt="2025-02-18T18:34:29.912" v="150" actId="700"/>
          <ac:spMkLst>
            <pc:docMk/>
            <pc:sldMk cId="2350711396" sldId="306"/>
            <ac:spMk id="2" creationId="{2638B6C8-43B8-48E3-2ABE-2A81C96F9E76}"/>
          </ac:spMkLst>
        </pc:spChg>
        <pc:spChg chg="mod ord">
          <ac:chgData name="Jenny Díaz Ramírez" userId="df7d83af-54c1-43f9-a4ec-fea9744b3563" providerId="ADAL" clId="{BC9FAF7B-A62E-419A-99EF-C42DD1FAC0B7}" dt="2025-02-18T18:35:06.695" v="157" actId="14100"/>
          <ac:spMkLst>
            <pc:docMk/>
            <pc:sldMk cId="2350711396" sldId="306"/>
            <ac:spMk id="3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350711396" sldId="306"/>
            <ac:spMk id="6" creationId="{9D40A911-69EB-E83E-08C0-BF20E5F86EF6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350711396" sldId="306"/>
            <ac:spMk id="7" creationId="{A1EA6A89-3D53-A929-1F86-6EA222F22CD1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2350711396" sldId="306"/>
            <ac:spMk id="8" creationId="{F81A59B3-41B6-EF97-9F99-3021F5AEB481}"/>
          </ac:spMkLst>
        </pc:spChg>
        <pc:spChg chg="add del mod ord">
          <ac:chgData name="Jenny Díaz Ramírez" userId="df7d83af-54c1-43f9-a4ec-fea9744b3563" providerId="ADAL" clId="{BC9FAF7B-A62E-419A-99EF-C42DD1FAC0B7}" dt="2025-02-18T18:34:55.735" v="153" actId="700"/>
          <ac:spMkLst>
            <pc:docMk/>
            <pc:sldMk cId="2350711396" sldId="306"/>
            <ac:spMk id="9" creationId="{069C6871-13DF-7CD4-74F8-7C7225AA8CDD}"/>
          </ac:spMkLst>
        </pc:spChg>
        <pc:spChg chg="add mod ord">
          <ac:chgData name="Jenny Díaz Ramírez" userId="df7d83af-54c1-43f9-a4ec-fea9744b3563" providerId="ADAL" clId="{BC9FAF7B-A62E-419A-99EF-C42DD1FAC0B7}" dt="2025-02-18T18:35:10.323" v="158" actId="14100"/>
          <ac:spMkLst>
            <pc:docMk/>
            <pc:sldMk cId="2350711396" sldId="306"/>
            <ac:spMk id="10" creationId="{9FBC271E-E67A-A27C-2994-C5460A9BDEB9}"/>
          </ac:spMkLst>
        </pc:spChg>
        <pc:graphicFrameChg chg="add del modGraphic">
          <ac:chgData name="Jenny Díaz Ramírez" userId="df7d83af-54c1-43f9-a4ec-fea9744b3563" providerId="ADAL" clId="{BC9FAF7B-A62E-419A-99EF-C42DD1FAC0B7}" dt="2025-02-18T18:33:30.514" v="146" actId="478"/>
          <ac:graphicFrameMkLst>
            <pc:docMk/>
            <pc:sldMk cId="2350711396" sldId="306"/>
            <ac:graphicFrameMk id="5" creationId="{DD20096C-A3D5-F6A7-3DD0-74FE1BDBC99C}"/>
          </ac:graphicFrameMkLst>
        </pc:graphicFrameChg>
      </pc:sldChg>
      <pc:sldChg chg="addSp delSp modSp add del mod modClrScheme chgLayout">
        <pc:chgData name="Jenny Díaz Ramírez" userId="df7d83af-54c1-43f9-a4ec-fea9744b3563" providerId="ADAL" clId="{BC9FAF7B-A62E-419A-99EF-C42DD1FAC0B7}" dt="2025-02-18T18:35:27.271" v="161" actId="47"/>
        <pc:sldMkLst>
          <pc:docMk/>
          <pc:sldMk cId="556916009" sldId="307"/>
        </pc:sldMkLst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56916009" sldId="307"/>
            <ac:spMk id="2" creationId="{640F3817-EBAB-8FAC-6C03-329B21F513CA}"/>
          </ac:spMkLst>
        </pc:spChg>
        <pc:spChg chg="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556916009" sldId="307"/>
            <ac:spMk id="3" creationId="{00000000-0000-0000-0000-00000000000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56916009" sldId="307"/>
            <ac:spMk id="4" creationId="{05C57820-1DC9-C0A2-F9B9-2C584F73026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556916009" sldId="307"/>
            <ac:spMk id="5" creationId="{E21A7883-12F6-3703-6FC1-A773C69FB3EA}"/>
          </ac:spMkLst>
        </pc:spChg>
        <pc:spChg chg="add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556916009" sldId="307"/>
            <ac:spMk id="6" creationId="{91F8AB70-0E19-98AE-1FE3-1D40D8BFA063}"/>
          </ac:spMkLst>
        </pc:spChg>
      </pc:sldChg>
      <pc:sldChg chg="addSp delSp modSp add mod modClrScheme chgLayout">
        <pc:chgData name="Jenny Díaz Ramírez" userId="df7d83af-54c1-43f9-a4ec-fea9744b3563" providerId="ADAL" clId="{BC9FAF7B-A62E-419A-99EF-C42DD1FAC0B7}" dt="2025-02-18T21:09:22.642" v="1928" actId="478"/>
        <pc:sldMkLst>
          <pc:docMk/>
          <pc:sldMk cId="3060223365" sldId="310"/>
        </pc:sldMkLst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060223365" sldId="310"/>
            <ac:spMk id="3" creationId="{3411008F-A75B-DF4D-B3EE-B6ED706080CB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060223365" sldId="310"/>
            <ac:spMk id="4" creationId="{8BAC0554-3DA9-C662-9C1F-30212FBE987B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060223365" sldId="310"/>
            <ac:spMk id="5" creationId="{323B21ED-DEC0-B9D2-F040-F655572BC230}"/>
          </ac:spMkLst>
        </pc:spChg>
        <pc:spChg chg="add del mod ord">
          <ac:chgData name="Jenny Díaz Ramírez" userId="df7d83af-54c1-43f9-a4ec-fea9744b3563" providerId="ADAL" clId="{BC9FAF7B-A62E-419A-99EF-C42DD1FAC0B7}" dt="2025-02-18T18:34:38.443" v="151" actId="700"/>
          <ac:spMkLst>
            <pc:docMk/>
            <pc:sldMk cId="3060223365" sldId="310"/>
            <ac:spMk id="6" creationId="{2B4DFEEC-F657-0B39-BD1C-2CD6161D9E84}"/>
          </ac:spMkLst>
        </pc:spChg>
        <pc:spChg chg="add del mod ord">
          <ac:chgData name="Jenny Díaz Ramírez" userId="df7d83af-54c1-43f9-a4ec-fea9744b3563" providerId="ADAL" clId="{BC9FAF7B-A62E-419A-99EF-C42DD1FAC0B7}" dt="2025-02-18T18:34:43.913" v="152" actId="700"/>
          <ac:spMkLst>
            <pc:docMk/>
            <pc:sldMk cId="3060223365" sldId="310"/>
            <ac:spMk id="7" creationId="{11333A50-EC05-BC3C-74E2-C68806426EF0}"/>
          </ac:spMkLst>
        </pc:spChg>
        <pc:spChg chg="add del mod ord">
          <ac:chgData name="Jenny Díaz Ramírez" userId="df7d83af-54c1-43f9-a4ec-fea9744b3563" providerId="ADAL" clId="{BC9FAF7B-A62E-419A-99EF-C42DD1FAC0B7}" dt="2025-02-18T18:43:28.400" v="605" actId="700"/>
          <ac:spMkLst>
            <pc:docMk/>
            <pc:sldMk cId="3060223365" sldId="310"/>
            <ac:spMk id="8" creationId="{E89104D9-039D-8570-3DC2-BB8DE62AC68D}"/>
          </ac:spMkLst>
        </pc:spChg>
        <pc:spChg chg="add del mod ord">
          <ac:chgData name="Jenny Díaz Ramírez" userId="df7d83af-54c1-43f9-a4ec-fea9744b3563" providerId="ADAL" clId="{BC9FAF7B-A62E-419A-99EF-C42DD1FAC0B7}" dt="2025-02-18T18:43:28.400" v="605" actId="700"/>
          <ac:spMkLst>
            <pc:docMk/>
            <pc:sldMk cId="3060223365" sldId="310"/>
            <ac:spMk id="9" creationId="{C63277B0-A790-1D3E-26C7-B92C179207B0}"/>
          </ac:spMkLst>
        </pc:spChg>
        <pc:spChg chg="add del mod ord">
          <ac:chgData name="Jenny Díaz Ramírez" userId="df7d83af-54c1-43f9-a4ec-fea9744b3563" providerId="ADAL" clId="{BC9FAF7B-A62E-419A-99EF-C42DD1FAC0B7}" dt="2025-02-18T18:43:31.996" v="606" actId="478"/>
          <ac:spMkLst>
            <pc:docMk/>
            <pc:sldMk cId="3060223365" sldId="310"/>
            <ac:spMk id="10" creationId="{E750AC8D-28F6-C0E8-C885-994FF3F423B4}"/>
          </ac:spMkLst>
        </pc:spChg>
        <pc:spChg chg="add del mod ord">
          <ac:chgData name="Jenny Díaz Ramírez" userId="df7d83af-54c1-43f9-a4ec-fea9744b3563" providerId="ADAL" clId="{BC9FAF7B-A62E-419A-99EF-C42DD1FAC0B7}" dt="2025-02-18T18:43:33.977" v="607" actId="478"/>
          <ac:spMkLst>
            <pc:docMk/>
            <pc:sldMk cId="3060223365" sldId="310"/>
            <ac:spMk id="11" creationId="{92576552-46B3-B2DD-7387-B23C3A6AD6DC}"/>
          </ac:spMkLst>
        </pc:spChg>
        <pc:spChg chg="add mod">
          <ac:chgData name="Jenny Díaz Ramírez" userId="df7d83af-54c1-43f9-a4ec-fea9744b3563" providerId="ADAL" clId="{BC9FAF7B-A62E-419A-99EF-C42DD1FAC0B7}" dt="2025-02-18T19:06:23.337" v="886" actId="1076"/>
          <ac:spMkLst>
            <pc:docMk/>
            <pc:sldMk cId="3060223365" sldId="310"/>
            <ac:spMk id="12" creationId="{649280C8-6CDC-3E4D-6D36-3ABA0137CF99}"/>
          </ac:spMkLst>
        </pc:spChg>
        <pc:spChg chg="add mod">
          <ac:chgData name="Jenny Díaz Ramírez" userId="df7d83af-54c1-43f9-a4ec-fea9744b3563" providerId="ADAL" clId="{BC9FAF7B-A62E-419A-99EF-C42DD1FAC0B7}" dt="2025-02-18T21:09:18.124" v="1927" actId="403"/>
          <ac:spMkLst>
            <pc:docMk/>
            <pc:sldMk cId="3060223365" sldId="310"/>
            <ac:spMk id="13" creationId="{778A41AA-7CBC-DE9B-B1A6-2482DA92A461}"/>
          </ac:spMkLst>
        </pc:spChg>
        <pc:spChg chg="add del mod">
          <ac:chgData name="Jenny Díaz Ramírez" userId="df7d83af-54c1-43f9-a4ec-fea9744b3563" providerId="ADAL" clId="{BC9FAF7B-A62E-419A-99EF-C42DD1FAC0B7}" dt="2025-02-18T21:09:22.642" v="1928" actId="478"/>
          <ac:spMkLst>
            <pc:docMk/>
            <pc:sldMk cId="3060223365" sldId="310"/>
            <ac:spMk id="14" creationId="{0268A40E-16E6-9C77-A0FB-287D44EC939B}"/>
          </ac:spMkLst>
        </pc:spChg>
        <pc:spChg chg="add del mod">
          <ac:chgData name="Jenny Díaz Ramírez" userId="df7d83af-54c1-43f9-a4ec-fea9744b3563" providerId="ADAL" clId="{BC9FAF7B-A62E-419A-99EF-C42DD1FAC0B7}" dt="2025-02-18T21:08:47.915" v="1910" actId="478"/>
          <ac:spMkLst>
            <pc:docMk/>
            <pc:sldMk cId="3060223365" sldId="310"/>
            <ac:spMk id="15" creationId="{6A1BF221-EA51-717B-4540-194C33199E16}"/>
          </ac:spMkLst>
        </pc:spChg>
        <pc:picChg chg="mod">
          <ac:chgData name="Jenny Díaz Ramírez" userId="df7d83af-54c1-43f9-a4ec-fea9744b3563" providerId="ADAL" clId="{BC9FAF7B-A62E-419A-99EF-C42DD1FAC0B7}" dt="2025-02-18T18:43:38.949" v="608" actId="1076"/>
          <ac:picMkLst>
            <pc:docMk/>
            <pc:sldMk cId="3060223365" sldId="310"/>
            <ac:picMk id="2" creationId="{E9BE4062-02A9-4A81-8A61-4FE0F3CAE27B}"/>
          </ac:picMkLst>
        </pc:picChg>
      </pc:sldChg>
      <pc:sldChg chg="addSp delSp modSp add mod">
        <pc:chgData name="Jenny Díaz Ramírez" userId="df7d83af-54c1-43f9-a4ec-fea9744b3563" providerId="ADAL" clId="{BC9FAF7B-A62E-419A-99EF-C42DD1FAC0B7}" dt="2025-02-18T21:08:17.828" v="1901"/>
        <pc:sldMkLst>
          <pc:docMk/>
          <pc:sldMk cId="1335520051" sldId="329"/>
        </pc:sldMkLst>
        <pc:spChg chg="add del">
          <ac:chgData name="Jenny Díaz Ramírez" userId="df7d83af-54c1-43f9-a4ec-fea9744b3563" providerId="ADAL" clId="{BC9FAF7B-A62E-419A-99EF-C42DD1FAC0B7}" dt="2025-02-18T18:30:34.585" v="124"/>
          <ac:spMkLst>
            <pc:docMk/>
            <pc:sldMk cId="1335520051" sldId="329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BC9FAF7B-A62E-419A-99EF-C42DD1FAC0B7}" dt="2025-02-18T21:08:17.828" v="1901"/>
          <ac:spMkLst>
            <pc:docMk/>
            <pc:sldMk cId="1335520051" sldId="329"/>
            <ac:spMk id="7" creationId="{AB13A46E-D7E5-CDE5-FA19-E831B93DC5A0}"/>
          </ac:spMkLst>
        </pc:spChg>
        <pc:graphicFrameChg chg="add mod">
          <ac:chgData name="Jenny Díaz Ramírez" userId="df7d83af-54c1-43f9-a4ec-fea9744b3563" providerId="ADAL" clId="{BC9FAF7B-A62E-419A-99EF-C42DD1FAC0B7}" dt="2025-02-18T18:30:31.492" v="123"/>
          <ac:graphicFrameMkLst>
            <pc:docMk/>
            <pc:sldMk cId="1335520051" sldId="329"/>
            <ac:graphicFrameMk id="4" creationId="{54F74C23-60EC-55B9-A2C8-B15C3C848787}"/>
          </ac:graphicFrameMkLst>
        </pc:graphicFrameChg>
        <pc:graphicFrameChg chg="mod">
          <ac:chgData name="Jenny Díaz Ramírez" userId="df7d83af-54c1-43f9-a4ec-fea9744b3563" providerId="ADAL" clId="{BC9FAF7B-A62E-419A-99EF-C42DD1FAC0B7}" dt="2025-02-18T18:28:14.133" v="108" actId="1076"/>
          <ac:graphicFrameMkLst>
            <pc:docMk/>
            <pc:sldMk cId="1335520051" sldId="329"/>
            <ac:graphicFrameMk id="5" creationId="{00000000-0000-0000-0000-000000000000}"/>
          </ac:graphicFrameMkLst>
        </pc:graphicFrameChg>
        <pc:graphicFrameChg chg="del mod">
          <ac:chgData name="Jenny Díaz Ramírez" userId="df7d83af-54c1-43f9-a4ec-fea9744b3563" providerId="ADAL" clId="{BC9FAF7B-A62E-419A-99EF-C42DD1FAC0B7}" dt="2025-02-18T18:30:22.615" v="121" actId="478"/>
          <ac:graphicFrameMkLst>
            <pc:docMk/>
            <pc:sldMk cId="1335520051" sldId="329"/>
            <ac:graphicFrameMk id="13" creationId="{00000000-0000-0000-0000-000000000000}"/>
          </ac:graphicFrameMkLst>
        </pc:graphicFrameChg>
        <pc:picChg chg="add mod">
          <ac:chgData name="Jenny Díaz Ramírez" userId="df7d83af-54c1-43f9-a4ec-fea9744b3563" providerId="ADAL" clId="{BC9FAF7B-A62E-419A-99EF-C42DD1FAC0B7}" dt="2025-02-18T18:30:44.846" v="127" actId="1076"/>
          <ac:picMkLst>
            <pc:docMk/>
            <pc:sldMk cId="1335520051" sldId="329"/>
            <ac:picMk id="6" creationId="{35D8C2C5-2273-3873-480A-91599F984147}"/>
          </ac:picMkLst>
        </pc:picChg>
      </pc:sldChg>
      <pc:sldChg chg="modSp mod">
        <pc:chgData name="Jenny Díaz Ramírez" userId="df7d83af-54c1-43f9-a4ec-fea9744b3563" providerId="ADAL" clId="{BC9FAF7B-A62E-419A-99EF-C42DD1FAC0B7}" dt="2025-02-18T18:25:30.932" v="84" actId="14100"/>
        <pc:sldMkLst>
          <pc:docMk/>
          <pc:sldMk cId="529042108" sldId="346"/>
        </pc:sldMkLst>
        <pc:spChg chg="mod">
          <ac:chgData name="Jenny Díaz Ramírez" userId="df7d83af-54c1-43f9-a4ec-fea9744b3563" providerId="ADAL" clId="{BC9FAF7B-A62E-419A-99EF-C42DD1FAC0B7}" dt="2025-02-18T18:25:30.932" v="84" actId="14100"/>
          <ac:spMkLst>
            <pc:docMk/>
            <pc:sldMk cId="529042108" sldId="346"/>
            <ac:spMk id="7" creationId="{91CD45E0-DD8F-23A5-0873-9EDBC1D9867E}"/>
          </ac:spMkLst>
        </pc:spChg>
      </pc:sldChg>
      <pc:sldChg chg="modSp mod">
        <pc:chgData name="Jenny Díaz Ramírez" userId="df7d83af-54c1-43f9-a4ec-fea9744b3563" providerId="ADAL" clId="{BC9FAF7B-A62E-419A-99EF-C42DD1FAC0B7}" dt="2025-02-18T18:25:11.410" v="82" actId="207"/>
        <pc:sldMkLst>
          <pc:docMk/>
          <pc:sldMk cId="2960950710" sldId="350"/>
        </pc:sldMkLst>
        <pc:spChg chg="mod">
          <ac:chgData name="Jenny Díaz Ramírez" userId="df7d83af-54c1-43f9-a4ec-fea9744b3563" providerId="ADAL" clId="{BC9FAF7B-A62E-419A-99EF-C42DD1FAC0B7}" dt="2025-02-18T18:25:11.410" v="82" actId="207"/>
          <ac:spMkLst>
            <pc:docMk/>
            <pc:sldMk cId="2960950710" sldId="350"/>
            <ac:spMk id="2" creationId="{293E168C-8042-5B4E-A5A4-A5BF693AE2D6}"/>
          </ac:spMkLst>
        </pc:spChg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2974267398" sldId="351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2507793302" sldId="354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2638726173" sldId="355"/>
        </pc:sldMkLst>
      </pc:sldChg>
      <pc:sldChg chg="addSp modSp add mod ord">
        <pc:chgData name="Jenny Díaz Ramírez" userId="df7d83af-54c1-43f9-a4ec-fea9744b3563" providerId="ADAL" clId="{BC9FAF7B-A62E-419A-99EF-C42DD1FAC0B7}" dt="2025-02-18T21:09:45.821" v="1936"/>
        <pc:sldMkLst>
          <pc:docMk/>
          <pc:sldMk cId="3486716322" sldId="370"/>
        </pc:sldMkLst>
        <pc:spChg chg="add mod">
          <ac:chgData name="Jenny Díaz Ramírez" userId="df7d83af-54c1-43f9-a4ec-fea9744b3563" providerId="ADAL" clId="{BC9FAF7B-A62E-419A-99EF-C42DD1FAC0B7}" dt="2025-02-18T21:09:45.821" v="1936"/>
          <ac:spMkLst>
            <pc:docMk/>
            <pc:sldMk cId="3486716322" sldId="370"/>
            <ac:spMk id="3" creationId="{A6E694F7-78E0-9DB9-FD44-4FF70AC14566}"/>
          </ac:spMkLst>
        </pc:spChg>
        <pc:spChg chg="mod">
          <ac:chgData name="Jenny Díaz Ramírez" userId="df7d83af-54c1-43f9-a4ec-fea9744b3563" providerId="ADAL" clId="{BC9FAF7B-A62E-419A-99EF-C42DD1FAC0B7}" dt="2025-02-18T21:04:24.479" v="1891" actId="20577"/>
          <ac:spMkLst>
            <pc:docMk/>
            <pc:sldMk cId="3486716322" sldId="370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21:03:41.771" v="1875" actId="20577"/>
          <ac:spMkLst>
            <pc:docMk/>
            <pc:sldMk cId="3486716322" sldId="370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BC9FAF7B-A62E-419A-99EF-C42DD1FAC0B7}" dt="2025-02-18T21:06:57.875" v="1900" actId="20577"/>
          <ac:spMkLst>
            <pc:docMk/>
            <pc:sldMk cId="3486716322" sldId="370"/>
            <ac:spMk id="8" creationId="{00000000-0000-0000-0000-000000000000}"/>
          </ac:spMkLst>
        </pc:spChg>
      </pc:sldChg>
      <pc:sldChg chg="addSp delSp modSp add mod">
        <pc:chgData name="Jenny Díaz Ramírez" userId="df7d83af-54c1-43f9-a4ec-fea9744b3563" providerId="ADAL" clId="{BC9FAF7B-A62E-419A-99EF-C42DD1FAC0B7}" dt="2025-02-18T21:09:46.729" v="1937"/>
        <pc:sldMkLst>
          <pc:docMk/>
          <pc:sldMk cId="2728491872" sldId="371"/>
        </pc:sldMkLst>
        <pc:spChg chg="add mod">
          <ac:chgData name="Jenny Díaz Ramírez" userId="df7d83af-54c1-43f9-a4ec-fea9744b3563" providerId="ADAL" clId="{BC9FAF7B-A62E-419A-99EF-C42DD1FAC0B7}" dt="2025-02-18T21:09:46.729" v="1937"/>
          <ac:spMkLst>
            <pc:docMk/>
            <pc:sldMk cId="2728491872" sldId="371"/>
            <ac:spMk id="5" creationId="{3F633C45-E497-AFB2-F243-B81846AE8E6B}"/>
          </ac:spMkLst>
        </pc:spChg>
        <pc:graphicFrameChg chg="add mod">
          <ac:chgData name="Jenny Díaz Ramírez" userId="df7d83af-54c1-43f9-a4ec-fea9744b3563" providerId="ADAL" clId="{BC9FAF7B-A62E-419A-99EF-C42DD1FAC0B7}" dt="2025-02-18T18:30:51.878" v="129"/>
          <ac:graphicFrameMkLst>
            <pc:docMk/>
            <pc:sldMk cId="2728491872" sldId="371"/>
            <ac:graphicFrameMk id="3" creationId="{9B4A4198-49E0-43C9-6ACD-A97FC3415A2E}"/>
          </ac:graphicFrameMkLst>
        </pc:graphicFrameChg>
        <pc:graphicFrameChg chg="del">
          <ac:chgData name="Jenny Díaz Ramírez" userId="df7d83af-54c1-43f9-a4ec-fea9744b3563" providerId="ADAL" clId="{BC9FAF7B-A62E-419A-99EF-C42DD1FAC0B7}" dt="2025-02-18T18:30:49.925" v="128" actId="478"/>
          <ac:graphicFrameMkLst>
            <pc:docMk/>
            <pc:sldMk cId="2728491872" sldId="371"/>
            <ac:graphicFrameMk id="13" creationId="{00000000-0000-0000-0000-000000000000}"/>
          </ac:graphicFrameMkLst>
        </pc:graphicFrameChg>
        <pc:picChg chg="add mod">
          <ac:chgData name="Jenny Díaz Ramírez" userId="df7d83af-54c1-43f9-a4ec-fea9744b3563" providerId="ADAL" clId="{BC9FAF7B-A62E-419A-99EF-C42DD1FAC0B7}" dt="2025-02-18T18:30:59.248" v="130"/>
          <ac:picMkLst>
            <pc:docMk/>
            <pc:sldMk cId="2728491872" sldId="371"/>
            <ac:picMk id="4" creationId="{E70F50F1-32C6-0EC3-FC8F-9717C8C2D60A}"/>
          </ac:picMkLst>
        </pc:picChg>
      </pc:sldChg>
      <pc:sldChg chg="addSp modSp add">
        <pc:chgData name="Jenny Díaz Ramírez" userId="df7d83af-54c1-43f9-a4ec-fea9744b3563" providerId="ADAL" clId="{BC9FAF7B-A62E-419A-99EF-C42DD1FAC0B7}" dt="2025-02-18T21:09:49.079" v="1938"/>
        <pc:sldMkLst>
          <pc:docMk/>
          <pc:sldMk cId="1201786992" sldId="373"/>
        </pc:sldMkLst>
        <pc:spChg chg="add mod">
          <ac:chgData name="Jenny Díaz Ramírez" userId="df7d83af-54c1-43f9-a4ec-fea9744b3563" providerId="ADAL" clId="{BC9FAF7B-A62E-419A-99EF-C42DD1FAC0B7}" dt="2025-02-18T21:09:49.079" v="1938"/>
          <ac:spMkLst>
            <pc:docMk/>
            <pc:sldMk cId="1201786992" sldId="373"/>
            <ac:spMk id="3" creationId="{870409DD-9341-9C90-6B41-9620C267026E}"/>
          </ac:spMkLst>
        </pc:spChg>
      </pc:sldChg>
      <pc:sldChg chg="addSp modSp add">
        <pc:chgData name="Jenny Díaz Ramírez" userId="df7d83af-54c1-43f9-a4ec-fea9744b3563" providerId="ADAL" clId="{BC9FAF7B-A62E-419A-99EF-C42DD1FAC0B7}" dt="2025-02-18T21:09:52.853" v="1940"/>
        <pc:sldMkLst>
          <pc:docMk/>
          <pc:sldMk cId="3214233616" sldId="374"/>
        </pc:sldMkLst>
        <pc:spChg chg="add mod">
          <ac:chgData name="Jenny Díaz Ramírez" userId="df7d83af-54c1-43f9-a4ec-fea9744b3563" providerId="ADAL" clId="{BC9FAF7B-A62E-419A-99EF-C42DD1FAC0B7}" dt="2025-02-18T21:09:52.853" v="1940"/>
          <ac:spMkLst>
            <pc:docMk/>
            <pc:sldMk cId="3214233616" sldId="374"/>
            <ac:spMk id="3" creationId="{86809A3C-919E-C765-FD4B-B8DEC8E3E86A}"/>
          </ac:spMkLst>
        </pc:spChg>
      </pc:sldChg>
      <pc:sldChg chg="addSp modSp add">
        <pc:chgData name="Jenny Díaz Ramírez" userId="df7d83af-54c1-43f9-a4ec-fea9744b3563" providerId="ADAL" clId="{BC9FAF7B-A62E-419A-99EF-C42DD1FAC0B7}" dt="2025-02-18T21:09:55.538" v="1941"/>
        <pc:sldMkLst>
          <pc:docMk/>
          <pc:sldMk cId="3913570787" sldId="375"/>
        </pc:sldMkLst>
        <pc:spChg chg="add mod">
          <ac:chgData name="Jenny Díaz Ramírez" userId="df7d83af-54c1-43f9-a4ec-fea9744b3563" providerId="ADAL" clId="{BC9FAF7B-A62E-419A-99EF-C42DD1FAC0B7}" dt="2025-02-18T21:09:55.538" v="1941"/>
          <ac:spMkLst>
            <pc:docMk/>
            <pc:sldMk cId="3913570787" sldId="375"/>
            <ac:spMk id="3" creationId="{CA2DEEE4-DAEA-B2B9-5DA2-DB8E54359964}"/>
          </ac:spMkLst>
        </pc:spChg>
      </pc:sldChg>
      <pc:sldChg chg="addSp modSp add del">
        <pc:chgData name="Jenny Díaz Ramírez" userId="df7d83af-54c1-43f9-a4ec-fea9744b3563" providerId="ADAL" clId="{BC9FAF7B-A62E-419A-99EF-C42DD1FAC0B7}" dt="2025-02-18T21:10:18.300" v="1943" actId="47"/>
        <pc:sldMkLst>
          <pc:docMk/>
          <pc:sldMk cId="3172109557" sldId="378"/>
        </pc:sldMkLst>
        <pc:spChg chg="add mod">
          <ac:chgData name="Jenny Díaz Ramírez" userId="df7d83af-54c1-43f9-a4ec-fea9744b3563" providerId="ADAL" clId="{BC9FAF7B-A62E-419A-99EF-C42DD1FAC0B7}" dt="2025-02-18T21:09:57.381" v="1942"/>
          <ac:spMkLst>
            <pc:docMk/>
            <pc:sldMk cId="3172109557" sldId="378"/>
            <ac:spMk id="3" creationId="{019C75DD-266E-B1DA-8996-5403878F08C8}"/>
          </ac:spMkLst>
        </pc:spChg>
      </pc:sldChg>
      <pc:sldChg chg="addSp modSp add">
        <pc:chgData name="Jenny Díaz Ramírez" userId="df7d83af-54c1-43f9-a4ec-fea9744b3563" providerId="ADAL" clId="{BC9FAF7B-A62E-419A-99EF-C42DD1FAC0B7}" dt="2025-02-18T21:09:50.781" v="1939"/>
        <pc:sldMkLst>
          <pc:docMk/>
          <pc:sldMk cId="3291395366" sldId="379"/>
        </pc:sldMkLst>
        <pc:spChg chg="add mod">
          <ac:chgData name="Jenny Díaz Ramírez" userId="df7d83af-54c1-43f9-a4ec-fea9744b3563" providerId="ADAL" clId="{BC9FAF7B-A62E-419A-99EF-C42DD1FAC0B7}" dt="2025-02-18T21:09:50.781" v="1939"/>
          <ac:spMkLst>
            <pc:docMk/>
            <pc:sldMk cId="3291395366" sldId="379"/>
            <ac:spMk id="3" creationId="{D64A017E-968D-3D3D-6D84-5BEEB5F00A09}"/>
          </ac:spMkLst>
        </pc:spChg>
      </pc:sldChg>
      <pc:sldChg chg="addSp delSp modSp add mod modAnim">
        <pc:chgData name="Jenny Díaz Ramírez" userId="df7d83af-54c1-43f9-a4ec-fea9744b3563" providerId="ADAL" clId="{BC9FAF7B-A62E-419A-99EF-C42DD1FAC0B7}" dt="2025-02-18T21:09:29.568" v="1930"/>
        <pc:sldMkLst>
          <pc:docMk/>
          <pc:sldMk cId="1363361205" sldId="380"/>
        </pc:sldMkLst>
        <pc:spChg chg="mod">
          <ac:chgData name="Jenny Díaz Ramírez" userId="df7d83af-54c1-43f9-a4ec-fea9744b3563" providerId="ADAL" clId="{BC9FAF7B-A62E-419A-99EF-C42DD1FAC0B7}" dt="2025-02-18T18:48:33.669" v="717" actId="14100"/>
          <ac:spMkLst>
            <pc:docMk/>
            <pc:sldMk cId="1363361205" sldId="380"/>
            <ac:spMk id="2" creationId="{A7BE2A23-EA20-9C9B-D76E-38166BC8F07D}"/>
          </ac:spMkLst>
        </pc:spChg>
        <pc:spChg chg="add mod">
          <ac:chgData name="Jenny Díaz Ramírez" userId="df7d83af-54c1-43f9-a4ec-fea9744b3563" providerId="ADAL" clId="{BC9FAF7B-A62E-419A-99EF-C42DD1FAC0B7}" dt="2025-02-18T18:56:59.879" v="792" actId="1076"/>
          <ac:spMkLst>
            <pc:docMk/>
            <pc:sldMk cId="1363361205" sldId="380"/>
            <ac:spMk id="4" creationId="{03FE725A-6F07-419D-0F31-DA29C69C906B}"/>
          </ac:spMkLst>
        </pc:spChg>
        <pc:spChg chg="del">
          <ac:chgData name="Jenny Díaz Ramírez" userId="df7d83af-54c1-43f9-a4ec-fea9744b3563" providerId="ADAL" clId="{BC9FAF7B-A62E-419A-99EF-C42DD1FAC0B7}" dt="2025-02-18T18:46:34.066" v="694" actId="478"/>
          <ac:spMkLst>
            <pc:docMk/>
            <pc:sldMk cId="1363361205" sldId="380"/>
            <ac:spMk id="5" creationId="{4FC5C1BE-CFE5-F076-2323-FDEED745CF7F}"/>
          </ac:spMkLst>
        </pc:spChg>
        <pc:spChg chg="del">
          <ac:chgData name="Jenny Díaz Ramírez" userId="df7d83af-54c1-43f9-a4ec-fea9744b3563" providerId="ADAL" clId="{BC9FAF7B-A62E-419A-99EF-C42DD1FAC0B7}" dt="2025-02-18T18:46:34.066" v="694" actId="478"/>
          <ac:spMkLst>
            <pc:docMk/>
            <pc:sldMk cId="1363361205" sldId="380"/>
            <ac:spMk id="6" creationId="{AE195CFB-8714-34C0-70E3-EC64CE5D2A79}"/>
          </ac:spMkLst>
        </pc:spChg>
        <pc:spChg chg="del">
          <ac:chgData name="Jenny Díaz Ramírez" userId="df7d83af-54c1-43f9-a4ec-fea9744b3563" providerId="ADAL" clId="{BC9FAF7B-A62E-419A-99EF-C42DD1FAC0B7}" dt="2025-02-18T18:46:34.066" v="694" actId="478"/>
          <ac:spMkLst>
            <pc:docMk/>
            <pc:sldMk cId="1363361205" sldId="380"/>
            <ac:spMk id="7" creationId="{D73373C6-34D0-8BD2-23FF-CDE124616118}"/>
          </ac:spMkLst>
        </pc:spChg>
        <pc:spChg chg="add mod">
          <ac:chgData name="Jenny Díaz Ramírez" userId="df7d83af-54c1-43f9-a4ec-fea9744b3563" providerId="ADAL" clId="{BC9FAF7B-A62E-419A-99EF-C42DD1FAC0B7}" dt="2025-02-18T18:57:45.719" v="798" actId="1076"/>
          <ac:spMkLst>
            <pc:docMk/>
            <pc:sldMk cId="1363361205" sldId="380"/>
            <ac:spMk id="8" creationId="{0880B0A8-4EEC-B7E8-2742-E26F7B147666}"/>
          </ac:spMkLst>
        </pc:spChg>
        <pc:spChg chg="add mod">
          <ac:chgData name="Jenny Díaz Ramírez" userId="df7d83af-54c1-43f9-a4ec-fea9744b3563" providerId="ADAL" clId="{BC9FAF7B-A62E-419A-99EF-C42DD1FAC0B7}" dt="2025-02-18T18:56:59.879" v="792" actId="1076"/>
          <ac:spMkLst>
            <pc:docMk/>
            <pc:sldMk cId="1363361205" sldId="380"/>
            <ac:spMk id="9" creationId="{0B0A5B9D-7983-12A5-56FE-2CFEDAB27635}"/>
          </ac:spMkLst>
        </pc:spChg>
        <pc:spChg chg="del">
          <ac:chgData name="Jenny Díaz Ramírez" userId="df7d83af-54c1-43f9-a4ec-fea9744b3563" providerId="ADAL" clId="{BC9FAF7B-A62E-419A-99EF-C42DD1FAC0B7}" dt="2025-02-18T18:46:36.698" v="695" actId="478"/>
          <ac:spMkLst>
            <pc:docMk/>
            <pc:sldMk cId="1363361205" sldId="380"/>
            <ac:spMk id="10" creationId="{C9471D4A-3E9C-1F4F-F225-A794AA512525}"/>
          </ac:spMkLst>
        </pc:spChg>
        <pc:spChg chg="add mod">
          <ac:chgData name="Jenny Díaz Ramírez" userId="df7d83af-54c1-43f9-a4ec-fea9744b3563" providerId="ADAL" clId="{BC9FAF7B-A62E-419A-99EF-C42DD1FAC0B7}" dt="2025-02-18T18:56:59.879" v="792" actId="1076"/>
          <ac:spMkLst>
            <pc:docMk/>
            <pc:sldMk cId="1363361205" sldId="380"/>
            <ac:spMk id="12" creationId="{A35CF284-5506-4BF9-8212-39ADCD6892B5}"/>
          </ac:spMkLst>
        </pc:spChg>
        <pc:spChg chg="del">
          <ac:chgData name="Jenny Díaz Ramírez" userId="df7d83af-54c1-43f9-a4ec-fea9744b3563" providerId="ADAL" clId="{BC9FAF7B-A62E-419A-99EF-C42DD1FAC0B7}" dt="2025-02-18T18:46:34.066" v="694" actId="478"/>
          <ac:spMkLst>
            <pc:docMk/>
            <pc:sldMk cId="1363361205" sldId="380"/>
            <ac:spMk id="13" creationId="{33D0C83E-EBD7-6A70-1B83-84B85CB117B9}"/>
          </ac:spMkLst>
        </pc:spChg>
        <pc:spChg chg="del">
          <ac:chgData name="Jenny Díaz Ramírez" userId="df7d83af-54c1-43f9-a4ec-fea9744b3563" providerId="ADAL" clId="{BC9FAF7B-A62E-419A-99EF-C42DD1FAC0B7}" dt="2025-02-18T18:46:34.066" v="694" actId="478"/>
          <ac:spMkLst>
            <pc:docMk/>
            <pc:sldMk cId="1363361205" sldId="380"/>
            <ac:spMk id="14" creationId="{9C95C3C1-4EC4-9B41-F0AF-2C1BFE4975A5}"/>
          </ac:spMkLst>
        </pc:spChg>
        <pc:spChg chg="add mod">
          <ac:chgData name="Jenny Díaz Ramírez" userId="df7d83af-54c1-43f9-a4ec-fea9744b3563" providerId="ADAL" clId="{BC9FAF7B-A62E-419A-99EF-C42DD1FAC0B7}" dt="2025-02-18T18:56:59.879" v="792" actId="1076"/>
          <ac:spMkLst>
            <pc:docMk/>
            <pc:sldMk cId="1363361205" sldId="380"/>
            <ac:spMk id="15" creationId="{66F6B2B3-5405-FD89-0557-60A72EDB2E07}"/>
          </ac:spMkLst>
        </pc:spChg>
        <pc:spChg chg="mod">
          <ac:chgData name="Jenny Díaz Ramírez" userId="df7d83af-54c1-43f9-a4ec-fea9744b3563" providerId="ADAL" clId="{BC9FAF7B-A62E-419A-99EF-C42DD1FAC0B7}" dt="2025-02-18T18:57:02.807" v="793" actId="20577"/>
          <ac:spMkLst>
            <pc:docMk/>
            <pc:sldMk cId="1363361205" sldId="380"/>
            <ac:spMk id="16" creationId="{3304A648-155F-3E41-72FF-FE60889FDA81}"/>
          </ac:spMkLst>
        </pc:spChg>
        <pc:spChg chg="add mod">
          <ac:chgData name="Jenny Díaz Ramírez" userId="df7d83af-54c1-43f9-a4ec-fea9744b3563" providerId="ADAL" clId="{BC9FAF7B-A62E-419A-99EF-C42DD1FAC0B7}" dt="2025-02-18T18:57:34.027" v="795" actId="1076"/>
          <ac:spMkLst>
            <pc:docMk/>
            <pc:sldMk cId="1363361205" sldId="380"/>
            <ac:spMk id="17" creationId="{0443F495-EE0B-BD62-794F-8D69529C96B3}"/>
          </ac:spMkLst>
        </pc:spChg>
        <pc:spChg chg="mod">
          <ac:chgData name="Jenny Díaz Ramírez" userId="df7d83af-54c1-43f9-a4ec-fea9744b3563" providerId="ADAL" clId="{BC9FAF7B-A62E-419A-99EF-C42DD1FAC0B7}" dt="2025-02-18T18:54:15.574" v="776" actId="5793"/>
          <ac:spMkLst>
            <pc:docMk/>
            <pc:sldMk cId="1363361205" sldId="380"/>
            <ac:spMk id="18" creationId="{5052B610-A772-2C5D-D7BA-13F453BFC7B0}"/>
          </ac:spMkLst>
        </pc:spChg>
        <pc:spChg chg="add mod">
          <ac:chgData name="Jenny Díaz Ramírez" userId="df7d83af-54c1-43f9-a4ec-fea9744b3563" providerId="ADAL" clId="{BC9FAF7B-A62E-419A-99EF-C42DD1FAC0B7}" dt="2025-02-18T18:56:59.879" v="792" actId="1076"/>
          <ac:spMkLst>
            <pc:docMk/>
            <pc:sldMk cId="1363361205" sldId="380"/>
            <ac:spMk id="19" creationId="{AD7C747A-9FAC-1B9D-BB0E-27C1D3CC929C}"/>
          </ac:spMkLst>
        </pc:spChg>
        <pc:spChg chg="add mod">
          <ac:chgData name="Jenny Díaz Ramírez" userId="df7d83af-54c1-43f9-a4ec-fea9744b3563" providerId="ADAL" clId="{BC9FAF7B-A62E-419A-99EF-C42DD1FAC0B7}" dt="2025-02-18T18:56:59.879" v="792" actId="1076"/>
          <ac:spMkLst>
            <pc:docMk/>
            <pc:sldMk cId="1363361205" sldId="380"/>
            <ac:spMk id="20" creationId="{6B2C6A0A-A560-5829-A115-C29CDEB04E14}"/>
          </ac:spMkLst>
        </pc:spChg>
        <pc:spChg chg="mod">
          <ac:chgData name="Jenny Díaz Ramírez" userId="df7d83af-54c1-43f9-a4ec-fea9744b3563" providerId="ADAL" clId="{BC9FAF7B-A62E-419A-99EF-C42DD1FAC0B7}" dt="2025-02-18T18:57:37.845" v="796" actId="1076"/>
          <ac:spMkLst>
            <pc:docMk/>
            <pc:sldMk cId="1363361205" sldId="380"/>
            <ac:spMk id="21" creationId="{2DF61FB2-FCF5-6819-9D90-8B29951AC674}"/>
          </ac:spMkLst>
        </pc:spChg>
        <pc:spChg chg="add mod">
          <ac:chgData name="Jenny Díaz Ramírez" userId="df7d83af-54c1-43f9-a4ec-fea9744b3563" providerId="ADAL" clId="{BC9FAF7B-A62E-419A-99EF-C42DD1FAC0B7}" dt="2025-02-18T18:56:59.879" v="792" actId="1076"/>
          <ac:spMkLst>
            <pc:docMk/>
            <pc:sldMk cId="1363361205" sldId="380"/>
            <ac:spMk id="23" creationId="{516CE70E-A4F4-E227-C6C0-13F4FC105E6B}"/>
          </ac:spMkLst>
        </pc:spChg>
        <pc:spChg chg="add mod">
          <ac:chgData name="Jenny Díaz Ramírez" userId="df7d83af-54c1-43f9-a4ec-fea9744b3563" providerId="ADAL" clId="{BC9FAF7B-A62E-419A-99EF-C42DD1FAC0B7}" dt="2025-02-18T18:57:43.036" v="797" actId="1076"/>
          <ac:spMkLst>
            <pc:docMk/>
            <pc:sldMk cId="1363361205" sldId="380"/>
            <ac:spMk id="24" creationId="{890BF255-1287-5B72-63D7-8C68E774CEBB}"/>
          </ac:spMkLst>
        </pc:spChg>
        <pc:spChg chg="add mod">
          <ac:chgData name="Jenny Díaz Ramírez" userId="df7d83af-54c1-43f9-a4ec-fea9744b3563" providerId="ADAL" clId="{BC9FAF7B-A62E-419A-99EF-C42DD1FAC0B7}" dt="2025-02-18T18:48:22.731" v="716" actId="164"/>
          <ac:spMkLst>
            <pc:docMk/>
            <pc:sldMk cId="1363361205" sldId="380"/>
            <ac:spMk id="27" creationId="{9CFBBE26-A070-88F9-DC3D-8C132EC1D687}"/>
          </ac:spMkLst>
        </pc:spChg>
        <pc:spChg chg="add mod">
          <ac:chgData name="Jenny Díaz Ramírez" userId="df7d83af-54c1-43f9-a4ec-fea9744b3563" providerId="ADAL" clId="{BC9FAF7B-A62E-419A-99EF-C42DD1FAC0B7}" dt="2025-02-18T18:48:22.731" v="716" actId="164"/>
          <ac:spMkLst>
            <pc:docMk/>
            <pc:sldMk cId="1363361205" sldId="380"/>
            <ac:spMk id="28" creationId="{48B73BCC-8697-DDF0-2AAF-1AE6406766EB}"/>
          </ac:spMkLst>
        </pc:spChg>
        <pc:spChg chg="add del mod ord">
          <ac:chgData name="Jenny Díaz Ramírez" userId="df7d83af-54c1-43f9-a4ec-fea9744b3563" providerId="ADAL" clId="{BC9FAF7B-A62E-419A-99EF-C42DD1FAC0B7}" dt="2025-02-18T18:57:54.023" v="800" actId="20577"/>
          <ac:spMkLst>
            <pc:docMk/>
            <pc:sldMk cId="1363361205" sldId="380"/>
            <ac:spMk id="30" creationId="{EFEE9CF9-6F84-5CAE-1FAD-0F5798609188}"/>
          </ac:spMkLst>
        </pc:spChg>
        <pc:spChg chg="add mod ord">
          <ac:chgData name="Jenny Díaz Ramírez" userId="df7d83af-54c1-43f9-a4ec-fea9744b3563" providerId="ADAL" clId="{BC9FAF7B-A62E-419A-99EF-C42DD1FAC0B7}" dt="2025-02-18T18:51:16.095" v="747" actId="170"/>
          <ac:spMkLst>
            <pc:docMk/>
            <pc:sldMk cId="1363361205" sldId="380"/>
            <ac:spMk id="31" creationId="{BE82FFAF-9B6C-27AE-0098-0A9FF42CAE94}"/>
          </ac:spMkLst>
        </pc:spChg>
        <pc:spChg chg="add mod">
          <ac:chgData name="Jenny Díaz Ramírez" userId="df7d83af-54c1-43f9-a4ec-fea9744b3563" providerId="ADAL" clId="{BC9FAF7B-A62E-419A-99EF-C42DD1FAC0B7}" dt="2025-02-18T21:09:29.568" v="1930"/>
          <ac:spMkLst>
            <pc:docMk/>
            <pc:sldMk cId="1363361205" sldId="380"/>
            <ac:spMk id="34" creationId="{B0CFBF47-0C3B-1F11-52B8-6872BF196FBC}"/>
          </ac:spMkLst>
        </pc:spChg>
        <pc:grpChg chg="add mod">
          <ac:chgData name="Jenny Díaz Ramírez" userId="df7d83af-54c1-43f9-a4ec-fea9744b3563" providerId="ADAL" clId="{BC9FAF7B-A62E-419A-99EF-C42DD1FAC0B7}" dt="2025-02-18T18:48:38.010" v="718" actId="1076"/>
          <ac:grpSpMkLst>
            <pc:docMk/>
            <pc:sldMk cId="1363361205" sldId="380"/>
            <ac:grpSpMk id="29" creationId="{1C71A69F-23F6-A1B2-9B79-0DF27EB12C86}"/>
          </ac:grpSpMkLst>
        </pc:grpChg>
        <pc:picChg chg="del">
          <ac:chgData name="Jenny Díaz Ramírez" userId="df7d83af-54c1-43f9-a4ec-fea9744b3563" providerId="ADAL" clId="{BC9FAF7B-A62E-419A-99EF-C42DD1FAC0B7}" dt="2025-02-18T18:46:39.372" v="696" actId="478"/>
          <ac:picMkLst>
            <pc:docMk/>
            <pc:sldMk cId="1363361205" sldId="380"/>
            <ac:picMk id="11" creationId="{6741F9FB-7490-D301-09C8-CB592498E950}"/>
          </ac:picMkLst>
        </pc:picChg>
        <pc:picChg chg="add mod">
          <ac:chgData name="Jenny Díaz Ramírez" userId="df7d83af-54c1-43f9-a4ec-fea9744b3563" providerId="ADAL" clId="{BC9FAF7B-A62E-419A-99EF-C42DD1FAC0B7}" dt="2025-02-18T18:48:22.731" v="716" actId="164"/>
          <ac:picMkLst>
            <pc:docMk/>
            <pc:sldMk cId="1363361205" sldId="380"/>
            <ac:picMk id="26" creationId="{4EF3B175-7D56-09CB-FF2E-4E3CA8426122}"/>
          </ac:picMkLst>
        </pc:picChg>
        <pc:picChg chg="add del mod">
          <ac:chgData name="Jenny Díaz Ramírez" userId="df7d83af-54c1-43f9-a4ec-fea9744b3563" providerId="ADAL" clId="{BC9FAF7B-A62E-419A-99EF-C42DD1FAC0B7}" dt="2025-02-18T18:50:27.168" v="738" actId="478"/>
          <ac:picMkLst>
            <pc:docMk/>
            <pc:sldMk cId="1363361205" sldId="380"/>
            <ac:picMk id="32" creationId="{1B4360EF-DF29-F7C7-0A8C-66DF4D657476}"/>
          </ac:picMkLst>
        </pc:picChg>
        <pc:picChg chg="add mod">
          <ac:chgData name="Jenny Díaz Ramírez" userId="df7d83af-54c1-43f9-a4ec-fea9744b3563" providerId="ADAL" clId="{BC9FAF7B-A62E-419A-99EF-C42DD1FAC0B7}" dt="2025-02-18T18:56:32.499" v="789" actId="1076"/>
          <ac:picMkLst>
            <pc:docMk/>
            <pc:sldMk cId="1363361205" sldId="380"/>
            <ac:picMk id="33" creationId="{C67C70B8-48F5-7632-E6AA-96FA3BCEC9F3}"/>
          </ac:picMkLst>
        </pc:picChg>
        <pc:cxnChg chg="mod">
          <ac:chgData name="Jenny Díaz Ramírez" userId="df7d83af-54c1-43f9-a4ec-fea9744b3563" providerId="ADAL" clId="{BC9FAF7B-A62E-419A-99EF-C42DD1FAC0B7}" dt="2025-02-18T18:47:13.452" v="702" actId="1076"/>
          <ac:cxnSpMkLst>
            <pc:docMk/>
            <pc:sldMk cId="1363361205" sldId="380"/>
            <ac:cxnSpMk id="25" creationId="{B6594F72-6A6E-146D-8822-A16BD61A5A31}"/>
          </ac:cxnSpMkLst>
        </pc:cxnChg>
      </pc:sldChg>
      <pc:sldChg chg="addSp delSp modSp add mod">
        <pc:chgData name="Jenny Díaz Ramírez" userId="df7d83af-54c1-43f9-a4ec-fea9744b3563" providerId="ADAL" clId="{BC9FAF7B-A62E-419A-99EF-C42DD1FAC0B7}" dt="2025-02-18T21:09:32.753" v="1931"/>
        <pc:sldMkLst>
          <pc:docMk/>
          <pc:sldMk cId="1028143527" sldId="381"/>
        </pc:sldMkLst>
        <pc:spChg chg="mod">
          <ac:chgData name="Jenny Díaz Ramírez" userId="df7d83af-54c1-43f9-a4ec-fea9744b3563" providerId="ADAL" clId="{BC9FAF7B-A62E-419A-99EF-C42DD1FAC0B7}" dt="2025-02-18T20:51:44.665" v="917" actId="20577"/>
          <ac:spMkLst>
            <pc:docMk/>
            <pc:sldMk cId="1028143527" sldId="381"/>
            <ac:spMk id="2" creationId="{FA01F02D-7F12-E6AE-3411-3C31631BFFEA}"/>
          </ac:spMkLst>
        </pc:spChg>
        <pc:spChg chg="add del mod">
          <ac:chgData name="Jenny Díaz Ramírez" userId="df7d83af-54c1-43f9-a4ec-fea9744b3563" providerId="ADAL" clId="{BC9FAF7B-A62E-419A-99EF-C42DD1FAC0B7}" dt="2025-02-18T20:49:44.920" v="888" actId="478"/>
          <ac:spMkLst>
            <pc:docMk/>
            <pc:sldMk cId="1028143527" sldId="381"/>
            <ac:spMk id="4" creationId="{B349D897-3BCD-F615-2201-970F6EA49305}"/>
          </ac:spMkLst>
        </pc:spChg>
        <pc:spChg chg="del">
          <ac:chgData name="Jenny Díaz Ramírez" userId="df7d83af-54c1-43f9-a4ec-fea9744b3563" providerId="ADAL" clId="{BC9FAF7B-A62E-419A-99EF-C42DD1FAC0B7}" dt="2025-02-18T18:53:34.223" v="760" actId="478"/>
          <ac:spMkLst>
            <pc:docMk/>
            <pc:sldMk cId="1028143527" sldId="381"/>
            <ac:spMk id="5" creationId="{70921DE4-9305-5125-2C9C-C5F8E5C14345}"/>
          </ac:spMkLst>
        </pc:spChg>
        <pc:spChg chg="del">
          <ac:chgData name="Jenny Díaz Ramírez" userId="df7d83af-54c1-43f9-a4ec-fea9744b3563" providerId="ADAL" clId="{BC9FAF7B-A62E-419A-99EF-C42DD1FAC0B7}" dt="2025-02-18T18:53:34.223" v="760" actId="478"/>
          <ac:spMkLst>
            <pc:docMk/>
            <pc:sldMk cId="1028143527" sldId="381"/>
            <ac:spMk id="6" creationId="{E1A67FF5-9CF1-F3FE-9B7E-D153E9A5458A}"/>
          </ac:spMkLst>
        </pc:spChg>
        <pc:spChg chg="del">
          <ac:chgData name="Jenny Díaz Ramírez" userId="df7d83af-54c1-43f9-a4ec-fea9744b3563" providerId="ADAL" clId="{BC9FAF7B-A62E-419A-99EF-C42DD1FAC0B7}" dt="2025-02-18T18:53:34.223" v="760" actId="478"/>
          <ac:spMkLst>
            <pc:docMk/>
            <pc:sldMk cId="1028143527" sldId="381"/>
            <ac:spMk id="7" creationId="{29855261-889F-ADE7-3F22-3A317DA4D7C0}"/>
          </ac:spMkLst>
        </pc:spChg>
        <pc:spChg chg="add mod">
          <ac:chgData name="Jenny Díaz Ramírez" userId="df7d83af-54c1-43f9-a4ec-fea9744b3563" providerId="ADAL" clId="{BC9FAF7B-A62E-419A-99EF-C42DD1FAC0B7}" dt="2025-02-18T20:51:59.064" v="938" actId="20577"/>
          <ac:spMkLst>
            <pc:docMk/>
            <pc:sldMk cId="1028143527" sldId="381"/>
            <ac:spMk id="8" creationId="{7AE5C321-884F-02EF-D5F9-298083767A33}"/>
          </ac:spMkLst>
        </pc:spChg>
        <pc:spChg chg="del">
          <ac:chgData name="Jenny Díaz Ramírez" userId="df7d83af-54c1-43f9-a4ec-fea9744b3563" providerId="ADAL" clId="{BC9FAF7B-A62E-419A-99EF-C42DD1FAC0B7}" dt="2025-02-18T18:53:34.223" v="760" actId="478"/>
          <ac:spMkLst>
            <pc:docMk/>
            <pc:sldMk cId="1028143527" sldId="381"/>
            <ac:spMk id="10" creationId="{68D123F5-5A75-C337-B14E-BA5461F54836}"/>
          </ac:spMkLst>
        </pc:spChg>
        <pc:spChg chg="del">
          <ac:chgData name="Jenny Díaz Ramírez" userId="df7d83af-54c1-43f9-a4ec-fea9744b3563" providerId="ADAL" clId="{BC9FAF7B-A62E-419A-99EF-C42DD1FAC0B7}" dt="2025-02-18T18:53:34.223" v="760" actId="478"/>
          <ac:spMkLst>
            <pc:docMk/>
            <pc:sldMk cId="1028143527" sldId="381"/>
            <ac:spMk id="13" creationId="{1E608215-0166-EF9B-4764-7789A1A519C4}"/>
          </ac:spMkLst>
        </pc:spChg>
        <pc:spChg chg="del">
          <ac:chgData name="Jenny Díaz Ramírez" userId="df7d83af-54c1-43f9-a4ec-fea9744b3563" providerId="ADAL" clId="{BC9FAF7B-A62E-419A-99EF-C42DD1FAC0B7}" dt="2025-02-18T18:53:34.223" v="760" actId="478"/>
          <ac:spMkLst>
            <pc:docMk/>
            <pc:sldMk cId="1028143527" sldId="381"/>
            <ac:spMk id="14" creationId="{EB93E9FE-6B88-E4C0-73E8-5790E0475A49}"/>
          </ac:spMkLst>
        </pc:spChg>
        <pc:spChg chg="add mod">
          <ac:chgData name="Jenny Díaz Ramírez" userId="df7d83af-54c1-43f9-a4ec-fea9744b3563" providerId="ADAL" clId="{BC9FAF7B-A62E-419A-99EF-C42DD1FAC0B7}" dt="2025-02-18T20:50:16.473" v="894" actId="1076"/>
          <ac:spMkLst>
            <pc:docMk/>
            <pc:sldMk cId="1028143527" sldId="381"/>
            <ac:spMk id="15" creationId="{62D9DAD5-5B2E-8251-98E8-A80C031B23BA}"/>
          </ac:spMkLst>
        </pc:spChg>
        <pc:spChg chg="add mod">
          <ac:chgData name="Jenny Díaz Ramírez" userId="df7d83af-54c1-43f9-a4ec-fea9744b3563" providerId="ADAL" clId="{BC9FAF7B-A62E-419A-99EF-C42DD1FAC0B7}" dt="2025-02-18T21:06:17.907" v="1895" actId="14100"/>
          <ac:spMkLst>
            <pc:docMk/>
            <pc:sldMk cId="1028143527" sldId="381"/>
            <ac:spMk id="17" creationId="{2695A780-48B1-30CA-DD42-C1ACBDAB6E05}"/>
          </ac:spMkLst>
        </pc:spChg>
        <pc:spChg chg="mod">
          <ac:chgData name="Jenny Díaz Ramírez" userId="df7d83af-54c1-43f9-a4ec-fea9744b3563" providerId="ADAL" clId="{BC9FAF7B-A62E-419A-99EF-C42DD1FAC0B7}" dt="2025-02-18T18:54:11.326" v="772" actId="5793"/>
          <ac:spMkLst>
            <pc:docMk/>
            <pc:sldMk cId="1028143527" sldId="381"/>
            <ac:spMk id="18" creationId="{44E73C83-1D27-E6D0-454C-E5558EE1D0DC}"/>
          </ac:spMkLst>
        </pc:spChg>
        <pc:spChg chg="add mod">
          <ac:chgData name="Jenny Díaz Ramírez" userId="df7d83af-54c1-43f9-a4ec-fea9744b3563" providerId="ADAL" clId="{BC9FAF7B-A62E-419A-99EF-C42DD1FAC0B7}" dt="2025-02-18T21:09:32.753" v="1931"/>
          <ac:spMkLst>
            <pc:docMk/>
            <pc:sldMk cId="1028143527" sldId="381"/>
            <ac:spMk id="19" creationId="{007B401E-6FB1-8DA8-9995-A4649F63222F}"/>
          </ac:spMkLst>
        </pc:spChg>
        <pc:picChg chg="add del mod">
          <ac:chgData name="Jenny Díaz Ramírez" userId="df7d83af-54c1-43f9-a4ec-fea9744b3563" providerId="ADAL" clId="{BC9FAF7B-A62E-419A-99EF-C42DD1FAC0B7}" dt="2025-02-18T18:59:11.573" v="801" actId="478"/>
          <ac:picMkLst>
            <pc:docMk/>
            <pc:sldMk cId="1028143527" sldId="381"/>
            <ac:picMk id="3" creationId="{E0AE3E25-B47F-9DFA-25E1-6D20D00F991E}"/>
          </ac:picMkLst>
        </pc:picChg>
        <pc:picChg chg="add mod modCrop">
          <ac:chgData name="Jenny Díaz Ramírez" userId="df7d83af-54c1-43f9-a4ec-fea9744b3563" providerId="ADAL" clId="{BC9FAF7B-A62E-419A-99EF-C42DD1FAC0B7}" dt="2025-02-18T18:59:33.569" v="806" actId="1076"/>
          <ac:picMkLst>
            <pc:docMk/>
            <pc:sldMk cId="1028143527" sldId="381"/>
            <ac:picMk id="9" creationId="{85C3FBEE-C596-4B7B-C2C3-3A17B85A39B7}"/>
          </ac:picMkLst>
        </pc:picChg>
        <pc:picChg chg="del">
          <ac:chgData name="Jenny Díaz Ramírez" userId="df7d83af-54c1-43f9-a4ec-fea9744b3563" providerId="ADAL" clId="{BC9FAF7B-A62E-419A-99EF-C42DD1FAC0B7}" dt="2025-02-18T18:53:35.037" v="761" actId="478"/>
          <ac:picMkLst>
            <pc:docMk/>
            <pc:sldMk cId="1028143527" sldId="381"/>
            <ac:picMk id="11" creationId="{6B0BAC16-C6C1-8D3B-A33F-014E3763C2B3}"/>
          </ac:picMkLst>
        </pc:picChg>
      </pc:sldChg>
      <pc:sldChg chg="addSp delSp modSp add mod">
        <pc:chgData name="Jenny Díaz Ramírez" userId="df7d83af-54c1-43f9-a4ec-fea9744b3563" providerId="ADAL" clId="{BC9FAF7B-A62E-419A-99EF-C42DD1FAC0B7}" dt="2025-02-18T21:09:36.493" v="1932"/>
        <pc:sldMkLst>
          <pc:docMk/>
          <pc:sldMk cId="893818536" sldId="382"/>
        </pc:sldMkLst>
        <pc:spChg chg="mod">
          <ac:chgData name="Jenny Díaz Ramírez" userId="df7d83af-54c1-43f9-a4ec-fea9744b3563" providerId="ADAL" clId="{BC9FAF7B-A62E-419A-99EF-C42DD1FAC0B7}" dt="2025-02-18T20:58:02.201" v="1530" actId="6549"/>
          <ac:spMkLst>
            <pc:docMk/>
            <pc:sldMk cId="893818536" sldId="382"/>
            <ac:spMk id="2" creationId="{8E9DA4B0-1533-892B-B12F-AC9AFF3BAD74}"/>
          </ac:spMkLst>
        </pc:spChg>
        <pc:spChg chg="add mod">
          <ac:chgData name="Jenny Díaz Ramírez" userId="df7d83af-54c1-43f9-a4ec-fea9744b3563" providerId="ADAL" clId="{BC9FAF7B-A62E-419A-99EF-C42DD1FAC0B7}" dt="2025-02-18T20:58:10.800" v="1533" actId="1076"/>
          <ac:spMkLst>
            <pc:docMk/>
            <pc:sldMk cId="893818536" sldId="382"/>
            <ac:spMk id="3" creationId="{8D6B480F-7CC4-E82C-98B5-6D5AB07104FF}"/>
          </ac:spMkLst>
        </pc:spChg>
        <pc:spChg chg="add mod">
          <ac:chgData name="Jenny Díaz Ramírez" userId="df7d83af-54c1-43f9-a4ec-fea9744b3563" providerId="ADAL" clId="{BC9FAF7B-A62E-419A-99EF-C42DD1FAC0B7}" dt="2025-02-18T20:58:41.561" v="1597" actId="20577"/>
          <ac:spMkLst>
            <pc:docMk/>
            <pc:sldMk cId="893818536" sldId="382"/>
            <ac:spMk id="4" creationId="{B1BD9CFB-79C1-80FE-9160-40CC08FF6D55}"/>
          </ac:spMkLst>
        </pc:spChg>
        <pc:spChg chg="add mod">
          <ac:chgData name="Jenny Díaz Ramírez" userId="df7d83af-54c1-43f9-a4ec-fea9744b3563" providerId="ADAL" clId="{BC9FAF7B-A62E-419A-99EF-C42DD1FAC0B7}" dt="2025-02-18T21:09:36.493" v="1932"/>
          <ac:spMkLst>
            <pc:docMk/>
            <pc:sldMk cId="893818536" sldId="382"/>
            <ac:spMk id="5" creationId="{2C7C9600-306B-1DF1-0892-18CA8BCC88D6}"/>
          </ac:spMkLst>
        </pc:spChg>
        <pc:spChg chg="mod">
          <ac:chgData name="Jenny Díaz Ramírez" userId="df7d83af-54c1-43f9-a4ec-fea9744b3563" providerId="ADAL" clId="{BC9FAF7B-A62E-419A-99EF-C42DD1FAC0B7}" dt="2025-02-18T20:58:08.655" v="1532" actId="14100"/>
          <ac:spMkLst>
            <pc:docMk/>
            <pc:sldMk cId="893818536" sldId="382"/>
            <ac:spMk id="8" creationId="{706A70B7-946C-22F3-CC0B-4E651DBDCDDE}"/>
          </ac:spMkLst>
        </pc:spChg>
        <pc:spChg chg="del">
          <ac:chgData name="Jenny Díaz Ramírez" userId="df7d83af-54c1-43f9-a4ec-fea9744b3563" providerId="ADAL" clId="{BC9FAF7B-A62E-419A-99EF-C42DD1FAC0B7}" dt="2025-02-18T20:52:46.879" v="940" actId="478"/>
          <ac:spMkLst>
            <pc:docMk/>
            <pc:sldMk cId="893818536" sldId="382"/>
            <ac:spMk id="15" creationId="{C996DC61-A07A-EBC5-9B47-CA2A52C9E860}"/>
          </ac:spMkLst>
        </pc:spChg>
        <pc:picChg chg="add mod">
          <ac:chgData name="Jenny Díaz Ramírez" userId="df7d83af-54c1-43f9-a4ec-fea9744b3563" providerId="ADAL" clId="{BC9FAF7B-A62E-419A-99EF-C42DD1FAC0B7}" dt="2025-02-18T20:53:34.488" v="949" actId="1076"/>
          <ac:picMkLst>
            <pc:docMk/>
            <pc:sldMk cId="893818536" sldId="382"/>
            <ac:picMk id="6" creationId="{2031EC4B-4646-4CF5-BE8F-4CFE65206226}"/>
          </ac:picMkLst>
        </pc:picChg>
        <pc:picChg chg="del">
          <ac:chgData name="Jenny Díaz Ramírez" userId="df7d83af-54c1-43f9-a4ec-fea9744b3563" providerId="ADAL" clId="{BC9FAF7B-A62E-419A-99EF-C42DD1FAC0B7}" dt="2025-02-18T20:53:25.929" v="946" actId="478"/>
          <ac:picMkLst>
            <pc:docMk/>
            <pc:sldMk cId="893818536" sldId="382"/>
            <ac:picMk id="9" creationId="{D7CF079A-D726-FCFF-1A40-6F4A59A9EF69}"/>
          </ac:picMkLst>
        </pc:picChg>
      </pc:sldChg>
      <pc:sldChg chg="addSp delSp modSp add mod">
        <pc:chgData name="Jenny Díaz Ramírez" userId="df7d83af-54c1-43f9-a4ec-fea9744b3563" providerId="ADAL" clId="{BC9FAF7B-A62E-419A-99EF-C42DD1FAC0B7}" dt="2025-02-18T21:09:38.241" v="1933"/>
        <pc:sldMkLst>
          <pc:docMk/>
          <pc:sldMk cId="1440855789" sldId="383"/>
        </pc:sldMkLst>
        <pc:spChg chg="mod">
          <ac:chgData name="Jenny Díaz Ramírez" userId="df7d83af-54c1-43f9-a4ec-fea9744b3563" providerId="ADAL" clId="{BC9FAF7B-A62E-419A-99EF-C42DD1FAC0B7}" dt="2025-02-18T21:01:00.323" v="1843" actId="27636"/>
          <ac:spMkLst>
            <pc:docMk/>
            <pc:sldMk cId="1440855789" sldId="383"/>
            <ac:spMk id="2" creationId="{7F150468-E332-2531-E9E4-C30CC9EDEE0C}"/>
          </ac:spMkLst>
        </pc:spChg>
        <pc:spChg chg="del">
          <ac:chgData name="Jenny Díaz Ramírez" userId="df7d83af-54c1-43f9-a4ec-fea9744b3563" providerId="ADAL" clId="{BC9FAF7B-A62E-419A-99EF-C42DD1FAC0B7}" dt="2025-02-18T21:00:33.975" v="1837" actId="478"/>
          <ac:spMkLst>
            <pc:docMk/>
            <pc:sldMk cId="1440855789" sldId="383"/>
            <ac:spMk id="3" creationId="{65E25926-6361-D3E7-AA7D-50405FFB07D4}"/>
          </ac:spMkLst>
        </pc:spChg>
        <pc:spChg chg="del">
          <ac:chgData name="Jenny Díaz Ramírez" userId="df7d83af-54c1-43f9-a4ec-fea9744b3563" providerId="ADAL" clId="{BC9FAF7B-A62E-419A-99EF-C42DD1FAC0B7}" dt="2025-02-18T21:00:37.170" v="1838" actId="478"/>
          <ac:spMkLst>
            <pc:docMk/>
            <pc:sldMk cId="1440855789" sldId="383"/>
            <ac:spMk id="4" creationId="{14882226-8A5B-74F1-E662-E58B656866AC}"/>
          </ac:spMkLst>
        </pc:spChg>
        <pc:spChg chg="add mod">
          <ac:chgData name="Jenny Díaz Ramírez" userId="df7d83af-54c1-43f9-a4ec-fea9744b3563" providerId="ADAL" clId="{BC9FAF7B-A62E-419A-99EF-C42DD1FAC0B7}" dt="2025-02-18T21:01:12.215" v="1849" actId="120"/>
          <ac:spMkLst>
            <pc:docMk/>
            <pc:sldMk cId="1440855789" sldId="383"/>
            <ac:spMk id="7" creationId="{CE00D7D7-37F8-F9DB-22BA-191ACB4A1BF3}"/>
          </ac:spMkLst>
        </pc:spChg>
        <pc:spChg chg="del">
          <ac:chgData name="Jenny Díaz Ramírez" userId="df7d83af-54c1-43f9-a4ec-fea9744b3563" providerId="ADAL" clId="{BC9FAF7B-A62E-419A-99EF-C42DD1FAC0B7}" dt="2025-02-18T21:00:30.976" v="1836" actId="478"/>
          <ac:spMkLst>
            <pc:docMk/>
            <pc:sldMk cId="1440855789" sldId="383"/>
            <ac:spMk id="8" creationId="{FE72A2C3-CFE6-6D54-DC74-9F23CC65FCAE}"/>
          </ac:spMkLst>
        </pc:spChg>
        <pc:spChg chg="add mod">
          <ac:chgData name="Jenny Díaz Ramírez" userId="df7d83af-54c1-43f9-a4ec-fea9744b3563" providerId="ADAL" clId="{BC9FAF7B-A62E-419A-99EF-C42DD1FAC0B7}" dt="2025-02-18T21:09:38.241" v="1933"/>
          <ac:spMkLst>
            <pc:docMk/>
            <pc:sldMk cId="1440855789" sldId="383"/>
            <ac:spMk id="9" creationId="{0A665907-F43B-5F05-01B0-F2209DEA7F72}"/>
          </ac:spMkLst>
        </pc:spChg>
      </pc:sldChg>
      <pc:sldChg chg="addSp modSp add mod">
        <pc:chgData name="Jenny Díaz Ramírez" userId="df7d83af-54c1-43f9-a4ec-fea9744b3563" providerId="ADAL" clId="{BC9FAF7B-A62E-419A-99EF-C42DD1FAC0B7}" dt="2025-02-18T21:09:43.926" v="1935"/>
        <pc:sldMkLst>
          <pc:docMk/>
          <pc:sldMk cId="742551622" sldId="384"/>
        </pc:sldMkLst>
        <pc:spChg chg="mod">
          <ac:chgData name="Jenny Díaz Ramírez" userId="df7d83af-54c1-43f9-a4ec-fea9744b3563" providerId="ADAL" clId="{BC9FAF7B-A62E-419A-99EF-C42DD1FAC0B7}" dt="2025-02-18T21:03:04.282" v="1873" actId="14100"/>
          <ac:spMkLst>
            <pc:docMk/>
            <pc:sldMk cId="742551622" sldId="384"/>
            <ac:spMk id="2" creationId="{9F6DCC78-08B6-D12A-F10E-9437DF2644D2}"/>
          </ac:spMkLst>
        </pc:spChg>
        <pc:spChg chg="add mod">
          <ac:chgData name="Jenny Díaz Ramírez" userId="df7d83af-54c1-43f9-a4ec-fea9744b3563" providerId="ADAL" clId="{BC9FAF7B-A62E-419A-99EF-C42DD1FAC0B7}" dt="2025-02-18T21:09:43.926" v="1935"/>
          <ac:spMkLst>
            <pc:docMk/>
            <pc:sldMk cId="742551622" sldId="384"/>
            <ac:spMk id="4" creationId="{B187BEA6-34DD-83AA-A4CE-D995B4DC8588}"/>
          </ac:spMkLst>
        </pc:spChg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0" sldId="401"/>
        </pc:sldMkLst>
      </pc:sldChg>
      <pc:sldChg chg="del">
        <pc:chgData name="Jenny Díaz Ramírez" userId="df7d83af-54c1-43f9-a4ec-fea9744b3563" providerId="ADAL" clId="{BC9FAF7B-A62E-419A-99EF-C42DD1FAC0B7}" dt="2025-02-18T18:25:43.248" v="85" actId="47"/>
        <pc:sldMkLst>
          <pc:docMk/>
          <pc:sldMk cId="0" sldId="407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08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09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10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11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12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13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14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15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0" sldId="417"/>
        </pc:sldMkLst>
      </pc:sldChg>
      <pc:sldChg chg="del">
        <pc:chgData name="Jenny Díaz Ramírez" userId="df7d83af-54c1-43f9-a4ec-fea9744b3563" providerId="ADAL" clId="{BC9FAF7B-A62E-419A-99EF-C42DD1FAC0B7}" dt="2025-02-18T18:25:46.378" v="86" actId="47"/>
        <pc:sldMkLst>
          <pc:docMk/>
          <pc:sldMk cId="405448836" sldId="418"/>
        </pc:sldMkLst>
      </pc:sldChg>
      <pc:sldMasterChg chg="delSldLayout modSldLayout">
        <pc:chgData name="Jenny Díaz Ramírez" userId="df7d83af-54c1-43f9-a4ec-fea9744b3563" providerId="ADAL" clId="{BC9FAF7B-A62E-419A-99EF-C42DD1FAC0B7}" dt="2025-02-18T18:28:01.984" v="107"/>
        <pc:sldMasterMkLst>
          <pc:docMk/>
          <pc:sldMasterMk cId="3515892240" sldId="2147483658"/>
        </pc:sldMasterMkLst>
        <pc:sldLayoutChg chg="addSp delSp modSp mod">
          <pc:chgData name="Jenny Díaz Ramírez" userId="df7d83af-54c1-43f9-a4ec-fea9744b3563" providerId="ADAL" clId="{BC9FAF7B-A62E-419A-99EF-C42DD1FAC0B7}" dt="2025-02-18T18:27:27.159" v="98"/>
          <pc:sldLayoutMkLst>
            <pc:docMk/>
            <pc:sldMasterMk cId="3515892240" sldId="2147483658"/>
            <pc:sldLayoutMk cId="3073769527" sldId="2147483671"/>
          </pc:sldLayoutMkLst>
          <pc:spChg chg="del">
            <ac:chgData name="Jenny Díaz Ramírez" userId="df7d83af-54c1-43f9-a4ec-fea9744b3563" providerId="ADAL" clId="{BC9FAF7B-A62E-419A-99EF-C42DD1FAC0B7}" dt="2025-02-18T18:27:26.706" v="97" actId="478"/>
            <ac:spMkLst>
              <pc:docMk/>
              <pc:sldMasterMk cId="3515892240" sldId="2147483658"/>
              <pc:sldLayoutMk cId="3073769527" sldId="2147483671"/>
              <ac:spMk id="2" creationId="{CA64E0B3-57C5-4DAF-8531-F39610E77C09}"/>
            </ac:spMkLst>
          </pc:spChg>
          <pc:spChg chg="del">
            <ac:chgData name="Jenny Díaz Ramírez" userId="df7d83af-54c1-43f9-a4ec-fea9744b3563" providerId="ADAL" clId="{BC9FAF7B-A62E-419A-99EF-C42DD1FAC0B7}" dt="2025-02-18T18:27:26.706" v="97" actId="478"/>
            <ac:spMkLst>
              <pc:docMk/>
              <pc:sldMasterMk cId="3515892240" sldId="2147483658"/>
              <pc:sldLayoutMk cId="3073769527" sldId="2147483671"/>
              <ac:spMk id="3" creationId="{B7E0EC46-C626-4D58-AB64-0B3B850D1482}"/>
            </ac:spMkLst>
          </pc:spChg>
          <pc:spChg chg="del">
            <ac:chgData name="Jenny Díaz Ramírez" userId="df7d83af-54c1-43f9-a4ec-fea9744b3563" providerId="ADAL" clId="{BC9FAF7B-A62E-419A-99EF-C42DD1FAC0B7}" dt="2025-02-18T18:27:26.706" v="97" actId="478"/>
            <ac:spMkLst>
              <pc:docMk/>
              <pc:sldMasterMk cId="3515892240" sldId="2147483658"/>
              <pc:sldLayoutMk cId="3073769527" sldId="2147483671"/>
              <ac:spMk id="4" creationId="{8F25D00C-8F5C-4528-87FA-F9431D967555}"/>
            </ac:spMkLst>
          </pc:spChg>
          <pc:spChg chg="add mod">
            <ac:chgData name="Jenny Díaz Ramírez" userId="df7d83af-54c1-43f9-a4ec-fea9744b3563" providerId="ADAL" clId="{BC9FAF7B-A62E-419A-99EF-C42DD1FAC0B7}" dt="2025-02-18T18:27:27.159" v="98"/>
            <ac:spMkLst>
              <pc:docMk/>
              <pc:sldMasterMk cId="3515892240" sldId="2147483658"/>
              <pc:sldLayoutMk cId="3073769527" sldId="2147483671"/>
              <ac:spMk id="5" creationId="{819F9360-E10A-D9DC-6150-A0BA91098673}"/>
            </ac:spMkLst>
          </pc:spChg>
          <pc:spChg chg="add mod">
            <ac:chgData name="Jenny Díaz Ramírez" userId="df7d83af-54c1-43f9-a4ec-fea9744b3563" providerId="ADAL" clId="{BC9FAF7B-A62E-419A-99EF-C42DD1FAC0B7}" dt="2025-02-18T18:27:27.159" v="98"/>
            <ac:spMkLst>
              <pc:docMk/>
              <pc:sldMasterMk cId="3515892240" sldId="2147483658"/>
              <pc:sldLayoutMk cId="3073769527" sldId="2147483671"/>
              <ac:spMk id="6" creationId="{EF3CEDBA-1FCD-B95D-F315-F98FAC2C9DA0}"/>
            </ac:spMkLst>
          </pc:spChg>
        </pc:sldLayoutChg>
        <pc:sldLayoutChg chg="addSp delSp modSp mod">
          <pc:chgData name="Jenny Díaz Ramírez" userId="df7d83af-54c1-43f9-a4ec-fea9744b3563" providerId="ADAL" clId="{BC9FAF7B-A62E-419A-99EF-C42DD1FAC0B7}" dt="2025-02-18T18:27:39.678" v="102"/>
          <pc:sldLayoutMkLst>
            <pc:docMk/>
            <pc:sldMasterMk cId="3515892240" sldId="2147483658"/>
            <pc:sldLayoutMk cId="1447829211" sldId="2147483675"/>
          </pc:sldLayoutMkLst>
          <pc:spChg chg="add mod">
            <ac:chgData name="Jenny Díaz Ramírez" userId="df7d83af-54c1-43f9-a4ec-fea9744b3563" providerId="ADAL" clId="{BC9FAF7B-A62E-419A-99EF-C42DD1FAC0B7}" dt="2025-02-18T18:27:39.678" v="102"/>
            <ac:spMkLst>
              <pc:docMk/>
              <pc:sldMasterMk cId="3515892240" sldId="2147483658"/>
              <pc:sldLayoutMk cId="1447829211" sldId="2147483675"/>
              <ac:spMk id="2" creationId="{128990F2-4744-805E-957A-2673D79E6A47}"/>
            </ac:spMkLst>
          </pc:spChg>
          <pc:spChg chg="del">
            <ac:chgData name="Jenny Díaz Ramírez" userId="df7d83af-54c1-43f9-a4ec-fea9744b3563" providerId="ADAL" clId="{BC9FAF7B-A62E-419A-99EF-C42DD1FAC0B7}" dt="2025-02-18T18:27:39.115" v="101" actId="478"/>
            <ac:spMkLst>
              <pc:docMk/>
              <pc:sldMasterMk cId="3515892240" sldId="2147483658"/>
              <pc:sldLayoutMk cId="1447829211" sldId="2147483675"/>
              <ac:spMk id="3" creationId="{9CFD7E6B-8BA7-35DB-BE61-5DF2483E56D9}"/>
            </ac:spMkLst>
          </pc:spChg>
          <pc:spChg chg="del">
            <ac:chgData name="Jenny Díaz Ramírez" userId="df7d83af-54c1-43f9-a4ec-fea9744b3563" providerId="ADAL" clId="{BC9FAF7B-A62E-419A-99EF-C42DD1FAC0B7}" dt="2025-02-18T18:27:39.115" v="101" actId="478"/>
            <ac:spMkLst>
              <pc:docMk/>
              <pc:sldMasterMk cId="3515892240" sldId="2147483658"/>
              <pc:sldLayoutMk cId="1447829211" sldId="2147483675"/>
              <ac:spMk id="4" creationId="{43FD86DC-D2BD-AECC-1A0A-3CE74BEE57C9}"/>
            </ac:spMkLst>
          </pc:spChg>
          <pc:spChg chg="add mod">
            <ac:chgData name="Jenny Díaz Ramírez" userId="df7d83af-54c1-43f9-a4ec-fea9744b3563" providerId="ADAL" clId="{BC9FAF7B-A62E-419A-99EF-C42DD1FAC0B7}" dt="2025-02-18T18:27:39.678" v="102"/>
            <ac:spMkLst>
              <pc:docMk/>
              <pc:sldMasterMk cId="3515892240" sldId="2147483658"/>
              <pc:sldLayoutMk cId="1447829211" sldId="2147483675"/>
              <ac:spMk id="5" creationId="{FD06B7CB-59D3-100E-9F51-C1C7DC54F26F}"/>
            </ac:spMkLst>
          </pc:spChg>
        </pc:sldLayoutChg>
        <pc:sldLayoutChg chg="addSp delSp modSp mod">
          <pc:chgData name="Jenny Díaz Ramírez" userId="df7d83af-54c1-43f9-a4ec-fea9744b3563" providerId="ADAL" clId="{BC9FAF7B-A62E-419A-99EF-C42DD1FAC0B7}" dt="2025-02-18T18:27:56.974" v="106"/>
          <pc:sldLayoutMkLst>
            <pc:docMk/>
            <pc:sldMasterMk cId="3515892240" sldId="2147483658"/>
            <pc:sldLayoutMk cId="999130720" sldId="2147483682"/>
          </pc:sldLayoutMkLst>
          <pc:spChg chg="del">
            <ac:chgData name="Jenny Díaz Ramírez" userId="df7d83af-54c1-43f9-a4ec-fea9744b3563" providerId="ADAL" clId="{BC9FAF7B-A62E-419A-99EF-C42DD1FAC0B7}" dt="2025-02-18T18:27:56.252" v="105" actId="478"/>
            <ac:spMkLst>
              <pc:docMk/>
              <pc:sldMasterMk cId="3515892240" sldId="2147483658"/>
              <pc:sldLayoutMk cId="999130720" sldId="2147483682"/>
              <ac:spMk id="2" creationId="{B8E7A9BD-F162-7384-3111-26CE7D4945AF}"/>
            </ac:spMkLst>
          </pc:spChg>
          <pc:spChg chg="del">
            <ac:chgData name="Jenny Díaz Ramírez" userId="df7d83af-54c1-43f9-a4ec-fea9744b3563" providerId="ADAL" clId="{BC9FAF7B-A62E-419A-99EF-C42DD1FAC0B7}" dt="2025-02-18T18:27:56.252" v="105" actId="478"/>
            <ac:spMkLst>
              <pc:docMk/>
              <pc:sldMasterMk cId="3515892240" sldId="2147483658"/>
              <pc:sldLayoutMk cId="999130720" sldId="2147483682"/>
              <ac:spMk id="3" creationId="{D3659ACD-AA93-F09D-1EA3-C961DA2E29D5}"/>
            </ac:spMkLst>
          </pc:spChg>
          <pc:spChg chg="del">
            <ac:chgData name="Jenny Díaz Ramírez" userId="df7d83af-54c1-43f9-a4ec-fea9744b3563" providerId="ADAL" clId="{BC9FAF7B-A62E-419A-99EF-C42DD1FAC0B7}" dt="2025-02-18T18:27:56.252" v="105" actId="478"/>
            <ac:spMkLst>
              <pc:docMk/>
              <pc:sldMasterMk cId="3515892240" sldId="2147483658"/>
              <pc:sldLayoutMk cId="999130720" sldId="2147483682"/>
              <ac:spMk id="4" creationId="{61A49C7E-58DD-E07A-BB14-2F2606BA9D67}"/>
            </ac:spMkLst>
          </pc:spChg>
          <pc:spChg chg="add mod">
            <ac:chgData name="Jenny Díaz Ramírez" userId="df7d83af-54c1-43f9-a4ec-fea9744b3563" providerId="ADAL" clId="{BC9FAF7B-A62E-419A-99EF-C42DD1FAC0B7}" dt="2025-02-18T18:27:56.974" v="106"/>
            <ac:spMkLst>
              <pc:docMk/>
              <pc:sldMasterMk cId="3515892240" sldId="2147483658"/>
              <pc:sldLayoutMk cId="999130720" sldId="2147483682"/>
              <ac:spMk id="5" creationId="{917439F1-EF9C-6E84-20F3-021FBC35E6EF}"/>
            </ac:spMkLst>
          </pc:spChg>
          <pc:spChg chg="add mod">
            <ac:chgData name="Jenny Díaz Ramírez" userId="df7d83af-54c1-43f9-a4ec-fea9744b3563" providerId="ADAL" clId="{BC9FAF7B-A62E-419A-99EF-C42DD1FAC0B7}" dt="2025-02-18T18:27:56.974" v="106"/>
            <ac:spMkLst>
              <pc:docMk/>
              <pc:sldMasterMk cId="3515892240" sldId="2147483658"/>
              <pc:sldLayoutMk cId="999130720" sldId="2147483682"/>
              <ac:spMk id="6" creationId="{C68829FA-73FA-AB74-D702-36944D45BF5E}"/>
            </ac:spMkLst>
          </pc:spChg>
        </pc:sldLayoutChg>
        <pc:sldLayoutChg chg="addSp delSp modSp mod">
          <pc:chgData name="Jenny Díaz Ramírez" userId="df7d83af-54c1-43f9-a4ec-fea9744b3563" providerId="ADAL" clId="{BC9FAF7B-A62E-419A-99EF-C42DD1FAC0B7}" dt="2025-02-18T18:27:33.372" v="100"/>
          <pc:sldLayoutMkLst>
            <pc:docMk/>
            <pc:sldMasterMk cId="3515892240" sldId="2147483658"/>
            <pc:sldLayoutMk cId="3401310734" sldId="2147483684"/>
          </pc:sldLayoutMkLst>
          <pc:spChg chg="del">
            <ac:chgData name="Jenny Díaz Ramírez" userId="df7d83af-54c1-43f9-a4ec-fea9744b3563" providerId="ADAL" clId="{BC9FAF7B-A62E-419A-99EF-C42DD1FAC0B7}" dt="2025-02-18T18:27:32.941" v="99" actId="478"/>
            <ac:spMkLst>
              <pc:docMk/>
              <pc:sldMasterMk cId="3515892240" sldId="2147483658"/>
              <pc:sldLayoutMk cId="3401310734" sldId="2147483684"/>
              <ac:spMk id="2" creationId="{9B2411D2-78FE-46C1-9EA9-C6A882903B53}"/>
            </ac:spMkLst>
          </pc:spChg>
          <pc:spChg chg="del">
            <ac:chgData name="Jenny Díaz Ramírez" userId="df7d83af-54c1-43f9-a4ec-fea9744b3563" providerId="ADAL" clId="{BC9FAF7B-A62E-419A-99EF-C42DD1FAC0B7}" dt="2025-02-18T18:27:32.941" v="99" actId="478"/>
            <ac:spMkLst>
              <pc:docMk/>
              <pc:sldMasterMk cId="3515892240" sldId="2147483658"/>
              <pc:sldLayoutMk cId="3401310734" sldId="2147483684"/>
              <ac:spMk id="3" creationId="{C04DAF8F-82DB-4DBE-9041-71217A4516CB}"/>
            </ac:spMkLst>
          </pc:spChg>
          <pc:spChg chg="del">
            <ac:chgData name="Jenny Díaz Ramírez" userId="df7d83af-54c1-43f9-a4ec-fea9744b3563" providerId="ADAL" clId="{BC9FAF7B-A62E-419A-99EF-C42DD1FAC0B7}" dt="2025-02-18T18:27:32.941" v="99" actId="478"/>
            <ac:spMkLst>
              <pc:docMk/>
              <pc:sldMasterMk cId="3515892240" sldId="2147483658"/>
              <pc:sldLayoutMk cId="3401310734" sldId="2147483684"/>
              <ac:spMk id="4" creationId="{782F761B-6706-439D-9C75-43E751AB195C}"/>
            </ac:spMkLst>
          </pc:spChg>
          <pc:spChg chg="add mod">
            <ac:chgData name="Jenny Díaz Ramírez" userId="df7d83af-54c1-43f9-a4ec-fea9744b3563" providerId="ADAL" clId="{BC9FAF7B-A62E-419A-99EF-C42DD1FAC0B7}" dt="2025-02-18T18:27:33.372" v="100"/>
            <ac:spMkLst>
              <pc:docMk/>
              <pc:sldMasterMk cId="3515892240" sldId="2147483658"/>
              <pc:sldLayoutMk cId="3401310734" sldId="2147483684"/>
              <ac:spMk id="5" creationId="{6094E6B7-F797-673A-95E5-73CD2053C876}"/>
            </ac:spMkLst>
          </pc:spChg>
          <pc:spChg chg="add mod">
            <ac:chgData name="Jenny Díaz Ramírez" userId="df7d83af-54c1-43f9-a4ec-fea9744b3563" providerId="ADAL" clId="{BC9FAF7B-A62E-419A-99EF-C42DD1FAC0B7}" dt="2025-02-18T18:27:33.372" v="100"/>
            <ac:spMkLst>
              <pc:docMk/>
              <pc:sldMasterMk cId="3515892240" sldId="2147483658"/>
              <pc:sldLayoutMk cId="3401310734" sldId="2147483684"/>
              <ac:spMk id="6" creationId="{FF0A4C75-A922-FCE1-B294-F887CDBA0946}"/>
            </ac:spMkLst>
          </pc:spChg>
        </pc:sldLayoutChg>
        <pc:sldLayoutChg chg="addSp delSp modSp mod">
          <pc:chgData name="Jenny Díaz Ramírez" userId="df7d83af-54c1-43f9-a4ec-fea9744b3563" providerId="ADAL" clId="{BC9FAF7B-A62E-419A-99EF-C42DD1FAC0B7}" dt="2025-02-18T18:27:51.829" v="104"/>
          <pc:sldLayoutMkLst>
            <pc:docMk/>
            <pc:sldMasterMk cId="3515892240" sldId="2147483658"/>
            <pc:sldLayoutMk cId="306013587" sldId="2147483692"/>
          </pc:sldLayoutMkLst>
          <pc:spChg chg="del">
            <ac:chgData name="Jenny Díaz Ramírez" userId="df7d83af-54c1-43f9-a4ec-fea9744b3563" providerId="ADAL" clId="{BC9FAF7B-A62E-419A-99EF-C42DD1FAC0B7}" dt="2025-02-18T18:27:51.373" v="103" actId="478"/>
            <ac:spMkLst>
              <pc:docMk/>
              <pc:sldMasterMk cId="3515892240" sldId="2147483658"/>
              <pc:sldLayoutMk cId="306013587" sldId="2147483692"/>
              <ac:spMk id="2" creationId="{EC45E38A-5516-4C3E-88FC-0DCBD876054B}"/>
            </ac:spMkLst>
          </pc:spChg>
          <pc:spChg chg="del">
            <ac:chgData name="Jenny Díaz Ramírez" userId="df7d83af-54c1-43f9-a4ec-fea9744b3563" providerId="ADAL" clId="{BC9FAF7B-A62E-419A-99EF-C42DD1FAC0B7}" dt="2025-02-18T18:27:51.373" v="103" actId="478"/>
            <ac:spMkLst>
              <pc:docMk/>
              <pc:sldMasterMk cId="3515892240" sldId="2147483658"/>
              <pc:sldLayoutMk cId="306013587" sldId="2147483692"/>
              <ac:spMk id="5" creationId="{14225273-038D-4F51-A093-83D80104F21A}"/>
            </ac:spMkLst>
          </pc:spChg>
          <pc:spChg chg="del">
            <ac:chgData name="Jenny Díaz Ramírez" userId="df7d83af-54c1-43f9-a4ec-fea9744b3563" providerId="ADAL" clId="{BC9FAF7B-A62E-419A-99EF-C42DD1FAC0B7}" dt="2025-02-18T18:27:51.373" v="103" actId="478"/>
            <ac:spMkLst>
              <pc:docMk/>
              <pc:sldMasterMk cId="3515892240" sldId="2147483658"/>
              <pc:sldLayoutMk cId="306013587" sldId="2147483692"/>
              <ac:spMk id="6" creationId="{C7F24E14-E0E0-44FA-A4AA-FA63A858730C}"/>
            </ac:spMkLst>
          </pc:spChg>
          <pc:spChg chg="add mod">
            <ac:chgData name="Jenny Díaz Ramírez" userId="df7d83af-54c1-43f9-a4ec-fea9744b3563" providerId="ADAL" clId="{BC9FAF7B-A62E-419A-99EF-C42DD1FAC0B7}" dt="2025-02-18T18:27:51.829" v="104"/>
            <ac:spMkLst>
              <pc:docMk/>
              <pc:sldMasterMk cId="3515892240" sldId="2147483658"/>
              <pc:sldLayoutMk cId="306013587" sldId="2147483692"/>
              <ac:spMk id="7" creationId="{F7FD5462-4C49-9C89-70D3-BA1F5CE56A58}"/>
            </ac:spMkLst>
          </pc:spChg>
          <pc:spChg chg="add mod">
            <ac:chgData name="Jenny Díaz Ramírez" userId="df7d83af-54c1-43f9-a4ec-fea9744b3563" providerId="ADAL" clId="{BC9FAF7B-A62E-419A-99EF-C42DD1FAC0B7}" dt="2025-02-18T18:27:51.829" v="104"/>
            <ac:spMkLst>
              <pc:docMk/>
              <pc:sldMasterMk cId="3515892240" sldId="2147483658"/>
              <pc:sldLayoutMk cId="306013587" sldId="2147483692"/>
              <ac:spMk id="8" creationId="{4A2FACB1-33A7-942E-39B4-D8F3BDABC774}"/>
            </ac:spMkLst>
          </pc:spChg>
        </pc:sldLayoutChg>
        <pc:sldLayoutChg chg="addSp delSp modSp mod">
          <pc:chgData name="Jenny Díaz Ramírez" userId="df7d83af-54c1-43f9-a4ec-fea9744b3563" providerId="ADAL" clId="{BC9FAF7B-A62E-419A-99EF-C42DD1FAC0B7}" dt="2025-02-18T18:27:21.374" v="96"/>
          <pc:sldLayoutMkLst>
            <pc:docMk/>
            <pc:sldMasterMk cId="3515892240" sldId="2147483658"/>
            <pc:sldLayoutMk cId="4093066419" sldId="2147483693"/>
          </pc:sldLayoutMkLst>
          <pc:spChg chg="del">
            <ac:chgData name="Jenny Díaz Ramírez" userId="df7d83af-54c1-43f9-a4ec-fea9744b3563" providerId="ADAL" clId="{BC9FAF7B-A62E-419A-99EF-C42DD1FAC0B7}" dt="2025-02-18T18:27:20.879" v="95" actId="478"/>
            <ac:spMkLst>
              <pc:docMk/>
              <pc:sldMasterMk cId="3515892240" sldId="2147483658"/>
              <pc:sldLayoutMk cId="4093066419" sldId="2147483693"/>
              <ac:spMk id="2" creationId="{62655503-4608-4F79-A5D4-B2F67958F263}"/>
            </ac:spMkLst>
          </pc:spChg>
          <pc:spChg chg="del">
            <ac:chgData name="Jenny Díaz Ramírez" userId="df7d83af-54c1-43f9-a4ec-fea9744b3563" providerId="ADAL" clId="{BC9FAF7B-A62E-419A-99EF-C42DD1FAC0B7}" dt="2025-02-18T18:27:20.879" v="95" actId="478"/>
            <ac:spMkLst>
              <pc:docMk/>
              <pc:sldMasterMk cId="3515892240" sldId="2147483658"/>
              <pc:sldLayoutMk cId="4093066419" sldId="2147483693"/>
              <ac:spMk id="3" creationId="{9DAFA395-FE4C-4A99-A74E-57757D8473E1}"/>
            </ac:spMkLst>
          </pc:spChg>
          <pc:spChg chg="del">
            <ac:chgData name="Jenny Díaz Ramírez" userId="df7d83af-54c1-43f9-a4ec-fea9744b3563" providerId="ADAL" clId="{BC9FAF7B-A62E-419A-99EF-C42DD1FAC0B7}" dt="2025-02-18T18:27:20.879" v="95" actId="478"/>
            <ac:spMkLst>
              <pc:docMk/>
              <pc:sldMasterMk cId="3515892240" sldId="2147483658"/>
              <pc:sldLayoutMk cId="4093066419" sldId="2147483693"/>
              <ac:spMk id="4" creationId="{30A6A117-A0E8-43E1-9120-CE3B8B97667F}"/>
            </ac:spMkLst>
          </pc:spChg>
          <pc:spChg chg="add mod">
            <ac:chgData name="Jenny Díaz Ramírez" userId="df7d83af-54c1-43f9-a4ec-fea9744b3563" providerId="ADAL" clId="{BC9FAF7B-A62E-419A-99EF-C42DD1FAC0B7}" dt="2025-02-18T18:27:21.374" v="96"/>
            <ac:spMkLst>
              <pc:docMk/>
              <pc:sldMasterMk cId="3515892240" sldId="2147483658"/>
              <pc:sldLayoutMk cId="4093066419" sldId="2147483693"/>
              <ac:spMk id="5" creationId="{E5F44FC7-98CE-5B44-22C5-ECD845FC8C9E}"/>
            </ac:spMkLst>
          </pc:spChg>
          <pc:spChg chg="add mod">
            <ac:chgData name="Jenny Díaz Ramírez" userId="df7d83af-54c1-43f9-a4ec-fea9744b3563" providerId="ADAL" clId="{BC9FAF7B-A62E-419A-99EF-C42DD1FAC0B7}" dt="2025-02-18T18:27:21.374" v="96"/>
            <ac:spMkLst>
              <pc:docMk/>
              <pc:sldMasterMk cId="3515892240" sldId="2147483658"/>
              <pc:sldLayoutMk cId="4093066419" sldId="2147483693"/>
              <ac:spMk id="19" creationId="{9CB3B7DF-CA92-E8D5-A386-5F2FFECA0ED2}"/>
            </ac:spMkLst>
          </pc:spChg>
        </pc:sldLayoutChg>
        <pc:sldLayoutChg chg="del">
          <pc:chgData name="Jenny Díaz Ramírez" userId="df7d83af-54c1-43f9-a4ec-fea9744b3563" providerId="ADAL" clId="{BC9FAF7B-A62E-419A-99EF-C42DD1FAC0B7}" dt="2025-02-18T18:25:43.248" v="85" actId="47"/>
          <pc:sldLayoutMkLst>
            <pc:docMk/>
            <pc:sldMasterMk cId="3515892240" sldId="2147483658"/>
            <pc:sldLayoutMk cId="161733636" sldId="2147483696"/>
          </pc:sldLayoutMkLst>
        </pc:sldLayoutChg>
        <pc:sldLayoutChg chg="del">
          <pc:chgData name="Jenny Díaz Ramírez" userId="df7d83af-54c1-43f9-a4ec-fea9744b3563" providerId="ADAL" clId="{BC9FAF7B-A62E-419A-99EF-C42DD1FAC0B7}" dt="2025-02-18T18:25:46.378" v="86" actId="47"/>
          <pc:sldLayoutMkLst>
            <pc:docMk/>
            <pc:sldMasterMk cId="3515892240" sldId="2147483658"/>
            <pc:sldLayoutMk cId="1075511714" sldId="2147483699"/>
          </pc:sldLayoutMkLst>
        </pc:sldLayoutChg>
        <pc:sldLayoutChg chg="addSp delSp modSp mod">
          <pc:chgData name="Jenny Díaz Ramírez" userId="df7d83af-54c1-43f9-a4ec-fea9744b3563" providerId="ADAL" clId="{BC9FAF7B-A62E-419A-99EF-C42DD1FAC0B7}" dt="2025-02-18T18:28:01.984" v="107"/>
          <pc:sldLayoutMkLst>
            <pc:docMk/>
            <pc:sldMasterMk cId="3515892240" sldId="2147483658"/>
            <pc:sldLayoutMk cId="1337194669" sldId="2147483699"/>
          </pc:sldLayoutMkLst>
          <pc:spChg chg="add mod">
            <ac:chgData name="Jenny Díaz Ramírez" userId="df7d83af-54c1-43f9-a4ec-fea9744b3563" providerId="ADAL" clId="{BC9FAF7B-A62E-419A-99EF-C42DD1FAC0B7}" dt="2025-02-18T18:26:59.134" v="92" actId="1076"/>
            <ac:spMkLst>
              <pc:docMk/>
              <pc:sldMasterMk cId="3515892240" sldId="2147483658"/>
              <pc:sldLayoutMk cId="1337194669" sldId="2147483699"/>
              <ac:spMk id="2" creationId="{62C9E696-297C-9525-06BD-10A202ABE193}"/>
            </ac:spMkLst>
          </pc:spChg>
          <pc:spChg chg="mod">
            <ac:chgData name="Jenny Díaz Ramírez" userId="df7d83af-54c1-43f9-a4ec-fea9744b3563" providerId="ADAL" clId="{BC9FAF7B-A62E-419A-99EF-C42DD1FAC0B7}" dt="2025-02-18T18:27:04.112" v="93"/>
            <ac:spMkLst>
              <pc:docMk/>
              <pc:sldMasterMk cId="3515892240" sldId="2147483658"/>
              <pc:sldLayoutMk cId="1337194669" sldId="2147483699"/>
              <ac:spMk id="4" creationId="{75D5085C-9D45-80CB-95F5-C3BBEDB1A3FA}"/>
            </ac:spMkLst>
          </pc:spChg>
          <pc:spChg chg="mod">
            <ac:chgData name="Jenny Díaz Ramírez" userId="df7d83af-54c1-43f9-a4ec-fea9744b3563" providerId="ADAL" clId="{BC9FAF7B-A62E-419A-99EF-C42DD1FAC0B7}" dt="2025-02-18T18:27:04.112" v="93"/>
            <ac:spMkLst>
              <pc:docMk/>
              <pc:sldMasterMk cId="3515892240" sldId="2147483658"/>
              <pc:sldLayoutMk cId="1337194669" sldId="2147483699"/>
              <ac:spMk id="5" creationId="{AE4251BA-EB90-BA8A-FBCD-30F918B77F11}"/>
            </ac:spMkLst>
          </pc:spChg>
          <pc:spChg chg="mod">
            <ac:chgData name="Jenny Díaz Ramírez" userId="df7d83af-54c1-43f9-a4ec-fea9744b3563" providerId="ADAL" clId="{BC9FAF7B-A62E-419A-99EF-C42DD1FAC0B7}" dt="2025-02-18T18:27:04.112" v="93"/>
            <ac:spMkLst>
              <pc:docMk/>
              <pc:sldMasterMk cId="3515892240" sldId="2147483658"/>
              <pc:sldLayoutMk cId="1337194669" sldId="2147483699"/>
              <ac:spMk id="6" creationId="{51700E8F-1D9F-E342-407D-5E05F83178B5}"/>
            </ac:spMkLst>
          </pc:spChg>
          <pc:spChg chg="add mod">
            <ac:chgData name="Jenny Díaz Ramírez" userId="df7d83af-54c1-43f9-a4ec-fea9744b3563" providerId="ADAL" clId="{BC9FAF7B-A62E-419A-99EF-C42DD1FAC0B7}" dt="2025-02-18T18:28:01.984" v="107"/>
            <ac:spMkLst>
              <pc:docMk/>
              <pc:sldMasterMk cId="3515892240" sldId="2147483658"/>
              <pc:sldLayoutMk cId="1337194669" sldId="2147483699"/>
              <ac:spMk id="7" creationId="{7077C5F8-B7C2-8DCA-E2F8-F724C635F93C}"/>
            </ac:spMkLst>
          </pc:spChg>
          <pc:spChg chg="add mod">
            <ac:chgData name="Jenny Díaz Ramírez" userId="df7d83af-54c1-43f9-a4ec-fea9744b3563" providerId="ADAL" clId="{BC9FAF7B-A62E-419A-99EF-C42DD1FAC0B7}" dt="2025-02-18T18:28:01.984" v="107"/>
            <ac:spMkLst>
              <pc:docMk/>
              <pc:sldMasterMk cId="3515892240" sldId="2147483658"/>
              <pc:sldLayoutMk cId="1337194669" sldId="2147483699"/>
              <ac:spMk id="8" creationId="{643B5B4E-9971-0729-1285-072060EFEDF7}"/>
            </ac:spMkLst>
          </pc:spChg>
          <pc:spChg chg="del">
            <ac:chgData name="Jenny Díaz Ramírez" userId="df7d83af-54c1-43f9-a4ec-fea9744b3563" providerId="ADAL" clId="{BC9FAF7B-A62E-419A-99EF-C42DD1FAC0B7}" dt="2025-02-18T18:26:48.804" v="90" actId="478"/>
            <ac:spMkLst>
              <pc:docMk/>
              <pc:sldMasterMk cId="3515892240" sldId="2147483658"/>
              <pc:sldLayoutMk cId="1337194669" sldId="2147483699"/>
              <ac:spMk id="18" creationId="{00000000-0000-0000-0000-000000000000}"/>
            </ac:spMkLst>
          </pc:spChg>
          <pc:spChg chg="del">
            <ac:chgData name="Jenny Díaz Ramírez" userId="df7d83af-54c1-43f9-a4ec-fea9744b3563" providerId="ADAL" clId="{BC9FAF7B-A62E-419A-99EF-C42DD1FAC0B7}" dt="2025-02-18T18:27:06.893" v="94" actId="478"/>
            <ac:spMkLst>
              <pc:docMk/>
              <pc:sldMasterMk cId="3515892240" sldId="2147483658"/>
              <pc:sldLayoutMk cId="1337194669" sldId="2147483699"/>
              <ac:spMk id="23" creationId="{00000000-0000-0000-0000-000000000000}"/>
            </ac:spMkLst>
          </pc:spChg>
          <pc:grpChg chg="add mod">
            <ac:chgData name="Jenny Díaz Ramírez" userId="df7d83af-54c1-43f9-a4ec-fea9744b3563" providerId="ADAL" clId="{BC9FAF7B-A62E-419A-99EF-C42DD1FAC0B7}" dt="2025-02-18T18:27:04.112" v="93"/>
            <ac:grpSpMkLst>
              <pc:docMk/>
              <pc:sldMasterMk cId="3515892240" sldId="2147483658"/>
              <pc:sldLayoutMk cId="1337194669" sldId="2147483699"/>
              <ac:grpSpMk id="3" creationId="{1CCC4666-EE44-8BD1-95C7-C5854DDDB7BB}"/>
            </ac:grpSpMkLst>
          </pc:gr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/>
      <dgm:t>
        <a:bodyPr/>
        <a:lstStyle/>
        <a:p>
          <a:r>
            <a:rPr lang="es-ES" dirty="0"/>
            <a:t>Estructura de una iteración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Complejidad matemática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8"/>
      <dgm:spPr/>
    </dgm:pt>
    <dgm:pt modelId="{3D6BFEE7-2020-4FA5-9BAB-5A229DDECB65}" type="pres">
      <dgm:prSet presAssocID="{55E69F3B-5077-42F4-BD47-3D396425F3F2}" presName="child" presStyleLbl="alignAccFollowNode1" presStyleIdx="0" presStyleCnt="8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8"/>
      <dgm:spPr/>
    </dgm:pt>
    <dgm:pt modelId="{AACA5BA9-33E9-4D22-B3BA-B0E28BE5D756}" type="pres">
      <dgm:prSet presAssocID="{E8824C48-89F8-4E2D-B184-4E51DC7B58A6}" presName="child" presStyleLbl="alignAccFollowNode1" presStyleIdx="1" presStyleCnt="8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8"/>
      <dgm:spPr/>
    </dgm:pt>
    <dgm:pt modelId="{C9CB6B0D-52AE-45C2-992F-F16D5A34857A}" type="pres">
      <dgm:prSet presAssocID="{58C7CE55-3705-414C-A99D-6D5C6EF0625A}" presName="child" presStyleLbl="alignAccFollowNode1" presStyleIdx="2" presStyleCnt="8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8"/>
      <dgm:spPr/>
    </dgm:pt>
    <dgm:pt modelId="{8021EFB3-77FD-42C2-90D1-C95C53596EF1}" type="pres">
      <dgm:prSet presAssocID="{277C10AB-1744-4421-BDF6-103B11EFEAB5}" presName="child" presStyleLbl="alignAccFollowNode1" presStyleIdx="3" presStyleCnt="8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8"/>
      <dgm:spPr/>
    </dgm:pt>
    <dgm:pt modelId="{469E4D95-2117-4314-A3CF-FEA6FB9D18D0}" type="pres">
      <dgm:prSet presAssocID="{08FE693D-850A-4B40-8FF2-9445DA2D25AC}" presName="child" presStyleLbl="alignAccFollowNode1" presStyleIdx="4" presStyleCnt="8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8"/>
      <dgm:spPr/>
    </dgm:pt>
    <dgm:pt modelId="{42FBB82F-2E67-45B4-841A-415A09821E25}" type="pres">
      <dgm:prSet presAssocID="{DEA047EF-5C57-4885-9D26-F0D90BF6F7B3}" presName="child" presStyleLbl="alignAccFollowNode1" presStyleIdx="5" presStyleCnt="8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CF6AEAD6-B0B5-40A1-886E-349EAFCBF537}" type="pres">
      <dgm:prSet presAssocID="{5E8FDF75-2D20-4CFB-BD80-353B46F7CE6B}" presName="parTrans" presStyleLbl="sibTrans2D1" presStyleIdx="6" presStyleCnt="8"/>
      <dgm:spPr/>
    </dgm:pt>
    <dgm:pt modelId="{8B04FC04-5B0B-4532-B067-3A96B91B1A71}" type="pres">
      <dgm:prSet presAssocID="{0007019D-BE48-4638-A758-11431E394BA5}" presName="child" presStyleLbl="alignAccFollowNode1" presStyleIdx="6" presStyleCnt="8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7" presStyleCnt="8"/>
      <dgm:spPr/>
    </dgm:pt>
    <dgm:pt modelId="{3CEBE889-FAE6-4538-9DB6-FFDB9389BE19}" type="pres">
      <dgm:prSet presAssocID="{F879121B-3B6F-494F-A6B0-9D9D880A98F3}" presName="child" presStyleLbl="alignAccFollowNode1" presStyleIdx="7" presStyleCnt="8">
        <dgm:presLayoutVars>
          <dgm:chMax val="0"/>
          <dgm:bulletEnabled val="1"/>
        </dgm:presLayoutVars>
      </dgm:prSet>
      <dgm:spPr/>
    </dgm:pt>
  </dgm:ptLst>
  <dgm:cxnLst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8F580B72-6F54-4DD7-9469-F045DC1CC096}" type="presOf" srcId="{5E8FDF75-2D20-4CFB-BD80-353B46F7CE6B}" destId="{CF6AEAD6-B0B5-40A1-886E-349EAFCBF537}" srcOrd="0" destOrd="0" presId="urn:microsoft.com/office/officeart/2005/8/layout/lProcess1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1" destOrd="0" parTransId="{75924DA9-7DDA-431C-BD22-9C134871FF33}" sibTransId="{11FA5C7F-B48D-4D3E-9B1F-36FC84C2149F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7FD54EA3-5021-4E3E-9A5D-D6E55E1CC50F}" type="presOf" srcId="{0007019D-BE48-4638-A758-11431E394BA5}" destId="{8B04FC04-5B0B-4532-B067-3A96B91B1A71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0" destOrd="0" parTransId="{5E8FDF75-2D20-4CFB-BD80-353B46F7CE6B}" sibTransId="{5903D355-A23F-47EC-B7EF-60D5C3C924C7}"/>
    <dgm:cxn modelId="{5CA010BB-4B8F-43CB-B04B-9D510D3D4A7D}" type="presOf" srcId="{5903D355-A23F-47EC-B7EF-60D5C3C924C7}" destId="{40CDE28E-6463-4F26-9A6E-6F6001E14359}" srcOrd="0" destOrd="0" presId="urn:microsoft.com/office/officeart/2005/8/layout/lProcess1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AF643BD7-9BBA-49A7-9C65-78A8083E6593}" type="presOf" srcId="{F879121B-3B6F-494F-A6B0-9D9D880A98F3}" destId="{3CEBE889-FAE6-4538-9DB6-FFDB9389BE1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5BFB8B88-3930-4BA9-9AFB-940105B32840}" type="presParOf" srcId="{E438B12F-87B6-4D20-B676-1ED9BD1E71C4}" destId="{CF6AEAD6-B0B5-40A1-886E-349EAFCBF537}" srcOrd="1" destOrd="0" presId="urn:microsoft.com/office/officeart/2005/8/layout/lProcess1"/>
    <dgm:cxn modelId="{E906FE5E-D0ED-4DDE-BB61-91F222F60281}" type="presParOf" srcId="{E438B12F-87B6-4D20-B676-1ED9BD1E71C4}" destId="{8B04FC04-5B0B-4532-B067-3A96B91B1A71}" srcOrd="2" destOrd="0" presId="urn:microsoft.com/office/officeart/2005/8/layout/lProcess1"/>
    <dgm:cxn modelId="{68D98F03-5650-4CF8-B3CE-F343D43C31E3}" type="presParOf" srcId="{E438B12F-87B6-4D20-B676-1ED9BD1E71C4}" destId="{40CDE28E-6463-4F26-9A6E-6F6001E14359}" srcOrd="3" destOrd="0" presId="urn:microsoft.com/office/officeart/2005/8/layout/lProcess1"/>
    <dgm:cxn modelId="{1730EDA4-0993-4F48-AAA5-E6CDAFBD3F91}" type="presParOf" srcId="{E438B12F-87B6-4D20-B676-1ED9BD1E71C4}" destId="{3CEBE889-FAE6-4538-9DB6-FFDB9389BE19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324370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804741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285112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324370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804741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285112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324370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804741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324370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804741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324370"/>
        <a:ext cx="1402477" cy="334986"/>
      </dsp:txXfrm>
    </dsp:sp>
    <dsp:sp modelId="{CF6AEAD6-B0B5-40A1-886E-349EAFCBF537}">
      <dsp:nvSpPr>
        <dsp:cNvPr id="0" name=""/>
        <dsp:cNvSpPr/>
      </dsp:nvSpPr>
      <dsp:spPr>
        <a:xfrm rot="5400000">
          <a:off x="717473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Estructura de una iteración</a:t>
          </a:r>
        </a:p>
      </dsp:txBody>
      <dsp:txXfrm>
        <a:off x="6504628" y="1804741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Complejidad matemática</a:t>
          </a:r>
        </a:p>
      </dsp:txBody>
      <dsp:txXfrm>
        <a:off x="6504628" y="2285112"/>
        <a:ext cx="1402477" cy="334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18/02/2025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1106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49A5-CBCE-4697-B398-C41D5DCC1FDB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3575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49A5-CBCE-4697-B398-C41D5DCC1FDB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150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3876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576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8096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5702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563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E5F44FC7-98CE-5B44-22C5-ECD845FC8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19" name="Marcador de posición de número de diapositiva 5">
            <a:extLst>
              <a:ext uri="{FF2B5EF4-FFF2-40B4-BE49-F238E27FC236}">
                <a16:creationId xmlns:a16="http://schemas.microsoft.com/office/drawing/2014/main" id="{9CB3B7DF-CA92-E8D5-A386-5F2FFECA0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19F9360-E10A-D9DC-6150-A0BA91098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EF3CEDBA-1FCD-B95D-F315-F98FAC2C9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6094E6B7-F797-673A-95E5-73CD2053C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F0A4C75-A922-FCE1-B294-F887CDBA0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pie de página 4">
            <a:extLst>
              <a:ext uri="{FF2B5EF4-FFF2-40B4-BE49-F238E27FC236}">
                <a16:creationId xmlns:a16="http://schemas.microsoft.com/office/drawing/2014/main" id="{128990F2-4744-805E-957A-2673D79E6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5" name="Marcador de posición de número de diapositiva 5">
            <a:extLst>
              <a:ext uri="{FF2B5EF4-FFF2-40B4-BE49-F238E27FC236}">
                <a16:creationId xmlns:a16="http://schemas.microsoft.com/office/drawing/2014/main" id="{FD06B7CB-59D3-100E-9F51-C1C7DC54F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7FD5462-4C49-9C89-70D3-BA1F5CE56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8" name="Marcador de posición de número de diapositiva 5">
            <a:extLst>
              <a:ext uri="{FF2B5EF4-FFF2-40B4-BE49-F238E27FC236}">
                <a16:creationId xmlns:a16="http://schemas.microsoft.com/office/drawing/2014/main" id="{4A2FACB1-33A7-942E-39B4-D8F3BDABC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917439F1-EF9C-6E84-20F3-021FBC35E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68829FA-73FA-AB74-D702-36944D45B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 Marcador de contenido"/>
          <p:cNvSpPr>
            <a:spLocks noGrp="1"/>
          </p:cNvSpPr>
          <p:nvPr>
            <p:ph idx="1"/>
          </p:nvPr>
        </p:nvSpPr>
        <p:spPr>
          <a:xfrm>
            <a:off x="374833" y="1596897"/>
            <a:ext cx="10972800" cy="4525963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C9E696-297C-9525-06BD-10A202AB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33" y="379193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grpSp>
        <p:nvGrpSpPr>
          <p:cNvPr id="3" name="Grupo 36">
            <a:extLst>
              <a:ext uri="{FF2B5EF4-FFF2-40B4-BE49-F238E27FC236}">
                <a16:creationId xmlns:a16="http://schemas.microsoft.com/office/drawing/2014/main" id="{1CCC4666-EE44-8BD1-95C7-C5854DDDB7BB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4" name="Forma libre 37">
              <a:extLst>
                <a:ext uri="{FF2B5EF4-FFF2-40B4-BE49-F238E27FC236}">
                  <a16:creationId xmlns:a16="http://schemas.microsoft.com/office/drawing/2014/main" id="{75D5085C-9D45-80CB-95F5-C3BBEDB1A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5" name="Forma libre 38">
              <a:extLst>
                <a:ext uri="{FF2B5EF4-FFF2-40B4-BE49-F238E27FC236}">
                  <a16:creationId xmlns:a16="http://schemas.microsoft.com/office/drawing/2014/main" id="{AE4251BA-EB90-BA8A-FBCD-30F918B77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6" name="Forma libre 39">
              <a:extLst>
                <a:ext uri="{FF2B5EF4-FFF2-40B4-BE49-F238E27FC236}">
                  <a16:creationId xmlns:a16="http://schemas.microsoft.com/office/drawing/2014/main" id="{51700E8F-1D9F-E342-407D-5E05F8317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7077C5F8-B7C2-8DCA-E2F8-F724C635F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8" name="Marcador de posición de número de diapositiva 5">
            <a:extLst>
              <a:ext uri="{FF2B5EF4-FFF2-40B4-BE49-F238E27FC236}">
                <a16:creationId xmlns:a16="http://schemas.microsoft.com/office/drawing/2014/main" id="{643B5B4E-9971-0729-1285-072060EFE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7194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7122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1581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3456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6120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8650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0734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40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06816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219674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6430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42896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05776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459A-D8C8-1E4C-A4BC-561936A2EABE}" type="datetimeFigureOut">
              <a:rPr lang="es-ES_tradnl" smtClean="0"/>
              <a:pPr/>
              <a:t>18/02/2025</a:t>
            </a:fld>
            <a:endParaRPr lang="es-ES_tradn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E18A-8495-0842-9704-BC0B2A360FC9}" type="slidenum">
              <a:rPr lang="es-ES_tradnl" smtClean="0"/>
              <a:pPr/>
              <a:t>‹#›</a:t>
            </a:fld>
            <a:endParaRPr lang="es-ES_tradnl" dirty="0"/>
          </a:p>
        </p:txBody>
      </p:sp>
      <p:pic>
        <p:nvPicPr>
          <p:cNvPr id="8" name="Picture 2" descr="http://homepages.mty.itesm.mx/navarro/itesmAzulRGB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6000768"/>
            <a:ext cx="2460673" cy="8572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07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697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3.jpeg"/><Relationship Id="rId2" Type="http://schemas.openxmlformats.org/officeDocument/2006/relationships/image" Target="../media/image19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3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1888" y="1955232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</a:rPr>
              <a:t>Solución de un Problema de Programación Entera</a:t>
            </a:r>
            <a:br>
              <a:rPr lang="es-MX" sz="4000" dirty="0">
                <a:latin typeface="Abadi" panose="020B0604020104020204" pitchFamily="34" charset="0"/>
              </a:rPr>
            </a:br>
            <a:br>
              <a:rPr lang="es-MX" sz="4000" dirty="0">
                <a:latin typeface="Abadi" panose="020B0604020104020204" pitchFamily="34" charset="0"/>
              </a:rPr>
            </a:br>
            <a:r>
              <a:rPr lang="es-MX" sz="40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</a:rPr>
              <a:t>Método de Branch &amp; </a:t>
            </a:r>
            <a:r>
              <a:rPr lang="es-MX" sz="40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</a:rPr>
              <a:t>Bound</a:t>
            </a:r>
            <a:r>
              <a:rPr lang="es-MX" sz="40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s-MX" sz="32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</a:rPr>
              <a:t>(Ramificación y acotamiento)</a:t>
            </a:r>
            <a:endParaRPr lang="es-MX" sz="4000" dirty="0">
              <a:solidFill>
                <a:schemeClr val="accent3">
                  <a:lumMod val="5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AC6FE46-170E-0F6C-06F0-D7F69117A30F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CD45E0-DD8F-23A5-0873-9EDBC1D9867E}"/>
              </a:ext>
            </a:extLst>
          </p:cNvPr>
          <p:cNvSpPr/>
          <p:nvPr/>
        </p:nvSpPr>
        <p:spPr>
          <a:xfrm>
            <a:off x="6754610" y="1808162"/>
            <a:ext cx="1703589" cy="3690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90216723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/>
          <a:lstStyle/>
          <a:p>
            <a:pPr rtl="0"/>
            <a:fld id="{2C2668D5-CBFD-4351-8443-9E1705BAED96}" type="datetimeyyyy">
              <a:rPr lang="es-MX" noProof="0" smtClean="0"/>
              <a:t>2025</a:t>
            </a:fld>
            <a:endParaRPr lang="es-MX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19A9-68C9-543E-958B-21AED095E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</p:spPr>
        <p:txBody>
          <a:bodyPr/>
          <a:lstStyle/>
          <a:p>
            <a:r>
              <a:rPr lang="es-MX" dirty="0"/>
              <a:t>Método Gráfico / Enumeración Exhaustiva</a:t>
            </a:r>
            <a:endParaRPr lang="es-E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D8C2C5-2273-3873-480A-91599F984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32881" y="1420521"/>
            <a:ext cx="7463718" cy="5293499"/>
          </a:xfrm>
          <a:prstGeom prst="rect">
            <a:avLst/>
          </a:prstGeom>
        </p:spPr>
      </p:pic>
      <p:sp>
        <p:nvSpPr>
          <p:cNvPr id="11" name="Marcador de pie de página 5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Jenny Díaz</a:t>
            </a:r>
            <a:endParaRPr lang="es-MX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716481"/>
              </p:ext>
            </p:extLst>
          </p:nvPr>
        </p:nvGraphicFramePr>
        <p:xfrm>
          <a:off x="1196033" y="2368247"/>
          <a:ext cx="2596411" cy="2662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04900" imgH="1143000" progId="Equation.3">
                  <p:embed/>
                </p:oleObj>
              </mc:Choice>
              <mc:Fallback>
                <p:oleObj name="Ecuación" r:id="rId4" imgW="1104900" imgH="11430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033" y="2368247"/>
                        <a:ext cx="2596411" cy="26629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B13A46E-D7E5-CDE5-FA19-E831B93DC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3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33552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Se han desarrollado dos métodos generales para obtener las restricciones especiales del paso 3.</a:t>
            </a:r>
          </a:p>
          <a:p>
            <a:endParaRPr lang="es-MX" sz="2400" dirty="0"/>
          </a:p>
          <a:p>
            <a:pPr marL="623888" indent="-449263">
              <a:spcAft>
                <a:spcPts val="600"/>
              </a:spcAft>
              <a:buNone/>
              <a:tabLst>
                <a:tab pos="812800" algn="l"/>
              </a:tabLst>
            </a:pPr>
            <a:r>
              <a:rPr lang="es-MX" sz="2400" dirty="0"/>
              <a:t>1.- Método de ramificación y acotamiento (B&amp;B, </a:t>
            </a:r>
            <a:r>
              <a:rPr lang="es-MX" sz="2400" i="1" dirty="0"/>
              <a:t>de Branch and bound</a:t>
            </a:r>
            <a:r>
              <a:rPr lang="es-MX" sz="2400" dirty="0"/>
              <a:t>).</a:t>
            </a:r>
          </a:p>
          <a:p>
            <a:pPr marL="623888" indent="-449263">
              <a:spcAft>
                <a:spcPts val="600"/>
              </a:spcAft>
              <a:buNone/>
              <a:tabLst>
                <a:tab pos="812800" algn="l"/>
              </a:tabLst>
            </a:pPr>
            <a:r>
              <a:rPr lang="es-MX" sz="2400" dirty="0"/>
              <a:t>2.- Método del plano cortante</a:t>
            </a:r>
          </a:p>
          <a:p>
            <a:endParaRPr lang="es-MX" sz="2400" dirty="0"/>
          </a:p>
          <a:p>
            <a:pPr marL="0" indent="0">
              <a:buNone/>
            </a:pPr>
            <a:r>
              <a:rPr lang="es-MX" sz="2400" dirty="0"/>
              <a:t>Aunque ninguno es efectivo computacionalmente en forma consistente, de acuerdo a la experiencia B&amp;B es mucho mejor que el del plano cortante.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1731A00-5AAB-395A-1FFE-EEFA6510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Título"/>
          <p:cNvSpPr txBox="1">
            <a:spLocks/>
          </p:cNvSpPr>
          <p:nvPr/>
        </p:nvSpPr>
        <p:spPr>
          <a:xfrm>
            <a:off x="1524000" y="476250"/>
            <a:ext cx="8229600" cy="649288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/>
              <a:t>Algoritmos de Programación Entera</a:t>
            </a:r>
            <a:endParaRPr lang="es-MX" sz="28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15DD823-3722-4FB8-1DC5-3DF560C36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4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583838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FBC271E-E67A-A27C-2994-C5460A9BDE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45436"/>
            <a:ext cx="12191998" cy="3812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980214" y="3045437"/>
            <a:ext cx="7155207" cy="1069363"/>
          </a:xfrm>
        </p:spPr>
        <p:txBody>
          <a:bodyPr>
            <a:normAutofit fontScale="90000"/>
          </a:bodyPr>
          <a:lstStyle/>
          <a:p>
            <a:r>
              <a:rPr lang="es-MX" sz="3200" dirty="0">
                <a:ln w="1905"/>
                <a:solidFill>
                  <a:schemeClr val="accent3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Método de Ramificación y Acotamiento </a:t>
            </a:r>
            <a:br>
              <a:rPr lang="es-MX" sz="3200" dirty="0">
                <a:ln w="1905"/>
                <a:solidFill>
                  <a:schemeClr val="accent3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s-MX" sz="3200" dirty="0" err="1">
                <a:ln w="1905"/>
                <a:solidFill>
                  <a:schemeClr val="accent3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Branch</a:t>
            </a:r>
            <a:r>
              <a:rPr lang="es-MX" sz="3200" dirty="0">
                <a:ln w="1905"/>
                <a:solidFill>
                  <a:schemeClr val="accent3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and </a:t>
            </a:r>
            <a:r>
              <a:rPr lang="es-MX" sz="3200" dirty="0" err="1">
                <a:ln w="1905"/>
                <a:solidFill>
                  <a:schemeClr val="accent3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Bound</a:t>
            </a:r>
            <a:r>
              <a:rPr lang="es-MX" sz="3200" dirty="0">
                <a:ln w="1905"/>
                <a:solidFill>
                  <a:schemeClr val="accent3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(B&amp;B)</a:t>
            </a:r>
          </a:p>
        </p:txBody>
      </p:sp>
    </p:spTree>
    <p:extLst>
      <p:ext uri="{BB962C8B-B14F-4D97-AF65-F5344CB8AC3E}">
        <p14:creationId xmlns:p14="http://schemas.microsoft.com/office/powerpoint/2010/main" val="235071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algn="just">
              <a:spcBef>
                <a:spcPts val="600"/>
              </a:spcBef>
              <a:buNone/>
            </a:pPr>
            <a:r>
              <a:rPr lang="es-MX" sz="1800" dirty="0"/>
              <a:t>En la estrategia de los algoritmos de programación lineal entera se utilizan tres pasos:</a:t>
            </a:r>
          </a:p>
          <a:p>
            <a:pPr marL="1160463" indent="-985838" algn="just">
              <a:spcBef>
                <a:spcPts val="600"/>
              </a:spcBef>
              <a:buNone/>
            </a:pPr>
            <a:endParaRPr lang="es-MX" sz="18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800" b="1" dirty="0"/>
              <a:t>Algoritmos de Programación Entera</a:t>
            </a:r>
            <a:endParaRPr lang="es-MX" sz="28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55568"/>
              </p:ext>
            </p:extLst>
          </p:nvPr>
        </p:nvGraphicFramePr>
        <p:xfrm>
          <a:off x="2094970" y="1916832"/>
          <a:ext cx="8105487" cy="41148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249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553">
                <a:tc>
                  <a:txBody>
                    <a:bodyPr/>
                    <a:lstStyle/>
                    <a:p>
                      <a:r>
                        <a:rPr lang="es-MX" sz="1800" b="1" dirty="0"/>
                        <a:t>Paso 1 :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/>
                        <a:t>Relajar  el  espacio  de  soluciones  del   programa  lineal   entero omitiendo la restricción entera en todas las variables enteras, y sustituyéndola con cualquier variable binaria que tenga el intervalo continuo 0 ≤ y ≤ 1. El resultado del relajamiento es un programa lineal normal.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396">
                <a:tc>
                  <a:txBody>
                    <a:bodyPr/>
                    <a:lstStyle/>
                    <a:p>
                      <a:r>
                        <a:rPr lang="es-MX" sz="1800" b="1" dirty="0"/>
                        <a:t>Paso 2: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/>
                        <a:t>Resolver  el  programa  lineal  e identificar su resultado optimo continuo.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1834">
                <a:tc>
                  <a:txBody>
                    <a:bodyPr/>
                    <a:lstStyle/>
                    <a:p>
                      <a:r>
                        <a:rPr lang="es-MX" sz="1800" b="1" dirty="0"/>
                        <a:t>Paso 3: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/>
                        <a:t>Inicial en el punto óptimo continuo e ir agregando restricciones especiales que modifiquen en forma iterativa el espacio de soluciones del programa lineal, en una forma que al final produzca un punto extremo que satisfaga los requisitos enteros.</a:t>
                      </a:r>
                    </a:p>
                    <a:p>
                      <a:pPr algn="just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A69859-1E5B-25AC-D8A2-74C2222F6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6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86950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3 CuadroTexto"/>
              <p:cNvSpPr txBox="1"/>
              <p:nvPr/>
            </p:nvSpPr>
            <p:spPr>
              <a:xfrm>
                <a:off x="3098159" y="2604173"/>
                <a:ext cx="28383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𝑀𝑎𝑥𝑖𝑚𝑖𝑧𝑎𝑟</m:t>
                      </m:r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𝑧</m:t>
                      </m:r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=8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s-MX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159" y="2604173"/>
                <a:ext cx="28383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4 CuadroTexto"/>
              <p:cNvSpPr txBox="1"/>
              <p:nvPr/>
            </p:nvSpPr>
            <p:spPr>
              <a:xfrm>
                <a:off x="2549226" y="3040742"/>
                <a:ext cx="10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𝑆𝑢𝑗𝑒𝑡𝑜</m:t>
                      </m:r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26" y="3040742"/>
                <a:ext cx="109786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3381697" y="3410074"/>
                <a:ext cx="14988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 ≤  6</a:t>
                </a:r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697" y="3410074"/>
                <a:ext cx="1498808" cy="369332"/>
              </a:xfrm>
              <a:prstGeom prst="rect">
                <a:avLst/>
              </a:prstGeom>
              <a:blipFill>
                <a:blip r:embed="rId5"/>
                <a:stretch>
                  <a:fillRect t="-6557" r="-203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3223397" y="3779406"/>
                <a:ext cx="16815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≤ 45</a:t>
                </a:r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397" y="3779406"/>
                <a:ext cx="1681551" cy="369332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3265479" y="4179057"/>
                <a:ext cx="1062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≥ 0</a:t>
                </a:r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479" y="4179057"/>
                <a:ext cx="1062791" cy="369332"/>
              </a:xfrm>
              <a:prstGeom prst="rect">
                <a:avLst/>
              </a:prstGeom>
              <a:blipFill>
                <a:blip r:embed="rId7"/>
                <a:stretch>
                  <a:fillRect t="-8333" r="-3448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CuadroTexto"/>
              <p:cNvSpPr txBox="1"/>
              <p:nvPr/>
            </p:nvSpPr>
            <p:spPr>
              <a:xfrm>
                <a:off x="2512526" y="2350421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𝑃𝐿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526" y="2350421"/>
                <a:ext cx="62549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E9BE4062-02A9-4A81-8A61-4FE0F3CAE27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7400" t="22726" r="27951" b="4849"/>
          <a:stretch/>
        </p:blipFill>
        <p:spPr>
          <a:xfrm>
            <a:off x="7306585" y="1901360"/>
            <a:ext cx="4349229" cy="49152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421DD3-B008-E62A-C324-81B818CD1151}"/>
              </a:ext>
            </a:extLst>
          </p:cNvPr>
          <p:cNvSpPr txBox="1"/>
          <p:nvPr/>
        </p:nvSpPr>
        <p:spPr>
          <a:xfrm>
            <a:off x="536186" y="1679088"/>
            <a:ext cx="7007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MX" dirty="0">
                <a:solidFill>
                  <a:schemeClr val="bg1"/>
                </a:solidFill>
              </a:rPr>
              <a:t>Relaje el problema a un problema de programación lineal. </a:t>
            </a:r>
          </a:p>
          <a:p>
            <a:pPr marL="342900" indent="-342900">
              <a:buAutoNum type="arabicPeriod"/>
            </a:pPr>
            <a:r>
              <a:rPr lang="es-MX" dirty="0">
                <a:solidFill>
                  <a:schemeClr val="bg1"/>
                </a:solidFill>
              </a:rPr>
              <a:t>Modele.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00BA089-A7DB-33A3-43E0-C3DB8D91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Espacio de </a:t>
            </a:r>
            <a:r>
              <a:rPr lang="en-US" dirty="0" err="1"/>
              <a:t>solución</a:t>
            </a:r>
            <a:r>
              <a:rPr lang="en-US" dirty="0"/>
              <a:t> de un PP Entera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7 CuadroTexto">
                <a:extLst>
                  <a:ext uri="{FF2B5EF4-FFF2-40B4-BE49-F238E27FC236}">
                    <a16:creationId xmlns:a16="http://schemas.microsoft.com/office/drawing/2014/main" id="{35867B9C-F17F-36F0-8E37-7A14595F64D3}"/>
                  </a:ext>
                </a:extLst>
              </p:cNvPr>
              <p:cNvSpPr txBox="1"/>
              <p:nvPr/>
            </p:nvSpPr>
            <p:spPr>
              <a:xfrm>
                <a:off x="3056344" y="5320563"/>
                <a:ext cx="2951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es entero no negativo</a:t>
                </a:r>
              </a:p>
            </p:txBody>
          </p:sp>
        </mc:Choice>
        <mc:Fallback>
          <p:sp>
            <p:nvSpPr>
              <p:cNvPr id="24" name="7 CuadroTexto">
                <a:extLst>
                  <a:ext uri="{FF2B5EF4-FFF2-40B4-BE49-F238E27FC236}">
                    <a16:creationId xmlns:a16="http://schemas.microsoft.com/office/drawing/2014/main" id="{35867B9C-F17F-36F0-8E37-7A14595F6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44" y="5320563"/>
                <a:ext cx="2951129" cy="369332"/>
              </a:xfrm>
              <a:prstGeom prst="rect">
                <a:avLst/>
              </a:prstGeom>
              <a:blipFill>
                <a:blip r:embed="rId10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5F8DEF-F32C-5E67-AB64-B0A0D86644BB}"/>
              </a:ext>
            </a:extLst>
          </p:cNvPr>
          <p:cNvSpPr txBox="1"/>
          <p:nvPr/>
        </p:nvSpPr>
        <p:spPr>
          <a:xfrm>
            <a:off x="906443" y="4512907"/>
            <a:ext cx="346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3. </a:t>
            </a:r>
            <a:r>
              <a:rPr lang="es-MX" dirty="0" err="1">
                <a:solidFill>
                  <a:schemeClr val="bg1"/>
                </a:solidFill>
              </a:rPr>
              <a:t>Grafíque</a:t>
            </a:r>
            <a:r>
              <a:rPr lang="es-MX" dirty="0">
                <a:solidFill>
                  <a:schemeClr val="bg1"/>
                </a:solidFill>
              </a:rPr>
              <a:t> el PPL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CD4CAA-A070-A55A-C2AA-9634008B37D0}"/>
              </a:ext>
            </a:extLst>
          </p:cNvPr>
          <p:cNvSpPr txBox="1"/>
          <p:nvPr/>
        </p:nvSpPr>
        <p:spPr>
          <a:xfrm>
            <a:off x="1847467" y="5013813"/>
            <a:ext cx="4569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4. Cambie la restricción de no negatividad por esta: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E1DA7B-FB3B-2E4E-1BFE-BBF0079A32E9}"/>
              </a:ext>
            </a:extLst>
          </p:cNvPr>
          <p:cNvSpPr txBox="1"/>
          <p:nvPr/>
        </p:nvSpPr>
        <p:spPr>
          <a:xfrm>
            <a:off x="2378258" y="5844144"/>
            <a:ext cx="4928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5. </a:t>
            </a:r>
            <a:r>
              <a:rPr lang="es-MX" dirty="0" err="1">
                <a:solidFill>
                  <a:schemeClr val="bg1"/>
                </a:solidFill>
              </a:rPr>
              <a:t>Identique</a:t>
            </a:r>
            <a:r>
              <a:rPr lang="es-MX" dirty="0">
                <a:solidFill>
                  <a:schemeClr val="bg1"/>
                </a:solidFill>
              </a:rPr>
              <a:t> las soluciones factibles (finitas)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E6EBDDB-27D3-90B9-6695-A0BFA5242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7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50939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9BE4062-02A9-4A81-8A61-4FE0F3CAE2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00" t="24468" r="27951" b="8484"/>
          <a:stretch/>
        </p:blipFill>
        <p:spPr>
          <a:xfrm>
            <a:off x="3327039" y="454364"/>
            <a:ext cx="6120680" cy="6403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9280C8-6CDC-3E4D-6D36-3ABA0137CF99}"/>
              </a:ext>
            </a:extLst>
          </p:cNvPr>
          <p:cNvSpPr txBox="1"/>
          <p:nvPr/>
        </p:nvSpPr>
        <p:spPr>
          <a:xfrm>
            <a:off x="8128936" y="2502020"/>
            <a:ext cx="3037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Solución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óptima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 del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problema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lineal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X1* = 3.75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X2* = 2.25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Z* = 41.25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cota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superior de Z del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problema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entero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).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78A41AA-7CBC-DE9B-B1A6-2482DA92A461}"/>
              </a:ext>
            </a:extLst>
          </p:cNvPr>
          <p:cNvSpPr txBox="1">
            <a:spLocks/>
          </p:cNvSpPr>
          <p:nvPr/>
        </p:nvSpPr>
        <p:spPr>
          <a:xfrm>
            <a:off x="11668760" y="6610349"/>
            <a:ext cx="523240" cy="247651"/>
          </a:xfrm>
          <a:prstGeom prst="rect">
            <a:avLst/>
          </a:prstGeom>
        </p:spPr>
        <p:txBody>
          <a:bodyPr/>
          <a:lstStyle>
            <a:defPPr rtl="0"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s-MX" sz="1100" smtClean="0">
                <a:solidFill>
                  <a:schemeClr val="accent3">
                    <a:lumMod val="50000"/>
                  </a:schemeClr>
                </a:solidFill>
              </a:rPr>
              <a:pPr/>
              <a:t>8</a:t>
            </a:fld>
            <a:endParaRPr lang="es-MX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22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74833" y="1704756"/>
            <a:ext cx="5721167" cy="4418104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s-MX" sz="2000" dirty="0"/>
              <a:t>Primero se selecciona una de las variables entera cuyo valor optimo en el programa inicial no sea cero.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2512C47-6F18-DF35-DBBD-C4E95FBD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Algoritmo de ramificación y acotamiento (B&amp;B)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4 CuadroTexto"/>
              <p:cNvSpPr txBox="1"/>
              <p:nvPr/>
            </p:nvSpPr>
            <p:spPr>
              <a:xfrm>
                <a:off x="2347039" y="2845653"/>
                <a:ext cx="1367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=3.75</m:t>
                          </m:r>
                        </m:e>
                      </m:d>
                      <m:r>
                        <a:rPr lang="es-MX" i="1">
                          <a:solidFill>
                            <a:schemeClr val="bg1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039" y="2845653"/>
                <a:ext cx="136729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3814089" y="2768709"/>
                <a:ext cx="5806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⇨</m:t>
                      </m:r>
                    </m:oMath>
                  </m:oMathPara>
                </a14:m>
                <a:endParaRPr lang="es-MX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089" y="2768709"/>
                <a:ext cx="58060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4507279" y="2845653"/>
                <a:ext cx="1323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3&lt;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/>
                        </a:rPr>
                        <m:t>&lt;4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279" y="2845653"/>
                <a:ext cx="13231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48890" y="3453075"/>
            <a:ext cx="4286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Esto equivale a reemplazar el programa original (PL0) con dos nuevos programa lineales (PL1, PL2).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CuadroTexto"/>
              <p:cNvSpPr txBox="1"/>
              <p:nvPr/>
            </p:nvSpPr>
            <p:spPr>
              <a:xfrm>
                <a:off x="1834280" y="4605204"/>
                <a:ext cx="4235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𝐸𝑠𝑝𝑎𝑐𝑖𝑜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 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𝑃𝐿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1=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𝐸𝑠𝑝𝑎𝑐𝑖𝑜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 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𝑃𝐿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/>
                        </a:rPr>
                        <m:t>0+(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/>
                        </a:rPr>
                        <m:t>3)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280" y="4605204"/>
                <a:ext cx="423507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13 CuadroTexto"/>
              <p:cNvSpPr txBox="1"/>
              <p:nvPr/>
            </p:nvSpPr>
            <p:spPr>
              <a:xfrm>
                <a:off x="1856384" y="5183009"/>
                <a:ext cx="4235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𝐸𝑠𝑝𝑎𝑐𝑖𝑜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𝑃𝐿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2=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𝐸𝑠𝑝𝑎𝑐𝑖𝑜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𝑃𝐿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/>
                      </a:rPr>
                      <m:t>0+(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/>
                      </a:rPr>
                      <m:t>4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)</a:t>
                </a:r>
              </a:p>
              <a:p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384" y="5183009"/>
                <a:ext cx="4235070" cy="646331"/>
              </a:xfrm>
              <a:prstGeom prst="rect">
                <a:avLst/>
              </a:prstGeom>
              <a:blipFill>
                <a:blip r:embed="rId6"/>
                <a:stretch>
                  <a:fillRect l="-432"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6BA57868-B25A-4D18-AA23-F4BF4DBA731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8187" t="23839" r="31888" b="8286"/>
          <a:stretch/>
        </p:blipFill>
        <p:spPr>
          <a:xfrm>
            <a:off x="6937334" y="2087113"/>
            <a:ext cx="4235070" cy="4553505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394DCF8-4DC4-517F-B2F1-01D04D9AD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9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317085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1B8BD-BD38-6538-E1C2-E9BB1EFD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>
            <a:extLst>
              <a:ext uri="{FF2B5EF4-FFF2-40B4-BE49-F238E27FC236}">
                <a16:creationId xmlns:a16="http://schemas.microsoft.com/office/drawing/2014/main" id="{A7BE2A23-EA20-9C9B-D76E-38166BC8F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33" y="1704756"/>
            <a:ext cx="6521561" cy="4418104"/>
          </a:xfrm>
        </p:spPr>
        <p:txBody>
          <a:bodyPr>
            <a:normAutofit/>
          </a:bodyPr>
          <a:lstStyle/>
          <a:p>
            <a:r>
              <a:rPr lang="es-MX" sz="2000" dirty="0"/>
              <a:t>Las nuevas restricciones, x1≤ 3 y x1≥ 4, son mutuamente excluyentes, por lo que se deben manejar como programas separados.</a:t>
            </a:r>
          </a:p>
          <a:p>
            <a:r>
              <a:rPr lang="es-MX" sz="2000" dirty="0"/>
              <a:t>Esta </a:t>
            </a:r>
            <a:r>
              <a:rPr lang="es-MX" sz="2000" dirty="0" err="1"/>
              <a:t>dicotomización</a:t>
            </a:r>
            <a:r>
              <a:rPr lang="es-MX" sz="2000" dirty="0"/>
              <a:t> da lugar al concepto de ramificación en el algoritmo de ramificación y acotamiento, y x1 es la variable de ramificación. 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052B610-A772-2C5D-D7BA-13F453BFC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Algoritmo de ramificación y acotamiento (B&amp;B)…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4 CuadroTexto">
                <a:extLst>
                  <a:ext uri="{FF2B5EF4-FFF2-40B4-BE49-F238E27FC236}">
                    <a16:creationId xmlns:a16="http://schemas.microsoft.com/office/drawing/2014/main" id="{57FC0FDE-4CAE-4EA9-8B2D-363F25441A9E}"/>
                  </a:ext>
                </a:extLst>
              </p:cNvPr>
              <p:cNvSpPr txBox="1"/>
              <p:nvPr/>
            </p:nvSpPr>
            <p:spPr>
              <a:xfrm>
                <a:off x="3339689" y="4484015"/>
                <a:ext cx="28383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𝑀𝑎𝑥𝑖𝑚𝑖𝑧𝑎𝑟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𝑧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=8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s-MX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4 CuadroTexto">
                <a:extLst>
                  <a:ext uri="{FF2B5EF4-FFF2-40B4-BE49-F238E27FC236}">
                    <a16:creationId xmlns:a16="http://schemas.microsoft.com/office/drawing/2014/main" id="{57FC0FDE-4CAE-4EA9-8B2D-363F25441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689" y="4484015"/>
                <a:ext cx="28383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5 CuadroTexto">
                <a:extLst>
                  <a:ext uri="{FF2B5EF4-FFF2-40B4-BE49-F238E27FC236}">
                    <a16:creationId xmlns:a16="http://schemas.microsoft.com/office/drawing/2014/main" id="{03FE725A-6F07-419D-0F31-DA29C69C906B}"/>
                  </a:ext>
                </a:extLst>
              </p:cNvPr>
              <p:cNvSpPr txBox="1"/>
              <p:nvPr/>
            </p:nvSpPr>
            <p:spPr>
              <a:xfrm>
                <a:off x="2790756" y="4920584"/>
                <a:ext cx="10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𝑆𝑢𝑗𝑒𝑡𝑜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5 CuadroTexto">
                <a:extLst>
                  <a:ext uri="{FF2B5EF4-FFF2-40B4-BE49-F238E27FC236}">
                    <a16:creationId xmlns:a16="http://schemas.microsoft.com/office/drawing/2014/main" id="{03FE725A-6F07-419D-0F31-DA29C69C9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756" y="4920584"/>
                <a:ext cx="109786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6 CuadroTexto">
                <a:extLst>
                  <a:ext uri="{FF2B5EF4-FFF2-40B4-BE49-F238E27FC236}">
                    <a16:creationId xmlns:a16="http://schemas.microsoft.com/office/drawing/2014/main" id="{0880B0A8-4EEC-B7E8-2742-E26F7B147666}"/>
                  </a:ext>
                </a:extLst>
              </p:cNvPr>
              <p:cNvSpPr txBox="1"/>
              <p:nvPr/>
            </p:nvSpPr>
            <p:spPr>
              <a:xfrm>
                <a:off x="3533511" y="5295483"/>
                <a:ext cx="14988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s-MX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 ≤  6</a:t>
                </a:r>
              </a:p>
            </p:txBody>
          </p:sp>
        </mc:Choice>
        <mc:Fallback>
          <p:sp>
            <p:nvSpPr>
              <p:cNvPr id="8" name="6 CuadroTexto">
                <a:extLst>
                  <a:ext uri="{FF2B5EF4-FFF2-40B4-BE49-F238E27FC236}">
                    <a16:creationId xmlns:a16="http://schemas.microsoft.com/office/drawing/2014/main" id="{0880B0A8-4EEC-B7E8-2742-E26F7B147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511" y="5295483"/>
                <a:ext cx="1498808" cy="369332"/>
              </a:xfrm>
              <a:prstGeom prst="rect">
                <a:avLst/>
              </a:prstGeom>
              <a:blipFill>
                <a:blip r:embed="rId4"/>
                <a:stretch>
                  <a:fillRect t="-8333" r="-20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7 CuadroTexto">
                <a:extLst>
                  <a:ext uri="{FF2B5EF4-FFF2-40B4-BE49-F238E27FC236}">
                    <a16:creationId xmlns:a16="http://schemas.microsoft.com/office/drawing/2014/main" id="{0B0A5B9D-7983-12A5-56FE-2CFEDAB27635}"/>
                  </a:ext>
                </a:extLst>
              </p:cNvPr>
              <p:cNvSpPr txBox="1"/>
              <p:nvPr/>
            </p:nvSpPr>
            <p:spPr>
              <a:xfrm>
                <a:off x="3464927" y="5659248"/>
                <a:ext cx="1627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9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s-MX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≤45</a:t>
                </a:r>
              </a:p>
            </p:txBody>
          </p:sp>
        </mc:Choice>
        <mc:Fallback>
          <p:sp>
            <p:nvSpPr>
              <p:cNvPr id="9" name="7 CuadroTexto">
                <a:extLst>
                  <a:ext uri="{FF2B5EF4-FFF2-40B4-BE49-F238E27FC236}">
                    <a16:creationId xmlns:a16="http://schemas.microsoft.com/office/drawing/2014/main" id="{0B0A5B9D-7983-12A5-56FE-2CFEDAB27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927" y="5659248"/>
                <a:ext cx="1627048" cy="369332"/>
              </a:xfrm>
              <a:prstGeom prst="rect">
                <a:avLst/>
              </a:prstGeom>
              <a:blipFill>
                <a:blip r:embed="rId5"/>
                <a:stretch>
                  <a:fillRect l="-299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8 CuadroTexto">
                <a:extLst>
                  <a:ext uri="{FF2B5EF4-FFF2-40B4-BE49-F238E27FC236}">
                    <a16:creationId xmlns:a16="http://schemas.microsoft.com/office/drawing/2014/main" id="{A35CF284-5506-4BF9-8212-39ADCD6892B5}"/>
                  </a:ext>
                </a:extLst>
              </p:cNvPr>
              <p:cNvSpPr txBox="1"/>
              <p:nvPr/>
            </p:nvSpPr>
            <p:spPr>
              <a:xfrm>
                <a:off x="3964589" y="6346931"/>
                <a:ext cx="12086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8 CuadroTexto">
                <a:extLst>
                  <a:ext uri="{FF2B5EF4-FFF2-40B4-BE49-F238E27FC236}">
                    <a16:creationId xmlns:a16="http://schemas.microsoft.com/office/drawing/2014/main" id="{A35CF284-5506-4BF9-8212-39ADCD689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89" y="6346931"/>
                <a:ext cx="12086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9 CuadroTexto">
                <a:extLst>
                  <a:ext uri="{FF2B5EF4-FFF2-40B4-BE49-F238E27FC236}">
                    <a16:creationId xmlns:a16="http://schemas.microsoft.com/office/drawing/2014/main" id="{66F6B2B3-5405-FD89-0557-60A72EDB2E07}"/>
                  </a:ext>
                </a:extLst>
              </p:cNvPr>
              <p:cNvSpPr txBox="1"/>
              <p:nvPr/>
            </p:nvSpPr>
            <p:spPr>
              <a:xfrm>
                <a:off x="2711530" y="4108896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𝑃𝐿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9 CuadroTexto">
                <a:extLst>
                  <a:ext uri="{FF2B5EF4-FFF2-40B4-BE49-F238E27FC236}">
                    <a16:creationId xmlns:a16="http://schemas.microsoft.com/office/drawing/2014/main" id="{66F6B2B3-5405-FD89-0557-60A72EDB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530" y="4108896"/>
                <a:ext cx="6254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>
                <a:extLst>
                  <a:ext uri="{FF2B5EF4-FFF2-40B4-BE49-F238E27FC236}">
                    <a16:creationId xmlns:a16="http://schemas.microsoft.com/office/drawing/2014/main" id="{3304A648-155F-3E41-72FF-FE60889FDA81}"/>
                  </a:ext>
                </a:extLst>
              </p:cNvPr>
              <p:cNvSpPr txBox="1"/>
              <p:nvPr/>
            </p:nvSpPr>
            <p:spPr>
              <a:xfrm>
                <a:off x="7293560" y="4108896"/>
                <a:ext cx="625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𝑃𝐿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15 CuadroTexto">
                <a:extLst>
                  <a:ext uri="{FF2B5EF4-FFF2-40B4-BE49-F238E27FC236}">
                    <a16:creationId xmlns:a16="http://schemas.microsoft.com/office/drawing/2014/main" id="{3304A648-155F-3E41-72FF-FE60889FD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560" y="4108896"/>
                <a:ext cx="62549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16 CuadroTexto">
                <a:extLst>
                  <a:ext uri="{FF2B5EF4-FFF2-40B4-BE49-F238E27FC236}">
                    <a16:creationId xmlns:a16="http://schemas.microsoft.com/office/drawing/2014/main" id="{0443F495-EE0B-BD62-794F-8D69529C96B3}"/>
                  </a:ext>
                </a:extLst>
              </p:cNvPr>
              <p:cNvSpPr txBox="1"/>
              <p:nvPr/>
            </p:nvSpPr>
            <p:spPr>
              <a:xfrm>
                <a:off x="7799692" y="6029580"/>
                <a:ext cx="13840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                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≤  3</a:t>
                </a:r>
              </a:p>
            </p:txBody>
          </p:sp>
        </mc:Choice>
        <mc:Fallback>
          <p:sp>
            <p:nvSpPr>
              <p:cNvPr id="17" name="16 CuadroTexto">
                <a:extLst>
                  <a:ext uri="{FF2B5EF4-FFF2-40B4-BE49-F238E27FC236}">
                    <a16:creationId xmlns:a16="http://schemas.microsoft.com/office/drawing/2014/main" id="{0443F495-EE0B-BD62-794F-8D69529C9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92" y="6029580"/>
                <a:ext cx="1384097" cy="369332"/>
              </a:xfrm>
              <a:prstGeom prst="rect">
                <a:avLst/>
              </a:prstGeom>
              <a:blipFill>
                <a:blip r:embed="rId9"/>
                <a:stretch>
                  <a:fillRect t="-6557" r="-2632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7 CuadroTexto">
                <a:extLst>
                  <a:ext uri="{FF2B5EF4-FFF2-40B4-BE49-F238E27FC236}">
                    <a16:creationId xmlns:a16="http://schemas.microsoft.com/office/drawing/2014/main" id="{AD7C747A-9FAC-1B9D-BB0E-27C1D3CC929C}"/>
                  </a:ext>
                </a:extLst>
              </p:cNvPr>
              <p:cNvSpPr txBox="1"/>
              <p:nvPr/>
            </p:nvSpPr>
            <p:spPr>
              <a:xfrm>
                <a:off x="7516153" y="4484015"/>
                <a:ext cx="28383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𝑀𝑎𝑥𝑖𝑚𝑖𝑧𝑎𝑟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𝑧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=8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s-MX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17 CuadroTexto">
                <a:extLst>
                  <a:ext uri="{FF2B5EF4-FFF2-40B4-BE49-F238E27FC236}">
                    <a16:creationId xmlns:a16="http://schemas.microsoft.com/office/drawing/2014/main" id="{AD7C747A-9FAC-1B9D-BB0E-27C1D3CC9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153" y="4484015"/>
                <a:ext cx="28383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8 CuadroTexto">
                <a:extLst>
                  <a:ext uri="{FF2B5EF4-FFF2-40B4-BE49-F238E27FC236}">
                    <a16:creationId xmlns:a16="http://schemas.microsoft.com/office/drawing/2014/main" id="{6B2C6A0A-A560-5829-A115-C29CDEB04E14}"/>
                  </a:ext>
                </a:extLst>
              </p:cNvPr>
              <p:cNvSpPr txBox="1"/>
              <p:nvPr/>
            </p:nvSpPr>
            <p:spPr>
              <a:xfrm>
                <a:off x="6967220" y="4920584"/>
                <a:ext cx="10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𝑆𝑢𝑗𝑒𝑡𝑜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0" name="18 CuadroTexto">
                <a:extLst>
                  <a:ext uri="{FF2B5EF4-FFF2-40B4-BE49-F238E27FC236}">
                    <a16:creationId xmlns:a16="http://schemas.microsoft.com/office/drawing/2014/main" id="{6B2C6A0A-A560-5829-A115-C29CDEB04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220" y="4920584"/>
                <a:ext cx="1097865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19 CuadroTexto">
                <a:extLst>
                  <a:ext uri="{FF2B5EF4-FFF2-40B4-BE49-F238E27FC236}">
                    <a16:creationId xmlns:a16="http://schemas.microsoft.com/office/drawing/2014/main" id="{2DF61FB2-FCF5-6819-9D90-8B29951AC674}"/>
                  </a:ext>
                </a:extLst>
              </p:cNvPr>
              <p:cNvSpPr txBox="1"/>
              <p:nvPr/>
            </p:nvSpPr>
            <p:spPr>
              <a:xfrm>
                <a:off x="7684981" y="5289916"/>
                <a:ext cx="14988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s-MX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 ≤  6</a:t>
                </a:r>
              </a:p>
            </p:txBody>
          </p:sp>
        </mc:Choice>
        <mc:Fallback>
          <p:sp>
            <p:nvSpPr>
              <p:cNvPr id="21" name="19 CuadroTexto">
                <a:extLst>
                  <a:ext uri="{FF2B5EF4-FFF2-40B4-BE49-F238E27FC236}">
                    <a16:creationId xmlns:a16="http://schemas.microsoft.com/office/drawing/2014/main" id="{2DF61FB2-FCF5-6819-9D90-8B29951A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981" y="5289916"/>
                <a:ext cx="1498808" cy="369332"/>
              </a:xfrm>
              <a:prstGeom prst="rect">
                <a:avLst/>
              </a:prstGeom>
              <a:blipFill>
                <a:blip r:embed="rId12"/>
                <a:stretch>
                  <a:fillRect t="-8333" r="-20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0 CuadroTexto">
                <a:extLst>
                  <a:ext uri="{FF2B5EF4-FFF2-40B4-BE49-F238E27FC236}">
                    <a16:creationId xmlns:a16="http://schemas.microsoft.com/office/drawing/2014/main" id="{900C302C-A654-93D3-82E0-474C4FF9D7C5}"/>
                  </a:ext>
                </a:extLst>
              </p:cNvPr>
              <p:cNvSpPr txBox="1"/>
              <p:nvPr/>
            </p:nvSpPr>
            <p:spPr>
              <a:xfrm>
                <a:off x="7641391" y="5659248"/>
                <a:ext cx="1683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9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s-MX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≤ 45</a:t>
                </a:r>
              </a:p>
            </p:txBody>
          </p:sp>
        </mc:Choice>
        <mc:Fallback>
          <p:sp>
            <p:nvSpPr>
              <p:cNvPr id="22" name="20 CuadroTexto">
                <a:extLst>
                  <a:ext uri="{FF2B5EF4-FFF2-40B4-BE49-F238E27FC236}">
                    <a16:creationId xmlns:a16="http://schemas.microsoft.com/office/drawing/2014/main" id="{900C302C-A654-93D3-82E0-474C4FF9D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391" y="5659248"/>
                <a:ext cx="1683153" cy="369332"/>
              </a:xfrm>
              <a:prstGeom prst="rect">
                <a:avLst/>
              </a:prstGeom>
              <a:blipFill>
                <a:blip r:embed="rId13"/>
                <a:stretch>
                  <a:fillRect l="-326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1 CuadroTexto">
                <a:extLst>
                  <a:ext uri="{FF2B5EF4-FFF2-40B4-BE49-F238E27FC236}">
                    <a16:creationId xmlns:a16="http://schemas.microsoft.com/office/drawing/2014/main" id="{516CE70E-A4F4-E227-C6C0-13F4FC105E6B}"/>
                  </a:ext>
                </a:extLst>
              </p:cNvPr>
              <p:cNvSpPr txBox="1"/>
              <p:nvPr/>
            </p:nvSpPr>
            <p:spPr>
              <a:xfrm>
                <a:off x="8155567" y="6346931"/>
                <a:ext cx="12086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s-MX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3" name="21 CuadroTexto">
                <a:extLst>
                  <a:ext uri="{FF2B5EF4-FFF2-40B4-BE49-F238E27FC236}">
                    <a16:creationId xmlns:a16="http://schemas.microsoft.com/office/drawing/2014/main" id="{516CE70E-A4F4-E227-C6C0-13F4FC105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567" y="6346931"/>
                <a:ext cx="120866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2 CuadroTexto">
                <a:extLst>
                  <a:ext uri="{FF2B5EF4-FFF2-40B4-BE49-F238E27FC236}">
                    <a16:creationId xmlns:a16="http://schemas.microsoft.com/office/drawing/2014/main" id="{890BF255-1287-5B72-63D7-8C68E774CEBB}"/>
                  </a:ext>
                </a:extLst>
              </p:cNvPr>
              <p:cNvSpPr txBox="1"/>
              <p:nvPr/>
            </p:nvSpPr>
            <p:spPr>
              <a:xfrm>
                <a:off x="3614904" y="6028580"/>
                <a:ext cx="14770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MX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s-MX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                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accent3">
                        <a:lumMod val="50000"/>
                      </a:schemeClr>
                    </a:solidFill>
                  </a:rPr>
                  <a:t> ≥  4  </a:t>
                </a:r>
              </a:p>
            </p:txBody>
          </p:sp>
        </mc:Choice>
        <mc:Fallback>
          <p:sp>
            <p:nvSpPr>
              <p:cNvPr id="24" name="22 CuadroTexto">
                <a:extLst>
                  <a:ext uri="{FF2B5EF4-FFF2-40B4-BE49-F238E27FC236}">
                    <a16:creationId xmlns:a16="http://schemas.microsoft.com/office/drawing/2014/main" id="{890BF255-1287-5B72-63D7-8C68E774C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904" y="6028580"/>
                <a:ext cx="1477071" cy="369332"/>
              </a:xfrm>
              <a:prstGeom prst="rect">
                <a:avLst/>
              </a:prstGeom>
              <a:blipFill>
                <a:blip r:embed="rId15"/>
                <a:stretch>
                  <a:fillRect t="-8197" r="-2479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24 Conector recto">
            <a:extLst>
              <a:ext uri="{FF2B5EF4-FFF2-40B4-BE49-F238E27FC236}">
                <a16:creationId xmlns:a16="http://schemas.microsoft.com/office/drawing/2014/main" id="{B6594F72-6A6E-146D-8822-A16BD61A5A31}"/>
              </a:ext>
            </a:extLst>
          </p:cNvPr>
          <p:cNvCxnSpPr/>
          <p:nvPr/>
        </p:nvCxnSpPr>
        <p:spPr>
          <a:xfrm>
            <a:off x="6825342" y="3479590"/>
            <a:ext cx="0" cy="3142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71A69F-23F6-A1B2-9B79-0DF27EB12C86}"/>
              </a:ext>
            </a:extLst>
          </p:cNvPr>
          <p:cNvGrpSpPr/>
          <p:nvPr/>
        </p:nvGrpSpPr>
        <p:grpSpPr>
          <a:xfrm>
            <a:off x="8722339" y="1171951"/>
            <a:ext cx="2531423" cy="2721761"/>
            <a:chOff x="8365537" y="1286280"/>
            <a:chExt cx="2531423" cy="2721761"/>
          </a:xfrm>
        </p:grpSpPr>
        <p:pic>
          <p:nvPicPr>
            <p:cNvPr id="26" name="Imagen 10">
              <a:extLst>
                <a:ext uri="{FF2B5EF4-FFF2-40B4-BE49-F238E27FC236}">
                  <a16:creationId xmlns:a16="http://schemas.microsoft.com/office/drawing/2014/main" id="{4EF3B175-7D56-09CB-FF2E-4E3CA84261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38187" t="23839" r="31888" b="8286"/>
            <a:stretch/>
          </p:blipFill>
          <p:spPr>
            <a:xfrm>
              <a:off x="8365537" y="1286280"/>
              <a:ext cx="2531423" cy="2721761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CFBBE26-A070-88F9-DC3D-8C132EC1D687}"/>
                </a:ext>
              </a:extLst>
            </p:cNvPr>
            <p:cNvSpPr/>
            <p:nvPr/>
          </p:nvSpPr>
          <p:spPr>
            <a:xfrm>
              <a:off x="8652650" y="1341577"/>
              <a:ext cx="2123483" cy="4872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B73BCC-8697-DDF0-2AAF-1AE6406766EB}"/>
                </a:ext>
              </a:extLst>
            </p:cNvPr>
            <p:cNvSpPr/>
            <p:nvPr/>
          </p:nvSpPr>
          <p:spPr>
            <a:xfrm>
              <a:off x="9007929" y="1526374"/>
              <a:ext cx="1768204" cy="66246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Picture 31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1B4360EF-DF29-F7C7-0A8C-66DF4D6574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7368900" y="-305421"/>
            <a:ext cx="2307075" cy="652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FEE9CF9-6F84-5CAE-1FAD-0F5798609188}"/>
              </a:ext>
            </a:extLst>
          </p:cNvPr>
          <p:cNvSpPr txBox="1"/>
          <p:nvPr/>
        </p:nvSpPr>
        <p:spPr>
          <a:xfrm>
            <a:off x="7463243" y="283830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PL3</a:t>
            </a:r>
          </a:p>
        </p:txBody>
      </p:sp>
      <p:pic>
        <p:nvPicPr>
          <p:cNvPr id="33" name="Picture 32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C67C70B8-48F5-7632-E6AA-96FA3BCEC9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9227592" y="1296890"/>
            <a:ext cx="2307075" cy="362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E82FFAF-9B6C-27AE-0098-0A9FF42CAE94}"/>
              </a:ext>
            </a:extLst>
          </p:cNvPr>
          <p:cNvSpPr txBox="1"/>
          <p:nvPr/>
        </p:nvSpPr>
        <p:spPr>
          <a:xfrm>
            <a:off x="10497851" y="242504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PL2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B0CFBF47-0C3B-1F11-52B8-6872BF196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10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36336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1" grpId="0"/>
      <p:bldP spid="3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5BC8-DF40-40EC-6753-C56E1063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>
            <a:extLst>
              <a:ext uri="{FF2B5EF4-FFF2-40B4-BE49-F238E27FC236}">
                <a16:creationId xmlns:a16="http://schemas.microsoft.com/office/drawing/2014/main" id="{FA01F02D-7F12-E6AE-3411-3C31631BF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33" y="1884050"/>
            <a:ext cx="5721167" cy="2678523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PL3 </a:t>
            </a:r>
            <a:r>
              <a:rPr lang="es-MX" sz="1800" dirty="0">
                <a:sym typeface="Wingdings" pitchFamily="2" charset="2"/>
              </a:rPr>
              <a:t> Satisface los requisitos de ser entero para x1 y x2, por consiguiente el PL3 está agotado.</a:t>
            </a:r>
          </a:p>
          <a:p>
            <a:pPr algn="just"/>
            <a:r>
              <a:rPr lang="es-MX" sz="1600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Z=39 es una cota inferior del valor objetivo óptimo (máximo) del PL1 (valor incumbente)</a:t>
            </a:r>
            <a:endParaRPr lang="es-MX" sz="1600" dirty="0">
              <a:solidFill>
                <a:schemeClr val="accent3">
                  <a:lumMod val="50000"/>
                </a:schemeClr>
              </a:solidFill>
            </a:endParaRPr>
          </a:p>
          <a:p>
            <a:pPr algn="just"/>
            <a:endParaRPr lang="es-MX" sz="2000" dirty="0">
              <a:sym typeface="Wingdings" pitchFamily="2" charset="2"/>
            </a:endParaRPr>
          </a:p>
          <a:p>
            <a:pPr algn="just"/>
            <a:endParaRPr lang="es-MX" sz="2000" dirty="0">
              <a:sym typeface="Wingdings" pitchFamily="2" charset="2"/>
            </a:endParaRPr>
          </a:p>
          <a:p>
            <a:pPr algn="just"/>
            <a:endParaRPr lang="es-MX" sz="1800" dirty="0">
              <a:sym typeface="Wingdings" pitchFamily="2" charset="2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4E73C83-1D27-E6D0-454C-E5558EE1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Algoritmo de ramificación y acotamiento (B&amp;B)…</a:t>
            </a:r>
            <a:endParaRPr lang="en-US" dirty="0"/>
          </a:p>
        </p:txBody>
      </p:sp>
      <p:sp>
        <p:nvSpPr>
          <p:cNvPr id="8" name="7 Rectángulo">
            <a:extLst>
              <a:ext uri="{FF2B5EF4-FFF2-40B4-BE49-F238E27FC236}">
                <a16:creationId xmlns:a16="http://schemas.microsoft.com/office/drawing/2014/main" id="{7AE5C321-884F-02EF-D5F9-298083767A33}"/>
              </a:ext>
            </a:extLst>
          </p:cNvPr>
          <p:cNvSpPr/>
          <p:nvPr/>
        </p:nvSpPr>
        <p:spPr>
          <a:xfrm>
            <a:off x="2100573" y="3213183"/>
            <a:ext cx="37444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Si un subproblema no examinado produce una solución entera mejor, se debe actualizar la cota inferior (valor incumbente) en consecuencia.</a:t>
            </a:r>
            <a:endParaRPr lang="es-MX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5C3FBEE-C596-4B7B-C2C3-3A17B85A39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78" t="20872" r="22439" b="45202"/>
          <a:stretch/>
        </p:blipFill>
        <p:spPr>
          <a:xfrm>
            <a:off x="7220931" y="1704756"/>
            <a:ext cx="3440617" cy="22003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D9DAD5-5B2E-8251-98E8-A80C031B23BA}"/>
              </a:ext>
            </a:extLst>
          </p:cNvPr>
          <p:cNvSpPr txBox="1"/>
          <p:nvPr/>
        </p:nvSpPr>
        <p:spPr>
          <a:xfrm>
            <a:off x="3048786" y="4691377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PL2  Data la cota inferior, se examina PL2, todos los coeficientes de la FO son enteros, por lo que es imposible producir una mejor solución y  por lo tanto el PL2 se ha agotado.</a:t>
            </a:r>
            <a:endParaRPr lang="es-MX" sz="1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95A780-48B1-30CA-DD42-C1ACBDAB6E05}"/>
              </a:ext>
            </a:extLst>
          </p:cNvPr>
          <p:cNvSpPr txBox="1"/>
          <p:nvPr/>
        </p:nvSpPr>
        <p:spPr>
          <a:xfrm>
            <a:off x="4567120" y="6020510"/>
            <a:ext cx="5057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0" dirty="0">
                <a:solidFill>
                  <a:srgbClr val="767676"/>
                </a:solidFill>
                <a:effectLst/>
                <a:latin typeface="Aptos" panose="020B0004020202020204" pitchFamily="34" charset="0"/>
              </a:rPr>
              <a:t>Llamaremos valor incumbente en un iteración al mejor obtenido hasta dicha iteración</a:t>
            </a:r>
            <a:r>
              <a:rPr lang="es-MX" b="0" i="0" dirty="0">
                <a:solidFill>
                  <a:srgbClr val="474747"/>
                </a:solidFill>
                <a:effectLst/>
                <a:latin typeface="Aptos" panose="020B0004020202020204" pitchFamily="34" charset="0"/>
              </a:rPr>
              <a:t>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07B401E-6FB1-8DA8-9995-A4649F632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11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02814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29B70-7BC0-B6A2-96B3-99972F0B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>
            <a:extLst>
              <a:ext uri="{FF2B5EF4-FFF2-40B4-BE49-F238E27FC236}">
                <a16:creationId xmlns:a16="http://schemas.microsoft.com/office/drawing/2014/main" id="{8E9DA4B0-1533-892B-B12F-AC9AFF3B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33" y="1884050"/>
            <a:ext cx="5721167" cy="2678523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Con PL2, se repite el procedimiento. Esta vez x2 no es entera, así que se ramifica.</a:t>
            </a:r>
          </a:p>
          <a:p>
            <a:pPr algn="just"/>
            <a:r>
              <a:rPr lang="es-MX" sz="1800" dirty="0">
                <a:sym typeface="Wingdings" pitchFamily="2" charset="2"/>
              </a:rPr>
              <a:t>El PL4 es un problema </a:t>
            </a:r>
            <a:r>
              <a:rPr lang="es-MX" sz="1800" dirty="0" err="1">
                <a:sym typeface="Wingdings" pitchFamily="2" charset="2"/>
              </a:rPr>
              <a:t>infactible</a:t>
            </a:r>
            <a:r>
              <a:rPr lang="es-MX" sz="1800" dirty="0">
                <a:sym typeface="Wingdings" pitchFamily="2" charset="2"/>
              </a:rPr>
              <a:t>, por lo que esta rama se agota.</a:t>
            </a:r>
          </a:p>
          <a:p>
            <a:pPr algn="just"/>
            <a:r>
              <a:rPr lang="es-MX" sz="1800" dirty="0">
                <a:sym typeface="Wingdings" pitchFamily="2" charset="2"/>
              </a:rPr>
              <a:t>El PL5 tiene nuevamente una solución fraccional en x1, por lo que se ramifica nuevamente.</a:t>
            </a:r>
            <a:endParaRPr lang="es-MX" sz="2000" dirty="0">
              <a:sym typeface="Wingdings" pitchFamily="2" charset="2"/>
            </a:endParaRPr>
          </a:p>
          <a:p>
            <a:pPr algn="just"/>
            <a:endParaRPr lang="es-MX" sz="2000" dirty="0">
              <a:sym typeface="Wingdings" pitchFamily="2" charset="2"/>
            </a:endParaRPr>
          </a:p>
          <a:p>
            <a:pPr algn="just"/>
            <a:endParaRPr lang="es-MX" sz="1800" dirty="0">
              <a:sym typeface="Wingdings" pitchFamily="2" charset="2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C38029B-2347-55C3-1310-1129FE69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Algoritmo de ramificación y acotamiento (B&amp;B)…</a:t>
            </a:r>
            <a:endParaRPr lang="en-US" dirty="0"/>
          </a:p>
        </p:txBody>
      </p:sp>
      <p:sp>
        <p:nvSpPr>
          <p:cNvPr id="8" name="7 Rectángulo">
            <a:extLst>
              <a:ext uri="{FF2B5EF4-FFF2-40B4-BE49-F238E27FC236}">
                <a16:creationId xmlns:a16="http://schemas.microsoft.com/office/drawing/2014/main" id="{706A70B7-946C-22F3-CC0B-4E651DBDCDDE}"/>
              </a:ext>
            </a:extLst>
          </p:cNvPr>
          <p:cNvSpPr/>
          <p:nvPr/>
        </p:nvSpPr>
        <p:spPr>
          <a:xfrm>
            <a:off x="1363208" y="3878453"/>
            <a:ext cx="47327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El PL6 tiene solución entera. Z = 40 &gt; 39.</a:t>
            </a:r>
          </a:p>
          <a:p>
            <a:r>
              <a:rPr lang="es-MX" sz="1600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La cota inferior (valor incumbente) se actualiza.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31EC4B-4646-4CF5-BE8F-4CFE652062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48" t="20872" r="22439" b="4848"/>
          <a:stretch/>
        </p:blipFill>
        <p:spPr>
          <a:xfrm>
            <a:off x="6648185" y="1407761"/>
            <a:ext cx="4127948" cy="4817476"/>
          </a:xfrm>
          <a:prstGeom prst="rect">
            <a:avLst/>
          </a:prstGeom>
        </p:spPr>
      </p:pic>
      <p:sp>
        <p:nvSpPr>
          <p:cNvPr id="3" name="7 Rectángulo">
            <a:extLst>
              <a:ext uri="{FF2B5EF4-FFF2-40B4-BE49-F238E27FC236}">
                <a16:creationId xmlns:a16="http://schemas.microsoft.com/office/drawing/2014/main" id="{8D6B480F-7CC4-E82C-98B5-6D5AB07104FF}"/>
              </a:ext>
            </a:extLst>
          </p:cNvPr>
          <p:cNvSpPr/>
          <p:nvPr/>
        </p:nvSpPr>
        <p:spPr>
          <a:xfrm>
            <a:off x="2351584" y="4741867"/>
            <a:ext cx="3744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El PL7 tiene solución entera, pero Z = 37 &lt; mejor cota inferior (valor incumbente) = 40. Por lo tanto, esta rama se agota.</a:t>
            </a:r>
          </a:p>
        </p:txBody>
      </p:sp>
      <p:sp>
        <p:nvSpPr>
          <p:cNvPr id="4" name="7 Rectángulo">
            <a:extLst>
              <a:ext uri="{FF2B5EF4-FFF2-40B4-BE49-F238E27FC236}">
                <a16:creationId xmlns:a16="http://schemas.microsoft.com/office/drawing/2014/main" id="{B1BD9CFB-79C1-80FE-9160-40CC08FF6D55}"/>
              </a:ext>
            </a:extLst>
          </p:cNvPr>
          <p:cNvSpPr/>
          <p:nvPr/>
        </p:nvSpPr>
        <p:spPr>
          <a:xfrm>
            <a:off x="3305263" y="5725979"/>
            <a:ext cx="37444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El proceso se repite, desde PL1, pero ahora ramificando desde x2.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7C9600-306B-1DF1-0892-18CA8BCC8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12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89381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3903-57FA-3535-2BBF-FB249396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>
            <a:extLst>
              <a:ext uri="{FF2B5EF4-FFF2-40B4-BE49-F238E27FC236}">
                <a16:creationId xmlns:a16="http://schemas.microsoft.com/office/drawing/2014/main" id="{7F150468-E332-2531-E9E4-C30CC9EDE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33" y="1884050"/>
            <a:ext cx="5721167" cy="2678523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El proceso termina cuando se han agotado todas las ramas.</a:t>
            </a:r>
          </a:p>
          <a:p>
            <a:pPr algn="just"/>
            <a:r>
              <a:rPr lang="es-MX" sz="1800" dirty="0">
                <a:sym typeface="Wingdings" pitchFamily="2" charset="2"/>
              </a:rPr>
              <a:t>Las causas de acotamiento son:</a:t>
            </a:r>
          </a:p>
          <a:p>
            <a:pPr lvl="1" algn="just"/>
            <a:r>
              <a:rPr lang="es-MX" sz="1600" dirty="0">
                <a:sym typeface="Wingdings" pitchFamily="2" charset="2"/>
              </a:rPr>
              <a:t>Solución entera encontrada</a:t>
            </a:r>
          </a:p>
          <a:p>
            <a:pPr lvl="1" algn="just"/>
            <a:r>
              <a:rPr lang="es-MX" sz="1600" dirty="0">
                <a:sym typeface="Wingdings" pitchFamily="2" charset="2"/>
              </a:rPr>
              <a:t>Problema </a:t>
            </a:r>
            <a:r>
              <a:rPr lang="es-MX" sz="1600" dirty="0" err="1">
                <a:sym typeface="Wingdings" pitchFamily="2" charset="2"/>
              </a:rPr>
              <a:t>infactible</a:t>
            </a:r>
            <a:endParaRPr lang="es-MX" sz="1600" dirty="0">
              <a:sym typeface="Wingdings" pitchFamily="2" charset="2"/>
            </a:endParaRPr>
          </a:p>
          <a:p>
            <a:pPr lvl="1" algn="just"/>
            <a:r>
              <a:rPr lang="es-MX" sz="1600" dirty="0">
                <a:sym typeface="Wingdings" pitchFamily="2" charset="2"/>
              </a:rPr>
              <a:t>Solución repetida y ya explorada</a:t>
            </a:r>
          </a:p>
          <a:p>
            <a:pPr lvl="1" algn="just"/>
            <a:r>
              <a:rPr lang="es-MX" sz="1600" dirty="0">
                <a:sym typeface="Wingdings" pitchFamily="2" charset="2"/>
              </a:rPr>
              <a:t>Solución con cota inferior &lt; valor incumbente.</a:t>
            </a:r>
          </a:p>
          <a:p>
            <a:pPr algn="just"/>
            <a:endParaRPr lang="es-MX" sz="1800" dirty="0">
              <a:sym typeface="Wingdings" pitchFamily="2" charset="2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707E4F3-16CF-9A84-5D0A-56333140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Algoritmo de ramificación y acotamiento (B&amp;B)…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3D7AA98-066D-52B5-4786-13106565D9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48" t="20872" r="22439" b="4848"/>
          <a:stretch/>
        </p:blipFill>
        <p:spPr>
          <a:xfrm>
            <a:off x="6648185" y="1407761"/>
            <a:ext cx="4127948" cy="4817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00D7D7-37F8-F9DB-22BA-191ACB4A1BF3}"/>
              </a:ext>
            </a:extLst>
          </p:cNvPr>
          <p:cNvSpPr txBox="1"/>
          <p:nvPr/>
        </p:nvSpPr>
        <p:spPr>
          <a:xfrm>
            <a:off x="2617731" y="4390812"/>
            <a:ext cx="36228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accent3">
                    <a:lumMod val="50000"/>
                  </a:schemeClr>
                </a:solidFill>
              </a:rPr>
              <a:t>Aunque hay técnicas heurísticas para poder aumentar la capacidad de «adivinar» De B&amp;B cual rama conduce a una mejor solución de PLE, no hay una firme teoría para producir resultados consistentes.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A665907-F43B-5F05-01B0-F2209DEA7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13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440855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383502" y="1796190"/>
            <a:ext cx="9938090" cy="4525963"/>
          </a:xfrm>
        </p:spPr>
        <p:txBody>
          <a:bodyPr>
            <a:normAutofit/>
          </a:bodyPr>
          <a:lstStyle/>
          <a:p>
            <a:pPr marL="109728" indent="0">
              <a:spcBef>
                <a:spcPts val="600"/>
              </a:spcBef>
              <a:buNone/>
            </a:pPr>
            <a:r>
              <a:rPr lang="es-MX" sz="1800" dirty="0"/>
              <a:t>Suponiendo un problema de maximización, se establece una cota inferior inicial </a:t>
            </a:r>
            <a:r>
              <a:rPr lang="es-MX" sz="1800" b="1" dirty="0"/>
              <a:t>z= -∞ </a:t>
            </a:r>
            <a:r>
              <a:rPr lang="es-MX" sz="1800" dirty="0"/>
              <a:t>del valor objetivo óptimo del PLE. Se iguala i =0.</a:t>
            </a:r>
          </a:p>
          <a:p>
            <a:pPr marL="174625" indent="0">
              <a:spcBef>
                <a:spcPts val="600"/>
              </a:spcBef>
              <a:buNone/>
            </a:pPr>
            <a:r>
              <a:rPr lang="es-MX" sz="1800" b="1" dirty="0"/>
              <a:t>Paso 1:</a:t>
            </a:r>
            <a:r>
              <a:rPr lang="es-MX" sz="1800" dirty="0"/>
              <a:t> (Acotamiento) Se selecciona PLi, el siguiente </a:t>
            </a:r>
            <a:r>
              <a:rPr lang="es-MX" sz="1800" dirty="0" err="1"/>
              <a:t>subproblema</a:t>
            </a:r>
            <a:r>
              <a:rPr lang="es-MX" sz="1800" dirty="0"/>
              <a:t> a examinar.</a:t>
            </a:r>
          </a:p>
          <a:p>
            <a:pPr marL="174625" indent="0">
              <a:buNone/>
            </a:pPr>
            <a:r>
              <a:rPr lang="es-MX" sz="1800" dirty="0"/>
              <a:t>Se resuelve PLi y se trata de agotarlo, usando las siguientes tres condiciones.</a:t>
            </a:r>
          </a:p>
          <a:p>
            <a:pPr marL="812800" indent="-276225">
              <a:spcBef>
                <a:spcPts val="600"/>
              </a:spcBef>
              <a:spcAft>
                <a:spcPts val="600"/>
              </a:spcAft>
              <a:buNone/>
            </a:pPr>
            <a:r>
              <a:rPr lang="es-MX" sz="1800" dirty="0"/>
              <a:t>A) El valor de z óptimo no puede producir un valor objetivo mejor que la cota inferior actual.</a:t>
            </a:r>
          </a:p>
          <a:p>
            <a:pPr marL="812800" indent="-276225">
              <a:spcBef>
                <a:spcPts val="600"/>
              </a:spcBef>
              <a:spcAft>
                <a:spcPts val="600"/>
              </a:spcAft>
              <a:buNone/>
            </a:pPr>
            <a:r>
              <a:rPr lang="es-MX" sz="1800" dirty="0"/>
              <a:t>B) PLi Produce una solución entera factible mejor, que la cota inferior actual.</a:t>
            </a:r>
          </a:p>
          <a:p>
            <a:pPr marL="812800" indent="-276225">
              <a:spcBef>
                <a:spcPts val="600"/>
              </a:spcBef>
              <a:spcAft>
                <a:spcPts val="600"/>
              </a:spcAft>
              <a:buNone/>
            </a:pPr>
            <a:r>
              <a:rPr lang="es-MX" sz="1800" dirty="0"/>
              <a:t>C) PLi no tiene solución factible.</a:t>
            </a:r>
          </a:p>
          <a:p>
            <a:pPr marL="1074738" indent="-261938">
              <a:buNone/>
            </a:pPr>
            <a:r>
              <a:rPr lang="es-MX" sz="1800" dirty="0"/>
              <a:t>Se presentan dos casos:</a:t>
            </a:r>
          </a:p>
          <a:p>
            <a:pPr marL="1074738" indent="-261938">
              <a:buFont typeface="Wingdings" pitchFamily="2" charset="2"/>
              <a:buChar char="§"/>
            </a:pPr>
            <a:r>
              <a:rPr lang="es-MX" sz="1800" dirty="0"/>
              <a:t>Si </a:t>
            </a:r>
            <a:r>
              <a:rPr lang="es-MX" sz="1800" dirty="0" err="1"/>
              <a:t>PLi</a:t>
            </a:r>
            <a:r>
              <a:rPr lang="es-MX" sz="1800" dirty="0"/>
              <a:t> está agotado y se encuentra una mejor solución, actualizar la cota inferior. Si todos los subproblemas se han agotado, detenerse; el PLE óptimo corresponde a la cota inferior actual. Si la hay. En caso contario igualar i=1+1 y repetir paso 1.</a:t>
            </a:r>
          </a:p>
          <a:p>
            <a:pPr marL="1074738" indent="-261938">
              <a:buFont typeface="Wingdings" pitchFamily="2" charset="2"/>
              <a:buChar char="§"/>
            </a:pPr>
            <a:r>
              <a:rPr lang="es-MX" sz="1800" dirty="0"/>
              <a:t>Si PLi no está agotado, seguir en el paso 2, para ramificar.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BBF04FA-D82B-B8F1-E4FE-D0A5D1C6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Resumen de Pasos para  el Algoritmo de ramificación y acotamiento (B&amp;B)</a:t>
            </a:r>
            <a:endParaRPr lang="en-US" dirty="0"/>
          </a:p>
        </p:txBody>
      </p:sp>
      <p:sp>
        <p:nvSpPr>
          <p:cNvPr id="3" name="2 Título"/>
          <p:cNvSpPr txBox="1">
            <a:spLocks/>
          </p:cNvSpPr>
          <p:nvPr/>
        </p:nvSpPr>
        <p:spPr>
          <a:xfrm>
            <a:off x="1524000" y="620688"/>
            <a:ext cx="8229600" cy="50485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sz="28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1298E-5B13-85E9-4156-002E5F0FD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14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827063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0370-C800-155B-C0FC-1F86DE57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1 Marcador de contenido">
                <a:extLst>
                  <a:ext uri="{FF2B5EF4-FFF2-40B4-BE49-F238E27FC236}">
                    <a16:creationId xmlns:a16="http://schemas.microsoft.com/office/drawing/2014/main" id="{9F6DCC78-08B6-D12A-F10E-9437DF2644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3502" y="1796190"/>
                <a:ext cx="9392631" cy="4525963"/>
              </a:xfrm>
            </p:spPr>
            <p:txBody>
              <a:bodyPr>
                <a:normAutofit/>
              </a:bodyPr>
              <a:lstStyle/>
              <a:p>
                <a:pPr marL="900113" indent="-725488">
                  <a:spcBef>
                    <a:spcPts val="600"/>
                  </a:spcBef>
                  <a:buNone/>
                </a:pPr>
                <a:r>
                  <a:rPr lang="es-MX" sz="1800" dirty="0"/>
                  <a:t>Paso 2: (Ramificación) Seleccionar uno de los valores enteros, </a:t>
                </a:r>
                <a:r>
                  <a:rPr lang="es-MX" sz="1800" dirty="0" err="1"/>
                  <a:t>xj</a:t>
                </a:r>
                <a:r>
                  <a:rPr lang="es-MX" sz="1800" dirty="0"/>
                  <a:t>, cuyo valor optimo </a:t>
                </a:r>
                <a:r>
                  <a:rPr lang="es-MX" sz="1800" dirty="0" err="1"/>
                  <a:t>xj</a:t>
                </a:r>
                <a:r>
                  <a:rPr lang="es-MX" sz="1800" dirty="0"/>
                  <a:t>*, en la solución del PLi no sea entero. Alminar región</a:t>
                </a:r>
              </a:p>
              <a:p>
                <a:pPr marL="900113" indent="-725488">
                  <a:spcBef>
                    <a:spcPts val="600"/>
                  </a:spcBef>
                  <a:buNone/>
                </a:pPr>
                <a:endParaRPr lang="es-MX" sz="1800" dirty="0"/>
              </a:p>
              <a:p>
                <a:pPr marL="900113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s-MX" sz="1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s-MX" sz="1800" i="1">
                          <a:latin typeface="Cambria Math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s-MX" sz="18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sz="1800" i="1">
                              <a:latin typeface="Cambria Math"/>
                              <a:ea typeface="Cambria Math"/>
                            </a:rPr>
                            <m:t>𝑗</m:t>
                          </m:r>
                        </m:sub>
                      </m:sSub>
                      <m:r>
                        <a:rPr lang="es-MX" sz="1800" i="1">
                          <a:latin typeface="Cambria Math"/>
                          <a:ea typeface="Cambria Math"/>
                        </a:rPr>
                        <m:t>&lt;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s-MX" sz="1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s-MX" sz="1800" i="1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s-MX" sz="1800" dirty="0"/>
              </a:p>
              <a:p>
                <a:pPr marL="900113" indent="0">
                  <a:spcBef>
                    <a:spcPts val="600"/>
                  </a:spcBef>
                  <a:buNone/>
                </a:pPr>
                <a:endParaRPr lang="es-MX" sz="1800" dirty="0"/>
              </a:p>
              <a:p>
                <a:pPr marL="900113" indent="0">
                  <a:spcBef>
                    <a:spcPts val="600"/>
                  </a:spcBef>
                  <a:buNone/>
                </a:pPr>
                <a:r>
                  <a:rPr lang="es-MX" sz="1800" dirty="0"/>
                  <a:t>En el que [v] define el mayor entero ≤ v, creando dos </a:t>
                </a:r>
                <a:r>
                  <a:rPr lang="es-MX" sz="1800" dirty="0" err="1"/>
                  <a:t>subproblemas</a:t>
                </a:r>
                <a:r>
                  <a:rPr lang="es-MX" sz="1800" dirty="0"/>
                  <a:t> lineales que corresponden a </a:t>
                </a:r>
              </a:p>
              <a:p>
                <a:pPr marL="900113" indent="0">
                  <a:spcBef>
                    <a:spcPts val="600"/>
                  </a:spcBef>
                  <a:buNone/>
                </a:pPr>
                <a:endParaRPr lang="es-MX" sz="1800" dirty="0"/>
              </a:p>
              <a:p>
                <a:pPr marL="900113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s-MX" sz="18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sz="1800" i="1">
                              <a:latin typeface="Cambria Math"/>
                              <a:ea typeface="Cambria Math"/>
                            </a:rPr>
                            <m:t>𝑗</m:t>
                          </m:r>
                        </m:sub>
                      </m:sSub>
                      <m:r>
                        <a:rPr lang="es-MX" sz="1800" i="1">
                          <a:latin typeface="Cambria Math"/>
                          <a:ea typeface="Cambria Math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s-MX" sz="1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s-MX" sz="1800" i="1">
                          <a:latin typeface="Cambria Math"/>
                        </a:rPr>
                        <m:t>  </m:t>
                      </m:r>
                      <m:r>
                        <a:rPr lang="es-MX" sz="1800" i="1">
                          <a:latin typeface="Cambria Math"/>
                        </a:rPr>
                        <m:t>𝑦</m:t>
                      </m:r>
                      <m:r>
                        <a:rPr lang="es-MX" sz="1800" i="1">
                          <a:latin typeface="Cambria Math"/>
                        </a:rPr>
                        <m:t>   </m:t>
                      </m:r>
                      <m:sSub>
                        <m:sSub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s-MX" sz="18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MX" sz="1800" i="1">
                              <a:latin typeface="Cambria Math"/>
                              <a:ea typeface="Cambria Math"/>
                            </a:rPr>
                            <m:t>𝑗</m:t>
                          </m:r>
                        </m:sub>
                      </m:sSub>
                      <m:r>
                        <a:rPr lang="es-MX" sz="1800" i="1">
                          <a:latin typeface="Cambria Math"/>
                          <a:ea typeface="Cambria Math"/>
                        </a:rPr>
                        <m:t>≥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s-MX" sz="1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s-MX" sz="1800" i="1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s-MX" sz="1800" dirty="0"/>
              </a:p>
              <a:p>
                <a:pPr marL="900113" indent="0">
                  <a:spcBef>
                    <a:spcPts val="600"/>
                  </a:spcBef>
                  <a:buNone/>
                </a:pPr>
                <a:endParaRPr lang="es-MX" sz="1800" dirty="0"/>
              </a:p>
              <a:p>
                <a:pPr marL="900113" indent="0">
                  <a:spcBef>
                    <a:spcPts val="600"/>
                  </a:spcBef>
                  <a:buNone/>
                </a:pPr>
                <a:r>
                  <a:rPr lang="es-MX" sz="1800" dirty="0"/>
                  <a:t>Igualando i = i+ 1 e ir al paso 1. 393 </a:t>
                </a:r>
              </a:p>
              <a:p>
                <a:pPr marL="900113" indent="0">
                  <a:spcBef>
                    <a:spcPts val="600"/>
                  </a:spcBef>
                  <a:buNone/>
                </a:pPr>
                <a:endParaRPr lang="es-MX" sz="1800" dirty="0"/>
              </a:p>
              <a:p>
                <a:pPr marL="900113" indent="0">
                  <a:spcBef>
                    <a:spcPts val="600"/>
                  </a:spcBef>
                  <a:buNone/>
                </a:pPr>
                <a:r>
                  <a:rPr lang="es-MX" sz="1800" dirty="0"/>
                  <a:t>Para los problemas de minimización se sustituye la cota inferior por una cota superior con z = +∞</a:t>
                </a:r>
              </a:p>
              <a:p>
                <a:pPr marL="109728" indent="0">
                  <a:spcBef>
                    <a:spcPts val="600"/>
                  </a:spcBef>
                  <a:buNone/>
                </a:pPr>
                <a:endParaRPr lang="es-MX" sz="1800" dirty="0"/>
              </a:p>
            </p:txBody>
          </p:sp>
        </mc:Choice>
        <mc:Fallback>
          <p:sp>
            <p:nvSpPr>
              <p:cNvPr id="2" name="1 Marcador de contenido">
                <a:extLst>
                  <a:ext uri="{FF2B5EF4-FFF2-40B4-BE49-F238E27FC236}">
                    <a16:creationId xmlns:a16="http://schemas.microsoft.com/office/drawing/2014/main" id="{9F6DCC78-08B6-D12A-F10E-9437DF2644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502" y="1796190"/>
                <a:ext cx="9392631" cy="4525963"/>
              </a:xfrm>
              <a:blipFill>
                <a:blip r:embed="rId2"/>
                <a:stretch>
                  <a:fillRect t="-1348" r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7">
            <a:extLst>
              <a:ext uri="{FF2B5EF4-FFF2-40B4-BE49-F238E27FC236}">
                <a16:creationId xmlns:a16="http://schemas.microsoft.com/office/drawing/2014/main" id="{121C3F56-8128-6FAD-6ADD-5699DA5C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/>
              <a:t>Resumen de Pasos para  el Algoritmo de ramificación y acotamiento (B&amp;B)</a:t>
            </a:r>
            <a:endParaRPr lang="en-US" dirty="0"/>
          </a:p>
        </p:txBody>
      </p:sp>
      <p:sp>
        <p:nvSpPr>
          <p:cNvPr id="3" name="2 Título">
            <a:extLst>
              <a:ext uri="{FF2B5EF4-FFF2-40B4-BE49-F238E27FC236}">
                <a16:creationId xmlns:a16="http://schemas.microsoft.com/office/drawing/2014/main" id="{0A8304A5-BE8D-DC5B-460C-85881561A31D}"/>
              </a:ext>
            </a:extLst>
          </p:cNvPr>
          <p:cNvSpPr txBox="1">
            <a:spLocks/>
          </p:cNvSpPr>
          <p:nvPr/>
        </p:nvSpPr>
        <p:spPr>
          <a:xfrm>
            <a:off x="1524000" y="620688"/>
            <a:ext cx="8229600" cy="50485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sz="28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187BEA6-34DD-83AA-A4CE-D995B4DC8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15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742551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</p:spPr>
        <p:txBody>
          <a:bodyPr/>
          <a:lstStyle/>
          <a:p>
            <a:r>
              <a:rPr lang="en-US" dirty="0"/>
              <a:t>Branch &amp; Bound (</a:t>
            </a:r>
            <a:r>
              <a:rPr lang="en-US" dirty="0" err="1"/>
              <a:t>resumido</a:t>
            </a:r>
            <a:r>
              <a:rPr lang="en-US" dirty="0"/>
              <a:t>)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390880" y="1196752"/>
            <a:ext cx="5865183" cy="6296599"/>
          </a:xfrm>
        </p:spPr>
        <p:txBody>
          <a:bodyPr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ES" sz="2000" dirty="0"/>
              <a:t>Método iterativo</a:t>
            </a:r>
          </a:p>
          <a:p>
            <a:pPr marL="0" indent="0" algn="just">
              <a:buNone/>
            </a:pPr>
            <a:r>
              <a:rPr lang="es-ES" sz="2000" dirty="0"/>
              <a:t>Zinc=-</a:t>
            </a:r>
            <a:r>
              <a:rPr lang="es-ES" sz="2000" dirty="0">
                <a:sym typeface="Symbol" panose="05050102010706020507" pitchFamily="18" charset="2"/>
              </a:rPr>
              <a:t> (</a:t>
            </a:r>
            <a:r>
              <a:rPr lang="es-ES" sz="2000" dirty="0" err="1">
                <a:sym typeface="Symbol" panose="05050102010706020507" pitchFamily="18" charset="2"/>
              </a:rPr>
              <a:t>inc</a:t>
            </a:r>
            <a:r>
              <a:rPr lang="es-ES" sz="2000" dirty="0">
                <a:sym typeface="Symbol" panose="05050102010706020507" pitchFamily="18" charset="2"/>
              </a:rPr>
              <a:t> de </a:t>
            </a:r>
            <a:r>
              <a:rPr lang="es-ES" sz="2000" dirty="0" err="1">
                <a:sym typeface="Symbol" panose="05050102010706020507" pitchFamily="18" charset="2"/>
              </a:rPr>
              <a:t>incumbente</a:t>
            </a:r>
            <a:r>
              <a:rPr lang="es-ES" sz="20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s-ES" sz="2000" dirty="0"/>
              <a:t>Se inicia resolviendo el problema relajado linealmente: Se elimina la condición de integralidad en las variables y se resuelve el PL asociado.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s-ES" sz="2000" dirty="0"/>
              <a:t>En cada iteración:</a:t>
            </a:r>
          </a:p>
          <a:p>
            <a:pPr lvl="0"/>
            <a:r>
              <a:rPr lang="es-ES" sz="2000" b="1" dirty="0">
                <a:solidFill>
                  <a:schemeClr val="accent5"/>
                </a:solidFill>
              </a:rPr>
              <a:t>Ramificación</a:t>
            </a:r>
          </a:p>
          <a:p>
            <a:pPr lvl="1"/>
            <a:r>
              <a:rPr lang="es-ES" sz="2000" dirty="0"/>
              <a:t>Crear nuevos problemas (subproblemas) a partir del problema relajado “superior”.</a:t>
            </a:r>
          </a:p>
          <a:p>
            <a:pPr lvl="1"/>
            <a:r>
              <a:rPr lang="es-ES" sz="2000" dirty="0"/>
              <a:t>Para cada variable no entera, se generan nuevos </a:t>
            </a:r>
            <a:r>
              <a:rPr lang="es-ES" sz="2000" dirty="0" err="1"/>
              <a:t>subproblemas</a:t>
            </a:r>
            <a:r>
              <a:rPr lang="es-ES" sz="2000" dirty="0"/>
              <a:t> adicionando restricciones</a:t>
            </a:r>
          </a:p>
          <a:p>
            <a:pPr lvl="1"/>
            <a:r>
              <a:rPr lang="es-ES" sz="2000" dirty="0"/>
              <a:t>En cada </a:t>
            </a:r>
            <a:r>
              <a:rPr lang="es-ES" sz="2000" dirty="0" err="1"/>
              <a:t>subproblema</a:t>
            </a:r>
            <a:r>
              <a:rPr lang="es-ES" sz="2000" dirty="0"/>
              <a:t> se adiciona una restricción a la vez, evitando las soluciones entre los valores enteros que rodean el valor de cada variable no entera.</a:t>
            </a:r>
            <a:endParaRPr lang="en-US" sz="3600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</p:spPr>
        <p:txBody>
          <a:bodyPr/>
          <a:lstStyle/>
          <a:p>
            <a:r>
              <a:rPr lang="es-MX"/>
              <a:t>Jenny Díaz</a:t>
            </a:r>
          </a:p>
        </p:txBody>
      </p:sp>
      <p:sp>
        <p:nvSpPr>
          <p:cNvPr id="8" name="Marcador de contenido 5"/>
          <p:cNvSpPr txBox="1">
            <a:spLocks/>
          </p:cNvSpPr>
          <p:nvPr/>
        </p:nvSpPr>
        <p:spPr>
          <a:xfrm>
            <a:off x="6249473" y="1484785"/>
            <a:ext cx="5865183" cy="4871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Acotamiento</a:t>
            </a:r>
          </a:p>
          <a:p>
            <a:pPr lvl="1"/>
            <a:r>
              <a:rPr lang="es-ES" sz="2000" dirty="0">
                <a:solidFill>
                  <a:schemeClr val="accent3">
                    <a:lumMod val="50000"/>
                  </a:schemeClr>
                </a:solidFill>
              </a:rPr>
              <a:t>Se obtiene la cota de cada nuevo </a:t>
            </a:r>
            <a:r>
              <a:rPr lang="es-ES" sz="2000" dirty="0" err="1">
                <a:solidFill>
                  <a:schemeClr val="accent3">
                    <a:lumMod val="50000"/>
                  </a:schemeClr>
                </a:solidFill>
              </a:rPr>
              <a:t>subproblema</a:t>
            </a:r>
            <a:r>
              <a:rPr lang="es-ES" sz="2000" dirty="0">
                <a:solidFill>
                  <a:schemeClr val="accent3">
                    <a:lumMod val="50000"/>
                  </a:schemeClr>
                </a:solidFill>
              </a:rPr>
              <a:t> resolviendo el problema relajado lineal y redondeando hacia abajo Z</a:t>
            </a:r>
          </a:p>
          <a:p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Sondeo (agotamiento)</a:t>
            </a:r>
          </a:p>
          <a:p>
            <a:pPr lvl="1"/>
            <a:r>
              <a:rPr lang="es-ES" sz="2000" dirty="0">
                <a:solidFill>
                  <a:schemeClr val="accent3">
                    <a:lumMod val="50000"/>
                  </a:schemeClr>
                </a:solidFill>
              </a:rPr>
              <a:t>Cota ≤ Z* </a:t>
            </a:r>
          </a:p>
          <a:p>
            <a:pPr lvl="1"/>
            <a:r>
              <a:rPr lang="es-ES" sz="2000" dirty="0">
                <a:solidFill>
                  <a:schemeClr val="accent3">
                    <a:lumMod val="50000"/>
                  </a:schemeClr>
                </a:solidFill>
              </a:rPr>
              <a:t>El PL relajado es </a:t>
            </a:r>
            <a:r>
              <a:rPr lang="es-ES" sz="2000" dirty="0" err="1">
                <a:solidFill>
                  <a:schemeClr val="accent3">
                    <a:lumMod val="50000"/>
                  </a:schemeClr>
                </a:solidFill>
              </a:rPr>
              <a:t>infactible</a:t>
            </a:r>
            <a:endParaRPr lang="es-ES" sz="2000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s-ES" sz="2000" dirty="0">
                <a:solidFill>
                  <a:schemeClr val="accent3">
                    <a:lumMod val="50000"/>
                  </a:schemeClr>
                </a:solidFill>
              </a:rPr>
              <a:t>La solución óptima del PL relajado es entera</a:t>
            </a:r>
          </a:p>
          <a:p>
            <a:r>
              <a:rPr lang="es-ES" sz="2000" b="1" dirty="0">
                <a:solidFill>
                  <a:schemeClr val="accent3">
                    <a:lumMod val="50000"/>
                  </a:schemeClr>
                </a:solidFill>
              </a:rPr>
              <a:t>Actualización solución </a:t>
            </a:r>
            <a:r>
              <a:rPr lang="es-ES" sz="2000" b="1" dirty="0" err="1">
                <a:solidFill>
                  <a:schemeClr val="accent3">
                    <a:lumMod val="50000"/>
                  </a:schemeClr>
                </a:solidFill>
              </a:rPr>
              <a:t>incumbente</a:t>
            </a:r>
            <a:endParaRPr lang="es-ES" sz="2000" b="1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s-ES" sz="1700" dirty="0">
                <a:solidFill>
                  <a:schemeClr val="accent3">
                    <a:lumMod val="50000"/>
                  </a:schemeClr>
                </a:solidFill>
              </a:rPr>
              <a:t>Z</a:t>
            </a:r>
            <a:r>
              <a:rPr lang="es-ES" sz="1700" i="1" dirty="0">
                <a:solidFill>
                  <a:schemeClr val="accent3">
                    <a:lumMod val="50000"/>
                  </a:schemeClr>
                </a:solidFill>
              </a:rPr>
              <a:t>inc</a:t>
            </a:r>
            <a:r>
              <a:rPr lang="es-ES" sz="1700" dirty="0">
                <a:solidFill>
                  <a:schemeClr val="accent3">
                    <a:lumMod val="50000"/>
                  </a:schemeClr>
                </a:solidFill>
              </a:rPr>
              <a:t> =Valor incumbente inicial = -</a:t>
            </a:r>
            <a:r>
              <a:rPr lang="es-ES" sz="1700" dirty="0">
                <a:solidFill>
                  <a:schemeClr val="accent3">
                    <a:lumMod val="50000"/>
                  </a:schemeClr>
                </a:solidFill>
                <a:sym typeface="Symbol" panose="05050102010706020507" pitchFamily="18" charset="2"/>
              </a:rPr>
              <a:t></a:t>
            </a:r>
            <a:endParaRPr lang="es-ES" sz="1700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s-ES" sz="1700" dirty="0">
                <a:solidFill>
                  <a:schemeClr val="accent3">
                    <a:lumMod val="50000"/>
                  </a:schemeClr>
                </a:solidFill>
              </a:rPr>
              <a:t>Si el </a:t>
            </a:r>
            <a:r>
              <a:rPr lang="es-ES" sz="1700" i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Z*</a:t>
            </a:r>
            <a:r>
              <a:rPr lang="es-ES" sz="1700" dirty="0">
                <a:solidFill>
                  <a:schemeClr val="accent3">
                    <a:lumMod val="50000"/>
                  </a:schemeClr>
                </a:solidFill>
              </a:rPr>
              <a:t> de un PL relajado con solución entera es mejor que Z</a:t>
            </a:r>
            <a:r>
              <a:rPr lang="es-ES" sz="1700" i="1" dirty="0">
                <a:solidFill>
                  <a:schemeClr val="accent3">
                    <a:lumMod val="50000"/>
                  </a:schemeClr>
                </a:solidFill>
              </a:rPr>
              <a:t>inc, </a:t>
            </a:r>
            <a:r>
              <a:rPr lang="es-ES" sz="1700" dirty="0">
                <a:solidFill>
                  <a:schemeClr val="accent3">
                    <a:lumMod val="50000"/>
                  </a:schemeClr>
                </a:solidFill>
              </a:rPr>
              <a:t>entonces se actualiza Zinc:</a:t>
            </a:r>
          </a:p>
          <a:p>
            <a:pPr marL="0" indent="0">
              <a:buNone/>
            </a:pPr>
            <a:endParaRPr lang="es-ES" sz="105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s-ES" sz="2000" dirty="0">
                <a:solidFill>
                  <a:schemeClr val="accent3">
                    <a:lumMod val="50000"/>
                  </a:schemeClr>
                </a:solidFill>
              </a:rPr>
              <a:t>	Z</a:t>
            </a:r>
            <a:r>
              <a:rPr lang="es-ES" sz="2000" i="1" dirty="0">
                <a:solidFill>
                  <a:schemeClr val="accent3">
                    <a:lumMod val="50000"/>
                  </a:schemeClr>
                </a:solidFill>
              </a:rPr>
              <a:t>inc </a:t>
            </a:r>
            <a:r>
              <a:rPr lang="es-ES" sz="2000" i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 Z*</a:t>
            </a:r>
            <a:endParaRPr lang="en-US" sz="3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6E694F7-78E0-9DB9-FD44-4FF70AC14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16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486716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</p:spPr>
        <p:txBody>
          <a:bodyPr/>
          <a:lstStyle/>
          <a:p>
            <a:pPr algn="l"/>
            <a:r>
              <a:rPr lang="es-MX" dirty="0"/>
              <a:t>Resolver:</a:t>
            </a:r>
            <a:endParaRPr lang="es-ES" dirty="0"/>
          </a:p>
        </p:txBody>
      </p:sp>
      <p:sp>
        <p:nvSpPr>
          <p:cNvPr id="11" name="Marcador de pie de página 5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Jenny Díaz</a:t>
            </a:r>
            <a:endParaRPr lang="es-MX" dirty="0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777685" y="1634130"/>
          <a:ext cx="1919111" cy="348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825500" imgH="1485900" progId="Equation.3">
                  <p:embed/>
                </p:oleObj>
              </mc:Choice>
              <mc:Fallback>
                <p:oleObj name="Ecuación" r:id="rId3" imgW="825500" imgH="1485900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685" y="1634130"/>
                        <a:ext cx="1919111" cy="3481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70F50F1-32C6-0EC3-FC8F-9717C8C2D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032881" y="1420521"/>
            <a:ext cx="7463718" cy="5293499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633C45-E497-AFB2-F243-B81846AE8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17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728491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</p:spPr>
        <p:txBody>
          <a:bodyPr/>
          <a:lstStyle/>
          <a:p>
            <a:pPr algn="l"/>
            <a:r>
              <a:rPr lang="es-MX" dirty="0"/>
              <a:t>Resolver por B&amp;B</a:t>
            </a:r>
            <a:endParaRPr lang="es-ES" dirty="0"/>
          </a:p>
        </p:txBody>
      </p:sp>
      <p:sp>
        <p:nvSpPr>
          <p:cNvPr id="11" name="Marcador de pie de página 5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Jenny Díaz</a:t>
            </a:r>
            <a:endParaRPr lang="es-MX" dirty="0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777685" y="1634130"/>
          <a:ext cx="1919111" cy="348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825500" imgH="1485900" progId="Equation.3">
                  <p:embed/>
                </p:oleObj>
              </mc:Choice>
              <mc:Fallback>
                <p:oleObj name="Ecuación" r:id="rId3" imgW="825500" imgH="1485900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685" y="1634130"/>
                        <a:ext cx="1919111" cy="3481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70409DD-9341-9C90-6B41-9620C2670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18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201786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</p:spPr>
        <p:txBody>
          <a:bodyPr/>
          <a:lstStyle/>
          <a:p>
            <a:pPr algn="l"/>
            <a:r>
              <a:rPr lang="es-MX" dirty="0"/>
              <a:t>Resolver por B&amp;B:</a:t>
            </a:r>
            <a:endParaRPr lang="es-ES" dirty="0"/>
          </a:p>
        </p:txBody>
      </p:sp>
      <p:sp>
        <p:nvSpPr>
          <p:cNvPr id="11" name="Marcador de pie de página 5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Jenny Díaz</a:t>
            </a:r>
            <a:endParaRPr lang="es-MX" dirty="0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479376" y="1340768"/>
          <a:ext cx="2368031" cy="2408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117600" imgH="1143000" progId="Equation.3">
                  <p:embed/>
                </p:oleObj>
              </mc:Choice>
              <mc:Fallback>
                <p:oleObj name="Ecuación" r:id="rId3" imgW="1117600" imgH="1143000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76" y="1340768"/>
                        <a:ext cx="2368031" cy="24081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64A017E-968D-3D3D-6D84-5BEEB5F00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19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291395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</p:spPr>
        <p:txBody>
          <a:bodyPr/>
          <a:lstStyle/>
          <a:p>
            <a:pPr algn="l"/>
            <a:r>
              <a:rPr lang="es-MX" dirty="0"/>
              <a:t>Resolver por B&amp;B:</a:t>
            </a:r>
            <a:endParaRPr lang="es-ES" dirty="0"/>
          </a:p>
        </p:txBody>
      </p:sp>
      <p:sp>
        <p:nvSpPr>
          <p:cNvPr id="11" name="Marcador de pie de página 5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Jenny Díaz</a:t>
            </a:r>
            <a:endParaRPr lang="es-MX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402816" y="1196752"/>
          <a:ext cx="2423592" cy="2718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16000" imgH="1143000" progId="Equation.3">
                  <p:embed/>
                </p:oleObj>
              </mc:Choice>
              <mc:Fallback>
                <p:oleObj name="Ecuación" r:id="rId3" imgW="1016000" imgH="1143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16" y="1196752"/>
                        <a:ext cx="2423592" cy="27180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809A3C-919E-C765-FD4B-B8DEC8E3E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20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214233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</p:spPr>
        <p:txBody>
          <a:bodyPr/>
          <a:lstStyle/>
          <a:p>
            <a:pPr algn="l"/>
            <a:r>
              <a:rPr lang="es-MX" dirty="0"/>
              <a:t>Resolver por B&amp;B:</a:t>
            </a:r>
            <a:endParaRPr lang="es-ES" dirty="0"/>
          </a:p>
        </p:txBody>
      </p:sp>
      <p:sp>
        <p:nvSpPr>
          <p:cNvPr id="11" name="Marcador de pie de página 5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Jenny Díaz</a:t>
            </a:r>
            <a:endParaRPr lang="es-MX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402815" y="1196752"/>
          <a:ext cx="2851517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371600" imgH="1143000" progId="Equation.3">
                  <p:embed/>
                </p:oleObj>
              </mc:Choice>
              <mc:Fallback>
                <p:oleObj name="Ecuación" r:id="rId3" imgW="1371600" imgH="11430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15" y="1196752"/>
                        <a:ext cx="2851517" cy="23762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A2DEEE4-DAEA-B2B9-5DA2-DB8E54359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21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9135707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2038</TotalTime>
  <Words>1500</Words>
  <Application>Microsoft Office PowerPoint</Application>
  <PresentationFormat>Widescreen</PresentationFormat>
  <Paragraphs>193</Paragraphs>
  <Slides>21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Abadi</vt:lpstr>
      <vt:lpstr>Aptos</vt:lpstr>
      <vt:lpstr>Aptos Black</vt:lpstr>
      <vt:lpstr>Aptos Display</vt:lpstr>
      <vt:lpstr>Arial</vt:lpstr>
      <vt:lpstr>Calibri</vt:lpstr>
      <vt:lpstr>Cambria Math</vt:lpstr>
      <vt:lpstr>Symbol</vt:lpstr>
      <vt:lpstr>Wingdings</vt:lpstr>
      <vt:lpstr>Tema1</vt:lpstr>
      <vt:lpstr>Ecuación</vt:lpstr>
      <vt:lpstr>Solución de un Problema de Programación Entera  Método de Branch &amp; Bound (Ramificación y acotamiento)</vt:lpstr>
      <vt:lpstr>Métodos de Solución - Contenido</vt:lpstr>
      <vt:lpstr>Método Gráfico / Enumeración Exhaustiva</vt:lpstr>
      <vt:lpstr>PowerPoint Presentation</vt:lpstr>
      <vt:lpstr>Método de Ramificación y Acotamiento  Branch and Bound (B&amp;B)</vt:lpstr>
      <vt:lpstr>Algoritmos de Programación Entera</vt:lpstr>
      <vt:lpstr>Espacio de solución de un PP Entera</vt:lpstr>
      <vt:lpstr>PowerPoint Presentation</vt:lpstr>
      <vt:lpstr>Algoritmo de ramificación y acotamiento (B&amp;B)</vt:lpstr>
      <vt:lpstr>Algoritmo de ramificación y acotamiento (B&amp;B)…</vt:lpstr>
      <vt:lpstr>Algoritmo de ramificación y acotamiento (B&amp;B)…</vt:lpstr>
      <vt:lpstr>Algoritmo de ramificación y acotamiento (B&amp;B)…</vt:lpstr>
      <vt:lpstr>Algoritmo de ramificación y acotamiento (B&amp;B)…</vt:lpstr>
      <vt:lpstr>Resumen de Pasos para  el Algoritmo de ramificación y acotamiento (B&amp;B)</vt:lpstr>
      <vt:lpstr>Resumen de Pasos para  el Algoritmo de ramificación y acotamiento (B&amp;B)</vt:lpstr>
      <vt:lpstr>Branch &amp; Bound (resumido)</vt:lpstr>
      <vt:lpstr>Resolver:</vt:lpstr>
      <vt:lpstr>Resolver por B&amp;B</vt:lpstr>
      <vt:lpstr>Resolver por B&amp;B:</vt:lpstr>
      <vt:lpstr>Resolver por B&amp;B:</vt:lpstr>
      <vt:lpstr>Resolver por B&amp;B: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3</cp:revision>
  <dcterms:created xsi:type="dcterms:W3CDTF">2023-10-30T18:22:20Z</dcterms:created>
  <dcterms:modified xsi:type="dcterms:W3CDTF">2025-02-18T21:10:24Z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