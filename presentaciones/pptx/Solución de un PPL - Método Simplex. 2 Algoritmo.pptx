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31"/>
  </p:notesMasterIdLst>
  <p:handoutMasterIdLst>
    <p:handoutMasterId r:id="rId32"/>
  </p:handoutMasterIdLst>
  <p:sldIdLst>
    <p:sldId id="350" r:id="rId5"/>
    <p:sldId id="346" r:id="rId6"/>
    <p:sldId id="400" r:id="rId7"/>
    <p:sldId id="302" r:id="rId8"/>
    <p:sldId id="399" r:id="rId9"/>
    <p:sldId id="457" r:id="rId10"/>
    <p:sldId id="461" r:id="rId11"/>
    <p:sldId id="462" r:id="rId12"/>
    <p:sldId id="463" r:id="rId13"/>
    <p:sldId id="456" r:id="rId14"/>
    <p:sldId id="458" r:id="rId15"/>
    <p:sldId id="459" r:id="rId16"/>
    <p:sldId id="412" r:id="rId17"/>
    <p:sldId id="280" r:id="rId18"/>
    <p:sldId id="287" r:id="rId19"/>
    <p:sldId id="288" r:id="rId20"/>
    <p:sldId id="289" r:id="rId21"/>
    <p:sldId id="328" r:id="rId22"/>
    <p:sldId id="327" r:id="rId23"/>
    <p:sldId id="460" r:id="rId24"/>
    <p:sldId id="333" r:id="rId25"/>
    <p:sldId id="335" r:id="rId26"/>
    <p:sldId id="334" r:id="rId27"/>
    <p:sldId id="330" r:id="rId28"/>
    <p:sldId id="444" r:id="rId29"/>
    <p:sldId id="419" r:id="rId30"/>
  </p:sldIdLst>
  <p:sldSz cx="12192000" cy="6858000"/>
  <p:notesSz cx="6858000" cy="9144000"/>
  <p:defaultTextStyle>
    <a:defPPr rtl="0"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3CFE"/>
    <a:srgbClr val="2E56FE"/>
    <a:srgbClr val="2203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ED732F-5535-4218-B498-E1928A0349A6}" v="3494" dt="2025-03-04T21:17:34.1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226" autoAdjust="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3570"/>
    </p:cViewPr>
  </p:sorterViewPr>
  <p:notesViewPr>
    <p:cSldViewPr snapToGrid="0" showGuides="1">
      <p:cViewPr varScale="1">
        <p:scale>
          <a:sx n="96" d="100"/>
          <a:sy n="96" d="100"/>
        </p:scale>
        <p:origin x="289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ny Díaz Ramírez" userId="df7d83af-54c1-43f9-a4ec-fea9744b3563" providerId="ADAL" clId="{5FED732F-5535-4218-B498-E1928A0349A6}"/>
    <pc:docChg chg="undo custSel addSld delSld modSld sldOrd modMainMaster">
      <pc:chgData name="Jenny Díaz Ramírez" userId="df7d83af-54c1-43f9-a4ec-fea9744b3563" providerId="ADAL" clId="{5FED732F-5535-4218-B498-E1928A0349A6}" dt="2025-03-04T21:21:41.212" v="6661" actId="1076"/>
      <pc:docMkLst>
        <pc:docMk/>
      </pc:docMkLst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2612403435" sldId="257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1524610384" sldId="258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2929276412" sldId="259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1827302849" sldId="261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4091125877" sldId="274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3327596392" sldId="275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1315403258" sldId="276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2118219978" sldId="277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1753174141" sldId="278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3254174005" sldId="279"/>
        </pc:sldMkLst>
      </pc:sldChg>
      <pc:sldChg chg="addSp delSp modSp add mod modClrScheme modAnim chgLayout">
        <pc:chgData name="Jenny Díaz Ramírez" userId="df7d83af-54c1-43f9-a4ec-fea9744b3563" providerId="ADAL" clId="{5FED732F-5535-4218-B498-E1928A0349A6}" dt="2025-03-04T21:21:41.212" v="6661" actId="1076"/>
        <pc:sldMkLst>
          <pc:docMk/>
          <pc:sldMk cId="0" sldId="280"/>
        </pc:sldMkLst>
        <pc:spChg chg="mod ord">
          <ac:chgData name="Jenny Díaz Ramírez" userId="df7d83af-54c1-43f9-a4ec-fea9744b3563" providerId="ADAL" clId="{5FED732F-5535-4218-B498-E1928A0349A6}" dt="2025-03-04T20:31:40.869" v="5659" actId="404"/>
          <ac:spMkLst>
            <pc:docMk/>
            <pc:sldMk cId="0" sldId="280"/>
            <ac:spMk id="2" creationId="{00000000-0000-0000-0000-000000000000}"/>
          </ac:spMkLst>
        </pc:spChg>
        <pc:spChg chg="add mod">
          <ac:chgData name="Jenny Díaz Ramírez" userId="df7d83af-54c1-43f9-a4ec-fea9744b3563" providerId="ADAL" clId="{5FED732F-5535-4218-B498-E1928A0349A6}" dt="2025-03-04T21:21:38.939" v="6660" actId="404"/>
          <ac:spMkLst>
            <pc:docMk/>
            <pc:sldMk cId="0" sldId="280"/>
            <ac:spMk id="3" creationId="{3BA1A945-7470-9867-DAE7-31E8F38698E8}"/>
          </ac:spMkLst>
        </pc:spChg>
        <pc:spChg chg="mod">
          <ac:chgData name="Jenny Díaz Ramírez" userId="df7d83af-54c1-43f9-a4ec-fea9744b3563" providerId="ADAL" clId="{5FED732F-5535-4218-B498-E1928A0349A6}" dt="2025-03-04T21:21:38.939" v="6660" actId="404"/>
          <ac:spMkLst>
            <pc:docMk/>
            <pc:sldMk cId="0" sldId="280"/>
            <ac:spMk id="6" creationId="{00000000-0000-0000-0000-000000000000}"/>
          </ac:spMkLst>
        </pc:spChg>
        <pc:spChg chg="mod">
          <ac:chgData name="Jenny Díaz Ramírez" userId="df7d83af-54c1-43f9-a4ec-fea9744b3563" providerId="ADAL" clId="{5FED732F-5535-4218-B498-E1928A0349A6}" dt="2025-03-04T21:21:38.939" v="6660" actId="404"/>
          <ac:spMkLst>
            <pc:docMk/>
            <pc:sldMk cId="0" sldId="280"/>
            <ac:spMk id="7" creationId="{00000000-0000-0000-0000-000000000000}"/>
          </ac:spMkLst>
        </pc:spChg>
        <pc:spChg chg="mod">
          <ac:chgData name="Jenny Díaz Ramírez" userId="df7d83af-54c1-43f9-a4ec-fea9744b3563" providerId="ADAL" clId="{5FED732F-5535-4218-B498-E1928A0349A6}" dt="2025-03-04T21:21:38.939" v="6660" actId="404"/>
          <ac:spMkLst>
            <pc:docMk/>
            <pc:sldMk cId="0" sldId="280"/>
            <ac:spMk id="8" creationId="{00000000-0000-0000-0000-000000000000}"/>
          </ac:spMkLst>
        </pc:spChg>
        <pc:spChg chg="mod">
          <ac:chgData name="Jenny Díaz Ramírez" userId="df7d83af-54c1-43f9-a4ec-fea9744b3563" providerId="ADAL" clId="{5FED732F-5535-4218-B498-E1928A0349A6}" dt="2025-03-04T21:21:38.939" v="6660" actId="404"/>
          <ac:spMkLst>
            <pc:docMk/>
            <pc:sldMk cId="0" sldId="280"/>
            <ac:spMk id="9" creationId="{00000000-0000-0000-0000-000000000000}"/>
          </ac:spMkLst>
        </pc:spChg>
        <pc:spChg chg="mod">
          <ac:chgData name="Jenny Díaz Ramírez" userId="df7d83af-54c1-43f9-a4ec-fea9744b3563" providerId="ADAL" clId="{5FED732F-5535-4218-B498-E1928A0349A6}" dt="2025-03-04T21:21:38.939" v="6660" actId="404"/>
          <ac:spMkLst>
            <pc:docMk/>
            <pc:sldMk cId="0" sldId="280"/>
            <ac:spMk id="10" creationId="{00000000-0000-0000-0000-000000000000}"/>
          </ac:spMkLst>
        </pc:spChg>
        <pc:spChg chg="del mod ord">
          <ac:chgData name="Jenny Díaz Ramírez" userId="df7d83af-54c1-43f9-a4ec-fea9744b3563" providerId="ADAL" clId="{5FED732F-5535-4218-B498-E1928A0349A6}" dt="2025-03-04T18:06:28.761" v="2574" actId="478"/>
          <ac:spMkLst>
            <pc:docMk/>
            <pc:sldMk cId="0" sldId="280"/>
            <ac:spMk id="12" creationId="{00000000-0000-0000-0000-000000000000}"/>
          </ac:spMkLst>
        </pc:spChg>
        <pc:spChg chg="del mod ord">
          <ac:chgData name="Jenny Díaz Ramírez" userId="df7d83af-54c1-43f9-a4ec-fea9744b3563" providerId="ADAL" clId="{5FED732F-5535-4218-B498-E1928A0349A6}" dt="2025-03-04T18:07:43.626" v="2580" actId="478"/>
          <ac:spMkLst>
            <pc:docMk/>
            <pc:sldMk cId="0" sldId="280"/>
            <ac:spMk id="13" creationId="{00000000-0000-0000-0000-000000000000}"/>
          </ac:spMkLst>
        </pc:spChg>
        <pc:spChg chg="add mod">
          <ac:chgData name="Jenny Díaz Ramírez" userId="df7d83af-54c1-43f9-a4ec-fea9744b3563" providerId="ADAL" clId="{5FED732F-5535-4218-B498-E1928A0349A6}" dt="2025-03-04T21:08:36.721" v="6643"/>
          <ac:spMkLst>
            <pc:docMk/>
            <pc:sldMk cId="0" sldId="280"/>
            <ac:spMk id="15" creationId="{A9D2607F-4AA4-8E83-087F-6447243AF3B1}"/>
          </ac:spMkLst>
        </pc:spChg>
        <pc:grpChg chg="mod">
          <ac:chgData name="Jenny Díaz Ramírez" userId="df7d83af-54c1-43f9-a4ec-fea9744b3563" providerId="ADAL" clId="{5FED732F-5535-4218-B498-E1928A0349A6}" dt="2025-03-04T18:07:50.860" v="2581" actId="164"/>
          <ac:grpSpMkLst>
            <pc:docMk/>
            <pc:sldMk cId="0" sldId="280"/>
            <ac:grpSpMk id="11" creationId="{00000000-0000-0000-0000-000000000000}"/>
          </ac:grpSpMkLst>
        </pc:grpChg>
        <pc:grpChg chg="add mod">
          <ac:chgData name="Jenny Díaz Ramírez" userId="df7d83af-54c1-43f9-a4ec-fea9744b3563" providerId="ADAL" clId="{5FED732F-5535-4218-B498-E1928A0349A6}" dt="2025-03-04T21:21:41.212" v="6661" actId="1076"/>
          <ac:grpSpMkLst>
            <pc:docMk/>
            <pc:sldMk cId="0" sldId="280"/>
            <ac:grpSpMk id="14" creationId="{B0DBE499-55D6-31D8-8652-40A8A9FD1A4B}"/>
          </ac:grpSpMkLst>
        </pc:grpChg>
        <pc:graphicFrameChg chg="mod ord">
          <ac:chgData name="Jenny Díaz Ramírez" userId="df7d83af-54c1-43f9-a4ec-fea9744b3563" providerId="ADAL" clId="{5FED732F-5535-4218-B498-E1928A0349A6}" dt="2025-03-04T18:04:52.585" v="2533" actId="1076"/>
          <ac:graphicFrameMkLst>
            <pc:docMk/>
            <pc:sldMk cId="0" sldId="280"/>
            <ac:graphicFrameMk id="4" creationId="{00000000-0000-0000-0000-000000000000}"/>
          </ac:graphicFrameMkLst>
        </pc:graphicFrameChg>
        <pc:graphicFrameChg chg="mod">
          <ac:chgData name="Jenny Díaz Ramírez" userId="df7d83af-54c1-43f9-a4ec-fea9744b3563" providerId="ADAL" clId="{5FED732F-5535-4218-B498-E1928A0349A6}" dt="2025-03-04T18:06:41.102" v="2576"/>
          <ac:graphicFrameMkLst>
            <pc:docMk/>
            <pc:sldMk cId="0" sldId="280"/>
            <ac:graphicFrameMk id="5" creationId="{00000000-0000-0000-0000-000000000000}"/>
          </ac:graphicFrameMkLst>
        </pc:graphicFrameChg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2044141377" sldId="281"/>
        </pc:sldMkLst>
      </pc:sldChg>
      <pc:sldChg chg="addSp delSp modSp add mod ord modClrScheme delAnim modAnim chgLayout">
        <pc:chgData name="Jenny Díaz Ramírez" userId="df7d83af-54c1-43f9-a4ec-fea9744b3563" providerId="ADAL" clId="{5FED732F-5535-4218-B498-E1928A0349A6}" dt="2025-03-04T21:07:26.542" v="6608" actId="478"/>
        <pc:sldMkLst>
          <pc:docMk/>
          <pc:sldMk cId="0" sldId="287"/>
        </pc:sldMkLst>
        <pc:spChg chg="add mod ord">
          <ac:chgData name="Jenny Díaz Ramírez" userId="df7d83af-54c1-43f9-a4ec-fea9744b3563" providerId="ADAL" clId="{5FED732F-5535-4218-B498-E1928A0349A6}" dt="2025-03-04T20:31:53.108" v="5661" actId="27636"/>
          <ac:spMkLst>
            <pc:docMk/>
            <pc:sldMk cId="0" sldId="287"/>
            <ac:spMk id="2" creationId="{2F2B7CC1-2DAE-2089-A4F5-68D4D599FE1A}"/>
          </ac:spMkLst>
        </pc:spChg>
        <pc:spChg chg="add del mod ord">
          <ac:chgData name="Jenny Díaz Ramírez" userId="df7d83af-54c1-43f9-a4ec-fea9744b3563" providerId="ADAL" clId="{5FED732F-5535-4218-B498-E1928A0349A6}" dt="2025-03-04T17:14:39.255" v="609" actId="700"/>
          <ac:spMkLst>
            <pc:docMk/>
            <pc:sldMk cId="0" sldId="287"/>
            <ac:spMk id="3" creationId="{BAA6BC99-9197-AEF1-7647-159EE6EF0779}"/>
          </ac:spMkLst>
        </pc:spChg>
        <pc:spChg chg="del">
          <ac:chgData name="Jenny Díaz Ramírez" userId="df7d83af-54c1-43f9-a4ec-fea9744b3563" providerId="ADAL" clId="{5FED732F-5535-4218-B498-E1928A0349A6}" dt="2025-03-04T18:08:17.084" v="2621" actId="478"/>
          <ac:spMkLst>
            <pc:docMk/>
            <pc:sldMk cId="0" sldId="287"/>
            <ac:spMk id="12" creationId="{00000000-0000-0000-0000-000000000000}"/>
          </ac:spMkLst>
        </pc:spChg>
        <pc:spChg chg="mod">
          <ac:chgData name="Jenny Díaz Ramírez" userId="df7d83af-54c1-43f9-a4ec-fea9744b3563" providerId="ADAL" clId="{5FED732F-5535-4218-B498-E1928A0349A6}" dt="2025-03-04T18:12:34.989" v="2792" actId="1076"/>
          <ac:spMkLst>
            <pc:docMk/>
            <pc:sldMk cId="0" sldId="287"/>
            <ac:spMk id="13" creationId="{00000000-0000-0000-0000-000000000000}"/>
          </ac:spMkLst>
        </pc:spChg>
        <pc:spChg chg="mod ord">
          <ac:chgData name="Jenny Díaz Ramírez" userId="df7d83af-54c1-43f9-a4ec-fea9744b3563" providerId="ADAL" clId="{5FED732F-5535-4218-B498-E1928A0349A6}" dt="2025-03-04T17:14:39.255" v="609" actId="700"/>
          <ac:spMkLst>
            <pc:docMk/>
            <pc:sldMk cId="0" sldId="287"/>
            <ac:spMk id="14" creationId="{00000000-0000-0000-0000-000000000000}"/>
          </ac:spMkLst>
        </pc:spChg>
        <pc:spChg chg="del mod ord">
          <ac:chgData name="Jenny Díaz Ramírez" userId="df7d83af-54c1-43f9-a4ec-fea9744b3563" providerId="ADAL" clId="{5FED732F-5535-4218-B498-E1928A0349A6}" dt="2025-03-04T21:07:26.542" v="6608" actId="478"/>
          <ac:spMkLst>
            <pc:docMk/>
            <pc:sldMk cId="0" sldId="287"/>
            <ac:spMk id="15" creationId="{00000000-0000-0000-0000-000000000000}"/>
          </ac:spMkLst>
        </pc:spChg>
        <pc:spChg chg="add mod ord">
          <ac:chgData name="Jenny Díaz Ramírez" userId="df7d83af-54c1-43f9-a4ec-fea9744b3563" providerId="ADAL" clId="{5FED732F-5535-4218-B498-E1928A0349A6}" dt="2025-03-04T18:10:22.877" v="2676" actId="20577"/>
          <ac:spMkLst>
            <pc:docMk/>
            <pc:sldMk cId="0" sldId="287"/>
            <ac:spMk id="16" creationId="{32EB152C-BC84-4413-020A-420E88618727}"/>
          </ac:spMkLst>
        </pc:spChg>
        <pc:spChg chg="add mod ord">
          <ac:chgData name="Jenny Díaz Ramírez" userId="df7d83af-54c1-43f9-a4ec-fea9744b3563" providerId="ADAL" clId="{5FED732F-5535-4218-B498-E1928A0349A6}" dt="2025-03-04T18:52:51.776" v="5138" actId="108"/>
          <ac:spMkLst>
            <pc:docMk/>
            <pc:sldMk cId="0" sldId="287"/>
            <ac:spMk id="17" creationId="{28BC40C9-C003-ACE1-0384-E3E1C244CF7A}"/>
          </ac:spMkLst>
        </pc:spChg>
        <pc:spChg chg="add del mod ord">
          <ac:chgData name="Jenny Díaz Ramírez" userId="df7d83af-54c1-43f9-a4ec-fea9744b3563" providerId="ADAL" clId="{5FED732F-5535-4218-B498-E1928A0349A6}" dt="2025-03-04T18:08:43.086" v="2626" actId="478"/>
          <ac:spMkLst>
            <pc:docMk/>
            <pc:sldMk cId="0" sldId="287"/>
            <ac:spMk id="18" creationId="{AF2F4191-0567-C10A-7CB4-6BF4AB1E6FE0}"/>
          </ac:spMkLst>
        </pc:spChg>
        <pc:spChg chg="mod">
          <ac:chgData name="Jenny Díaz Ramírez" userId="df7d83af-54c1-43f9-a4ec-fea9744b3563" providerId="ADAL" clId="{5FED732F-5535-4218-B498-E1928A0349A6}" dt="2025-03-04T18:08:30.336" v="2624"/>
          <ac:spMkLst>
            <pc:docMk/>
            <pc:sldMk cId="0" sldId="287"/>
            <ac:spMk id="21" creationId="{774BA17F-C663-43E9-72DB-4BFD4662F35B}"/>
          </ac:spMkLst>
        </pc:spChg>
        <pc:spChg chg="mod">
          <ac:chgData name="Jenny Díaz Ramírez" userId="df7d83af-54c1-43f9-a4ec-fea9744b3563" providerId="ADAL" clId="{5FED732F-5535-4218-B498-E1928A0349A6}" dt="2025-03-04T18:08:30.336" v="2624"/>
          <ac:spMkLst>
            <pc:docMk/>
            <pc:sldMk cId="0" sldId="287"/>
            <ac:spMk id="23" creationId="{66183F3C-4EDA-47DC-C33E-30C7797A2F4F}"/>
          </ac:spMkLst>
        </pc:spChg>
        <pc:spChg chg="mod">
          <ac:chgData name="Jenny Díaz Ramírez" userId="df7d83af-54c1-43f9-a4ec-fea9744b3563" providerId="ADAL" clId="{5FED732F-5535-4218-B498-E1928A0349A6}" dt="2025-03-04T18:08:30.336" v="2624"/>
          <ac:spMkLst>
            <pc:docMk/>
            <pc:sldMk cId="0" sldId="287"/>
            <ac:spMk id="24" creationId="{BBFDD921-AB7B-4884-F5FD-59F6557D0B00}"/>
          </ac:spMkLst>
        </pc:spChg>
        <pc:spChg chg="mod">
          <ac:chgData name="Jenny Díaz Ramírez" userId="df7d83af-54c1-43f9-a4ec-fea9744b3563" providerId="ADAL" clId="{5FED732F-5535-4218-B498-E1928A0349A6}" dt="2025-03-04T18:08:30.336" v="2624"/>
          <ac:spMkLst>
            <pc:docMk/>
            <pc:sldMk cId="0" sldId="287"/>
            <ac:spMk id="25" creationId="{FE0D000A-0DBB-F0CB-6587-19FDC6C00AF1}"/>
          </ac:spMkLst>
        </pc:spChg>
        <pc:spChg chg="mod">
          <ac:chgData name="Jenny Díaz Ramírez" userId="df7d83af-54c1-43f9-a4ec-fea9744b3563" providerId="ADAL" clId="{5FED732F-5535-4218-B498-E1928A0349A6}" dt="2025-03-04T18:08:30.336" v="2624"/>
          <ac:spMkLst>
            <pc:docMk/>
            <pc:sldMk cId="0" sldId="287"/>
            <ac:spMk id="26" creationId="{E26A5B42-A845-DE9C-73EF-651FA9FC138C}"/>
          </ac:spMkLst>
        </pc:spChg>
        <pc:spChg chg="mod">
          <ac:chgData name="Jenny Díaz Ramírez" userId="df7d83af-54c1-43f9-a4ec-fea9744b3563" providerId="ADAL" clId="{5FED732F-5535-4218-B498-E1928A0349A6}" dt="2025-03-04T18:08:30.336" v="2624"/>
          <ac:spMkLst>
            <pc:docMk/>
            <pc:sldMk cId="0" sldId="287"/>
            <ac:spMk id="27" creationId="{B99600D3-1D5C-E035-F251-BF6661F4D229}"/>
          </ac:spMkLst>
        </pc:spChg>
        <pc:spChg chg="add">
          <ac:chgData name="Jenny Díaz Ramírez" userId="df7d83af-54c1-43f9-a4ec-fea9744b3563" providerId="ADAL" clId="{5FED732F-5535-4218-B498-E1928A0349A6}" dt="2025-03-04T18:10:02.196" v="2637" actId="11529"/>
          <ac:spMkLst>
            <pc:docMk/>
            <pc:sldMk cId="0" sldId="287"/>
            <ac:spMk id="29" creationId="{D9EB3573-077D-7D57-6DC0-D78FF34538AC}"/>
          </ac:spMkLst>
        </pc:spChg>
        <pc:spChg chg="add mod">
          <ac:chgData name="Jenny Díaz Ramírez" userId="df7d83af-54c1-43f9-a4ec-fea9744b3563" providerId="ADAL" clId="{5FED732F-5535-4218-B498-E1928A0349A6}" dt="2025-03-04T18:12:40.829" v="2793" actId="14100"/>
          <ac:spMkLst>
            <pc:docMk/>
            <pc:sldMk cId="0" sldId="287"/>
            <ac:spMk id="30" creationId="{D6547354-8AE3-9131-206B-C174C195310A}"/>
          </ac:spMkLst>
        </pc:spChg>
        <pc:grpChg chg="del">
          <ac:chgData name="Jenny Díaz Ramírez" userId="df7d83af-54c1-43f9-a4ec-fea9744b3563" providerId="ADAL" clId="{5FED732F-5535-4218-B498-E1928A0349A6}" dt="2025-03-04T18:08:27.425" v="2623" actId="478"/>
          <ac:grpSpMkLst>
            <pc:docMk/>
            <pc:sldMk cId="0" sldId="287"/>
            <ac:grpSpMk id="4" creationId="{00000000-0000-0000-0000-000000000000}"/>
          </ac:grpSpMkLst>
        </pc:grpChg>
        <pc:grpChg chg="add del mod">
          <ac:chgData name="Jenny Díaz Ramírez" userId="df7d83af-54c1-43f9-a4ec-fea9744b3563" providerId="ADAL" clId="{5FED732F-5535-4218-B498-E1928A0349A6}" dt="2025-03-04T18:08:44.942" v="2627" actId="478"/>
          <ac:grpSpMkLst>
            <pc:docMk/>
            <pc:sldMk cId="0" sldId="287"/>
            <ac:grpSpMk id="19" creationId="{CF14462E-5CD9-57BE-5CC0-7C57854D79F0}"/>
          </ac:grpSpMkLst>
        </pc:grpChg>
        <pc:grpChg chg="mod">
          <ac:chgData name="Jenny Díaz Ramírez" userId="df7d83af-54c1-43f9-a4ec-fea9744b3563" providerId="ADAL" clId="{5FED732F-5535-4218-B498-E1928A0349A6}" dt="2025-03-04T18:08:30.336" v="2624"/>
          <ac:grpSpMkLst>
            <pc:docMk/>
            <pc:sldMk cId="0" sldId="287"/>
            <ac:grpSpMk id="20" creationId="{9C8F4C63-6863-C3D6-1842-7F013F37F444}"/>
          </ac:grpSpMkLst>
        </pc:grpChg>
        <pc:graphicFrameChg chg="mod ord modGraphic">
          <ac:chgData name="Jenny Díaz Ramírez" userId="df7d83af-54c1-43f9-a4ec-fea9744b3563" providerId="ADAL" clId="{5FED732F-5535-4218-B498-E1928A0349A6}" dt="2025-03-04T18:09:39.376" v="2636" actId="404"/>
          <ac:graphicFrameMkLst>
            <pc:docMk/>
            <pc:sldMk cId="0" sldId="287"/>
            <ac:graphicFrameMk id="11" creationId="{00000000-0000-0000-0000-000000000000}"/>
          </ac:graphicFrameMkLst>
        </pc:graphicFrameChg>
        <pc:graphicFrameChg chg="mod">
          <ac:chgData name="Jenny Díaz Ramírez" userId="df7d83af-54c1-43f9-a4ec-fea9744b3563" providerId="ADAL" clId="{5FED732F-5535-4218-B498-E1928A0349A6}" dt="2025-03-04T18:08:30.336" v="2624"/>
          <ac:graphicFrameMkLst>
            <pc:docMk/>
            <pc:sldMk cId="0" sldId="287"/>
            <ac:graphicFrameMk id="22" creationId="{E7D6703F-158D-8674-38AD-302BA44032A4}"/>
          </ac:graphicFrameMkLst>
        </pc:graphicFrameChg>
        <pc:picChg chg="add mod">
          <ac:chgData name="Jenny Díaz Ramírez" userId="df7d83af-54c1-43f9-a4ec-fea9744b3563" providerId="ADAL" clId="{5FED732F-5535-4218-B498-E1928A0349A6}" dt="2025-03-04T18:11:01.224" v="2711" actId="1076"/>
          <ac:picMkLst>
            <pc:docMk/>
            <pc:sldMk cId="0" sldId="287"/>
            <ac:picMk id="28" creationId="{9C112850-C0F2-91CB-6977-933538FC77A1}"/>
          </ac:picMkLst>
        </pc:picChg>
      </pc:sldChg>
      <pc:sldChg chg="addSp delSp modSp add mod modClrScheme modAnim chgLayout">
        <pc:chgData name="Jenny Díaz Ramírez" userId="df7d83af-54c1-43f9-a4ec-fea9744b3563" providerId="ADAL" clId="{5FED732F-5535-4218-B498-E1928A0349A6}" dt="2025-03-04T21:08:26.886" v="6641"/>
        <pc:sldMkLst>
          <pc:docMk/>
          <pc:sldMk cId="0" sldId="288"/>
        </pc:sldMkLst>
        <pc:spChg chg="mod ord">
          <ac:chgData name="Jenny Díaz Ramírez" userId="df7d83af-54c1-43f9-a4ec-fea9744b3563" providerId="ADAL" clId="{5FED732F-5535-4218-B498-E1928A0349A6}" dt="2025-03-04T20:31:57.692" v="5662" actId="404"/>
          <ac:spMkLst>
            <pc:docMk/>
            <pc:sldMk cId="0" sldId="288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5FED732F-5535-4218-B498-E1928A0349A6}" dt="2025-03-04T18:54:04.659" v="5155" actId="27636"/>
          <ac:spMkLst>
            <pc:docMk/>
            <pc:sldMk cId="0" sldId="288"/>
            <ac:spMk id="3" creationId="{00000000-0000-0000-0000-000000000000}"/>
          </ac:spMkLst>
        </pc:spChg>
        <pc:spChg chg="del mod ord">
          <ac:chgData name="Jenny Díaz Ramírez" userId="df7d83af-54c1-43f9-a4ec-fea9744b3563" providerId="ADAL" clId="{5FED732F-5535-4218-B498-E1928A0349A6}" dt="2025-03-04T18:12:58.524" v="2794" actId="478"/>
          <ac:spMkLst>
            <pc:docMk/>
            <pc:sldMk cId="0" sldId="288"/>
            <ac:spMk id="5" creationId="{00000000-0000-0000-0000-000000000000}"/>
          </ac:spMkLst>
        </pc:spChg>
        <pc:spChg chg="del mod ord">
          <ac:chgData name="Jenny Díaz Ramírez" userId="df7d83af-54c1-43f9-a4ec-fea9744b3563" providerId="ADAL" clId="{5FED732F-5535-4218-B498-E1928A0349A6}" dt="2025-03-04T21:07:29.957" v="6609" actId="478"/>
          <ac:spMkLst>
            <pc:docMk/>
            <pc:sldMk cId="0" sldId="288"/>
            <ac:spMk id="6" creationId="{00000000-0000-0000-0000-000000000000}"/>
          </ac:spMkLst>
        </pc:spChg>
        <pc:spChg chg="add mod">
          <ac:chgData name="Jenny Díaz Ramírez" userId="df7d83af-54c1-43f9-a4ec-fea9744b3563" providerId="ADAL" clId="{5FED732F-5535-4218-B498-E1928A0349A6}" dt="2025-03-04T18:54:23.314" v="5159" actId="1076"/>
          <ac:spMkLst>
            <pc:docMk/>
            <pc:sldMk cId="0" sldId="288"/>
            <ac:spMk id="7" creationId="{47E894E3-A15D-67E2-0BA8-B2B90E302D1F}"/>
          </ac:spMkLst>
        </pc:spChg>
        <pc:spChg chg="add mod">
          <ac:chgData name="Jenny Díaz Ramírez" userId="df7d83af-54c1-43f9-a4ec-fea9744b3563" providerId="ADAL" clId="{5FED732F-5535-4218-B498-E1928A0349A6}" dt="2025-03-04T21:08:26.886" v="6641"/>
          <ac:spMkLst>
            <pc:docMk/>
            <pc:sldMk cId="0" sldId="288"/>
            <ac:spMk id="8" creationId="{17F02E96-8AAD-827F-043B-85E6B13AE85C}"/>
          </ac:spMkLst>
        </pc:spChg>
        <pc:picChg chg="mod">
          <ac:chgData name="Jenny Díaz Ramírez" userId="df7d83af-54c1-43f9-a4ec-fea9744b3563" providerId="ADAL" clId="{5FED732F-5535-4218-B498-E1928A0349A6}" dt="2025-03-04T18:54:26.390" v="5160" actId="1076"/>
          <ac:picMkLst>
            <pc:docMk/>
            <pc:sldMk cId="0" sldId="288"/>
            <ac:picMk id="61443" creationId="{00000000-0000-0000-0000-000000000000}"/>
          </ac:picMkLst>
        </pc:picChg>
      </pc:sldChg>
      <pc:sldChg chg="addSp delSp modSp add mod modClrScheme modAnim chgLayout">
        <pc:chgData name="Jenny Díaz Ramírez" userId="df7d83af-54c1-43f9-a4ec-fea9744b3563" providerId="ADAL" clId="{5FED732F-5535-4218-B498-E1928A0349A6}" dt="2025-03-04T21:08:22.513" v="6640"/>
        <pc:sldMkLst>
          <pc:docMk/>
          <pc:sldMk cId="0" sldId="289"/>
        </pc:sldMkLst>
        <pc:spChg chg="mod ord">
          <ac:chgData name="Jenny Díaz Ramírez" userId="df7d83af-54c1-43f9-a4ec-fea9744b3563" providerId="ADAL" clId="{5FED732F-5535-4218-B498-E1928A0349A6}" dt="2025-03-04T20:32:01.054" v="5663" actId="404"/>
          <ac:spMkLst>
            <pc:docMk/>
            <pc:sldMk cId="0" sldId="289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5FED732F-5535-4218-B498-E1928A0349A6}" dt="2025-03-04T20:32:19.940" v="5667" actId="20577"/>
          <ac:spMkLst>
            <pc:docMk/>
            <pc:sldMk cId="0" sldId="289"/>
            <ac:spMk id="3" creationId="{00000000-0000-0000-0000-000000000000}"/>
          </ac:spMkLst>
        </pc:spChg>
        <pc:spChg chg="add mod">
          <ac:chgData name="Jenny Díaz Ramírez" userId="df7d83af-54c1-43f9-a4ec-fea9744b3563" providerId="ADAL" clId="{5FED732F-5535-4218-B498-E1928A0349A6}" dt="2025-03-04T21:08:22.513" v="6640"/>
          <ac:spMkLst>
            <pc:docMk/>
            <pc:sldMk cId="0" sldId="289"/>
            <ac:spMk id="4" creationId="{DFA83754-28A9-5F80-FAE3-C12906D53796}"/>
          </ac:spMkLst>
        </pc:spChg>
        <pc:spChg chg="mod ord">
          <ac:chgData name="Jenny Díaz Ramírez" userId="df7d83af-54c1-43f9-a4ec-fea9744b3563" providerId="ADAL" clId="{5FED732F-5535-4218-B498-E1928A0349A6}" dt="2025-02-21T22:15:08.398" v="8" actId="700"/>
          <ac:spMkLst>
            <pc:docMk/>
            <pc:sldMk cId="0" sldId="289"/>
            <ac:spMk id="5" creationId="{00000000-0000-0000-0000-000000000000}"/>
          </ac:spMkLst>
        </pc:spChg>
        <pc:spChg chg="del mod ord">
          <ac:chgData name="Jenny Díaz Ramírez" userId="df7d83af-54c1-43f9-a4ec-fea9744b3563" providerId="ADAL" clId="{5FED732F-5535-4218-B498-E1928A0349A6}" dt="2025-03-04T21:07:33.664" v="6610" actId="478"/>
          <ac:spMkLst>
            <pc:docMk/>
            <pc:sldMk cId="0" sldId="289"/>
            <ac:spMk id="6" creationId="{00000000-0000-0000-0000-000000000000}"/>
          </ac:spMkLst>
        </pc:spChg>
      </pc:sldChg>
      <pc:sldChg chg="modSp add del mod ord modClrScheme chgLayout">
        <pc:chgData name="Jenny Díaz Ramírez" userId="df7d83af-54c1-43f9-a4ec-fea9744b3563" providerId="ADAL" clId="{5FED732F-5535-4218-B498-E1928A0349A6}" dt="2025-03-04T20:29:49.305" v="5654" actId="2696"/>
        <pc:sldMkLst>
          <pc:docMk/>
          <pc:sldMk cId="0" sldId="291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0" sldId="299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0" sldId="300"/>
        </pc:sldMkLst>
      </pc:sldChg>
      <pc:sldChg chg="modSp add del mod modClrScheme chgLayout">
        <pc:chgData name="Jenny Díaz Ramírez" userId="df7d83af-54c1-43f9-a4ec-fea9744b3563" providerId="ADAL" clId="{5FED732F-5535-4218-B498-E1928A0349A6}" dt="2025-03-04T18:11:43.732" v="2715" actId="47"/>
        <pc:sldMkLst>
          <pc:docMk/>
          <pc:sldMk cId="0" sldId="301"/>
        </pc:sldMkLst>
      </pc:sldChg>
      <pc:sldChg chg="addSp delSp modSp add mod ord modClrScheme modAnim chgLayout">
        <pc:chgData name="Jenny Díaz Ramírez" userId="df7d83af-54c1-43f9-a4ec-fea9744b3563" providerId="ADAL" clId="{5FED732F-5535-4218-B498-E1928A0349A6}" dt="2025-03-04T21:08:57.601" v="6653"/>
        <pc:sldMkLst>
          <pc:docMk/>
          <pc:sldMk cId="0" sldId="302"/>
        </pc:sldMkLst>
        <pc:spChg chg="mod ord">
          <ac:chgData name="Jenny Díaz Ramírez" userId="df7d83af-54c1-43f9-a4ec-fea9744b3563" providerId="ADAL" clId="{5FED732F-5535-4218-B498-E1928A0349A6}" dt="2025-03-04T20:31:02.223" v="5655" actId="404"/>
          <ac:spMkLst>
            <pc:docMk/>
            <pc:sldMk cId="0" sldId="302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5FED732F-5535-4218-B498-E1928A0349A6}" dt="2025-03-04T17:13:48.104" v="606" actId="207"/>
          <ac:spMkLst>
            <pc:docMk/>
            <pc:sldMk cId="0" sldId="302"/>
            <ac:spMk id="3" creationId="{00000000-0000-0000-0000-000000000000}"/>
          </ac:spMkLst>
        </pc:spChg>
        <pc:spChg chg="add mod">
          <ac:chgData name="Jenny Díaz Ramírez" userId="df7d83af-54c1-43f9-a4ec-fea9744b3563" providerId="ADAL" clId="{5FED732F-5535-4218-B498-E1928A0349A6}" dt="2025-03-04T21:08:57.601" v="6653"/>
          <ac:spMkLst>
            <pc:docMk/>
            <pc:sldMk cId="0" sldId="302"/>
            <ac:spMk id="4" creationId="{5DB2D2ED-7F03-D3E7-CE40-5F4347818874}"/>
          </ac:spMkLst>
        </pc:spChg>
        <pc:spChg chg="mod ord">
          <ac:chgData name="Jenny Díaz Ramírez" userId="df7d83af-54c1-43f9-a4ec-fea9744b3563" providerId="ADAL" clId="{5FED732F-5535-4218-B498-E1928A0349A6}" dt="2025-02-21T22:15:08.398" v="8" actId="700"/>
          <ac:spMkLst>
            <pc:docMk/>
            <pc:sldMk cId="0" sldId="302"/>
            <ac:spMk id="5" creationId="{00000000-0000-0000-0000-000000000000}"/>
          </ac:spMkLst>
        </pc:spChg>
        <pc:spChg chg="del mod ord">
          <ac:chgData name="Jenny Díaz Ramírez" userId="df7d83af-54c1-43f9-a4ec-fea9744b3563" providerId="ADAL" clId="{5FED732F-5535-4218-B498-E1928A0349A6}" dt="2025-03-04T21:07:02.740" v="6606" actId="478"/>
          <ac:spMkLst>
            <pc:docMk/>
            <pc:sldMk cId="0" sldId="302"/>
            <ac:spMk id="6" creationId="{00000000-0000-0000-0000-000000000000}"/>
          </ac:spMkLst>
        </pc:spChg>
      </pc:sldChg>
      <pc:sldChg chg="modSp add del mod modClrScheme chgLayout">
        <pc:chgData name="Jenny Díaz Ramírez" userId="df7d83af-54c1-43f9-a4ec-fea9744b3563" providerId="ADAL" clId="{5FED732F-5535-4218-B498-E1928A0349A6}" dt="2025-03-04T18:53:46.496" v="5149" actId="47"/>
        <pc:sldMkLst>
          <pc:docMk/>
          <pc:sldMk cId="0" sldId="303"/>
        </pc:sldMkLst>
      </pc:sldChg>
      <pc:sldChg chg="delSp modSp add mod modClrScheme modAnim chgLayout">
        <pc:chgData name="Jenny Díaz Ramírez" userId="df7d83af-54c1-43f9-a4ec-fea9744b3563" providerId="ADAL" clId="{5FED732F-5535-4218-B498-E1928A0349A6}" dt="2025-03-04T20:32:29.656" v="5669" actId="404"/>
        <pc:sldMkLst>
          <pc:docMk/>
          <pc:sldMk cId="0" sldId="327"/>
        </pc:sldMkLst>
        <pc:spChg chg="mod ord">
          <ac:chgData name="Jenny Díaz Ramírez" userId="df7d83af-54c1-43f9-a4ec-fea9744b3563" providerId="ADAL" clId="{5FED732F-5535-4218-B498-E1928A0349A6}" dt="2025-03-04T20:32:29.656" v="5669" actId="404"/>
          <ac:spMkLst>
            <pc:docMk/>
            <pc:sldMk cId="0" sldId="327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5FED732F-5535-4218-B498-E1928A0349A6}" dt="2025-02-21T22:15:08.398" v="8" actId="700"/>
          <ac:spMkLst>
            <pc:docMk/>
            <pc:sldMk cId="0" sldId="327"/>
            <ac:spMk id="3" creationId="{00000000-0000-0000-0000-000000000000}"/>
          </ac:spMkLst>
        </pc:spChg>
        <pc:spChg chg="del mod ord">
          <ac:chgData name="Jenny Díaz Ramírez" userId="df7d83af-54c1-43f9-a4ec-fea9744b3563" providerId="ADAL" clId="{5FED732F-5535-4218-B498-E1928A0349A6}" dt="2025-03-04T18:32:32.358" v="4113" actId="478"/>
          <ac:spMkLst>
            <pc:docMk/>
            <pc:sldMk cId="0" sldId="327"/>
            <ac:spMk id="4" creationId="{00000000-0000-0000-0000-000000000000}"/>
          </ac:spMkLst>
        </pc:spChg>
        <pc:spChg chg="mod ord">
          <ac:chgData name="Jenny Díaz Ramírez" userId="df7d83af-54c1-43f9-a4ec-fea9744b3563" providerId="ADAL" clId="{5FED732F-5535-4218-B498-E1928A0349A6}" dt="2025-03-04T18:32:37.476" v="4114" actId="2711"/>
          <ac:spMkLst>
            <pc:docMk/>
            <pc:sldMk cId="0" sldId="327"/>
            <ac:spMk id="17" creationId="{00000000-0000-0000-0000-000000000000}"/>
          </ac:spMkLst>
        </pc:spChg>
        <pc:graphicFrameChg chg="mod">
          <ac:chgData name="Jenny Díaz Ramírez" userId="df7d83af-54c1-43f9-a4ec-fea9744b3563" providerId="ADAL" clId="{5FED732F-5535-4218-B498-E1928A0349A6}" dt="2025-03-04T18:32:24.869" v="4111" actId="1076"/>
          <ac:graphicFrameMkLst>
            <pc:docMk/>
            <pc:sldMk cId="0" sldId="327"/>
            <ac:graphicFrameMk id="70661" creationId="{00000000-0000-0000-0000-000000000000}"/>
          </ac:graphicFrameMkLst>
        </pc:graphicFrameChg>
        <pc:graphicFrameChg chg="mod">
          <ac:chgData name="Jenny Díaz Ramírez" userId="df7d83af-54c1-43f9-a4ec-fea9744b3563" providerId="ADAL" clId="{5FED732F-5535-4218-B498-E1928A0349A6}" dt="2025-03-04T18:39:07.468" v="4379" actId="1076"/>
          <ac:graphicFrameMkLst>
            <pc:docMk/>
            <pc:sldMk cId="0" sldId="327"/>
            <ac:graphicFrameMk id="70662" creationId="{00000000-0000-0000-0000-000000000000}"/>
          </ac:graphicFrameMkLst>
        </pc:graphicFrameChg>
      </pc:sldChg>
      <pc:sldChg chg="addSp delSp modSp add mod modClrScheme chgLayout">
        <pc:chgData name="Jenny Díaz Ramírez" userId="df7d83af-54c1-43f9-a4ec-fea9744b3563" providerId="ADAL" clId="{5FED732F-5535-4218-B498-E1928A0349A6}" dt="2025-03-04T21:07:50.309" v="6636" actId="20577"/>
        <pc:sldMkLst>
          <pc:docMk/>
          <pc:sldMk cId="0" sldId="328"/>
        </pc:sldMkLst>
        <pc:spChg chg="mod ord">
          <ac:chgData name="Jenny Díaz Ramírez" userId="df7d83af-54c1-43f9-a4ec-fea9744b3563" providerId="ADAL" clId="{5FED732F-5535-4218-B498-E1928A0349A6}" dt="2025-03-04T21:07:50.309" v="6636" actId="20577"/>
          <ac:spMkLst>
            <pc:docMk/>
            <pc:sldMk cId="0" sldId="328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5FED732F-5535-4218-B498-E1928A0349A6}" dt="2025-02-21T22:15:08.398" v="8" actId="700"/>
          <ac:spMkLst>
            <pc:docMk/>
            <pc:sldMk cId="0" sldId="328"/>
            <ac:spMk id="3" creationId="{00000000-0000-0000-0000-000000000000}"/>
          </ac:spMkLst>
        </pc:spChg>
        <pc:spChg chg="mod ord">
          <ac:chgData name="Jenny Díaz Ramírez" userId="df7d83af-54c1-43f9-a4ec-fea9744b3563" providerId="ADAL" clId="{5FED732F-5535-4218-B498-E1928A0349A6}" dt="2025-02-21T22:15:08.398" v="8" actId="700"/>
          <ac:spMkLst>
            <pc:docMk/>
            <pc:sldMk cId="0" sldId="328"/>
            <ac:spMk id="4" creationId="{00000000-0000-0000-0000-000000000000}"/>
          </ac:spMkLst>
        </pc:spChg>
        <pc:spChg chg="add del mod ord">
          <ac:chgData name="Jenny Díaz Ramírez" userId="df7d83af-54c1-43f9-a4ec-fea9744b3563" providerId="ADAL" clId="{5FED732F-5535-4218-B498-E1928A0349A6}" dt="2025-03-04T21:07:39.956" v="6611" actId="478"/>
          <ac:spMkLst>
            <pc:docMk/>
            <pc:sldMk cId="0" sldId="328"/>
            <ac:spMk id="5" creationId="{38324035-2F12-9593-C23D-13304CA9445D}"/>
          </ac:spMkLst>
        </pc:spChg>
        <pc:graphicFrameChg chg="mod">
          <ac:chgData name="Jenny Díaz Ramírez" userId="df7d83af-54c1-43f9-a4ec-fea9744b3563" providerId="ADAL" clId="{5FED732F-5535-4218-B498-E1928A0349A6}" dt="2025-03-04T17:23:14.127" v="1173" actId="207"/>
          <ac:graphicFrameMkLst>
            <pc:docMk/>
            <pc:sldMk cId="0" sldId="328"/>
            <ac:graphicFrameMk id="47106" creationId="{00000000-0000-0000-0000-000000000000}"/>
          </ac:graphicFrameMkLst>
        </pc:graphicFrameChg>
        <pc:graphicFrameChg chg="mod">
          <ac:chgData name="Jenny Díaz Ramírez" userId="df7d83af-54c1-43f9-a4ec-fea9744b3563" providerId="ADAL" clId="{5FED732F-5535-4218-B498-E1928A0349A6}" dt="2025-03-04T17:23:18.850" v="1175" actId="207"/>
          <ac:graphicFrameMkLst>
            <pc:docMk/>
            <pc:sldMk cId="0" sldId="328"/>
            <ac:graphicFrameMk id="70661" creationId="{00000000-0000-0000-0000-000000000000}"/>
          </ac:graphicFrameMkLst>
        </pc:graphicFrameChg>
        <pc:graphicFrameChg chg="mod">
          <ac:chgData name="Jenny Díaz Ramírez" userId="df7d83af-54c1-43f9-a4ec-fea9744b3563" providerId="ADAL" clId="{5FED732F-5535-4218-B498-E1928A0349A6}" dt="2025-03-04T17:23:16.243" v="1174" actId="207"/>
          <ac:graphicFrameMkLst>
            <pc:docMk/>
            <pc:sldMk cId="0" sldId="328"/>
            <ac:graphicFrameMk id="70663" creationId="{00000000-0000-0000-0000-000000000000}"/>
          </ac:graphicFrameMkLst>
        </pc:graphicFrameChg>
      </pc:sldChg>
      <pc:sldChg chg="delSp modSp add del mod modClrScheme chgLayout">
        <pc:chgData name="Jenny Díaz Ramírez" userId="df7d83af-54c1-43f9-a4ec-fea9744b3563" providerId="ADAL" clId="{5FED732F-5535-4218-B498-E1928A0349A6}" dt="2025-03-04T20:29:49.305" v="5654" actId="2696"/>
        <pc:sldMkLst>
          <pc:docMk/>
          <pc:sldMk cId="0" sldId="329"/>
        </pc:sldMkLst>
        <pc:spChg chg="del mod ord">
          <ac:chgData name="Jenny Díaz Ramírez" userId="df7d83af-54c1-43f9-a4ec-fea9744b3563" providerId="ADAL" clId="{5FED732F-5535-4218-B498-E1928A0349A6}" dt="2025-03-04T18:31:07.516" v="4030" actId="478"/>
          <ac:spMkLst>
            <pc:docMk/>
            <pc:sldMk cId="0" sldId="329"/>
            <ac:spMk id="4" creationId="{00000000-0000-0000-0000-000000000000}"/>
          </ac:spMkLst>
        </pc:spChg>
        <pc:spChg chg="mod ord">
          <ac:chgData name="Jenny Díaz Ramírez" userId="df7d83af-54c1-43f9-a4ec-fea9744b3563" providerId="ADAL" clId="{5FED732F-5535-4218-B498-E1928A0349A6}" dt="2025-03-04T17:23:49.693" v="1181" actId="1076"/>
          <ac:spMkLst>
            <pc:docMk/>
            <pc:sldMk cId="0" sldId="329"/>
            <ac:spMk id="15" creationId="{00000000-0000-0000-0000-000000000000}"/>
          </ac:spMkLst>
        </pc:spChg>
        <pc:spChg chg="mod">
          <ac:chgData name="Jenny Díaz Ramírez" userId="df7d83af-54c1-43f9-a4ec-fea9744b3563" providerId="ADAL" clId="{5FED732F-5535-4218-B498-E1928A0349A6}" dt="2025-03-04T19:05:13.149" v="5602" actId="20577"/>
          <ac:spMkLst>
            <pc:docMk/>
            <pc:sldMk cId="0" sldId="329"/>
            <ac:spMk id="20" creationId="{00000000-0000-0000-0000-000000000000}"/>
          </ac:spMkLst>
        </pc:spChg>
        <pc:spChg chg="mod">
          <ac:chgData name="Jenny Díaz Ramírez" userId="df7d83af-54c1-43f9-a4ec-fea9744b3563" providerId="ADAL" clId="{5FED732F-5535-4218-B498-E1928A0349A6}" dt="2025-03-04T17:23:41.340" v="1180" actId="207"/>
          <ac:spMkLst>
            <pc:docMk/>
            <pc:sldMk cId="0" sldId="329"/>
            <ac:spMk id="26" creationId="{00000000-0000-0000-0000-000000000000}"/>
          </ac:spMkLst>
        </pc:spChg>
        <pc:graphicFrameChg chg="mod">
          <ac:chgData name="Jenny Díaz Ramírez" userId="df7d83af-54c1-43f9-a4ec-fea9744b3563" providerId="ADAL" clId="{5FED732F-5535-4218-B498-E1928A0349A6}" dt="2025-03-04T17:23:36.761" v="1179" actId="207"/>
          <ac:graphicFrameMkLst>
            <pc:docMk/>
            <pc:sldMk cId="0" sldId="329"/>
            <ac:graphicFrameMk id="72714" creationId="{00000000-0000-0000-0000-000000000000}"/>
          </ac:graphicFrameMkLst>
        </pc:graphicFrameChg>
      </pc:sldChg>
      <pc:sldChg chg="addSp delSp modSp add mod modClrScheme delAnim chgLayout">
        <pc:chgData name="Jenny Díaz Ramírez" userId="df7d83af-54c1-43f9-a4ec-fea9744b3563" providerId="ADAL" clId="{5FED732F-5535-4218-B498-E1928A0349A6}" dt="2025-03-04T21:03:01.816" v="6400" actId="20577"/>
        <pc:sldMkLst>
          <pc:docMk/>
          <pc:sldMk cId="0" sldId="330"/>
        </pc:sldMkLst>
        <pc:spChg chg="mod ord">
          <ac:chgData name="Jenny Díaz Ramírez" userId="df7d83af-54c1-43f9-a4ec-fea9744b3563" providerId="ADAL" clId="{5FED732F-5535-4218-B498-E1928A0349A6}" dt="2025-03-04T21:03:01.816" v="6400" actId="20577"/>
          <ac:spMkLst>
            <pc:docMk/>
            <pc:sldMk cId="0" sldId="330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5FED732F-5535-4218-B498-E1928A0349A6}" dt="2025-02-21T22:15:08.398" v="8" actId="700"/>
          <ac:spMkLst>
            <pc:docMk/>
            <pc:sldMk cId="0" sldId="330"/>
            <ac:spMk id="3" creationId="{00000000-0000-0000-0000-000000000000}"/>
          </ac:spMkLst>
        </pc:spChg>
        <pc:spChg chg="del mod ord">
          <ac:chgData name="Jenny Díaz Ramírez" userId="df7d83af-54c1-43f9-a4ec-fea9744b3563" providerId="ADAL" clId="{5FED732F-5535-4218-B498-E1928A0349A6}" dt="2025-03-04T19:03:34.142" v="5576" actId="478"/>
          <ac:spMkLst>
            <pc:docMk/>
            <pc:sldMk cId="0" sldId="330"/>
            <ac:spMk id="4" creationId="{00000000-0000-0000-0000-000000000000}"/>
          </ac:spMkLst>
        </pc:spChg>
        <pc:spChg chg="add mod">
          <ac:chgData name="Jenny Díaz Ramírez" userId="df7d83af-54c1-43f9-a4ec-fea9744b3563" providerId="ADAL" clId="{5FED732F-5535-4218-B498-E1928A0349A6}" dt="2025-03-04T19:02:13.311" v="5446" actId="14100"/>
          <ac:spMkLst>
            <pc:docMk/>
            <pc:sldMk cId="0" sldId="330"/>
            <ac:spMk id="6" creationId="{473E69DC-6FEE-6B6F-632B-D6B2E2232247}"/>
          </ac:spMkLst>
        </pc:spChg>
        <pc:spChg chg="add mod">
          <ac:chgData name="Jenny Díaz Ramírez" userId="df7d83af-54c1-43f9-a4ec-fea9744b3563" providerId="ADAL" clId="{5FED732F-5535-4218-B498-E1928A0349A6}" dt="2025-03-04T19:03:31.328" v="5575" actId="1076"/>
          <ac:spMkLst>
            <pc:docMk/>
            <pc:sldMk cId="0" sldId="330"/>
            <ac:spMk id="7" creationId="{B6ACECA9-0B2F-881D-EB32-1AE6AF6465AB}"/>
          </ac:spMkLst>
        </pc:spChg>
        <pc:spChg chg="del mod ord">
          <ac:chgData name="Jenny Díaz Ramírez" userId="df7d83af-54c1-43f9-a4ec-fea9744b3563" providerId="ADAL" clId="{5FED732F-5535-4218-B498-E1928A0349A6}" dt="2025-03-04T19:01:42.251" v="5392" actId="478"/>
          <ac:spMkLst>
            <pc:docMk/>
            <pc:sldMk cId="0" sldId="330"/>
            <ac:spMk id="17" creationId="{00000000-0000-0000-0000-000000000000}"/>
          </ac:spMkLst>
        </pc:spChg>
        <pc:graphicFrameChg chg="del mod">
          <ac:chgData name="Jenny Díaz Ramírez" userId="df7d83af-54c1-43f9-a4ec-fea9744b3563" providerId="ADAL" clId="{5FED732F-5535-4218-B498-E1928A0349A6}" dt="2025-03-04T19:02:40.971" v="5453" actId="478"/>
          <ac:graphicFrameMkLst>
            <pc:docMk/>
            <pc:sldMk cId="0" sldId="330"/>
            <ac:graphicFrameMk id="70661" creationId="{00000000-0000-0000-0000-000000000000}"/>
          </ac:graphicFrameMkLst>
        </pc:graphicFrameChg>
        <pc:graphicFrameChg chg="mod">
          <ac:chgData name="Jenny Díaz Ramírez" userId="df7d83af-54c1-43f9-a4ec-fea9744b3563" providerId="ADAL" clId="{5FED732F-5535-4218-B498-E1928A0349A6}" dt="2025-03-04T19:02:16.542" v="5447" actId="1076"/>
          <ac:graphicFrameMkLst>
            <pc:docMk/>
            <pc:sldMk cId="0" sldId="330"/>
            <ac:graphicFrameMk id="70662" creationId="{00000000-0000-0000-0000-000000000000}"/>
          </ac:graphicFrameMkLst>
        </pc:graphicFrameChg>
        <pc:graphicFrameChg chg="mod">
          <ac:chgData name="Jenny Díaz Ramírez" userId="df7d83af-54c1-43f9-a4ec-fea9744b3563" providerId="ADAL" clId="{5FED732F-5535-4218-B498-E1928A0349A6}" dt="2025-03-04T19:02:28.678" v="5450" actId="1076"/>
          <ac:graphicFrameMkLst>
            <pc:docMk/>
            <pc:sldMk cId="0" sldId="330"/>
            <ac:graphicFrameMk id="81924" creationId="{00000000-0000-0000-0000-000000000000}"/>
          </ac:graphicFrameMkLst>
        </pc:graphicFrameChg>
      </pc:sldChg>
      <pc:sldChg chg="addSp delSp modSp add del mod modClrScheme chgLayout">
        <pc:chgData name="Jenny Díaz Ramírez" userId="df7d83af-54c1-43f9-a4ec-fea9744b3563" providerId="ADAL" clId="{5FED732F-5535-4218-B498-E1928A0349A6}" dt="2025-03-04T20:29:49.305" v="5654" actId="2696"/>
        <pc:sldMkLst>
          <pc:docMk/>
          <pc:sldMk cId="0" sldId="331"/>
        </pc:sldMkLst>
      </pc:sldChg>
      <pc:sldChg chg="addSp delSp modSp add mod modClrScheme modAnim chgLayout">
        <pc:chgData name="Jenny Díaz Ramírez" userId="df7d83af-54c1-43f9-a4ec-fea9744b3563" providerId="ADAL" clId="{5FED732F-5535-4218-B498-E1928A0349A6}" dt="2025-03-04T21:08:17.421" v="6639"/>
        <pc:sldMkLst>
          <pc:docMk/>
          <pc:sldMk cId="2434826197" sldId="333"/>
        </pc:sldMkLst>
        <pc:spChg chg="del mod ord">
          <ac:chgData name="Jenny Díaz Ramírez" userId="df7d83af-54c1-43f9-a4ec-fea9744b3563" providerId="ADAL" clId="{5FED732F-5535-4218-B498-E1928A0349A6}" dt="2025-03-04T18:38:44.050" v="4357" actId="478"/>
          <ac:spMkLst>
            <pc:docMk/>
            <pc:sldMk cId="2434826197" sldId="333"/>
            <ac:spMk id="2" creationId="{00000000-0000-0000-0000-000000000000}"/>
          </ac:spMkLst>
        </pc:spChg>
        <pc:spChg chg="del mod ord">
          <ac:chgData name="Jenny Díaz Ramírez" userId="df7d83af-54c1-43f9-a4ec-fea9744b3563" providerId="ADAL" clId="{5FED732F-5535-4218-B498-E1928A0349A6}" dt="2025-03-04T18:30:58.211" v="4028" actId="478"/>
          <ac:spMkLst>
            <pc:docMk/>
            <pc:sldMk cId="2434826197" sldId="333"/>
            <ac:spMk id="3" creationId="{00000000-0000-0000-0000-000000000000}"/>
          </ac:spMkLst>
        </pc:spChg>
        <pc:spChg chg="add mod">
          <ac:chgData name="Jenny Díaz Ramírez" userId="df7d83af-54c1-43f9-a4ec-fea9744b3563" providerId="ADAL" clId="{5FED732F-5535-4218-B498-E1928A0349A6}" dt="2025-03-04T18:41:20.595" v="4419" actId="1076"/>
          <ac:spMkLst>
            <pc:docMk/>
            <pc:sldMk cId="2434826197" sldId="333"/>
            <ac:spMk id="6" creationId="{2CA853EE-3585-5B13-E266-782D35875E50}"/>
          </ac:spMkLst>
        </pc:spChg>
        <pc:spChg chg="mod ord">
          <ac:chgData name="Jenny Díaz Ramírez" userId="df7d83af-54c1-43f9-a4ec-fea9744b3563" providerId="ADAL" clId="{5FED732F-5535-4218-B498-E1928A0349A6}" dt="2025-03-04T20:32:43.053" v="5674" actId="404"/>
          <ac:spMkLst>
            <pc:docMk/>
            <pc:sldMk cId="2434826197" sldId="333"/>
            <ac:spMk id="7" creationId="{00000000-0000-0000-0000-000000000000}"/>
          </ac:spMkLst>
        </pc:spChg>
        <pc:spChg chg="mod ord">
          <ac:chgData name="Jenny Díaz Ramírez" userId="df7d83af-54c1-43f9-a4ec-fea9744b3563" providerId="ADAL" clId="{5FED732F-5535-4218-B498-E1928A0349A6}" dt="2025-03-04T20:50:32.703" v="6131" actId="255"/>
          <ac:spMkLst>
            <pc:docMk/>
            <pc:sldMk cId="2434826197" sldId="333"/>
            <ac:spMk id="8" creationId="{00000000-0000-0000-0000-000000000000}"/>
          </ac:spMkLst>
        </pc:spChg>
        <pc:spChg chg="add mod">
          <ac:chgData name="Jenny Díaz Ramírez" userId="df7d83af-54c1-43f9-a4ec-fea9744b3563" providerId="ADAL" clId="{5FED732F-5535-4218-B498-E1928A0349A6}" dt="2025-03-04T18:56:38.627" v="5197" actId="14100"/>
          <ac:spMkLst>
            <pc:docMk/>
            <pc:sldMk cId="2434826197" sldId="333"/>
            <ac:spMk id="9" creationId="{00000000-0000-0000-0000-000000000000}"/>
          </ac:spMkLst>
        </pc:spChg>
        <pc:spChg chg="add mod">
          <ac:chgData name="Jenny Díaz Ramírez" userId="df7d83af-54c1-43f9-a4ec-fea9744b3563" providerId="ADAL" clId="{5FED732F-5535-4218-B498-E1928A0349A6}" dt="2025-03-04T18:57:29.870" v="5213" actId="6549"/>
          <ac:spMkLst>
            <pc:docMk/>
            <pc:sldMk cId="2434826197" sldId="333"/>
            <ac:spMk id="10" creationId="{00000000-0000-0000-0000-000000000000}"/>
          </ac:spMkLst>
        </pc:spChg>
        <pc:spChg chg="add mod">
          <ac:chgData name="Jenny Díaz Ramírez" userId="df7d83af-54c1-43f9-a4ec-fea9744b3563" providerId="ADAL" clId="{5FED732F-5535-4218-B498-E1928A0349A6}" dt="2025-03-04T20:50:36.923" v="6132" actId="1076"/>
          <ac:spMkLst>
            <pc:docMk/>
            <pc:sldMk cId="2434826197" sldId="333"/>
            <ac:spMk id="11" creationId="{00000000-0000-0000-0000-000000000000}"/>
          </ac:spMkLst>
        </pc:spChg>
        <pc:spChg chg="add mod">
          <ac:chgData name="Jenny Díaz Ramírez" userId="df7d83af-54c1-43f9-a4ec-fea9744b3563" providerId="ADAL" clId="{5FED732F-5535-4218-B498-E1928A0349A6}" dt="2025-03-04T20:50:40.020" v="6133" actId="1076"/>
          <ac:spMkLst>
            <pc:docMk/>
            <pc:sldMk cId="2434826197" sldId="333"/>
            <ac:spMk id="13" creationId="{00000000-0000-0000-0000-000000000000}"/>
          </ac:spMkLst>
        </pc:spChg>
        <pc:spChg chg="add mod">
          <ac:chgData name="Jenny Díaz Ramírez" userId="df7d83af-54c1-43f9-a4ec-fea9744b3563" providerId="ADAL" clId="{5FED732F-5535-4218-B498-E1928A0349A6}" dt="2025-03-04T20:53:36.367" v="6165" actId="1076"/>
          <ac:spMkLst>
            <pc:docMk/>
            <pc:sldMk cId="2434826197" sldId="333"/>
            <ac:spMk id="14" creationId="{00000000-0000-0000-0000-000000000000}"/>
          </ac:spMkLst>
        </pc:spChg>
        <pc:spChg chg="add mod">
          <ac:chgData name="Jenny Díaz Ramírez" userId="df7d83af-54c1-43f9-a4ec-fea9744b3563" providerId="ADAL" clId="{5FED732F-5535-4218-B498-E1928A0349A6}" dt="2025-03-04T21:08:17.421" v="6639"/>
          <ac:spMkLst>
            <pc:docMk/>
            <pc:sldMk cId="2434826197" sldId="333"/>
            <ac:spMk id="25" creationId="{89EA6F1D-8CB4-6360-FE50-52614D13CF78}"/>
          </ac:spMkLst>
        </pc:spChg>
        <pc:graphicFrameChg chg="add mod">
          <ac:chgData name="Jenny Díaz Ramírez" userId="df7d83af-54c1-43f9-a4ec-fea9744b3563" providerId="ADAL" clId="{5FED732F-5535-4218-B498-E1928A0349A6}" dt="2025-03-04T18:41:28.966" v="4423" actId="1076"/>
          <ac:graphicFrameMkLst>
            <pc:docMk/>
            <pc:sldMk cId="2434826197" sldId="333"/>
            <ac:graphicFrameMk id="4" creationId="{34991C98-4F88-58E5-FA2D-E393841939E7}"/>
          </ac:graphicFrameMkLst>
        </pc:graphicFrameChg>
        <pc:graphicFrameChg chg="del mod replId">
          <ac:chgData name="Jenny Díaz Ramírez" userId="df7d83af-54c1-43f9-a4ec-fea9744b3563" providerId="ADAL" clId="{5FED732F-5535-4218-B498-E1928A0349A6}" dt="2025-03-04T18:42:42.284" v="4434"/>
          <ac:graphicFrameMkLst>
            <pc:docMk/>
            <pc:sldMk cId="2434826197" sldId="333"/>
            <ac:graphicFrameMk id="12" creationId="{00000000-0000-0000-0000-000000000000}"/>
          </ac:graphicFrameMkLst>
        </pc:graphicFrameChg>
        <pc:graphicFrameChg chg="del mod replId">
          <ac:chgData name="Jenny Díaz Ramírez" userId="df7d83af-54c1-43f9-a4ec-fea9744b3563" providerId="ADAL" clId="{5FED732F-5535-4218-B498-E1928A0349A6}" dt="2025-03-04T18:56:04.730" v="5176"/>
          <ac:graphicFrameMkLst>
            <pc:docMk/>
            <pc:sldMk cId="2434826197" sldId="333"/>
            <ac:graphicFrameMk id="16" creationId="{00000000-0000-0000-0000-000000000000}"/>
          </ac:graphicFrameMkLst>
        </pc:graphicFrameChg>
        <pc:graphicFrameChg chg="mod">
          <ac:chgData name="Jenny Díaz Ramírez" userId="df7d83af-54c1-43f9-a4ec-fea9744b3563" providerId="ADAL" clId="{5FED732F-5535-4218-B498-E1928A0349A6}" dt="2025-03-04T18:58:26.138" v="5265" actId="1076"/>
          <ac:graphicFrameMkLst>
            <pc:docMk/>
            <pc:sldMk cId="2434826197" sldId="333"/>
            <ac:graphicFrameMk id="17" creationId="{00000000-0000-0000-0000-000000000000}"/>
          </ac:graphicFrameMkLst>
        </pc:graphicFrameChg>
        <pc:graphicFrameChg chg="del mod replId">
          <ac:chgData name="Jenny Díaz Ramírez" userId="df7d83af-54c1-43f9-a4ec-fea9744b3563" providerId="ADAL" clId="{5FED732F-5535-4218-B498-E1928A0349A6}" dt="2025-03-04T18:56:24.702" v="5189"/>
          <ac:graphicFrameMkLst>
            <pc:docMk/>
            <pc:sldMk cId="2434826197" sldId="333"/>
            <ac:graphicFrameMk id="19" creationId="{00000000-0000-0000-0000-000000000000}"/>
          </ac:graphicFrameMkLst>
        </pc:graphicFrameChg>
        <pc:graphicFrameChg chg="del mod replId">
          <ac:chgData name="Jenny Díaz Ramírez" userId="df7d83af-54c1-43f9-a4ec-fea9744b3563" providerId="ADAL" clId="{5FED732F-5535-4218-B498-E1928A0349A6}" dt="2025-03-04T18:57:18.789" v="5204"/>
          <ac:graphicFrameMkLst>
            <pc:docMk/>
            <pc:sldMk cId="2434826197" sldId="333"/>
            <ac:graphicFrameMk id="21" creationId="{00000000-0000-0000-0000-000000000000}"/>
          </ac:graphicFrameMkLst>
        </pc:graphicFrameChg>
        <pc:graphicFrameChg chg="del mod replId">
          <ac:chgData name="Jenny Díaz Ramírez" userId="df7d83af-54c1-43f9-a4ec-fea9744b3563" providerId="ADAL" clId="{5FED732F-5535-4218-B498-E1928A0349A6}" dt="2025-03-04T18:57:38.640" v="5216"/>
          <ac:graphicFrameMkLst>
            <pc:docMk/>
            <pc:sldMk cId="2434826197" sldId="333"/>
            <ac:graphicFrameMk id="23" creationId="{00000000-0000-0000-0000-000000000000}"/>
          </ac:graphicFrameMkLst>
        </pc:graphicFrameChg>
      </pc:sldChg>
      <pc:sldChg chg="addSp delSp modSp add mod modClrScheme chgLayout">
        <pc:chgData name="Jenny Díaz Ramírez" userId="df7d83af-54c1-43f9-a4ec-fea9744b3563" providerId="ADAL" clId="{5FED732F-5535-4218-B498-E1928A0349A6}" dt="2025-03-04T21:03:49.110" v="6508" actId="20577"/>
        <pc:sldMkLst>
          <pc:docMk/>
          <pc:sldMk cId="961838741" sldId="334"/>
        </pc:sldMkLst>
        <pc:spChg chg="mod ord">
          <ac:chgData name="Jenny Díaz Ramírez" userId="df7d83af-54c1-43f9-a4ec-fea9744b3563" providerId="ADAL" clId="{5FED732F-5535-4218-B498-E1928A0349A6}" dt="2025-03-04T21:03:06.218" v="6409" actId="20577"/>
          <ac:spMkLst>
            <pc:docMk/>
            <pc:sldMk cId="961838741" sldId="334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5FED732F-5535-4218-B498-E1928A0349A6}" dt="2025-02-21T22:15:08.398" v="8" actId="700"/>
          <ac:spMkLst>
            <pc:docMk/>
            <pc:sldMk cId="961838741" sldId="334"/>
            <ac:spMk id="3" creationId="{00000000-0000-0000-0000-000000000000}"/>
          </ac:spMkLst>
        </pc:spChg>
        <pc:spChg chg="del mod ord">
          <ac:chgData name="Jenny Díaz Ramírez" userId="df7d83af-54c1-43f9-a4ec-fea9744b3563" providerId="ADAL" clId="{5FED732F-5535-4218-B498-E1928A0349A6}" dt="2025-03-04T19:01:24.068" v="5390" actId="478"/>
          <ac:spMkLst>
            <pc:docMk/>
            <pc:sldMk cId="961838741" sldId="334"/>
            <ac:spMk id="4" creationId="{00000000-0000-0000-0000-000000000000}"/>
          </ac:spMkLst>
        </pc:spChg>
        <pc:spChg chg="add mod">
          <ac:chgData name="Jenny Díaz Ramírez" userId="df7d83af-54c1-43f9-a4ec-fea9744b3563" providerId="ADAL" clId="{5FED732F-5535-4218-B498-E1928A0349A6}" dt="2025-03-04T19:01:17.902" v="5388" actId="1076"/>
          <ac:spMkLst>
            <pc:docMk/>
            <pc:sldMk cId="961838741" sldId="334"/>
            <ac:spMk id="5" creationId="{79A4060B-F230-AE6B-83EF-9B79970FF910}"/>
          </ac:spMkLst>
        </pc:spChg>
        <pc:spChg chg="add mod">
          <ac:chgData name="Jenny Díaz Ramírez" userId="df7d83af-54c1-43f9-a4ec-fea9744b3563" providerId="ADAL" clId="{5FED732F-5535-4218-B498-E1928A0349A6}" dt="2025-03-04T21:03:49.110" v="6508" actId="20577"/>
          <ac:spMkLst>
            <pc:docMk/>
            <pc:sldMk cId="961838741" sldId="334"/>
            <ac:spMk id="7" creationId="{5AE5AA9A-1152-04EE-B9F0-6A2D6A644DD6}"/>
          </ac:spMkLst>
        </pc:spChg>
        <pc:spChg chg="mod ord">
          <ac:chgData name="Jenny Díaz Ramírez" userId="df7d83af-54c1-43f9-a4ec-fea9744b3563" providerId="ADAL" clId="{5FED732F-5535-4218-B498-E1928A0349A6}" dt="2025-03-04T19:00:23.225" v="5349" actId="208"/>
          <ac:spMkLst>
            <pc:docMk/>
            <pc:sldMk cId="961838741" sldId="334"/>
            <ac:spMk id="17" creationId="{00000000-0000-0000-0000-000000000000}"/>
          </ac:spMkLst>
        </pc:spChg>
        <pc:graphicFrameChg chg="mod">
          <ac:chgData name="Jenny Díaz Ramírez" userId="df7d83af-54c1-43f9-a4ec-fea9744b3563" providerId="ADAL" clId="{5FED732F-5535-4218-B498-E1928A0349A6}" dt="2025-03-04T19:01:20.636" v="5389" actId="1076"/>
          <ac:graphicFrameMkLst>
            <pc:docMk/>
            <pc:sldMk cId="961838741" sldId="334"/>
            <ac:graphicFrameMk id="70661" creationId="{00000000-0000-0000-0000-000000000000}"/>
          </ac:graphicFrameMkLst>
        </pc:graphicFrameChg>
        <pc:graphicFrameChg chg="mod">
          <ac:chgData name="Jenny Díaz Ramírez" userId="df7d83af-54c1-43f9-a4ec-fea9744b3563" providerId="ADAL" clId="{5FED732F-5535-4218-B498-E1928A0349A6}" dt="2025-03-04T17:24:01.013" v="1182" actId="1076"/>
          <ac:graphicFrameMkLst>
            <pc:docMk/>
            <pc:sldMk cId="961838741" sldId="334"/>
            <ac:graphicFrameMk id="70662" creationId="{00000000-0000-0000-0000-000000000000}"/>
          </ac:graphicFrameMkLst>
        </pc:graphicFrameChg>
      </pc:sldChg>
      <pc:sldChg chg="delSp modSp add mod modClrScheme chgLayout">
        <pc:chgData name="Jenny Díaz Ramírez" userId="df7d83af-54c1-43f9-a4ec-fea9744b3563" providerId="ADAL" clId="{5FED732F-5535-4218-B498-E1928A0349A6}" dt="2025-03-04T20:32:38.628" v="5673" actId="404"/>
        <pc:sldMkLst>
          <pc:docMk/>
          <pc:sldMk cId="2633552067" sldId="335"/>
        </pc:sldMkLst>
        <pc:spChg chg="mod ord">
          <ac:chgData name="Jenny Díaz Ramírez" userId="df7d83af-54c1-43f9-a4ec-fea9744b3563" providerId="ADAL" clId="{5FED732F-5535-4218-B498-E1928A0349A6}" dt="2025-02-21T22:15:08.398" v="8" actId="700"/>
          <ac:spMkLst>
            <pc:docMk/>
            <pc:sldMk cId="2633552067" sldId="335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5FED732F-5535-4218-B498-E1928A0349A6}" dt="2025-03-04T18:30:43.065" v="4025" actId="14100"/>
          <ac:spMkLst>
            <pc:docMk/>
            <pc:sldMk cId="2633552067" sldId="335"/>
            <ac:spMk id="3" creationId="{00000000-0000-0000-0000-000000000000}"/>
          </ac:spMkLst>
        </pc:spChg>
        <pc:spChg chg="mod ord">
          <ac:chgData name="Jenny Díaz Ramírez" userId="df7d83af-54c1-43f9-a4ec-fea9744b3563" providerId="ADAL" clId="{5FED732F-5535-4218-B498-E1928A0349A6}" dt="2025-03-04T20:32:38.628" v="5673" actId="404"/>
          <ac:spMkLst>
            <pc:docMk/>
            <pc:sldMk cId="2633552067" sldId="335"/>
            <ac:spMk id="4" creationId="{00000000-0000-0000-0000-000000000000}"/>
          </ac:spMkLst>
        </pc:spChg>
        <pc:spChg chg="mod ord">
          <ac:chgData name="Jenny Díaz Ramírez" userId="df7d83af-54c1-43f9-a4ec-fea9744b3563" providerId="ADAL" clId="{5FED732F-5535-4218-B498-E1928A0349A6}" dt="2025-03-04T18:30:48.952" v="4026" actId="1076"/>
          <ac:spMkLst>
            <pc:docMk/>
            <pc:sldMk cId="2633552067" sldId="335"/>
            <ac:spMk id="5" creationId="{00000000-0000-0000-0000-000000000000}"/>
          </ac:spMkLst>
        </pc:spChg>
        <pc:spChg chg="del mod ord">
          <ac:chgData name="Jenny Díaz Ramírez" userId="df7d83af-54c1-43f9-a4ec-fea9744b3563" providerId="ADAL" clId="{5FED732F-5535-4218-B498-E1928A0349A6}" dt="2025-03-04T18:30:52.038" v="4027" actId="478"/>
          <ac:spMkLst>
            <pc:docMk/>
            <pc:sldMk cId="2633552067" sldId="335"/>
            <ac:spMk id="6" creationId="{00000000-0000-0000-0000-000000000000}"/>
          </ac:spMkLst>
        </pc:spChg>
      </pc:sldChg>
      <pc:sldChg chg="addSp delSp modSp mod">
        <pc:chgData name="Jenny Díaz Ramírez" userId="df7d83af-54c1-43f9-a4ec-fea9744b3563" providerId="ADAL" clId="{5FED732F-5535-4218-B498-E1928A0349A6}" dt="2025-03-04T21:09:01.953" v="6656"/>
        <pc:sldMkLst>
          <pc:docMk/>
          <pc:sldMk cId="529042108" sldId="346"/>
        </pc:sldMkLst>
        <pc:spChg chg="del">
          <ac:chgData name="Jenny Díaz Ramírez" userId="df7d83af-54c1-43f9-a4ec-fea9744b3563" providerId="ADAL" clId="{5FED732F-5535-4218-B498-E1928A0349A6}" dt="2025-03-04T17:09:08.140" v="49" actId="478"/>
          <ac:spMkLst>
            <pc:docMk/>
            <pc:sldMk cId="529042108" sldId="346"/>
            <ac:spMk id="8" creationId="{3D6659FD-4AD5-AD04-190D-C781908847BA}"/>
          </ac:spMkLst>
        </pc:spChg>
        <pc:spChg chg="add mod">
          <ac:chgData name="Jenny Díaz Ramírez" userId="df7d83af-54c1-43f9-a4ec-fea9744b3563" providerId="ADAL" clId="{5FED732F-5535-4218-B498-E1928A0349A6}" dt="2025-03-04T21:09:01.953" v="6656"/>
          <ac:spMkLst>
            <pc:docMk/>
            <pc:sldMk cId="529042108" sldId="346"/>
            <ac:spMk id="9" creationId="{767311EA-4F86-FA4F-8BB8-EBD1A28D6D42}"/>
          </ac:spMkLst>
        </pc:spChg>
        <pc:graphicFrameChg chg="mod">
          <ac:chgData name="Jenny Díaz Ramírez" userId="df7d83af-54c1-43f9-a4ec-fea9744b3563" providerId="ADAL" clId="{5FED732F-5535-4218-B498-E1928A0349A6}" dt="2025-03-04T17:09:03.385" v="48" actId="20577"/>
          <ac:graphicFrameMkLst>
            <pc:docMk/>
            <pc:sldMk cId="529042108" sldId="346"/>
            <ac:graphicFrameMk id="5" creationId="{00000000-0000-0000-0000-000000000000}"/>
          </ac:graphicFrameMkLst>
        </pc:graphicFrameChg>
      </pc:sldChg>
      <pc:sldChg chg="delSp mod">
        <pc:chgData name="Jenny Díaz Ramírez" userId="df7d83af-54c1-43f9-a4ec-fea9744b3563" providerId="ADAL" clId="{5FED732F-5535-4218-B498-E1928A0349A6}" dt="2025-03-04T21:06:16.166" v="6600" actId="478"/>
        <pc:sldMkLst>
          <pc:docMk/>
          <pc:sldMk cId="2960950710" sldId="350"/>
        </pc:sldMkLst>
        <pc:spChg chg="del">
          <ac:chgData name="Jenny Díaz Ramírez" userId="df7d83af-54c1-43f9-a4ec-fea9744b3563" providerId="ADAL" clId="{5FED732F-5535-4218-B498-E1928A0349A6}" dt="2025-03-04T21:06:16.166" v="6600" actId="478"/>
          <ac:spMkLst>
            <pc:docMk/>
            <pc:sldMk cId="2960950710" sldId="350"/>
            <ac:spMk id="4" creationId="{8AC6FE46-170E-0F6C-06F0-D7F69117A30F}"/>
          </ac:spMkLst>
        </pc:spChg>
      </pc:sldChg>
      <pc:sldChg chg="addSp modSp add del mod modClrScheme chgLayout">
        <pc:chgData name="Jenny Díaz Ramírez" userId="df7d83af-54c1-43f9-a4ec-fea9744b3563" providerId="ADAL" clId="{5FED732F-5535-4218-B498-E1928A0349A6}" dt="2025-03-04T21:02:16.831" v="6391" actId="47"/>
        <pc:sldMkLst>
          <pc:docMk/>
          <pc:sldMk cId="0" sldId="392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0" sldId="397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0" sldId="398"/>
        </pc:sldMkLst>
      </pc:sldChg>
      <pc:sldChg chg="addSp modSp add mod modClrScheme chgLayout">
        <pc:chgData name="Jenny Díaz Ramírez" userId="df7d83af-54c1-43f9-a4ec-fea9744b3563" providerId="ADAL" clId="{5FED732F-5535-4218-B498-E1928A0349A6}" dt="2025-03-04T21:08:55.951" v="6652"/>
        <pc:sldMkLst>
          <pc:docMk/>
          <pc:sldMk cId="0" sldId="399"/>
        </pc:sldMkLst>
        <pc:spChg chg="add mod">
          <ac:chgData name="Jenny Díaz Ramírez" userId="df7d83af-54c1-43f9-a4ec-fea9744b3563" providerId="ADAL" clId="{5FED732F-5535-4218-B498-E1928A0349A6}" dt="2025-03-04T21:08:55.951" v="6652"/>
          <ac:spMkLst>
            <pc:docMk/>
            <pc:sldMk cId="0" sldId="399"/>
            <ac:spMk id="2" creationId="{06AAF3B3-2AEB-553B-B319-C50DC8FEB983}"/>
          </ac:spMkLst>
        </pc:spChg>
        <pc:spChg chg="mod ord">
          <ac:chgData name="Jenny Díaz Ramírez" userId="df7d83af-54c1-43f9-a4ec-fea9744b3563" providerId="ADAL" clId="{5FED732F-5535-4218-B498-E1928A0349A6}" dt="2025-02-21T22:15:08.398" v="8" actId="700"/>
          <ac:spMkLst>
            <pc:docMk/>
            <pc:sldMk cId="0" sldId="399"/>
            <ac:spMk id="4098" creationId="{00000000-0000-0000-0000-000000000000}"/>
          </ac:spMkLst>
        </pc:spChg>
        <pc:spChg chg="mod ord">
          <ac:chgData name="Jenny Díaz Ramírez" userId="df7d83af-54c1-43f9-a4ec-fea9744b3563" providerId="ADAL" clId="{5FED732F-5535-4218-B498-E1928A0349A6}" dt="2025-03-04T20:44:22.851" v="5900"/>
          <ac:spMkLst>
            <pc:docMk/>
            <pc:sldMk cId="0" sldId="399"/>
            <ac:spMk id="4099" creationId="{00000000-0000-0000-0000-000000000000}"/>
          </ac:spMkLst>
        </pc:spChg>
      </pc:sldChg>
      <pc:sldChg chg="addSp delSp modSp add mod modClrScheme chgLayout">
        <pc:chgData name="Jenny Díaz Ramírez" userId="df7d83af-54c1-43f9-a4ec-fea9744b3563" providerId="ADAL" clId="{5FED732F-5535-4218-B498-E1928A0349A6}" dt="2025-03-04T21:08:59.134" v="6654"/>
        <pc:sldMkLst>
          <pc:docMk/>
          <pc:sldMk cId="0" sldId="400"/>
        </pc:sldMkLst>
        <pc:spChg chg="add del mod">
          <ac:chgData name="Jenny Díaz Ramírez" userId="df7d83af-54c1-43f9-a4ec-fea9744b3563" providerId="ADAL" clId="{5FED732F-5535-4218-B498-E1928A0349A6}" dt="2025-03-04T21:06:58.897" v="6605" actId="478"/>
          <ac:spMkLst>
            <pc:docMk/>
            <pc:sldMk cId="0" sldId="400"/>
            <ac:spMk id="3" creationId="{A39ECA6C-B111-75FF-A10D-61273689146F}"/>
          </ac:spMkLst>
        </pc:spChg>
        <pc:spChg chg="add mod">
          <ac:chgData name="Jenny Díaz Ramírez" userId="df7d83af-54c1-43f9-a4ec-fea9744b3563" providerId="ADAL" clId="{5FED732F-5535-4218-B498-E1928A0349A6}" dt="2025-03-04T21:08:59.134" v="6654"/>
          <ac:spMkLst>
            <pc:docMk/>
            <pc:sldMk cId="0" sldId="400"/>
            <ac:spMk id="4" creationId="{7B62F254-A6C6-745B-9305-DA55A73B975A}"/>
          </ac:spMkLst>
        </pc:spChg>
        <pc:spChg chg="mod ord">
          <ac:chgData name="Jenny Díaz Ramírez" userId="df7d83af-54c1-43f9-a4ec-fea9744b3563" providerId="ADAL" clId="{5FED732F-5535-4218-B498-E1928A0349A6}" dt="2025-02-21T22:15:08.398" v="8" actId="700"/>
          <ac:spMkLst>
            <pc:docMk/>
            <pc:sldMk cId="0" sldId="400"/>
            <ac:spMk id="4098" creationId="{00000000-0000-0000-0000-000000000000}"/>
          </ac:spMkLst>
        </pc:spChg>
        <pc:spChg chg="del mod ord">
          <ac:chgData name="Jenny Díaz Ramírez" userId="df7d83af-54c1-43f9-a4ec-fea9744b3563" providerId="ADAL" clId="{5FED732F-5535-4218-B498-E1928A0349A6}" dt="2025-03-04T17:09:25.189" v="53" actId="478"/>
          <ac:spMkLst>
            <pc:docMk/>
            <pc:sldMk cId="0" sldId="400"/>
            <ac:spMk id="4099" creationId="{00000000-0000-0000-0000-000000000000}"/>
          </ac:spMkLst>
        </pc:spChg>
        <pc:graphicFrameChg chg="mod modGraphic">
          <ac:chgData name="Jenny Díaz Ramírez" userId="df7d83af-54c1-43f9-a4ec-fea9744b3563" providerId="ADAL" clId="{5FED732F-5535-4218-B498-E1928A0349A6}" dt="2025-03-04T17:09:15.993" v="51" actId="1076"/>
          <ac:graphicFrameMkLst>
            <pc:docMk/>
            <pc:sldMk cId="0" sldId="400"/>
            <ac:graphicFrameMk id="5" creationId="{00000000-0000-0000-0000-000000000000}"/>
          </ac:graphicFrameMkLst>
        </pc:graphicFrameChg>
      </pc:sldChg>
      <pc:sldChg chg="modSp add del mod modClrScheme chgLayout">
        <pc:chgData name="Jenny Díaz Ramírez" userId="df7d83af-54c1-43f9-a4ec-fea9744b3563" providerId="ADAL" clId="{5FED732F-5535-4218-B498-E1928A0349A6}" dt="2025-03-04T20:28:46.865" v="5652" actId="2696"/>
        <pc:sldMkLst>
          <pc:docMk/>
          <pc:sldMk cId="0" sldId="401"/>
        </pc:sldMkLst>
        <pc:spChg chg="mod ord">
          <ac:chgData name="Jenny Díaz Ramírez" userId="df7d83af-54c1-43f9-a4ec-fea9744b3563" providerId="ADAL" clId="{5FED732F-5535-4218-B498-E1928A0349A6}" dt="2025-03-04T17:14:07.395" v="607" actId="207"/>
          <ac:spMkLst>
            <pc:docMk/>
            <pc:sldMk cId="0" sldId="401"/>
            <ac:spMk id="4099" creationId="{00000000-0000-0000-0000-000000000000}"/>
          </ac:spMkLst>
        </pc:spChg>
        <pc:graphicFrameChg chg="modGraphic">
          <ac:chgData name="Jenny Díaz Ramírez" userId="df7d83af-54c1-43f9-a4ec-fea9744b3563" providerId="ADAL" clId="{5FED732F-5535-4218-B498-E1928A0349A6}" dt="2025-03-04T17:14:11.664" v="608" actId="207"/>
          <ac:graphicFrameMkLst>
            <pc:docMk/>
            <pc:sldMk cId="0" sldId="401"/>
            <ac:graphicFrameMk id="4" creationId="{00000000-0000-0000-0000-000000000000}"/>
          </ac:graphicFrameMkLst>
        </pc:graphicFrameChg>
      </pc:sldChg>
      <pc:sldChg chg="addSp modSp add del mod">
        <pc:chgData name="Jenny Díaz Ramírez" userId="df7d83af-54c1-43f9-a4ec-fea9744b3563" providerId="ADAL" clId="{5FED732F-5535-4218-B498-E1928A0349A6}" dt="2025-03-04T20:44:39.538" v="5901" actId="47"/>
        <pc:sldMkLst>
          <pc:docMk/>
          <pc:sldMk cId="3017052054" sldId="401"/>
        </pc:sldMkLst>
        <pc:spChg chg="mod">
          <ac:chgData name="Jenny Díaz Ramírez" userId="df7d83af-54c1-43f9-a4ec-fea9744b3563" providerId="ADAL" clId="{5FED732F-5535-4218-B498-E1928A0349A6}" dt="2025-03-04T20:36:06.330" v="5714" actId="20577"/>
          <ac:spMkLst>
            <pc:docMk/>
            <pc:sldMk cId="3017052054" sldId="401"/>
            <ac:spMk id="4099" creationId="{00000000-0000-0000-0000-000000000000}"/>
          </ac:spMkLst>
        </pc:spChg>
        <pc:graphicFrameChg chg="add mod modGraphic">
          <ac:chgData name="Jenny Díaz Ramírez" userId="df7d83af-54c1-43f9-a4ec-fea9744b3563" providerId="ADAL" clId="{5FED732F-5535-4218-B498-E1928A0349A6}" dt="2025-03-04T20:42:01.415" v="5759" actId="948"/>
          <ac:graphicFrameMkLst>
            <pc:docMk/>
            <pc:sldMk cId="3017052054" sldId="401"/>
            <ac:graphicFrameMk id="2" creationId="{07E0D322-09B0-73DA-9D70-9DE34E3F2F00}"/>
          </ac:graphicFrameMkLst>
        </pc:graphicFrameChg>
        <pc:graphicFrameChg chg="mod modGraphic">
          <ac:chgData name="Jenny Díaz Ramírez" userId="df7d83af-54c1-43f9-a4ec-fea9744b3563" providerId="ADAL" clId="{5FED732F-5535-4218-B498-E1928A0349A6}" dt="2025-03-04T20:35:43.783" v="5703" actId="21"/>
          <ac:graphicFrameMkLst>
            <pc:docMk/>
            <pc:sldMk cId="3017052054" sldId="401"/>
            <ac:graphicFrameMk id="4" creationId="{00000000-0000-0000-0000-000000000000}"/>
          </ac:graphicFrameMkLst>
        </pc:graphicFrameChg>
      </pc:sldChg>
      <pc:sldChg chg="modSp add del mod ord modClrScheme chgLayout">
        <pc:chgData name="Jenny Díaz Ramírez" userId="df7d83af-54c1-43f9-a4ec-fea9744b3563" providerId="ADAL" clId="{5FED732F-5535-4218-B498-E1928A0349A6}" dt="2025-03-04T20:28:46.865" v="5652" actId="2696"/>
        <pc:sldMkLst>
          <pc:docMk/>
          <pc:sldMk cId="0" sldId="402"/>
        </pc:sldMkLst>
      </pc:sldChg>
      <pc:sldChg chg="addSp delSp modSp add del mod">
        <pc:chgData name="Jenny Díaz Ramírez" userId="df7d83af-54c1-43f9-a4ec-fea9744b3563" providerId="ADAL" clId="{5FED732F-5535-4218-B498-E1928A0349A6}" dt="2025-03-04T20:51:49.203" v="6162" actId="47"/>
        <pc:sldMkLst>
          <pc:docMk/>
          <pc:sldMk cId="3172037006" sldId="402"/>
        </pc:sldMkLst>
        <pc:spChg chg="add del mod">
          <ac:chgData name="Jenny Díaz Ramírez" userId="df7d83af-54c1-43f9-a4ec-fea9744b3563" providerId="ADAL" clId="{5FED732F-5535-4218-B498-E1928A0349A6}" dt="2025-03-04T20:36:37.284" v="5719" actId="478"/>
          <ac:spMkLst>
            <pc:docMk/>
            <pc:sldMk cId="3172037006" sldId="402"/>
            <ac:spMk id="4" creationId="{AB3BEB2F-81DE-662A-C6FF-68E4C1658C1B}"/>
          </ac:spMkLst>
        </pc:spChg>
        <pc:spChg chg="add del mod">
          <ac:chgData name="Jenny Díaz Ramírez" userId="df7d83af-54c1-43f9-a4ec-fea9744b3563" providerId="ADAL" clId="{5FED732F-5535-4218-B498-E1928A0349A6}" dt="2025-03-04T20:39:10.255" v="5735" actId="478"/>
          <ac:spMkLst>
            <pc:docMk/>
            <pc:sldMk cId="3172037006" sldId="402"/>
            <ac:spMk id="7" creationId="{32ADB0F5-FFF8-F5BC-57AC-0B71C4D7E5EF}"/>
          </ac:spMkLst>
        </pc:spChg>
        <pc:spChg chg="add mod">
          <ac:chgData name="Jenny Díaz Ramírez" userId="df7d83af-54c1-43f9-a4ec-fea9744b3563" providerId="ADAL" clId="{5FED732F-5535-4218-B498-E1928A0349A6}" dt="2025-03-04T20:41:27.859" v="5755" actId="164"/>
          <ac:spMkLst>
            <pc:docMk/>
            <pc:sldMk cId="3172037006" sldId="402"/>
            <ac:spMk id="10" creationId="{40F7EFD8-4C20-599F-0C2A-C251C90FC819}"/>
          </ac:spMkLst>
        </pc:spChg>
        <pc:spChg chg="add mod">
          <ac:chgData name="Jenny Díaz Ramírez" userId="df7d83af-54c1-43f9-a4ec-fea9744b3563" providerId="ADAL" clId="{5FED732F-5535-4218-B498-E1928A0349A6}" dt="2025-03-04T20:43:29.985" v="5826" actId="1076"/>
          <ac:spMkLst>
            <pc:docMk/>
            <pc:sldMk cId="3172037006" sldId="402"/>
            <ac:spMk id="14" creationId="{097EC467-808D-BF11-277B-78602466837A}"/>
          </ac:spMkLst>
        </pc:spChg>
        <pc:spChg chg="mod">
          <ac:chgData name="Jenny Díaz Ramírez" userId="df7d83af-54c1-43f9-a4ec-fea9744b3563" providerId="ADAL" clId="{5FED732F-5535-4218-B498-E1928A0349A6}" dt="2025-03-04T20:35:04.214" v="5698" actId="20577"/>
          <ac:spMkLst>
            <pc:docMk/>
            <pc:sldMk cId="3172037006" sldId="402"/>
            <ac:spMk id="4098" creationId="{00000000-0000-0000-0000-000000000000}"/>
          </ac:spMkLst>
        </pc:spChg>
        <pc:spChg chg="del mod">
          <ac:chgData name="Jenny Díaz Ramírez" userId="df7d83af-54c1-43f9-a4ec-fea9744b3563" providerId="ADAL" clId="{5FED732F-5535-4218-B498-E1928A0349A6}" dt="2025-03-04T20:36:34.017" v="5718" actId="478"/>
          <ac:spMkLst>
            <pc:docMk/>
            <pc:sldMk cId="3172037006" sldId="402"/>
            <ac:spMk id="4099" creationId="{00000000-0000-0000-0000-000000000000}"/>
          </ac:spMkLst>
        </pc:spChg>
        <pc:grpChg chg="add mod">
          <ac:chgData name="Jenny Díaz Ramírez" userId="df7d83af-54c1-43f9-a4ec-fea9744b3563" providerId="ADAL" clId="{5FED732F-5535-4218-B498-E1928A0349A6}" dt="2025-03-04T20:41:27.859" v="5755" actId="164"/>
          <ac:grpSpMkLst>
            <pc:docMk/>
            <pc:sldMk cId="3172037006" sldId="402"/>
            <ac:grpSpMk id="11" creationId="{4BCB6BEC-661F-77F5-B871-0866A1307AB0}"/>
          </ac:grpSpMkLst>
        </pc:grpChg>
        <pc:graphicFrameChg chg="add del mod modGraphic">
          <ac:chgData name="Jenny Díaz Ramírez" userId="df7d83af-54c1-43f9-a4ec-fea9744b3563" providerId="ADAL" clId="{5FED732F-5535-4218-B498-E1928A0349A6}" dt="2025-03-04T20:38:49.696" v="5729" actId="478"/>
          <ac:graphicFrameMkLst>
            <pc:docMk/>
            <pc:sldMk cId="3172037006" sldId="402"/>
            <ac:graphicFrameMk id="2" creationId="{89ED4D7D-CFEB-CFCB-9773-79D51684E72A}"/>
          </ac:graphicFrameMkLst>
        </pc:graphicFrameChg>
        <pc:graphicFrameChg chg="add mod">
          <ac:chgData name="Jenny Díaz Ramírez" userId="df7d83af-54c1-43f9-a4ec-fea9744b3563" providerId="ADAL" clId="{5FED732F-5535-4218-B498-E1928A0349A6}" dt="2025-03-04T20:38:51.106" v="5730"/>
          <ac:graphicFrameMkLst>
            <pc:docMk/>
            <pc:sldMk cId="3172037006" sldId="402"/>
            <ac:graphicFrameMk id="5" creationId="{48B13799-4860-5ECA-6FFC-8537BF16703F}"/>
          </ac:graphicFrameMkLst>
        </pc:graphicFrameChg>
        <pc:graphicFrameChg chg="add mod modGraphic">
          <ac:chgData name="Jenny Díaz Ramírez" userId="df7d83af-54c1-43f9-a4ec-fea9744b3563" providerId="ADAL" clId="{5FED732F-5535-4218-B498-E1928A0349A6}" dt="2025-03-04T20:42:15.529" v="5763" actId="1076"/>
          <ac:graphicFrameMkLst>
            <pc:docMk/>
            <pc:sldMk cId="3172037006" sldId="402"/>
            <ac:graphicFrameMk id="12" creationId="{AFB6AFF3-0323-1B1F-BAB3-F46D462C407F}"/>
          </ac:graphicFrameMkLst>
        </pc:graphicFrameChg>
        <pc:graphicFrameChg chg="mod">
          <ac:chgData name="Jenny Díaz Ramírez" userId="df7d83af-54c1-43f9-a4ec-fea9744b3563" providerId="ADAL" clId="{5FED732F-5535-4218-B498-E1928A0349A6}" dt="2025-03-04T20:41:27.859" v="5755" actId="164"/>
          <ac:graphicFrameMkLst>
            <pc:docMk/>
            <pc:sldMk cId="3172037006" sldId="402"/>
            <ac:graphicFrameMk id="29697" creationId="{00000000-0000-0000-0000-000000000000}"/>
          </ac:graphicFrameMkLst>
        </pc:graphicFrameChg>
        <pc:picChg chg="add del mod">
          <ac:chgData name="Jenny Díaz Ramírez" userId="df7d83af-54c1-43f9-a4ec-fea9744b3563" providerId="ADAL" clId="{5FED732F-5535-4218-B498-E1928A0349A6}" dt="2025-03-04T20:40:19.930" v="5739" actId="478"/>
          <ac:picMkLst>
            <pc:docMk/>
            <pc:sldMk cId="3172037006" sldId="402"/>
            <ac:picMk id="8" creationId="{9FAA86FF-A461-981E-02B0-4F85AEF5437E}"/>
          </ac:picMkLst>
        </pc:picChg>
        <pc:picChg chg="add mod">
          <ac:chgData name="Jenny Díaz Ramírez" userId="df7d83af-54c1-43f9-a4ec-fea9744b3563" providerId="ADAL" clId="{5FED732F-5535-4218-B498-E1928A0349A6}" dt="2025-03-04T20:40:27.832" v="5741" actId="1076"/>
          <ac:picMkLst>
            <pc:docMk/>
            <pc:sldMk cId="3172037006" sldId="402"/>
            <ac:picMk id="9" creationId="{C87BECC6-FC1D-C1E4-CBBB-D8926D6BC236}"/>
          </ac:picMkLst>
        </pc:picChg>
      </pc:sldChg>
      <pc:sldChg chg="modSp add del mod modClrScheme chgLayout">
        <pc:chgData name="Jenny Díaz Ramírez" userId="df7d83af-54c1-43f9-a4ec-fea9744b3563" providerId="ADAL" clId="{5FED732F-5535-4218-B498-E1928A0349A6}" dt="2025-03-04T20:28:46.865" v="5652" actId="2696"/>
        <pc:sldMkLst>
          <pc:docMk/>
          <pc:sldMk cId="0" sldId="411"/>
        </pc:sldMkLst>
      </pc:sldChg>
      <pc:sldChg chg="add del">
        <pc:chgData name="Jenny Díaz Ramírez" userId="df7d83af-54c1-43f9-a4ec-fea9744b3563" providerId="ADAL" clId="{5FED732F-5535-4218-B498-E1928A0349A6}" dt="2025-03-04T20:41:41.334" v="5756" actId="47"/>
        <pc:sldMkLst>
          <pc:docMk/>
          <pc:sldMk cId="3452049044" sldId="411"/>
        </pc:sldMkLst>
      </pc:sldChg>
      <pc:sldChg chg="addSp modSp add mod modClrScheme chgLayout">
        <pc:chgData name="Jenny Díaz Ramírez" userId="df7d83af-54c1-43f9-a4ec-fea9744b3563" providerId="ADAL" clId="{5FED732F-5535-4218-B498-E1928A0349A6}" dt="2025-03-04T21:08:34.241" v="6642"/>
        <pc:sldMkLst>
          <pc:docMk/>
          <pc:sldMk cId="0" sldId="412"/>
        </pc:sldMkLst>
        <pc:spChg chg="add mod">
          <ac:chgData name="Jenny Díaz Ramírez" userId="df7d83af-54c1-43f9-a4ec-fea9744b3563" providerId="ADAL" clId="{5FED732F-5535-4218-B498-E1928A0349A6}" dt="2025-03-04T21:08:34.241" v="6642"/>
          <ac:spMkLst>
            <pc:docMk/>
            <pc:sldMk cId="0" sldId="412"/>
            <ac:spMk id="3" creationId="{BF006B38-9334-8963-3283-56483F34E9AA}"/>
          </ac:spMkLst>
        </pc:spChg>
        <pc:spChg chg="mod ord">
          <ac:chgData name="Jenny Díaz Ramírez" userId="df7d83af-54c1-43f9-a4ec-fea9744b3563" providerId="ADAL" clId="{5FED732F-5535-4218-B498-E1928A0349A6}" dt="2025-02-21T22:15:08.398" v="8" actId="700"/>
          <ac:spMkLst>
            <pc:docMk/>
            <pc:sldMk cId="0" sldId="412"/>
            <ac:spMk id="4098" creationId="{00000000-0000-0000-0000-000000000000}"/>
          </ac:spMkLst>
        </pc:spChg>
        <pc:spChg chg="mod ord">
          <ac:chgData name="Jenny Díaz Ramírez" userId="df7d83af-54c1-43f9-a4ec-fea9744b3563" providerId="ADAL" clId="{5FED732F-5535-4218-B498-E1928A0349A6}" dt="2025-02-21T22:15:08.398" v="8" actId="700"/>
          <ac:spMkLst>
            <pc:docMk/>
            <pc:sldMk cId="0" sldId="412"/>
            <ac:spMk id="4099" creationId="{00000000-0000-0000-0000-000000000000}"/>
          </ac:spMkLst>
        </pc:spChg>
      </pc:sldChg>
      <pc:sldChg chg="modSp add del mod modClrScheme chgLayout">
        <pc:chgData name="Jenny Díaz Ramírez" userId="df7d83af-54c1-43f9-a4ec-fea9744b3563" providerId="ADAL" clId="{5FED732F-5535-4218-B498-E1928A0349A6}" dt="2025-03-04T20:28:46.865" v="5652" actId="2696"/>
        <pc:sldMkLst>
          <pc:docMk/>
          <pc:sldMk cId="0" sldId="413"/>
        </pc:sldMkLst>
      </pc:sldChg>
      <pc:sldChg chg="modSp add del mod">
        <pc:chgData name="Jenny Díaz Ramírez" userId="df7d83af-54c1-43f9-a4ec-fea9744b3563" providerId="ADAL" clId="{5FED732F-5535-4218-B498-E1928A0349A6}" dt="2025-03-04T20:44:43.791" v="5902" actId="47"/>
        <pc:sldMkLst>
          <pc:docMk/>
          <pc:sldMk cId="2528051881" sldId="413"/>
        </pc:sldMkLst>
        <pc:graphicFrameChg chg="mod">
          <ac:chgData name="Jenny Díaz Ramírez" userId="df7d83af-54c1-43f9-a4ec-fea9744b3563" providerId="ADAL" clId="{5FED732F-5535-4218-B498-E1928A0349A6}" dt="2025-03-04T20:33:38.549" v="5680" actId="1076"/>
          <ac:graphicFrameMkLst>
            <pc:docMk/>
            <pc:sldMk cId="2528051881" sldId="413"/>
            <ac:graphicFrameMk id="29697" creationId="{00000000-0000-0000-0000-000000000000}"/>
          </ac:graphicFrameMkLst>
        </pc:graphicFrameChg>
      </pc:sldChg>
      <pc:sldChg chg="modSp add del mod modClrScheme chgLayout">
        <pc:chgData name="Jenny Díaz Ramírez" userId="df7d83af-54c1-43f9-a4ec-fea9744b3563" providerId="ADAL" clId="{5FED732F-5535-4218-B498-E1928A0349A6}" dt="2025-03-04T20:28:46.865" v="5652" actId="2696"/>
        <pc:sldMkLst>
          <pc:docMk/>
          <pc:sldMk cId="0" sldId="414"/>
        </pc:sldMkLst>
      </pc:sldChg>
      <pc:sldChg chg="modSp add del mod">
        <pc:chgData name="Jenny Díaz Ramírez" userId="df7d83af-54c1-43f9-a4ec-fea9744b3563" providerId="ADAL" clId="{5FED732F-5535-4218-B498-E1928A0349A6}" dt="2025-03-04T20:44:46.679" v="5903" actId="47"/>
        <pc:sldMkLst>
          <pc:docMk/>
          <pc:sldMk cId="2386749056" sldId="414"/>
        </pc:sldMkLst>
        <pc:graphicFrameChg chg="modGraphic">
          <ac:chgData name="Jenny Díaz Ramírez" userId="df7d83af-54c1-43f9-a4ec-fea9744b3563" providerId="ADAL" clId="{5FED732F-5535-4218-B498-E1928A0349A6}" dt="2025-03-04T20:33:43.673" v="5681" actId="207"/>
          <ac:graphicFrameMkLst>
            <pc:docMk/>
            <pc:sldMk cId="2386749056" sldId="414"/>
            <ac:graphicFrameMk id="4" creationId="{00000000-0000-0000-0000-000000000000}"/>
          </ac:graphicFrameMkLst>
        </pc:graphicFrameChg>
      </pc:sldChg>
      <pc:sldChg chg="modSp add del mod modClrScheme chgLayout">
        <pc:chgData name="Jenny Díaz Ramírez" userId="df7d83af-54c1-43f9-a4ec-fea9744b3563" providerId="ADAL" clId="{5FED732F-5535-4218-B498-E1928A0349A6}" dt="2025-03-04T20:28:46.865" v="5652" actId="2696"/>
        <pc:sldMkLst>
          <pc:docMk/>
          <pc:sldMk cId="0" sldId="415"/>
        </pc:sldMkLst>
      </pc:sldChg>
      <pc:sldChg chg="add del">
        <pc:chgData name="Jenny Díaz Ramírez" userId="df7d83af-54c1-43f9-a4ec-fea9744b3563" providerId="ADAL" clId="{5FED732F-5535-4218-B498-E1928A0349A6}" dt="2025-03-04T20:44:48.660" v="5904" actId="47"/>
        <pc:sldMkLst>
          <pc:docMk/>
          <pc:sldMk cId="2415992668" sldId="415"/>
        </pc:sldMkLst>
      </pc:sldChg>
      <pc:sldChg chg="del">
        <pc:chgData name="Jenny Díaz Ramírez" userId="df7d83af-54c1-43f9-a4ec-fea9744b3563" providerId="ADAL" clId="{5FED732F-5535-4218-B498-E1928A0349A6}" dt="2025-02-21T21:42:11.791" v="0" actId="47"/>
        <pc:sldMkLst>
          <pc:docMk/>
          <pc:sldMk cId="0" sldId="418"/>
        </pc:sldMkLst>
      </pc:sldChg>
      <pc:sldChg chg="addSp modSp add mod modClrScheme chgLayout">
        <pc:chgData name="Jenny Díaz Ramírez" userId="df7d83af-54c1-43f9-a4ec-fea9744b3563" providerId="ADAL" clId="{5FED732F-5535-4218-B498-E1928A0349A6}" dt="2025-03-04T21:08:14.044" v="6638"/>
        <pc:sldMkLst>
          <pc:docMk/>
          <pc:sldMk cId="0" sldId="419"/>
        </pc:sldMkLst>
        <pc:spChg chg="add mod">
          <ac:chgData name="Jenny Díaz Ramírez" userId="df7d83af-54c1-43f9-a4ec-fea9744b3563" providerId="ADAL" clId="{5FED732F-5535-4218-B498-E1928A0349A6}" dt="2025-03-04T21:08:14.044" v="6638"/>
          <ac:spMkLst>
            <pc:docMk/>
            <pc:sldMk cId="0" sldId="419"/>
            <ac:spMk id="2" creationId="{B2F39B3B-B02D-BF77-1935-66C2F6621302}"/>
          </ac:spMkLst>
        </pc:spChg>
        <pc:spChg chg="mod ord">
          <ac:chgData name="Jenny Díaz Ramírez" userId="df7d83af-54c1-43f9-a4ec-fea9744b3563" providerId="ADAL" clId="{5FED732F-5535-4218-B498-E1928A0349A6}" dt="2025-03-04T21:02:10.205" v="6390" actId="20577"/>
          <ac:spMkLst>
            <pc:docMk/>
            <pc:sldMk cId="0" sldId="419"/>
            <ac:spMk id="35842" creationId="{00000000-0000-0000-0000-000000000000}"/>
          </ac:spMkLst>
        </pc:spChg>
        <pc:spChg chg="mod ord">
          <ac:chgData name="Jenny Díaz Ramírez" userId="df7d83af-54c1-43f9-a4ec-fea9744b3563" providerId="ADAL" clId="{5FED732F-5535-4218-B498-E1928A0349A6}" dt="2025-03-04T21:01:53.381" v="6368" actId="20577"/>
          <ac:spMkLst>
            <pc:docMk/>
            <pc:sldMk cId="0" sldId="419"/>
            <ac:spMk id="35843" creationId="{00000000-0000-0000-0000-000000000000}"/>
          </ac:spMkLst>
        </pc:spChg>
      </pc:sldChg>
      <pc:sldChg chg="modSp add del mod modClrScheme chgLayout">
        <pc:chgData name="Jenny Díaz Ramírez" userId="df7d83af-54c1-43f9-a4ec-fea9744b3563" providerId="ADAL" clId="{5FED732F-5535-4218-B498-E1928A0349A6}" dt="2025-03-04T20:52:00.800" v="6163" actId="47"/>
        <pc:sldMkLst>
          <pc:docMk/>
          <pc:sldMk cId="0" sldId="439"/>
        </pc:sldMkLst>
      </pc:sldChg>
      <pc:sldChg chg="modSp add del mod modClrScheme chgLayout">
        <pc:chgData name="Jenny Díaz Ramírez" userId="df7d83af-54c1-43f9-a4ec-fea9744b3563" providerId="ADAL" clId="{5FED732F-5535-4218-B498-E1928A0349A6}" dt="2025-03-04T20:53:59.352" v="6166" actId="47"/>
        <pc:sldMkLst>
          <pc:docMk/>
          <pc:sldMk cId="0" sldId="440"/>
        </pc:sldMkLst>
        <pc:graphicFrameChg chg="modGraphic">
          <ac:chgData name="Jenny Díaz Ramírez" userId="df7d83af-54c1-43f9-a4ec-fea9744b3563" providerId="ADAL" clId="{5FED732F-5535-4218-B498-E1928A0349A6}" dt="2025-03-04T20:52:10.259" v="6164" actId="207"/>
          <ac:graphicFrameMkLst>
            <pc:docMk/>
            <pc:sldMk cId="0" sldId="440"/>
            <ac:graphicFrameMk id="4" creationId="{00000000-0000-0000-0000-000000000000}"/>
          </ac:graphicFrameMkLst>
        </pc:graphicFrameChg>
      </pc:sldChg>
      <pc:sldChg chg="modSp add del mod modClrScheme chgLayout">
        <pc:chgData name="Jenny Díaz Ramírez" userId="df7d83af-54c1-43f9-a4ec-fea9744b3563" providerId="ADAL" clId="{5FED732F-5535-4218-B498-E1928A0349A6}" dt="2025-03-04T20:54:01.369" v="6167" actId="47"/>
        <pc:sldMkLst>
          <pc:docMk/>
          <pc:sldMk cId="0" sldId="443"/>
        </pc:sldMkLst>
      </pc:sldChg>
      <pc:sldChg chg="addSp delSp modSp add mod modClrScheme chgLayout">
        <pc:chgData name="Jenny Díaz Ramírez" userId="df7d83af-54c1-43f9-a4ec-fea9744b3563" providerId="ADAL" clId="{5FED732F-5535-4218-B498-E1928A0349A6}" dt="2025-03-04T21:08:12.632" v="6637"/>
        <pc:sldMkLst>
          <pc:docMk/>
          <pc:sldMk cId="0" sldId="444"/>
        </pc:sldMkLst>
        <pc:spChg chg="add mod">
          <ac:chgData name="Jenny Díaz Ramírez" userId="df7d83af-54c1-43f9-a4ec-fea9744b3563" providerId="ADAL" clId="{5FED732F-5535-4218-B498-E1928A0349A6}" dt="2025-03-04T21:01:02.538" v="6326" actId="5793"/>
          <ac:spMkLst>
            <pc:docMk/>
            <pc:sldMk cId="0" sldId="444"/>
            <ac:spMk id="3" creationId="{49E30968-AED9-06FE-F94B-0E958EFBBE8B}"/>
          </ac:spMkLst>
        </pc:spChg>
        <pc:spChg chg="add del mod">
          <ac:chgData name="Jenny Díaz Ramírez" userId="df7d83af-54c1-43f9-a4ec-fea9744b3563" providerId="ADAL" clId="{5FED732F-5535-4218-B498-E1928A0349A6}" dt="2025-03-04T21:00:38.085" v="6311" actId="478"/>
          <ac:spMkLst>
            <pc:docMk/>
            <pc:sldMk cId="0" sldId="444"/>
            <ac:spMk id="4" creationId="{E99BB7EB-40EC-F988-C672-2642AA19A0D1}"/>
          </ac:spMkLst>
        </pc:spChg>
        <pc:spChg chg="add mod">
          <ac:chgData name="Jenny Díaz Ramírez" userId="df7d83af-54c1-43f9-a4ec-fea9744b3563" providerId="ADAL" clId="{5FED732F-5535-4218-B498-E1928A0349A6}" dt="2025-03-04T21:08:12.632" v="6637"/>
          <ac:spMkLst>
            <pc:docMk/>
            <pc:sldMk cId="0" sldId="444"/>
            <ac:spMk id="6" creationId="{262703E7-509A-4C60-C2D4-625E92B91BA0}"/>
          </ac:spMkLst>
        </pc:spChg>
        <pc:spChg chg="mod ord">
          <ac:chgData name="Jenny Díaz Ramírez" userId="df7d83af-54c1-43f9-a4ec-fea9744b3563" providerId="ADAL" clId="{5FED732F-5535-4218-B498-E1928A0349A6}" dt="2025-02-21T22:15:08.398" v="8" actId="700"/>
          <ac:spMkLst>
            <pc:docMk/>
            <pc:sldMk cId="0" sldId="444"/>
            <ac:spMk id="35842" creationId="{00000000-0000-0000-0000-000000000000}"/>
          </ac:spMkLst>
        </pc:spChg>
        <pc:spChg chg="mod ord">
          <ac:chgData name="Jenny Díaz Ramírez" userId="df7d83af-54c1-43f9-a4ec-fea9744b3563" providerId="ADAL" clId="{5FED732F-5535-4218-B498-E1928A0349A6}" dt="2025-03-04T20:55:51.682" v="6249" actId="14100"/>
          <ac:spMkLst>
            <pc:docMk/>
            <pc:sldMk cId="0" sldId="444"/>
            <ac:spMk id="35843" creationId="{00000000-0000-0000-0000-000000000000}"/>
          </ac:spMkLst>
        </pc:spChg>
        <pc:graphicFrameChg chg="add del mod">
          <ac:chgData name="Jenny Díaz Ramírez" userId="df7d83af-54c1-43f9-a4ec-fea9744b3563" providerId="ADAL" clId="{5FED732F-5535-4218-B498-E1928A0349A6}" dt="2025-03-04T21:00:35.463" v="6310" actId="478"/>
          <ac:graphicFrameMkLst>
            <pc:docMk/>
            <pc:sldMk cId="0" sldId="444"/>
            <ac:graphicFrameMk id="5" creationId="{953C6A73-4E44-5868-A0A1-D71CC726F6BA}"/>
          </ac:graphicFrameMkLst>
        </pc:graphicFrameChg>
      </pc:sldChg>
      <pc:sldChg chg="modSp add del mod">
        <pc:chgData name="Jenny Díaz Ramírez" userId="df7d83af-54c1-43f9-a4ec-fea9744b3563" providerId="ADAL" clId="{5FED732F-5535-4218-B498-E1928A0349A6}" dt="2025-03-04T20:51:47.798" v="6160" actId="47"/>
        <pc:sldMkLst>
          <pc:docMk/>
          <pc:sldMk cId="1676458182" sldId="454"/>
        </pc:sldMkLst>
        <pc:spChg chg="mod">
          <ac:chgData name="Jenny Díaz Ramírez" userId="df7d83af-54c1-43f9-a4ec-fea9744b3563" providerId="ADAL" clId="{5FED732F-5535-4218-B498-E1928A0349A6}" dt="2025-03-04T20:34:33.046" v="5690" actId="12"/>
          <ac:spMkLst>
            <pc:docMk/>
            <pc:sldMk cId="1676458182" sldId="454"/>
            <ac:spMk id="4099" creationId="{00000000-0000-0000-0000-000000000000}"/>
          </ac:spMkLst>
        </pc:spChg>
      </pc:sldChg>
      <pc:sldChg chg="modSp add del mod modClrScheme chgLayout">
        <pc:chgData name="Jenny Díaz Ramírez" userId="df7d83af-54c1-43f9-a4ec-fea9744b3563" providerId="ADAL" clId="{5FED732F-5535-4218-B498-E1928A0349A6}" dt="2025-03-04T20:28:46.865" v="5652" actId="2696"/>
        <pc:sldMkLst>
          <pc:docMk/>
          <pc:sldMk cId="1878908121" sldId="454"/>
        </pc:sldMkLst>
      </pc:sldChg>
      <pc:sldChg chg="modSp add del mod modClrScheme chgLayout">
        <pc:chgData name="Jenny Díaz Ramírez" userId="df7d83af-54c1-43f9-a4ec-fea9744b3563" providerId="ADAL" clId="{5FED732F-5535-4218-B498-E1928A0349A6}" dt="2025-03-04T20:28:46.865" v="5652" actId="2696"/>
        <pc:sldMkLst>
          <pc:docMk/>
          <pc:sldMk cId="761789482" sldId="455"/>
        </pc:sldMkLst>
        <pc:graphicFrameChg chg="modGraphic">
          <ac:chgData name="Jenny Díaz Ramírez" userId="df7d83af-54c1-43f9-a4ec-fea9744b3563" providerId="ADAL" clId="{5FED732F-5535-4218-B498-E1928A0349A6}" dt="2025-03-04T17:24:21.235" v="1185" actId="207"/>
          <ac:graphicFrameMkLst>
            <pc:docMk/>
            <pc:sldMk cId="761789482" sldId="455"/>
            <ac:graphicFrameMk id="4" creationId="{00000000-0000-0000-0000-000000000000}"/>
          </ac:graphicFrameMkLst>
        </pc:graphicFrameChg>
      </pc:sldChg>
      <pc:sldChg chg="add del modAnim">
        <pc:chgData name="Jenny Díaz Ramírez" userId="df7d83af-54c1-43f9-a4ec-fea9744b3563" providerId="ADAL" clId="{5FED732F-5535-4218-B498-E1928A0349A6}" dt="2025-03-04T20:51:48.309" v="6161" actId="47"/>
        <pc:sldMkLst>
          <pc:docMk/>
          <pc:sldMk cId="4224181420" sldId="455"/>
        </pc:sldMkLst>
      </pc:sldChg>
      <pc:sldChg chg="add del">
        <pc:chgData name="Jenny Díaz Ramírez" userId="df7d83af-54c1-43f9-a4ec-fea9744b3563" providerId="ADAL" clId="{5FED732F-5535-4218-B498-E1928A0349A6}" dt="2025-02-21T21:46:57.525" v="5" actId="47"/>
        <pc:sldMkLst>
          <pc:docMk/>
          <pc:sldMk cId="0" sldId="456"/>
        </pc:sldMkLst>
      </pc:sldChg>
      <pc:sldChg chg="addSp delSp modSp add mod delAnim modAnim">
        <pc:chgData name="Jenny Díaz Ramírez" userId="df7d83af-54c1-43f9-a4ec-fea9744b3563" providerId="ADAL" clId="{5FED732F-5535-4218-B498-E1928A0349A6}" dt="2025-03-04T21:08:42.634" v="6646"/>
        <pc:sldMkLst>
          <pc:docMk/>
          <pc:sldMk cId="962394125" sldId="456"/>
        </pc:sldMkLst>
        <pc:spChg chg="add mod">
          <ac:chgData name="Jenny Díaz Ramírez" userId="df7d83af-54c1-43f9-a4ec-fea9744b3563" providerId="ADAL" clId="{5FED732F-5535-4218-B498-E1928A0349A6}" dt="2025-03-04T21:08:42.634" v="6646"/>
          <ac:spMkLst>
            <pc:docMk/>
            <pc:sldMk cId="962394125" sldId="456"/>
            <ac:spMk id="2" creationId="{E731D4BB-7AB5-4D17-80BE-981A5016DE1D}"/>
          </ac:spMkLst>
        </pc:spChg>
        <pc:spChg chg="del">
          <ac:chgData name="Jenny Díaz Ramírez" userId="df7d83af-54c1-43f9-a4ec-fea9744b3563" providerId="ADAL" clId="{5FED732F-5535-4218-B498-E1928A0349A6}" dt="2025-03-04T21:07:14.307" v="6607" actId="478"/>
          <ac:spMkLst>
            <pc:docMk/>
            <pc:sldMk cId="962394125" sldId="456"/>
            <ac:spMk id="4" creationId="{A46A49F1-8C49-4437-3D98-50E8A515F5EE}"/>
          </ac:spMkLst>
        </pc:spChg>
        <pc:spChg chg="mod">
          <ac:chgData name="Jenny Díaz Ramírez" userId="df7d83af-54c1-43f9-a4ec-fea9744b3563" providerId="ADAL" clId="{5FED732F-5535-4218-B498-E1928A0349A6}" dt="2025-03-04T17:29:53.480" v="1401" actId="1076"/>
          <ac:spMkLst>
            <pc:docMk/>
            <pc:sldMk cId="962394125" sldId="456"/>
            <ac:spMk id="14" creationId="{9BBD6A74-A3BB-FF87-6413-31FDDD605AA6}"/>
          </ac:spMkLst>
        </pc:spChg>
        <pc:spChg chg="mod">
          <ac:chgData name="Jenny Díaz Ramírez" userId="df7d83af-54c1-43f9-a4ec-fea9744b3563" providerId="ADAL" clId="{5FED732F-5535-4218-B498-E1928A0349A6}" dt="2025-03-04T20:31:34.574" v="5658" actId="404"/>
          <ac:spMkLst>
            <pc:docMk/>
            <pc:sldMk cId="962394125" sldId="456"/>
            <ac:spMk id="16" creationId="{AC19DB50-8BA7-F66D-9A13-B19755A2E6C8}"/>
          </ac:spMkLst>
        </pc:spChg>
        <pc:graphicFrameChg chg="mod">
          <ac:chgData name="Jenny Díaz Ramírez" userId="df7d83af-54c1-43f9-a4ec-fea9744b3563" providerId="ADAL" clId="{5FED732F-5535-4218-B498-E1928A0349A6}" dt="2025-03-04T17:29:43.043" v="1391" actId="1076"/>
          <ac:graphicFrameMkLst>
            <pc:docMk/>
            <pc:sldMk cId="962394125" sldId="456"/>
            <ac:graphicFrameMk id="6" creationId="{BF7DD27B-03E5-3F2C-1372-E409EEC875A2}"/>
          </ac:graphicFrameMkLst>
        </pc:graphicFrameChg>
        <pc:graphicFrameChg chg="del mod">
          <ac:chgData name="Jenny Díaz Ramírez" userId="df7d83af-54c1-43f9-a4ec-fea9744b3563" providerId="ADAL" clId="{5FED732F-5535-4218-B498-E1928A0349A6}" dt="2025-03-04T17:19:13.833" v="809" actId="478"/>
          <ac:graphicFrameMkLst>
            <pc:docMk/>
            <pc:sldMk cId="962394125" sldId="456"/>
            <ac:graphicFrameMk id="31747" creationId="{493DBBB1-E5C8-A08E-5652-B104488E18E1}"/>
          </ac:graphicFrameMkLst>
        </pc:graphicFrameChg>
        <pc:picChg chg="mod">
          <ac:chgData name="Jenny Díaz Ramírez" userId="df7d83af-54c1-43f9-a4ec-fea9744b3563" providerId="ADAL" clId="{5FED732F-5535-4218-B498-E1928A0349A6}" dt="2025-03-04T17:19:31.466" v="818" actId="1076"/>
          <ac:picMkLst>
            <pc:docMk/>
            <pc:sldMk cId="962394125" sldId="456"/>
            <ac:picMk id="7" creationId="{F9FC40E7-C26C-1EEC-68A3-038EA29D28DB}"/>
          </ac:picMkLst>
        </pc:picChg>
      </pc:sldChg>
      <pc:sldChg chg="add del">
        <pc:chgData name="Jenny Díaz Ramírez" userId="df7d83af-54c1-43f9-a4ec-fea9744b3563" providerId="ADAL" clId="{5FED732F-5535-4218-B498-E1928A0349A6}" dt="2025-02-21T21:46:57.525" v="5" actId="47"/>
        <pc:sldMkLst>
          <pc:docMk/>
          <pc:sldMk cId="0" sldId="457"/>
        </pc:sldMkLst>
      </pc:sldChg>
      <pc:sldChg chg="addSp delSp modSp add mod ord">
        <pc:chgData name="Jenny Díaz Ramírez" userId="df7d83af-54c1-43f9-a4ec-fea9744b3563" providerId="ADAL" clId="{5FED732F-5535-4218-B498-E1928A0349A6}" dt="2025-03-04T21:08:54.086" v="6651"/>
        <pc:sldMkLst>
          <pc:docMk/>
          <pc:sldMk cId="2127657467" sldId="457"/>
        </pc:sldMkLst>
        <pc:spChg chg="add mod">
          <ac:chgData name="Jenny Díaz Ramírez" userId="df7d83af-54c1-43f9-a4ec-fea9744b3563" providerId="ADAL" clId="{5FED732F-5535-4218-B498-E1928A0349A6}" dt="2025-03-04T17:27:43.304" v="1341" actId="1076"/>
          <ac:spMkLst>
            <pc:docMk/>
            <pc:sldMk cId="2127657467" sldId="457"/>
            <ac:spMk id="4" creationId="{0BBBBD28-9E05-DD68-466B-24D1DEC9FB55}"/>
          </ac:spMkLst>
        </pc:spChg>
        <pc:spChg chg="add mod">
          <ac:chgData name="Jenny Díaz Ramírez" userId="df7d83af-54c1-43f9-a4ec-fea9744b3563" providerId="ADAL" clId="{5FED732F-5535-4218-B498-E1928A0349A6}" dt="2025-03-04T17:27:43.304" v="1341" actId="1076"/>
          <ac:spMkLst>
            <pc:docMk/>
            <pc:sldMk cId="2127657467" sldId="457"/>
            <ac:spMk id="5" creationId="{9FCF7F2B-3331-28B9-7BD5-224C7CD43725}"/>
          </ac:spMkLst>
        </pc:spChg>
        <pc:spChg chg="add mod">
          <ac:chgData name="Jenny Díaz Ramírez" userId="df7d83af-54c1-43f9-a4ec-fea9744b3563" providerId="ADAL" clId="{5FED732F-5535-4218-B498-E1928A0349A6}" dt="2025-03-04T17:27:52.699" v="1343" actId="1076"/>
          <ac:spMkLst>
            <pc:docMk/>
            <pc:sldMk cId="2127657467" sldId="457"/>
            <ac:spMk id="7" creationId="{201A3CBD-6791-833E-58B7-3DE5668BD385}"/>
          </ac:spMkLst>
        </pc:spChg>
        <pc:spChg chg="add mod">
          <ac:chgData name="Jenny Díaz Ramírez" userId="df7d83af-54c1-43f9-a4ec-fea9744b3563" providerId="ADAL" clId="{5FED732F-5535-4218-B498-E1928A0349A6}" dt="2025-03-04T21:08:54.086" v="6651"/>
          <ac:spMkLst>
            <pc:docMk/>
            <pc:sldMk cId="2127657467" sldId="457"/>
            <ac:spMk id="8" creationId="{C66FAA72-C324-4CD1-F764-922DC8862160}"/>
          </ac:spMkLst>
        </pc:spChg>
        <pc:spChg chg="mod">
          <ac:chgData name="Jenny Díaz Ramírez" userId="df7d83af-54c1-43f9-a4ec-fea9744b3563" providerId="ADAL" clId="{5FED732F-5535-4218-B498-E1928A0349A6}" dt="2025-03-04T20:31:15.275" v="5657" actId="14100"/>
          <ac:spMkLst>
            <pc:docMk/>
            <pc:sldMk cId="2127657467" sldId="457"/>
            <ac:spMk id="4099" creationId="{85EF5014-F66D-CCF4-F8D1-6E15F674223C}"/>
          </ac:spMkLst>
        </pc:spChg>
        <pc:graphicFrameChg chg="del mod">
          <ac:chgData name="Jenny Díaz Ramírez" userId="df7d83af-54c1-43f9-a4ec-fea9744b3563" providerId="ADAL" clId="{5FED732F-5535-4218-B498-E1928A0349A6}" dt="2025-03-04T17:22:54.852" v="1172" actId="478"/>
          <ac:graphicFrameMkLst>
            <pc:docMk/>
            <pc:sldMk cId="2127657467" sldId="457"/>
            <ac:graphicFrameMk id="2" creationId="{CCD7D768-578A-EA7F-13D9-9AB85B66F88C}"/>
          </ac:graphicFrameMkLst>
        </pc:graphicFrameChg>
      </pc:sldChg>
      <pc:sldChg chg="add del">
        <pc:chgData name="Jenny Díaz Ramírez" userId="df7d83af-54c1-43f9-a4ec-fea9744b3563" providerId="ADAL" clId="{5FED732F-5535-4218-B498-E1928A0349A6}" dt="2025-02-21T21:46:57.525" v="5" actId="47"/>
        <pc:sldMkLst>
          <pc:docMk/>
          <pc:sldMk cId="0" sldId="458"/>
        </pc:sldMkLst>
      </pc:sldChg>
      <pc:sldChg chg="addSp delSp modSp add mod">
        <pc:chgData name="Jenny Díaz Ramírez" userId="df7d83af-54c1-43f9-a4ec-fea9744b3563" providerId="ADAL" clId="{5FED732F-5535-4218-B498-E1928A0349A6}" dt="2025-03-04T21:08:40.561" v="6645"/>
        <pc:sldMkLst>
          <pc:docMk/>
          <pc:sldMk cId="2170225467" sldId="458"/>
        </pc:sldMkLst>
        <pc:spChg chg="add mod">
          <ac:chgData name="Jenny Díaz Ramírez" userId="df7d83af-54c1-43f9-a4ec-fea9744b3563" providerId="ADAL" clId="{5FED732F-5535-4218-B498-E1928A0349A6}" dt="2025-03-04T21:08:40.561" v="6645"/>
          <ac:spMkLst>
            <pc:docMk/>
            <pc:sldMk cId="2170225467" sldId="458"/>
            <ac:spMk id="4" creationId="{A8D291ED-5FCF-6FDC-BC0B-A13EB8EBA6D3}"/>
          </ac:spMkLst>
        </pc:spChg>
        <pc:spChg chg="mod">
          <ac:chgData name="Jenny Díaz Ramírez" userId="df7d83af-54c1-43f9-a4ec-fea9744b3563" providerId="ADAL" clId="{5FED732F-5535-4218-B498-E1928A0349A6}" dt="2025-03-04T17:29:04.011" v="1363" actId="20577"/>
          <ac:spMkLst>
            <pc:docMk/>
            <pc:sldMk cId="2170225467" sldId="458"/>
            <ac:spMk id="4098" creationId="{F65B8156-D1AD-AB47-A6D2-F1126B033CC5}"/>
          </ac:spMkLst>
        </pc:spChg>
        <pc:spChg chg="mod">
          <ac:chgData name="Jenny Díaz Ramírez" userId="df7d83af-54c1-43f9-a4ec-fea9744b3563" providerId="ADAL" clId="{5FED732F-5535-4218-B498-E1928A0349A6}" dt="2025-03-04T18:00:54.803" v="2502" actId="6549"/>
          <ac:spMkLst>
            <pc:docMk/>
            <pc:sldMk cId="2170225467" sldId="458"/>
            <ac:spMk id="4099" creationId="{D08F52A0-076A-B802-6B1D-237DE94272C8}"/>
          </ac:spMkLst>
        </pc:spChg>
        <pc:graphicFrameChg chg="add mod">
          <ac:chgData name="Jenny Díaz Ramírez" userId="df7d83af-54c1-43f9-a4ec-fea9744b3563" providerId="ADAL" clId="{5FED732F-5535-4218-B498-E1928A0349A6}" dt="2025-03-04T17:31:38.497" v="1595" actId="1076"/>
          <ac:graphicFrameMkLst>
            <pc:docMk/>
            <pc:sldMk cId="2170225467" sldId="458"/>
            <ac:graphicFrameMk id="2" creationId="{31AC5C78-9573-38EB-41F1-9341AF689B20}"/>
          </ac:graphicFrameMkLst>
        </pc:graphicFrameChg>
        <pc:graphicFrameChg chg="add mod">
          <ac:chgData name="Jenny Díaz Ramírez" userId="df7d83af-54c1-43f9-a4ec-fea9744b3563" providerId="ADAL" clId="{5FED732F-5535-4218-B498-E1928A0349A6}" dt="2025-03-04T17:34:32.292" v="1778"/>
          <ac:graphicFrameMkLst>
            <pc:docMk/>
            <pc:sldMk cId="2170225467" sldId="458"/>
            <ac:graphicFrameMk id="3" creationId="{0A726EB5-91DB-A395-F6E3-F372811EF160}"/>
          </ac:graphicFrameMkLst>
        </pc:graphicFrameChg>
        <pc:graphicFrameChg chg="del mod">
          <ac:chgData name="Jenny Díaz Ramírez" userId="df7d83af-54c1-43f9-a4ec-fea9744b3563" providerId="ADAL" clId="{5FED732F-5535-4218-B498-E1928A0349A6}" dt="2025-03-04T17:31:43.494" v="1596" actId="478"/>
          <ac:graphicFrameMkLst>
            <pc:docMk/>
            <pc:sldMk cId="2170225467" sldId="458"/>
            <ac:graphicFrameMk id="29697" creationId="{BA3FDA7F-8974-460D-9E90-BEDAF9EDA9DA}"/>
          </ac:graphicFrameMkLst>
        </pc:graphicFrameChg>
      </pc:sldChg>
      <pc:sldChg chg="add del">
        <pc:chgData name="Jenny Díaz Ramírez" userId="df7d83af-54c1-43f9-a4ec-fea9744b3563" providerId="ADAL" clId="{5FED732F-5535-4218-B498-E1928A0349A6}" dt="2025-02-21T21:46:57.525" v="5" actId="47"/>
        <pc:sldMkLst>
          <pc:docMk/>
          <pc:sldMk cId="0" sldId="459"/>
        </pc:sldMkLst>
      </pc:sldChg>
      <pc:sldChg chg="addSp delSp modSp add mod">
        <pc:chgData name="Jenny Díaz Ramírez" userId="df7d83af-54c1-43f9-a4ec-fea9744b3563" providerId="ADAL" clId="{5FED732F-5535-4218-B498-E1928A0349A6}" dt="2025-03-04T21:08:38.777" v="6644"/>
        <pc:sldMkLst>
          <pc:docMk/>
          <pc:sldMk cId="3535910149" sldId="459"/>
        </pc:sldMkLst>
        <pc:spChg chg="add mod">
          <ac:chgData name="Jenny Díaz Ramírez" userId="df7d83af-54c1-43f9-a4ec-fea9744b3563" providerId="ADAL" clId="{5FED732F-5535-4218-B498-E1928A0349A6}" dt="2025-03-04T17:58:17.215" v="2452" actId="20578"/>
          <ac:spMkLst>
            <pc:docMk/>
            <pc:sldMk cId="3535910149" sldId="459"/>
            <ac:spMk id="3" creationId="{EF9212B6-2EF2-9F0E-8E8D-5531E39F5236}"/>
          </ac:spMkLst>
        </pc:spChg>
        <pc:spChg chg="add mod">
          <ac:chgData name="Jenny Díaz Ramírez" userId="df7d83af-54c1-43f9-a4ec-fea9744b3563" providerId="ADAL" clId="{5FED732F-5535-4218-B498-E1928A0349A6}" dt="2025-03-04T17:59:54.118" v="2500" actId="6549"/>
          <ac:spMkLst>
            <pc:docMk/>
            <pc:sldMk cId="3535910149" sldId="459"/>
            <ac:spMk id="5" creationId="{7B808351-BDB5-F4B5-BAD7-2A31B29EA029}"/>
          </ac:spMkLst>
        </pc:spChg>
        <pc:spChg chg="add mod">
          <ac:chgData name="Jenny Díaz Ramírez" userId="df7d83af-54c1-43f9-a4ec-fea9744b3563" providerId="ADAL" clId="{5FED732F-5535-4218-B498-E1928A0349A6}" dt="2025-03-04T17:52:46.314" v="2227" actId="1076"/>
          <ac:spMkLst>
            <pc:docMk/>
            <pc:sldMk cId="3535910149" sldId="459"/>
            <ac:spMk id="7" creationId="{332EB96B-8C2F-D038-2BA4-0912F8EF1F75}"/>
          </ac:spMkLst>
        </pc:spChg>
        <pc:spChg chg="mod">
          <ac:chgData name="Jenny Díaz Ramírez" userId="df7d83af-54c1-43f9-a4ec-fea9744b3563" providerId="ADAL" clId="{5FED732F-5535-4218-B498-E1928A0349A6}" dt="2025-03-04T17:59:41.308" v="2498" actId="1076"/>
          <ac:spMkLst>
            <pc:docMk/>
            <pc:sldMk cId="3535910149" sldId="459"/>
            <ac:spMk id="24" creationId="{D42296F6-D86F-3558-AB70-D236F698CE5A}"/>
          </ac:spMkLst>
        </pc:spChg>
        <pc:spChg chg="mod">
          <ac:chgData name="Jenny Díaz Ramírez" userId="df7d83af-54c1-43f9-a4ec-fea9744b3563" providerId="ADAL" clId="{5FED732F-5535-4218-B498-E1928A0349A6}" dt="2025-03-04T17:59:41.308" v="2498" actId="1076"/>
          <ac:spMkLst>
            <pc:docMk/>
            <pc:sldMk cId="3535910149" sldId="459"/>
            <ac:spMk id="25" creationId="{DC3A9D9A-228A-AB05-B8B7-CACBDF87C9C5}"/>
          </ac:spMkLst>
        </pc:spChg>
        <pc:spChg chg="add mod">
          <ac:chgData name="Jenny Díaz Ramírez" userId="df7d83af-54c1-43f9-a4ec-fea9744b3563" providerId="ADAL" clId="{5FED732F-5535-4218-B498-E1928A0349A6}" dt="2025-03-04T18:00:16.114" v="2501" actId="207"/>
          <ac:spMkLst>
            <pc:docMk/>
            <pc:sldMk cId="3535910149" sldId="459"/>
            <ac:spMk id="39" creationId="{D8D899FE-CA50-BAAA-C609-E3BDEBFF796E}"/>
          </ac:spMkLst>
        </pc:spChg>
        <pc:spChg chg="add del mod">
          <ac:chgData name="Jenny Díaz Ramírez" userId="df7d83af-54c1-43f9-a4ec-fea9744b3563" providerId="ADAL" clId="{5FED732F-5535-4218-B498-E1928A0349A6}" dt="2025-03-04T17:58:02.420" v="2450"/>
          <ac:spMkLst>
            <pc:docMk/>
            <pc:sldMk cId="3535910149" sldId="459"/>
            <ac:spMk id="41" creationId="{35CECF94-A5F4-B954-562D-BA027DF8DA7D}"/>
          </ac:spMkLst>
        </pc:spChg>
        <pc:spChg chg="add mod">
          <ac:chgData name="Jenny Díaz Ramírez" userId="df7d83af-54c1-43f9-a4ec-fea9744b3563" providerId="ADAL" clId="{5FED732F-5535-4218-B498-E1928A0349A6}" dt="2025-03-04T17:59:36.347" v="2497" actId="20577"/>
          <ac:spMkLst>
            <pc:docMk/>
            <pc:sldMk cId="3535910149" sldId="459"/>
            <ac:spMk id="43" creationId="{04031483-B27D-4E0F-C232-1664D85C1658}"/>
          </ac:spMkLst>
        </pc:spChg>
        <pc:spChg chg="add mod">
          <ac:chgData name="Jenny Díaz Ramírez" userId="df7d83af-54c1-43f9-a4ec-fea9744b3563" providerId="ADAL" clId="{5FED732F-5535-4218-B498-E1928A0349A6}" dt="2025-03-04T21:08:38.777" v="6644"/>
          <ac:spMkLst>
            <pc:docMk/>
            <pc:sldMk cId="3535910149" sldId="459"/>
            <ac:spMk id="44" creationId="{5AA39424-198B-75E3-BC6E-EDCB9B2952B1}"/>
          </ac:spMkLst>
        </pc:spChg>
        <pc:spChg chg="mod">
          <ac:chgData name="Jenny Díaz Ramírez" userId="df7d83af-54c1-43f9-a4ec-fea9744b3563" providerId="ADAL" clId="{5FED732F-5535-4218-B498-E1928A0349A6}" dt="2025-03-04T17:34:53.059" v="1801" actId="20577"/>
          <ac:spMkLst>
            <pc:docMk/>
            <pc:sldMk cId="3535910149" sldId="459"/>
            <ac:spMk id="4098" creationId="{D074DC54-3122-EAAD-4D30-D8D07E3E6A5B}"/>
          </ac:spMkLst>
        </pc:spChg>
        <pc:spChg chg="mod">
          <ac:chgData name="Jenny Díaz Ramírez" userId="df7d83af-54c1-43f9-a4ec-fea9744b3563" providerId="ADAL" clId="{5FED732F-5535-4218-B498-E1928A0349A6}" dt="2025-03-04T17:52:32.871" v="2223" actId="1076"/>
          <ac:spMkLst>
            <pc:docMk/>
            <pc:sldMk cId="3535910149" sldId="459"/>
            <ac:spMk id="4099" creationId="{064886BA-FC6A-17CB-0032-D4DB15E97482}"/>
          </ac:spMkLst>
        </pc:spChg>
        <pc:grpChg chg="del">
          <ac:chgData name="Jenny Díaz Ramírez" userId="df7d83af-54c1-43f9-a4ec-fea9744b3563" providerId="ADAL" clId="{5FED732F-5535-4218-B498-E1928A0349A6}" dt="2025-03-04T17:51:44.340" v="2210" actId="478"/>
          <ac:grpSpMkLst>
            <pc:docMk/>
            <pc:sldMk cId="3535910149" sldId="459"/>
            <ac:grpSpMk id="20" creationId="{3DBBCA14-4793-E637-FD4B-D030A357BBEA}"/>
          </ac:grpSpMkLst>
        </pc:grpChg>
        <pc:graphicFrameChg chg="del">
          <ac:chgData name="Jenny Díaz Ramírez" userId="df7d83af-54c1-43f9-a4ec-fea9744b3563" providerId="ADAL" clId="{5FED732F-5535-4218-B498-E1928A0349A6}" dt="2025-03-04T17:35:52.203" v="1803" actId="478"/>
          <ac:graphicFrameMkLst>
            <pc:docMk/>
            <pc:sldMk cId="3535910149" sldId="459"/>
            <ac:graphicFrameMk id="2" creationId="{35B121E7-75FA-4322-8EF3-2D65B822AFDD}"/>
          </ac:graphicFrameMkLst>
        </pc:graphicFrameChg>
        <pc:picChg chg="add mod">
          <ac:chgData name="Jenny Díaz Ramírez" userId="df7d83af-54c1-43f9-a4ec-fea9744b3563" providerId="ADAL" clId="{5FED732F-5535-4218-B498-E1928A0349A6}" dt="2025-03-04T17:50:55.369" v="2197" actId="164"/>
          <ac:picMkLst>
            <pc:docMk/>
            <pc:sldMk cId="3535910149" sldId="459"/>
            <ac:picMk id="9" creationId="{6CF5AC97-0FA0-92FD-2A86-B52AB0F58EAB}"/>
          </ac:picMkLst>
        </pc:picChg>
        <pc:picChg chg="add mod">
          <ac:chgData name="Jenny Díaz Ramírez" userId="df7d83af-54c1-43f9-a4ec-fea9744b3563" providerId="ADAL" clId="{5FED732F-5535-4218-B498-E1928A0349A6}" dt="2025-03-04T17:49:55" v="2175" actId="1076"/>
          <ac:picMkLst>
            <pc:docMk/>
            <pc:sldMk cId="3535910149" sldId="459"/>
            <ac:picMk id="10" creationId="{7AEAE03A-B8EA-C4A1-6CF0-BBB13BB55912}"/>
          </ac:picMkLst>
        </pc:picChg>
        <pc:picChg chg="add mod">
          <ac:chgData name="Jenny Díaz Ramírez" userId="df7d83af-54c1-43f9-a4ec-fea9744b3563" providerId="ADAL" clId="{5FED732F-5535-4218-B498-E1928A0349A6}" dt="2025-03-04T17:50:55.369" v="2197" actId="164"/>
          <ac:picMkLst>
            <pc:docMk/>
            <pc:sldMk cId="3535910149" sldId="459"/>
            <ac:picMk id="11" creationId="{39837263-7E33-4164-8DEC-7C70862DE9AA}"/>
          </ac:picMkLst>
        </pc:picChg>
        <pc:picChg chg="add mod">
          <ac:chgData name="Jenny Díaz Ramírez" userId="df7d83af-54c1-43f9-a4ec-fea9744b3563" providerId="ADAL" clId="{5FED732F-5535-4218-B498-E1928A0349A6}" dt="2025-03-04T17:50:55.369" v="2197" actId="164"/>
          <ac:picMkLst>
            <pc:docMk/>
            <pc:sldMk cId="3535910149" sldId="459"/>
            <ac:picMk id="12" creationId="{E50A913A-A624-5B7A-1235-8D0C9E498D3C}"/>
          </ac:picMkLst>
        </pc:picChg>
        <pc:picChg chg="add mod">
          <ac:chgData name="Jenny Díaz Ramírez" userId="df7d83af-54c1-43f9-a4ec-fea9744b3563" providerId="ADAL" clId="{5FED732F-5535-4218-B498-E1928A0349A6}" dt="2025-03-04T17:50:55.369" v="2197" actId="164"/>
          <ac:picMkLst>
            <pc:docMk/>
            <pc:sldMk cId="3535910149" sldId="459"/>
            <ac:picMk id="13" creationId="{CDE1C125-A2D5-375E-005F-6628D8D1939A}"/>
          </ac:picMkLst>
        </pc:picChg>
        <pc:picChg chg="add mod">
          <ac:chgData name="Jenny Díaz Ramírez" userId="df7d83af-54c1-43f9-a4ec-fea9744b3563" providerId="ADAL" clId="{5FED732F-5535-4218-B498-E1928A0349A6}" dt="2025-03-04T17:50:55.369" v="2197" actId="164"/>
          <ac:picMkLst>
            <pc:docMk/>
            <pc:sldMk cId="3535910149" sldId="459"/>
            <ac:picMk id="14" creationId="{B2918653-2938-5210-D81F-F085621983BE}"/>
          </ac:picMkLst>
        </pc:picChg>
        <pc:picChg chg="add mod">
          <ac:chgData name="Jenny Díaz Ramírez" userId="df7d83af-54c1-43f9-a4ec-fea9744b3563" providerId="ADAL" clId="{5FED732F-5535-4218-B498-E1928A0349A6}" dt="2025-03-04T17:50:55.369" v="2197" actId="164"/>
          <ac:picMkLst>
            <pc:docMk/>
            <pc:sldMk cId="3535910149" sldId="459"/>
            <ac:picMk id="15" creationId="{73BCD31C-F4EC-C3CC-DFA6-BBAC6DB37FCB}"/>
          </ac:picMkLst>
        </pc:picChg>
        <pc:picChg chg="add mod">
          <ac:chgData name="Jenny Díaz Ramírez" userId="df7d83af-54c1-43f9-a4ec-fea9744b3563" providerId="ADAL" clId="{5FED732F-5535-4218-B498-E1928A0349A6}" dt="2025-03-04T17:50:55.369" v="2197" actId="164"/>
          <ac:picMkLst>
            <pc:docMk/>
            <pc:sldMk cId="3535910149" sldId="459"/>
            <ac:picMk id="16" creationId="{9626A515-9B47-CF76-05E0-54D00D5EB961}"/>
          </ac:picMkLst>
        </pc:picChg>
        <pc:picChg chg="add mod">
          <ac:chgData name="Jenny Díaz Ramírez" userId="df7d83af-54c1-43f9-a4ec-fea9744b3563" providerId="ADAL" clId="{5FED732F-5535-4218-B498-E1928A0349A6}" dt="2025-03-04T17:50:55.369" v="2197" actId="164"/>
          <ac:picMkLst>
            <pc:docMk/>
            <pc:sldMk cId="3535910149" sldId="459"/>
            <ac:picMk id="17" creationId="{6D917530-53F4-EE8A-A23A-7364997A256F}"/>
          </ac:picMkLst>
        </pc:picChg>
        <pc:picChg chg="add mod">
          <ac:chgData name="Jenny Díaz Ramírez" userId="df7d83af-54c1-43f9-a4ec-fea9744b3563" providerId="ADAL" clId="{5FED732F-5535-4218-B498-E1928A0349A6}" dt="2025-03-04T17:50:55.369" v="2197" actId="164"/>
          <ac:picMkLst>
            <pc:docMk/>
            <pc:sldMk cId="3535910149" sldId="459"/>
            <ac:picMk id="18" creationId="{FC835F8F-60AA-A640-516B-97606EA7D045}"/>
          </ac:picMkLst>
        </pc:picChg>
        <pc:picChg chg="add mod">
          <ac:chgData name="Jenny Díaz Ramírez" userId="df7d83af-54c1-43f9-a4ec-fea9744b3563" providerId="ADAL" clId="{5FED732F-5535-4218-B498-E1928A0349A6}" dt="2025-03-04T17:50:55.369" v="2197" actId="164"/>
          <ac:picMkLst>
            <pc:docMk/>
            <pc:sldMk cId="3535910149" sldId="459"/>
            <ac:picMk id="19" creationId="{8206E3AC-BF0B-C126-EBDA-91D01B75D5B6}"/>
          </ac:picMkLst>
        </pc:picChg>
        <pc:picChg chg="mod">
          <ac:chgData name="Jenny Díaz Ramírez" userId="df7d83af-54c1-43f9-a4ec-fea9744b3563" providerId="ADAL" clId="{5FED732F-5535-4218-B498-E1928A0349A6}" dt="2025-03-04T17:59:41.308" v="2498" actId="1076"/>
          <ac:picMkLst>
            <pc:docMk/>
            <pc:sldMk cId="3535910149" sldId="459"/>
            <ac:picMk id="22" creationId="{3D4CE5DB-3409-52A8-E8B6-C6DE24265700}"/>
          </ac:picMkLst>
        </pc:picChg>
        <pc:picChg chg="mod">
          <ac:chgData name="Jenny Díaz Ramírez" userId="df7d83af-54c1-43f9-a4ec-fea9744b3563" providerId="ADAL" clId="{5FED732F-5535-4218-B498-E1928A0349A6}" dt="2025-03-04T17:59:41.308" v="2498" actId="1076"/>
          <ac:picMkLst>
            <pc:docMk/>
            <pc:sldMk cId="3535910149" sldId="459"/>
            <ac:picMk id="27" creationId="{CE110455-0FF0-28C7-98F8-869499093F3B}"/>
          </ac:picMkLst>
        </pc:picChg>
        <pc:picChg chg="mod">
          <ac:chgData name="Jenny Díaz Ramírez" userId="df7d83af-54c1-43f9-a4ec-fea9744b3563" providerId="ADAL" clId="{5FED732F-5535-4218-B498-E1928A0349A6}" dt="2025-03-04T17:59:41.308" v="2498" actId="1076"/>
          <ac:picMkLst>
            <pc:docMk/>
            <pc:sldMk cId="3535910149" sldId="459"/>
            <ac:picMk id="28" creationId="{9A8BBC32-385E-9AA6-BAED-3951B33821A3}"/>
          </ac:picMkLst>
        </pc:picChg>
        <pc:picChg chg="mod">
          <ac:chgData name="Jenny Díaz Ramírez" userId="df7d83af-54c1-43f9-a4ec-fea9744b3563" providerId="ADAL" clId="{5FED732F-5535-4218-B498-E1928A0349A6}" dt="2025-03-04T17:59:41.308" v="2498" actId="1076"/>
          <ac:picMkLst>
            <pc:docMk/>
            <pc:sldMk cId="3535910149" sldId="459"/>
            <ac:picMk id="29" creationId="{47D64D2C-1F5E-4B9C-DCA8-3073ACBF8719}"/>
          </ac:picMkLst>
        </pc:picChg>
        <pc:picChg chg="mod">
          <ac:chgData name="Jenny Díaz Ramírez" userId="df7d83af-54c1-43f9-a4ec-fea9744b3563" providerId="ADAL" clId="{5FED732F-5535-4218-B498-E1928A0349A6}" dt="2025-03-04T17:59:41.308" v="2498" actId="1076"/>
          <ac:picMkLst>
            <pc:docMk/>
            <pc:sldMk cId="3535910149" sldId="459"/>
            <ac:picMk id="31" creationId="{07C91E7B-93EF-A85A-2E6D-3E189D3ADE1D}"/>
          </ac:picMkLst>
        </pc:picChg>
        <pc:picChg chg="mod">
          <ac:chgData name="Jenny Díaz Ramírez" userId="df7d83af-54c1-43f9-a4ec-fea9744b3563" providerId="ADAL" clId="{5FED732F-5535-4218-B498-E1928A0349A6}" dt="2025-03-04T17:59:41.308" v="2498" actId="1076"/>
          <ac:picMkLst>
            <pc:docMk/>
            <pc:sldMk cId="3535910149" sldId="459"/>
            <ac:picMk id="34" creationId="{F3397602-FC79-A0F6-78A2-11BDABFDD8CD}"/>
          </ac:picMkLst>
        </pc:picChg>
        <pc:picChg chg="mod">
          <ac:chgData name="Jenny Díaz Ramírez" userId="df7d83af-54c1-43f9-a4ec-fea9744b3563" providerId="ADAL" clId="{5FED732F-5535-4218-B498-E1928A0349A6}" dt="2025-03-04T17:59:41.308" v="2498" actId="1076"/>
          <ac:picMkLst>
            <pc:docMk/>
            <pc:sldMk cId="3535910149" sldId="459"/>
            <ac:picMk id="35" creationId="{CCA84A9C-4D29-43B2-6433-000AE9E7F0FD}"/>
          </ac:picMkLst>
        </pc:picChg>
        <pc:picChg chg="mod">
          <ac:chgData name="Jenny Díaz Ramírez" userId="df7d83af-54c1-43f9-a4ec-fea9744b3563" providerId="ADAL" clId="{5FED732F-5535-4218-B498-E1928A0349A6}" dt="2025-03-04T17:59:41.308" v="2498" actId="1076"/>
          <ac:picMkLst>
            <pc:docMk/>
            <pc:sldMk cId="3535910149" sldId="459"/>
            <ac:picMk id="37" creationId="{2031EB5D-FD30-C1FD-1ECC-B68DBC39FBF3}"/>
          </ac:picMkLst>
        </pc:picChg>
        <pc:picChg chg="add del mod">
          <ac:chgData name="Jenny Díaz Ramírez" userId="df7d83af-54c1-43f9-a4ec-fea9744b3563" providerId="ADAL" clId="{5FED732F-5535-4218-B498-E1928A0349A6}" dt="2025-03-04T17:51:40.439" v="2209" actId="478"/>
          <ac:picMkLst>
            <pc:docMk/>
            <pc:sldMk cId="3535910149" sldId="459"/>
            <ac:picMk id="1026" creationId="{E0223FA8-E8AD-CD66-CBA6-8A3552C8B3BC}"/>
          </ac:picMkLst>
        </pc:picChg>
      </pc:sldChg>
      <pc:sldChg chg="add del">
        <pc:chgData name="Jenny Díaz Ramírez" userId="df7d83af-54c1-43f9-a4ec-fea9744b3563" providerId="ADAL" clId="{5FED732F-5535-4218-B498-E1928A0349A6}" dt="2025-02-21T21:46:57.525" v="5" actId="47"/>
        <pc:sldMkLst>
          <pc:docMk/>
          <pc:sldMk cId="0" sldId="460"/>
        </pc:sldMkLst>
      </pc:sldChg>
      <pc:sldChg chg="addSp modSp new del mod">
        <pc:chgData name="Jenny Díaz Ramírez" userId="df7d83af-54c1-43f9-a4ec-fea9744b3563" providerId="ADAL" clId="{5FED732F-5535-4218-B498-E1928A0349A6}" dt="2025-03-04T18:01:02.954" v="2503" actId="47"/>
        <pc:sldMkLst>
          <pc:docMk/>
          <pc:sldMk cId="409906503" sldId="460"/>
        </pc:sldMkLst>
        <pc:spChg chg="add mod">
          <ac:chgData name="Jenny Díaz Ramírez" userId="df7d83af-54c1-43f9-a4ec-fea9744b3563" providerId="ADAL" clId="{5FED732F-5535-4218-B498-E1928A0349A6}" dt="2025-03-04T17:51:31.660" v="2208" actId="164"/>
          <ac:spMkLst>
            <pc:docMk/>
            <pc:sldMk cId="409906503" sldId="460"/>
            <ac:spMk id="7" creationId="{691110B5-F4E0-4C00-2F15-15A22D102C67}"/>
          </ac:spMkLst>
        </pc:spChg>
        <pc:spChg chg="add mod">
          <ac:chgData name="Jenny Díaz Ramírez" userId="df7d83af-54c1-43f9-a4ec-fea9744b3563" providerId="ADAL" clId="{5FED732F-5535-4218-B498-E1928A0349A6}" dt="2025-03-04T17:51:31.660" v="2208" actId="164"/>
          <ac:spMkLst>
            <pc:docMk/>
            <pc:sldMk cId="409906503" sldId="460"/>
            <ac:spMk id="8" creationId="{05438215-D918-DDB9-5E84-B73F1ED551EF}"/>
          </ac:spMkLst>
        </pc:spChg>
        <pc:grpChg chg="mod">
          <ac:chgData name="Jenny Díaz Ramírez" userId="df7d83af-54c1-43f9-a4ec-fea9744b3563" providerId="ADAL" clId="{5FED732F-5535-4218-B498-E1928A0349A6}" dt="2025-03-04T17:51:31.660" v="2208" actId="164"/>
          <ac:grpSpMkLst>
            <pc:docMk/>
            <pc:sldMk cId="409906503" sldId="460"/>
            <ac:grpSpMk id="9" creationId="{73E8C9B7-E6F2-E0FB-6948-FF2803893F61}"/>
          </ac:grpSpMkLst>
        </pc:grpChg>
        <pc:grpChg chg="add mod">
          <ac:chgData name="Jenny Díaz Ramírez" userId="df7d83af-54c1-43f9-a4ec-fea9744b3563" providerId="ADAL" clId="{5FED732F-5535-4218-B498-E1928A0349A6}" dt="2025-03-04T17:51:31.660" v="2208" actId="164"/>
          <ac:grpSpMkLst>
            <pc:docMk/>
            <pc:sldMk cId="409906503" sldId="460"/>
            <ac:grpSpMk id="21" creationId="{B5AC3B70-83C0-DD46-B187-6ABC6FCED659}"/>
          </ac:grpSpMkLst>
        </pc:grpChg>
        <pc:picChg chg="add mod">
          <ac:chgData name="Jenny Díaz Ramírez" userId="df7d83af-54c1-43f9-a4ec-fea9744b3563" providerId="ADAL" clId="{5FED732F-5535-4218-B498-E1928A0349A6}" dt="2025-03-04T17:51:31.660" v="2208" actId="164"/>
          <ac:picMkLst>
            <pc:docMk/>
            <pc:sldMk cId="409906503" sldId="460"/>
            <ac:picMk id="4" creationId="{6F968AF8-595E-ED58-E7B0-2144E96FFBCF}"/>
          </ac:picMkLst>
        </pc:picChg>
        <pc:picChg chg="mod">
          <ac:chgData name="Jenny Díaz Ramírez" userId="df7d83af-54c1-43f9-a4ec-fea9744b3563" providerId="ADAL" clId="{5FED732F-5535-4218-B498-E1928A0349A6}" dt="2025-03-04T17:50:58.698" v="2198"/>
          <ac:picMkLst>
            <pc:docMk/>
            <pc:sldMk cId="409906503" sldId="460"/>
            <ac:picMk id="10" creationId="{3DF86E9E-02F1-E0B2-26C5-D004E1F36B69}"/>
          </ac:picMkLst>
        </pc:picChg>
        <pc:picChg chg="mod">
          <ac:chgData name="Jenny Díaz Ramírez" userId="df7d83af-54c1-43f9-a4ec-fea9744b3563" providerId="ADAL" clId="{5FED732F-5535-4218-B498-E1928A0349A6}" dt="2025-03-04T17:50:58.698" v="2198"/>
          <ac:picMkLst>
            <pc:docMk/>
            <pc:sldMk cId="409906503" sldId="460"/>
            <ac:picMk id="11" creationId="{4FED4516-24F0-F42A-E78A-6829348E660C}"/>
          </ac:picMkLst>
        </pc:picChg>
        <pc:picChg chg="mod">
          <ac:chgData name="Jenny Díaz Ramírez" userId="df7d83af-54c1-43f9-a4ec-fea9744b3563" providerId="ADAL" clId="{5FED732F-5535-4218-B498-E1928A0349A6}" dt="2025-03-04T17:50:58.698" v="2198"/>
          <ac:picMkLst>
            <pc:docMk/>
            <pc:sldMk cId="409906503" sldId="460"/>
            <ac:picMk id="12" creationId="{8865DEA5-0BA5-C827-5E22-29FEFDFDCAB5}"/>
          </ac:picMkLst>
        </pc:picChg>
        <pc:picChg chg="mod">
          <ac:chgData name="Jenny Díaz Ramírez" userId="df7d83af-54c1-43f9-a4ec-fea9744b3563" providerId="ADAL" clId="{5FED732F-5535-4218-B498-E1928A0349A6}" dt="2025-03-04T17:50:58.698" v="2198"/>
          <ac:picMkLst>
            <pc:docMk/>
            <pc:sldMk cId="409906503" sldId="460"/>
            <ac:picMk id="13" creationId="{9F19D909-AC0C-644B-6C7F-8F5BC0DA663C}"/>
          </ac:picMkLst>
        </pc:picChg>
        <pc:picChg chg="mod">
          <ac:chgData name="Jenny Díaz Ramírez" userId="df7d83af-54c1-43f9-a4ec-fea9744b3563" providerId="ADAL" clId="{5FED732F-5535-4218-B498-E1928A0349A6}" dt="2025-03-04T17:50:58.698" v="2198"/>
          <ac:picMkLst>
            <pc:docMk/>
            <pc:sldMk cId="409906503" sldId="460"/>
            <ac:picMk id="14" creationId="{61251C37-FAFC-BC8A-5D41-3274DEF5D9E5}"/>
          </ac:picMkLst>
        </pc:picChg>
        <pc:picChg chg="mod">
          <ac:chgData name="Jenny Díaz Ramírez" userId="df7d83af-54c1-43f9-a4ec-fea9744b3563" providerId="ADAL" clId="{5FED732F-5535-4218-B498-E1928A0349A6}" dt="2025-03-04T17:50:58.698" v="2198"/>
          <ac:picMkLst>
            <pc:docMk/>
            <pc:sldMk cId="409906503" sldId="460"/>
            <ac:picMk id="15" creationId="{E956FABA-E518-5EB9-65BE-61CE1F3CB89A}"/>
          </ac:picMkLst>
        </pc:picChg>
        <pc:picChg chg="mod">
          <ac:chgData name="Jenny Díaz Ramírez" userId="df7d83af-54c1-43f9-a4ec-fea9744b3563" providerId="ADAL" clId="{5FED732F-5535-4218-B498-E1928A0349A6}" dt="2025-03-04T17:50:58.698" v="2198"/>
          <ac:picMkLst>
            <pc:docMk/>
            <pc:sldMk cId="409906503" sldId="460"/>
            <ac:picMk id="16" creationId="{ECB49BB1-1B98-204C-53BC-E667788AAA85}"/>
          </ac:picMkLst>
        </pc:picChg>
        <pc:picChg chg="mod">
          <ac:chgData name="Jenny Díaz Ramírez" userId="df7d83af-54c1-43f9-a4ec-fea9744b3563" providerId="ADAL" clId="{5FED732F-5535-4218-B498-E1928A0349A6}" dt="2025-03-04T17:50:58.698" v="2198"/>
          <ac:picMkLst>
            <pc:docMk/>
            <pc:sldMk cId="409906503" sldId="460"/>
            <ac:picMk id="17" creationId="{D0C69A30-3A07-00DA-33B3-7BF1CB8D1B45}"/>
          </ac:picMkLst>
        </pc:picChg>
        <pc:picChg chg="mod">
          <ac:chgData name="Jenny Díaz Ramírez" userId="df7d83af-54c1-43f9-a4ec-fea9744b3563" providerId="ADAL" clId="{5FED732F-5535-4218-B498-E1928A0349A6}" dt="2025-03-04T17:50:58.698" v="2198"/>
          <ac:picMkLst>
            <pc:docMk/>
            <pc:sldMk cId="409906503" sldId="460"/>
            <ac:picMk id="18" creationId="{8EEF84FF-C7D8-0827-705F-7358C74BA86D}"/>
          </ac:picMkLst>
        </pc:picChg>
        <pc:picChg chg="mod">
          <ac:chgData name="Jenny Díaz Ramírez" userId="df7d83af-54c1-43f9-a4ec-fea9744b3563" providerId="ADAL" clId="{5FED732F-5535-4218-B498-E1928A0349A6}" dt="2025-03-04T17:50:58.698" v="2198"/>
          <ac:picMkLst>
            <pc:docMk/>
            <pc:sldMk cId="409906503" sldId="460"/>
            <ac:picMk id="19" creationId="{8E91056F-A4B1-1034-D8A0-31FE25032E8B}"/>
          </ac:picMkLst>
        </pc:picChg>
        <pc:cxnChg chg="add mod">
          <ac:chgData name="Jenny Díaz Ramírez" userId="df7d83af-54c1-43f9-a4ec-fea9744b3563" providerId="ADAL" clId="{5FED732F-5535-4218-B498-E1928A0349A6}" dt="2025-03-04T17:51:31.660" v="2208" actId="164"/>
          <ac:cxnSpMkLst>
            <pc:docMk/>
            <pc:sldMk cId="409906503" sldId="460"/>
            <ac:cxnSpMk id="6" creationId="{68032198-93FB-6878-5371-C775D3CB5D2F}"/>
          </ac:cxnSpMkLst>
        </pc:cxnChg>
      </pc:sldChg>
      <pc:sldChg chg="addSp delSp modSp add mod delAnim modAnim">
        <pc:chgData name="Jenny Díaz Ramírez" userId="df7d83af-54c1-43f9-a4ec-fea9744b3563" providerId="ADAL" clId="{5FED732F-5535-4218-B498-E1928A0349A6}" dt="2025-03-04T20:48:44.376" v="6048" actId="207"/>
        <pc:sldMkLst>
          <pc:docMk/>
          <pc:sldMk cId="1789778386" sldId="460"/>
        </pc:sldMkLst>
        <pc:spChg chg="mod">
          <ac:chgData name="Jenny Díaz Ramírez" userId="df7d83af-54c1-43f9-a4ec-fea9744b3563" providerId="ADAL" clId="{5FED732F-5535-4218-B498-E1928A0349A6}" dt="2025-03-04T20:32:34.028" v="5672" actId="404"/>
          <ac:spMkLst>
            <pc:docMk/>
            <pc:sldMk cId="1789778386" sldId="460"/>
            <ac:spMk id="2" creationId="{B12F4C5F-1EE6-AFE7-AE40-D8086E76B5C4}"/>
          </ac:spMkLst>
        </pc:spChg>
        <pc:spChg chg="add del mod">
          <ac:chgData name="Jenny Díaz Ramírez" userId="df7d83af-54c1-43f9-a4ec-fea9744b3563" providerId="ADAL" clId="{5FED732F-5535-4218-B498-E1928A0349A6}" dt="2025-03-04T18:33:04.438" v="4126" actId="478"/>
          <ac:spMkLst>
            <pc:docMk/>
            <pc:sldMk cId="1789778386" sldId="460"/>
            <ac:spMk id="5" creationId="{A8B733BD-B533-0658-B64C-E0C921EBA0D0}"/>
          </ac:spMkLst>
        </pc:spChg>
        <pc:spChg chg="add del mod">
          <ac:chgData name="Jenny Díaz Ramírez" userId="df7d83af-54c1-43f9-a4ec-fea9744b3563" providerId="ADAL" clId="{5FED732F-5535-4218-B498-E1928A0349A6}" dt="2025-03-04T18:33:09.060" v="4129" actId="478"/>
          <ac:spMkLst>
            <pc:docMk/>
            <pc:sldMk cId="1789778386" sldId="460"/>
            <ac:spMk id="8" creationId="{84139A9D-B8DB-B7A2-FC74-C7883DB7E90A}"/>
          </ac:spMkLst>
        </pc:spChg>
        <pc:spChg chg="add mod">
          <ac:chgData name="Jenny Díaz Ramírez" userId="df7d83af-54c1-43f9-a4ec-fea9744b3563" providerId="ADAL" clId="{5FED732F-5535-4218-B498-E1928A0349A6}" dt="2025-03-04T20:46:36.240" v="5974" actId="1076"/>
          <ac:spMkLst>
            <pc:docMk/>
            <pc:sldMk cId="1789778386" sldId="460"/>
            <ac:spMk id="10" creationId="{E5052C34-C871-7DCC-51B8-8982FA92EC0F}"/>
          </ac:spMkLst>
        </pc:spChg>
        <pc:spChg chg="add mod">
          <ac:chgData name="Jenny Díaz Ramírez" userId="df7d83af-54c1-43f9-a4ec-fea9744b3563" providerId="ADAL" clId="{5FED732F-5535-4218-B498-E1928A0349A6}" dt="2025-03-04T18:37:20.496" v="4317" actId="1076"/>
          <ac:spMkLst>
            <pc:docMk/>
            <pc:sldMk cId="1789778386" sldId="460"/>
            <ac:spMk id="11" creationId="{D2C90EF6-2EA6-EDCF-544A-07C0F5F24F26}"/>
          </ac:spMkLst>
        </pc:spChg>
        <pc:spChg chg="add mod">
          <ac:chgData name="Jenny Díaz Ramírez" userId="df7d83af-54c1-43f9-a4ec-fea9744b3563" providerId="ADAL" clId="{5FED732F-5535-4218-B498-E1928A0349A6}" dt="2025-03-04T18:37:27.330" v="4318" actId="1076"/>
          <ac:spMkLst>
            <pc:docMk/>
            <pc:sldMk cId="1789778386" sldId="460"/>
            <ac:spMk id="12" creationId="{C0D3E76F-6682-6B1A-2E95-06A4F35441D0}"/>
          </ac:spMkLst>
        </pc:spChg>
        <pc:spChg chg="add mod">
          <ac:chgData name="Jenny Díaz Ramírez" userId="df7d83af-54c1-43f9-a4ec-fea9744b3563" providerId="ADAL" clId="{5FED732F-5535-4218-B498-E1928A0349A6}" dt="2025-03-04T18:37:20.496" v="4317" actId="1076"/>
          <ac:spMkLst>
            <pc:docMk/>
            <pc:sldMk cId="1789778386" sldId="460"/>
            <ac:spMk id="13" creationId="{8673EBB3-9BE5-D1AE-BBDC-63C8C0B44AD6}"/>
          </ac:spMkLst>
        </pc:spChg>
        <pc:spChg chg="add del mod">
          <ac:chgData name="Jenny Díaz Ramírez" userId="df7d83af-54c1-43f9-a4ec-fea9744b3563" providerId="ADAL" clId="{5FED732F-5535-4218-B498-E1928A0349A6}" dt="2025-03-04T18:33:07.312" v="4128" actId="478"/>
          <ac:spMkLst>
            <pc:docMk/>
            <pc:sldMk cId="1789778386" sldId="460"/>
            <ac:spMk id="15" creationId="{3AB10968-D3F2-AD92-5CBB-61804B8917A3}"/>
          </ac:spMkLst>
        </pc:spChg>
        <pc:spChg chg="add mod">
          <ac:chgData name="Jenny Díaz Ramírez" userId="df7d83af-54c1-43f9-a4ec-fea9744b3563" providerId="ADAL" clId="{5FED732F-5535-4218-B498-E1928A0349A6}" dt="2025-03-04T20:45:34.902" v="5954" actId="404"/>
          <ac:spMkLst>
            <pc:docMk/>
            <pc:sldMk cId="1789778386" sldId="460"/>
            <ac:spMk id="16" creationId="{D73C6774-F8A0-F90C-57E9-4FBCC0052343}"/>
          </ac:spMkLst>
        </pc:spChg>
        <pc:spChg chg="add mod">
          <ac:chgData name="Jenny Díaz Ramírez" userId="df7d83af-54c1-43f9-a4ec-fea9744b3563" providerId="ADAL" clId="{5FED732F-5535-4218-B498-E1928A0349A6}" dt="2025-03-04T18:37:20.496" v="4317" actId="1076"/>
          <ac:spMkLst>
            <pc:docMk/>
            <pc:sldMk cId="1789778386" sldId="460"/>
            <ac:spMk id="18" creationId="{28EB40D9-C439-7F78-72D4-D26F662E9F37}"/>
          </ac:spMkLst>
        </pc:spChg>
        <pc:spChg chg="mod">
          <ac:chgData name="Jenny Díaz Ramírez" userId="df7d83af-54c1-43f9-a4ec-fea9744b3563" providerId="ADAL" clId="{5FED732F-5535-4218-B498-E1928A0349A6}" dt="2025-03-04T18:36:46.223" v="4309" actId="1076"/>
          <ac:spMkLst>
            <pc:docMk/>
            <pc:sldMk cId="1789778386" sldId="460"/>
            <ac:spMk id="20" creationId="{24B1C24A-E27F-2D7F-955C-167AF24552DA}"/>
          </ac:spMkLst>
        </pc:spChg>
        <pc:spChg chg="mod">
          <ac:chgData name="Jenny Díaz Ramírez" userId="df7d83af-54c1-43f9-a4ec-fea9744b3563" providerId="ADAL" clId="{5FED732F-5535-4218-B498-E1928A0349A6}" dt="2025-03-04T18:34:00.803" v="4207" actId="1076"/>
          <ac:spMkLst>
            <pc:docMk/>
            <pc:sldMk cId="1789778386" sldId="460"/>
            <ac:spMk id="21" creationId="{A4814280-75AB-4567-A9AB-CAEDCB35A41B}"/>
          </ac:spMkLst>
        </pc:spChg>
        <pc:spChg chg="mod">
          <ac:chgData name="Jenny Díaz Ramírez" userId="df7d83af-54c1-43f9-a4ec-fea9744b3563" providerId="ADAL" clId="{5FED732F-5535-4218-B498-E1928A0349A6}" dt="2025-03-04T18:36:48.501" v="4310" actId="1076"/>
          <ac:spMkLst>
            <pc:docMk/>
            <pc:sldMk cId="1789778386" sldId="460"/>
            <ac:spMk id="22" creationId="{78C9F955-3885-DBCB-0D47-B379CF85A721}"/>
          </ac:spMkLst>
        </pc:spChg>
        <pc:spChg chg="mod">
          <ac:chgData name="Jenny Díaz Ramírez" userId="df7d83af-54c1-43f9-a4ec-fea9744b3563" providerId="ADAL" clId="{5FED732F-5535-4218-B498-E1928A0349A6}" dt="2025-03-04T18:34:00.803" v="4207" actId="1076"/>
          <ac:spMkLst>
            <pc:docMk/>
            <pc:sldMk cId="1789778386" sldId="460"/>
            <ac:spMk id="23" creationId="{E1471808-1DF7-5A59-4779-19939539446A}"/>
          </ac:spMkLst>
        </pc:spChg>
        <pc:spChg chg="mod">
          <ac:chgData name="Jenny Díaz Ramírez" userId="df7d83af-54c1-43f9-a4ec-fea9744b3563" providerId="ADAL" clId="{5FED732F-5535-4218-B498-E1928A0349A6}" dt="2025-03-04T19:06:16.390" v="5607" actId="1076"/>
          <ac:spMkLst>
            <pc:docMk/>
            <pc:sldMk cId="1789778386" sldId="460"/>
            <ac:spMk id="24" creationId="{D04B849C-F6F6-65B2-6BCB-627AE52C0CBE}"/>
          </ac:spMkLst>
        </pc:spChg>
        <pc:spChg chg="mod">
          <ac:chgData name="Jenny Díaz Ramírez" userId="df7d83af-54c1-43f9-a4ec-fea9744b3563" providerId="ADAL" clId="{5FED732F-5535-4218-B498-E1928A0349A6}" dt="2025-03-04T18:34:00.803" v="4207" actId="1076"/>
          <ac:spMkLst>
            <pc:docMk/>
            <pc:sldMk cId="1789778386" sldId="460"/>
            <ac:spMk id="25" creationId="{A387FBC3-7AB6-EEA6-FC74-58BB00D81110}"/>
          </ac:spMkLst>
        </pc:spChg>
        <pc:spChg chg="mod">
          <ac:chgData name="Jenny Díaz Ramírez" userId="df7d83af-54c1-43f9-a4ec-fea9744b3563" providerId="ADAL" clId="{5FED732F-5535-4218-B498-E1928A0349A6}" dt="2025-03-04T20:46:39.325" v="5975" actId="1076"/>
          <ac:spMkLst>
            <pc:docMk/>
            <pc:sldMk cId="1789778386" sldId="460"/>
            <ac:spMk id="26" creationId="{0CC50234-8F2C-4AC8-87A8-44819F173738}"/>
          </ac:spMkLst>
        </pc:spChg>
        <pc:spChg chg="add del mod">
          <ac:chgData name="Jenny Díaz Ramírez" userId="df7d83af-54c1-43f9-a4ec-fea9744b3563" providerId="ADAL" clId="{5FED732F-5535-4218-B498-E1928A0349A6}" dt="2025-03-04T20:45:23.465" v="5948" actId="478"/>
          <ac:spMkLst>
            <pc:docMk/>
            <pc:sldMk cId="1789778386" sldId="460"/>
            <ac:spMk id="27" creationId="{84940931-3627-A698-1DFA-CB6DEC2149D7}"/>
          </ac:spMkLst>
        </pc:spChg>
        <pc:spChg chg="add mod">
          <ac:chgData name="Jenny Díaz Ramírez" userId="df7d83af-54c1-43f9-a4ec-fea9744b3563" providerId="ADAL" clId="{5FED732F-5535-4218-B498-E1928A0349A6}" dt="2025-03-04T20:46:45.128" v="5976" actId="1076"/>
          <ac:spMkLst>
            <pc:docMk/>
            <pc:sldMk cId="1789778386" sldId="460"/>
            <ac:spMk id="28" creationId="{B48D725A-F44D-9EE2-3EBA-F36C5DC0A3FF}"/>
          </ac:spMkLst>
        </pc:spChg>
        <pc:spChg chg="add mod">
          <ac:chgData name="Jenny Díaz Ramírez" userId="df7d83af-54c1-43f9-a4ec-fea9744b3563" providerId="ADAL" clId="{5FED732F-5535-4218-B498-E1928A0349A6}" dt="2025-03-04T20:46:45.128" v="5976" actId="1076"/>
          <ac:spMkLst>
            <pc:docMk/>
            <pc:sldMk cId="1789778386" sldId="460"/>
            <ac:spMk id="29" creationId="{07E87C33-5761-A496-6F49-822C508D1277}"/>
          </ac:spMkLst>
        </pc:spChg>
        <pc:spChg chg="add mod">
          <ac:chgData name="Jenny Díaz Ramírez" userId="df7d83af-54c1-43f9-a4ec-fea9744b3563" providerId="ADAL" clId="{5FED732F-5535-4218-B498-E1928A0349A6}" dt="2025-03-04T20:46:45.128" v="5976" actId="1076"/>
          <ac:spMkLst>
            <pc:docMk/>
            <pc:sldMk cId="1789778386" sldId="460"/>
            <ac:spMk id="33" creationId="{C7CC5FCB-81CF-C76B-5C71-38E6C9FB9135}"/>
          </ac:spMkLst>
        </pc:spChg>
        <pc:spChg chg="add mod">
          <ac:chgData name="Jenny Díaz Ramírez" userId="df7d83af-54c1-43f9-a4ec-fea9744b3563" providerId="ADAL" clId="{5FED732F-5535-4218-B498-E1928A0349A6}" dt="2025-03-04T20:46:45.128" v="5976" actId="1076"/>
          <ac:spMkLst>
            <pc:docMk/>
            <pc:sldMk cId="1789778386" sldId="460"/>
            <ac:spMk id="35" creationId="{99B6EAB0-87D7-B82C-23A8-211989E9F4C6}"/>
          </ac:spMkLst>
        </pc:spChg>
        <pc:spChg chg="add mod">
          <ac:chgData name="Jenny Díaz Ramírez" userId="df7d83af-54c1-43f9-a4ec-fea9744b3563" providerId="ADAL" clId="{5FED732F-5535-4218-B498-E1928A0349A6}" dt="2025-03-04T20:47:51.206" v="6031" actId="1076"/>
          <ac:spMkLst>
            <pc:docMk/>
            <pc:sldMk cId="1789778386" sldId="460"/>
            <ac:spMk id="36" creationId="{D6FDF453-9613-AAE0-DD83-1AAFF0215837}"/>
          </ac:spMkLst>
        </pc:spChg>
        <pc:spChg chg="add mod">
          <ac:chgData name="Jenny Díaz Ramírez" userId="df7d83af-54c1-43f9-a4ec-fea9744b3563" providerId="ADAL" clId="{5FED732F-5535-4218-B498-E1928A0349A6}" dt="2025-03-04T20:47:41.192" v="6028" actId="1076"/>
          <ac:spMkLst>
            <pc:docMk/>
            <pc:sldMk cId="1789778386" sldId="460"/>
            <ac:spMk id="37" creationId="{5C0F0EBA-013B-5BDE-9461-8A445016EE84}"/>
          </ac:spMkLst>
        </pc:spChg>
        <pc:spChg chg="add mod ord">
          <ac:chgData name="Jenny Díaz Ramírez" userId="df7d83af-54c1-43f9-a4ec-fea9744b3563" providerId="ADAL" clId="{5FED732F-5535-4218-B498-E1928A0349A6}" dt="2025-03-04T20:48:33.257" v="6047" actId="207"/>
          <ac:spMkLst>
            <pc:docMk/>
            <pc:sldMk cId="1789778386" sldId="460"/>
            <ac:spMk id="38" creationId="{B9A2DE40-18DA-6F29-01FE-7329479D620E}"/>
          </ac:spMkLst>
        </pc:spChg>
        <pc:spChg chg="add mod ord">
          <ac:chgData name="Jenny Díaz Ramírez" userId="df7d83af-54c1-43f9-a4ec-fea9744b3563" providerId="ADAL" clId="{5FED732F-5535-4218-B498-E1928A0349A6}" dt="2025-03-04T20:48:44.376" v="6048" actId="207"/>
          <ac:spMkLst>
            <pc:docMk/>
            <pc:sldMk cId="1789778386" sldId="460"/>
            <ac:spMk id="39" creationId="{ACC0BC6E-1A80-8664-DF64-B12C5986BEF9}"/>
          </ac:spMkLst>
        </pc:spChg>
        <pc:graphicFrameChg chg="mod">
          <ac:chgData name="Jenny Díaz Ramírez" userId="df7d83af-54c1-43f9-a4ec-fea9744b3563" providerId="ADAL" clId="{5FED732F-5535-4218-B498-E1928A0349A6}" dt="2025-03-04T19:06:05.227" v="5603" actId="1076"/>
          <ac:graphicFrameMkLst>
            <pc:docMk/>
            <pc:sldMk cId="1789778386" sldId="460"/>
            <ac:graphicFrameMk id="14" creationId="{A082F1DC-4715-9E36-BF85-6D13240C7FB2}"/>
          </ac:graphicFrameMkLst>
        </pc:graphicFrameChg>
        <pc:graphicFrameChg chg="mod">
          <ac:chgData name="Jenny Díaz Ramírez" userId="df7d83af-54c1-43f9-a4ec-fea9744b3563" providerId="ADAL" clId="{5FED732F-5535-4218-B498-E1928A0349A6}" dt="2025-03-04T19:06:05.227" v="5603" actId="1076"/>
          <ac:graphicFrameMkLst>
            <pc:docMk/>
            <pc:sldMk cId="1789778386" sldId="460"/>
            <ac:graphicFrameMk id="17" creationId="{0A769630-1A91-AC25-B63F-6462E56C863E}"/>
          </ac:graphicFrameMkLst>
        </pc:graphicFrameChg>
        <pc:graphicFrameChg chg="mod">
          <ac:chgData name="Jenny Díaz Ramírez" userId="df7d83af-54c1-43f9-a4ec-fea9744b3563" providerId="ADAL" clId="{5FED732F-5535-4218-B498-E1928A0349A6}" dt="2025-03-04T19:06:05.227" v="5603" actId="1076"/>
          <ac:graphicFrameMkLst>
            <pc:docMk/>
            <pc:sldMk cId="1789778386" sldId="460"/>
            <ac:graphicFrameMk id="19" creationId="{AA8177C0-0808-6469-04D2-5190F9C4161F}"/>
          </ac:graphicFrameMkLst>
        </pc:graphicFrameChg>
        <pc:graphicFrameChg chg="del mod replId">
          <ac:chgData name="Jenny Díaz Ramírez" userId="df7d83af-54c1-43f9-a4ec-fea9744b3563" providerId="ADAL" clId="{5FED732F-5535-4218-B498-E1928A0349A6}" dt="2025-03-04T20:45:28.979" v="5950"/>
          <ac:graphicFrameMkLst>
            <pc:docMk/>
            <pc:sldMk cId="1789778386" sldId="460"/>
            <ac:graphicFrameMk id="30" creationId="{D73C6774-F8A0-F90C-57E9-4FBCC0052343}"/>
          </ac:graphicFrameMkLst>
        </pc:graphicFrameChg>
        <pc:graphicFrameChg chg="mod">
          <ac:chgData name="Jenny Díaz Ramírez" userId="df7d83af-54c1-43f9-a4ec-fea9744b3563" providerId="ADAL" clId="{5FED732F-5535-4218-B498-E1928A0349A6}" dt="2025-03-04T18:34:00.803" v="4207" actId="1076"/>
          <ac:graphicFrameMkLst>
            <pc:docMk/>
            <pc:sldMk cId="1789778386" sldId="460"/>
            <ac:graphicFrameMk id="72711" creationId="{63FEB6B8-F4A2-C23E-68B3-4492D3C9C906}"/>
          </ac:graphicFrameMkLst>
        </pc:graphicFrameChg>
        <pc:graphicFrameChg chg="mod">
          <ac:chgData name="Jenny Díaz Ramírez" userId="df7d83af-54c1-43f9-a4ec-fea9744b3563" providerId="ADAL" clId="{5FED732F-5535-4218-B498-E1928A0349A6}" dt="2025-03-04T20:46:36.240" v="5974" actId="1076"/>
          <ac:graphicFrameMkLst>
            <pc:docMk/>
            <pc:sldMk cId="1789778386" sldId="460"/>
            <ac:graphicFrameMk id="72712" creationId="{22154E96-A287-9E33-D5D5-8BE3AE503AC7}"/>
          </ac:graphicFrameMkLst>
        </pc:graphicFrameChg>
        <pc:graphicFrameChg chg="mod">
          <ac:chgData name="Jenny Díaz Ramírez" userId="df7d83af-54c1-43f9-a4ec-fea9744b3563" providerId="ADAL" clId="{5FED732F-5535-4218-B498-E1928A0349A6}" dt="2025-03-04T19:06:20.206" v="5608" actId="1076"/>
          <ac:graphicFrameMkLst>
            <pc:docMk/>
            <pc:sldMk cId="1789778386" sldId="460"/>
            <ac:graphicFrameMk id="72713" creationId="{C48F4568-9399-D47C-5A7F-329A5C536B44}"/>
          </ac:graphicFrameMkLst>
        </pc:graphicFrameChg>
        <pc:graphicFrameChg chg="mod">
          <ac:chgData name="Jenny Díaz Ramírez" userId="df7d83af-54c1-43f9-a4ec-fea9744b3563" providerId="ADAL" clId="{5FED732F-5535-4218-B498-E1928A0349A6}" dt="2025-03-04T18:37:20.496" v="4317" actId="1076"/>
          <ac:graphicFrameMkLst>
            <pc:docMk/>
            <pc:sldMk cId="1789778386" sldId="460"/>
            <ac:graphicFrameMk id="72714" creationId="{BE12EECC-0EB6-383A-3E3F-752ADB6FC353}"/>
          </ac:graphicFrameMkLst>
        </pc:graphicFrameChg>
        <pc:graphicFrameChg chg="mod">
          <ac:chgData name="Jenny Díaz Ramírez" userId="df7d83af-54c1-43f9-a4ec-fea9744b3563" providerId="ADAL" clId="{5FED732F-5535-4218-B498-E1928A0349A6}" dt="2025-03-04T19:06:05.227" v="5603" actId="1076"/>
          <ac:graphicFrameMkLst>
            <pc:docMk/>
            <pc:sldMk cId="1789778386" sldId="460"/>
            <ac:graphicFrameMk id="72719" creationId="{C0AB660A-F43D-2CEE-B5F0-EF92D83E8542}"/>
          </ac:graphicFrameMkLst>
        </pc:graphicFrameChg>
        <pc:graphicFrameChg chg="mod">
          <ac:chgData name="Jenny Díaz Ramírez" userId="df7d83af-54c1-43f9-a4ec-fea9744b3563" providerId="ADAL" clId="{5FED732F-5535-4218-B498-E1928A0349A6}" dt="2025-03-04T19:06:05.227" v="5603" actId="1076"/>
          <ac:graphicFrameMkLst>
            <pc:docMk/>
            <pc:sldMk cId="1789778386" sldId="460"/>
            <ac:graphicFrameMk id="72721" creationId="{C2857280-293F-B8F9-F0CD-225AFB2FBA52}"/>
          </ac:graphicFrameMkLst>
        </pc:graphicFrameChg>
      </pc:sldChg>
      <pc:sldChg chg="add del">
        <pc:chgData name="Jenny Díaz Ramírez" userId="df7d83af-54c1-43f9-a4ec-fea9744b3563" providerId="ADAL" clId="{5FED732F-5535-4218-B498-E1928A0349A6}" dt="2025-02-21T21:46:57.525" v="5" actId="47"/>
        <pc:sldMkLst>
          <pc:docMk/>
          <pc:sldMk cId="0" sldId="461"/>
        </pc:sldMkLst>
      </pc:sldChg>
      <pc:sldChg chg="new del">
        <pc:chgData name="Jenny Díaz Ramírez" userId="df7d83af-54c1-43f9-a4ec-fea9744b3563" providerId="ADAL" clId="{5FED732F-5535-4218-B498-E1928A0349A6}" dt="2025-03-04T20:44:50.452" v="5905" actId="47"/>
        <pc:sldMkLst>
          <pc:docMk/>
          <pc:sldMk cId="581296913" sldId="461"/>
        </pc:sldMkLst>
      </pc:sldChg>
      <pc:sldChg chg="addSp modSp add">
        <pc:chgData name="Jenny Díaz Ramírez" userId="df7d83af-54c1-43f9-a4ec-fea9744b3563" providerId="ADAL" clId="{5FED732F-5535-4218-B498-E1928A0349A6}" dt="2025-03-04T21:08:51.462" v="6650"/>
        <pc:sldMkLst>
          <pc:docMk/>
          <pc:sldMk cId="2960425798" sldId="461"/>
        </pc:sldMkLst>
        <pc:spChg chg="add mod">
          <ac:chgData name="Jenny Díaz Ramírez" userId="df7d83af-54c1-43f9-a4ec-fea9744b3563" providerId="ADAL" clId="{5FED732F-5535-4218-B498-E1928A0349A6}" dt="2025-03-04T21:08:51.462" v="6650"/>
          <ac:spMkLst>
            <pc:docMk/>
            <pc:sldMk cId="2960425798" sldId="461"/>
            <ac:spMk id="2" creationId="{D34FB345-2890-29CC-D43E-9BE387AF743A}"/>
          </ac:spMkLst>
        </pc:spChg>
      </pc:sldChg>
      <pc:sldChg chg="add del">
        <pc:chgData name="Jenny Díaz Ramírez" userId="df7d83af-54c1-43f9-a4ec-fea9744b3563" providerId="ADAL" clId="{5FED732F-5535-4218-B498-E1928A0349A6}" dt="2025-02-21T21:46:57.525" v="5" actId="47"/>
        <pc:sldMkLst>
          <pc:docMk/>
          <pc:sldMk cId="0" sldId="462"/>
        </pc:sldMkLst>
      </pc:sldChg>
      <pc:sldChg chg="modSp add mod">
        <pc:chgData name="Jenny Díaz Ramírez" userId="df7d83af-54c1-43f9-a4ec-fea9744b3563" providerId="ADAL" clId="{5FED732F-5535-4218-B498-E1928A0349A6}" dt="2025-03-04T20:51:34.667" v="6159" actId="5793"/>
        <pc:sldMkLst>
          <pc:docMk/>
          <pc:sldMk cId="3202899101" sldId="462"/>
        </pc:sldMkLst>
        <pc:spChg chg="mod">
          <ac:chgData name="Jenny Díaz Ramírez" userId="df7d83af-54c1-43f9-a4ec-fea9744b3563" providerId="ADAL" clId="{5FED732F-5535-4218-B498-E1928A0349A6}" dt="2025-03-04T20:51:34.667" v="6159" actId="5793"/>
          <ac:spMkLst>
            <pc:docMk/>
            <pc:sldMk cId="3202899101" sldId="462"/>
            <ac:spMk id="35842" creationId="{23FC70DB-D92D-0142-9777-045CCE4621A7}"/>
          </ac:spMkLst>
        </pc:spChg>
      </pc:sldChg>
      <pc:sldChg chg="addSp modSp add mod">
        <pc:chgData name="Jenny Díaz Ramírez" userId="df7d83af-54c1-43f9-a4ec-fea9744b3563" providerId="ADAL" clId="{5FED732F-5535-4218-B498-E1928A0349A6}" dt="2025-03-04T21:08:49.424" v="6649"/>
        <pc:sldMkLst>
          <pc:docMk/>
          <pc:sldMk cId="3527947326" sldId="463"/>
        </pc:sldMkLst>
        <pc:spChg chg="add mod">
          <ac:chgData name="Jenny Díaz Ramírez" userId="df7d83af-54c1-43f9-a4ec-fea9744b3563" providerId="ADAL" clId="{5FED732F-5535-4218-B498-E1928A0349A6}" dt="2025-03-04T21:08:44.464" v="6647"/>
          <ac:spMkLst>
            <pc:docMk/>
            <pc:sldMk cId="3527947326" sldId="463"/>
            <ac:spMk id="2" creationId="{1D9E21DB-61B1-EA5E-65B9-B16BA61E8289}"/>
          </ac:spMkLst>
        </pc:spChg>
        <pc:spChg chg="add mod">
          <ac:chgData name="Jenny Díaz Ramírez" userId="df7d83af-54c1-43f9-a4ec-fea9744b3563" providerId="ADAL" clId="{5FED732F-5535-4218-B498-E1928A0349A6}" dt="2025-03-04T21:08:49.424" v="6649"/>
          <ac:spMkLst>
            <pc:docMk/>
            <pc:sldMk cId="3527947326" sldId="463"/>
            <ac:spMk id="3" creationId="{1F8E4CE9-BE38-6E0F-03B2-E0F0283FAE13}"/>
          </ac:spMkLst>
        </pc:spChg>
        <pc:spChg chg="mod">
          <ac:chgData name="Jenny Díaz Ramírez" userId="df7d83af-54c1-43f9-a4ec-fea9744b3563" providerId="ADAL" clId="{5FED732F-5535-4218-B498-E1928A0349A6}" dt="2025-03-04T20:51:30.162" v="6155" actId="5793"/>
          <ac:spMkLst>
            <pc:docMk/>
            <pc:sldMk cId="3527947326" sldId="463"/>
            <ac:spMk id="4098" creationId="{6849DE1B-4E08-9C70-E2C8-FCE9E3CD27B4}"/>
          </ac:spMkLst>
        </pc:spChg>
      </pc:sldChg>
      <pc:sldMasterChg chg="addSp modSp mod delSldLayout modSldLayout">
        <pc:chgData name="Jenny Díaz Ramírez" userId="df7d83af-54c1-43f9-a4ec-fea9744b3563" providerId="ADAL" clId="{5FED732F-5535-4218-B498-E1928A0349A6}" dt="2025-03-04T21:06:47.524" v="6604" actId="2085"/>
        <pc:sldMasterMkLst>
          <pc:docMk/>
          <pc:sldMasterMk cId="3515892240" sldId="2147483658"/>
        </pc:sldMasterMkLst>
        <pc:spChg chg="add mod">
          <ac:chgData name="Jenny Díaz Ramírez" userId="df7d83af-54c1-43f9-a4ec-fea9744b3563" providerId="ADAL" clId="{5FED732F-5535-4218-B498-E1928A0349A6}" dt="2025-03-04T21:06:02.336" v="6599" actId="1076"/>
          <ac:spMkLst>
            <pc:docMk/>
            <pc:sldMasterMk cId="3515892240" sldId="2147483658"/>
            <ac:spMk id="2" creationId="{C2546159-F0F2-8EF7-2A00-F60D135BCBED}"/>
          </ac:spMkLst>
        </pc:spChg>
        <pc:sldLayoutChg chg="addSp modSp mod">
          <pc:chgData name="Jenny Díaz Ramírez" userId="df7d83af-54c1-43f9-a4ec-fea9744b3563" providerId="ADAL" clId="{5FED732F-5535-4218-B498-E1928A0349A6}" dt="2025-03-04T21:06:47.524" v="6604" actId="2085"/>
          <pc:sldLayoutMkLst>
            <pc:docMk/>
            <pc:sldMasterMk cId="3515892240" sldId="2147483658"/>
            <pc:sldLayoutMk cId="2027108532" sldId="2147483659"/>
          </pc:sldLayoutMkLst>
          <pc:spChg chg="add mod">
            <ac:chgData name="Jenny Díaz Ramírez" userId="df7d83af-54c1-43f9-a4ec-fea9744b3563" providerId="ADAL" clId="{5FED732F-5535-4218-B498-E1928A0349A6}" dt="2025-03-04T21:06:47.524" v="6604" actId="2085"/>
            <ac:spMkLst>
              <pc:docMk/>
              <pc:sldMasterMk cId="3515892240" sldId="2147483658"/>
              <pc:sldLayoutMk cId="2027108532" sldId="2147483659"/>
              <ac:spMk id="3" creationId="{A8D85A20-4E16-9E1A-F4A1-F75F389B3404}"/>
            </ac:spMkLst>
          </pc:spChg>
        </pc:sldLayoutChg>
        <pc:sldLayoutChg chg="del">
          <pc:chgData name="Jenny Díaz Ramírez" userId="df7d83af-54c1-43f9-a4ec-fea9744b3563" providerId="ADAL" clId="{5FED732F-5535-4218-B498-E1928A0349A6}" dt="2025-03-04T18:53:46.496" v="5149" actId="47"/>
          <pc:sldLayoutMkLst>
            <pc:docMk/>
            <pc:sldMasterMk cId="3515892240" sldId="2147483658"/>
            <pc:sldLayoutMk cId="502455585" sldId="2147483699"/>
          </pc:sldLayoutMkLst>
        </pc:sldLayoutChg>
        <pc:sldLayoutChg chg="addSp modSp mod">
          <pc:chgData name="Jenny Díaz Ramírez" userId="df7d83af-54c1-43f9-a4ec-fea9744b3563" providerId="ADAL" clId="{5FED732F-5535-4218-B498-E1928A0349A6}" dt="2025-02-21T22:15:44.254" v="19" actId="208"/>
          <pc:sldLayoutMkLst>
            <pc:docMk/>
            <pc:sldMasterMk cId="3515892240" sldId="2147483658"/>
            <pc:sldLayoutMk cId="2598890964" sldId="2147483700"/>
          </pc:sldLayoutMkLst>
          <pc:spChg chg="add mod">
            <ac:chgData name="Jenny Díaz Ramírez" userId="df7d83af-54c1-43f9-a4ec-fea9744b3563" providerId="ADAL" clId="{5FED732F-5535-4218-B498-E1928A0349A6}" dt="2025-02-21T22:15:44.254" v="19" actId="208"/>
            <ac:spMkLst>
              <pc:docMk/>
              <pc:sldMasterMk cId="3515892240" sldId="2147483658"/>
              <pc:sldLayoutMk cId="2598890964" sldId="2147483700"/>
              <ac:spMk id="5" creationId="{11FD6F5B-5699-C766-5D8B-7805E561F43D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Documents%20and%20Settings\Jenny%20Diaz\Mis%20documentos\IN00841%20IDOI%20AD08\Presentaciones\base%20pres%20grafica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8571735648544989E-2"/>
          <c:y val="0.16714128946246704"/>
          <c:w val="0.71883792650918965"/>
          <c:h val="0.68248432487605537"/>
        </c:manualLayout>
      </c:layout>
      <c:scatterChart>
        <c:scatterStyle val="lineMarker"/>
        <c:varyColors val="0"/>
        <c:ser>
          <c:idx val="1"/>
          <c:order val="0"/>
          <c:tx>
            <c:v>(1)</c:v>
          </c:tx>
          <c:marker>
            <c:symbol val="none"/>
          </c:marker>
          <c:xVal>
            <c:numRef>
              <c:f>Hoja1!$J$74:$J$75</c:f>
              <c:numCache>
                <c:formatCode>General</c:formatCode>
                <c:ptCount val="2"/>
                <c:pt idx="0">
                  <c:v>0</c:v>
                </c:pt>
                <c:pt idx="1">
                  <c:v>200</c:v>
                </c:pt>
              </c:numCache>
            </c:numRef>
          </c:xVal>
          <c:yVal>
            <c:numRef>
              <c:f>Hoja1!$K$74:$K$75</c:f>
              <c:numCache>
                <c:formatCode>General</c:formatCode>
                <c:ptCount val="2"/>
                <c:pt idx="0">
                  <c:v>66.666659999999993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E0E-4ACB-8867-E6BC80F9A26B}"/>
            </c:ext>
          </c:extLst>
        </c:ser>
        <c:ser>
          <c:idx val="0"/>
          <c:order val="1"/>
          <c:tx>
            <c:v>(2)</c:v>
          </c:tx>
          <c:marker>
            <c:symbol val="none"/>
          </c:marker>
          <c:xVal>
            <c:numRef>
              <c:f>Hoja1!$J$71:$J$72</c:f>
              <c:numCache>
                <c:formatCode>General</c:formatCode>
                <c:ptCount val="2"/>
                <c:pt idx="0">
                  <c:v>150</c:v>
                </c:pt>
                <c:pt idx="1">
                  <c:v>0</c:v>
                </c:pt>
              </c:numCache>
            </c:numRef>
          </c:xVal>
          <c:yVal>
            <c:numRef>
              <c:f>Hoja1!$K$71:$K$72</c:f>
              <c:numCache>
                <c:formatCode>General</c:formatCode>
                <c:ptCount val="2"/>
                <c:pt idx="0">
                  <c:v>0</c:v>
                </c:pt>
                <c:pt idx="1">
                  <c:v>150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E0E-4ACB-8867-E6BC80F9A26B}"/>
            </c:ext>
          </c:extLst>
        </c:ser>
        <c:ser>
          <c:idx val="2"/>
          <c:order val="2"/>
          <c:tx>
            <c:v>(3)</c:v>
          </c:tx>
          <c:marker>
            <c:symbol val="none"/>
          </c:marker>
          <c:xVal>
            <c:numRef>
              <c:f>Hoja1!$J$78:$J$79</c:f>
              <c:numCache>
                <c:formatCode>General</c:formatCode>
                <c:ptCount val="2"/>
                <c:pt idx="0">
                  <c:v>0</c:v>
                </c:pt>
                <c:pt idx="1">
                  <c:v>200</c:v>
                </c:pt>
              </c:numCache>
            </c:numRef>
          </c:xVal>
          <c:yVal>
            <c:numRef>
              <c:f>Hoja1!$K$78:$K$79</c:f>
              <c:numCache>
                <c:formatCode>General</c:formatCode>
                <c:ptCount val="2"/>
                <c:pt idx="0">
                  <c:v>60</c:v>
                </c:pt>
                <c:pt idx="1">
                  <c:v>60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7E0E-4ACB-8867-E6BC80F9A2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2519168"/>
        <c:axId val="102520704"/>
      </c:scatterChart>
      <c:valAx>
        <c:axId val="102519168"/>
        <c:scaling>
          <c:orientation val="minMax"/>
          <c:max val="20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es-MX">
                <a:solidFill>
                  <a:schemeClr val="bg1"/>
                </a:solidFill>
              </a:defRPr>
            </a:pPr>
            <a:endParaRPr lang="es-MX"/>
          </a:p>
        </c:txPr>
        <c:crossAx val="102520704"/>
        <c:crosses val="autoZero"/>
        <c:crossBetween val="midCat"/>
      </c:valAx>
      <c:valAx>
        <c:axId val="10252070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es-MX">
                <a:solidFill>
                  <a:schemeClr val="bg1"/>
                </a:solidFill>
              </a:defRPr>
            </a:pPr>
            <a:endParaRPr lang="es-MX"/>
          </a:p>
        </c:txPr>
        <c:crossAx val="102519168"/>
        <c:crosses val="autoZero"/>
        <c:crossBetween val="midCat"/>
      </c:valAx>
      <c:spPr>
        <a:solidFill>
          <a:schemeClr val="lt1"/>
        </a:solidFill>
        <a:ln w="12700" cap="flat" cmpd="sng" algn="ctr">
          <a:solidFill>
            <a:schemeClr val="tx1"/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c:spPr>
    </c:plotArea>
    <c:legend>
      <c:legendPos val="r"/>
      <c:overlay val="0"/>
      <c:txPr>
        <a:bodyPr/>
        <a:lstStyle/>
        <a:p>
          <a:pPr>
            <a:defRPr lang="es-MX">
              <a:solidFill>
                <a:schemeClr val="bg1"/>
              </a:solidFill>
            </a:defRPr>
          </a:pPr>
          <a:endParaRPr lang="es-MX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  <c:userShapes r:id="rId2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95F2D1-9FFC-4DC9-9998-49E18EB751AF}" type="doc">
      <dgm:prSet loTypeId="urn:microsoft.com/office/officeart/2005/8/layout/lProcess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20BA57C7-4969-4A90-AC51-24D0D83B1818}">
      <dgm:prSet phldrT="[Texto]"/>
      <dgm:spPr/>
      <dgm:t>
        <a:bodyPr/>
        <a:lstStyle/>
        <a:p>
          <a:r>
            <a:rPr lang="es-ES" dirty="0"/>
            <a:t>Notación</a:t>
          </a:r>
        </a:p>
      </dgm:t>
    </dgm:pt>
    <dgm:pt modelId="{C400F307-324D-48B7-ACBA-B44B4A852FFB}" type="parTrans" cxnId="{6925B54B-947D-4E6B-8F3D-2F3667C6CF5D}">
      <dgm:prSet/>
      <dgm:spPr/>
      <dgm:t>
        <a:bodyPr/>
        <a:lstStyle/>
        <a:p>
          <a:endParaRPr lang="es-ES"/>
        </a:p>
      </dgm:t>
    </dgm:pt>
    <dgm:pt modelId="{46C1E1BE-45C9-4FEC-BFE9-FA2F5D6D378A}" type="sibTrans" cxnId="{6925B54B-947D-4E6B-8F3D-2F3667C6CF5D}">
      <dgm:prSet/>
      <dgm:spPr/>
      <dgm:t>
        <a:bodyPr/>
        <a:lstStyle/>
        <a:p>
          <a:endParaRPr lang="es-ES"/>
        </a:p>
      </dgm:t>
    </dgm:pt>
    <dgm:pt modelId="{3F216AD1-6305-4FB0-941C-765A71D20FE7}">
      <dgm:prSet phldrT="[Texto]"/>
      <dgm:spPr/>
      <dgm:t>
        <a:bodyPr/>
        <a:lstStyle/>
        <a:p>
          <a:r>
            <a:rPr lang="es-ES" dirty="0"/>
            <a:t>Solución</a:t>
          </a:r>
        </a:p>
      </dgm:t>
    </dgm:pt>
    <dgm:pt modelId="{61F5B55A-00BC-4E37-B2D4-1F699F6A1615}" type="parTrans" cxnId="{6206D314-8669-4A6C-AC2D-2CBC14D8A8C9}">
      <dgm:prSet/>
      <dgm:spPr/>
      <dgm:t>
        <a:bodyPr/>
        <a:lstStyle/>
        <a:p>
          <a:endParaRPr lang="es-ES"/>
        </a:p>
      </dgm:t>
    </dgm:pt>
    <dgm:pt modelId="{9B5E24EE-5236-43F4-8C45-4C1954A50B7C}" type="sibTrans" cxnId="{6206D314-8669-4A6C-AC2D-2CBC14D8A8C9}">
      <dgm:prSet/>
      <dgm:spPr/>
      <dgm:t>
        <a:bodyPr/>
        <a:lstStyle/>
        <a:p>
          <a:endParaRPr lang="es-ES"/>
        </a:p>
      </dgm:t>
    </dgm:pt>
    <dgm:pt modelId="{5F1F5053-7867-437C-8772-6F909FABC426}">
      <dgm:prSet phldrT="[Texto]"/>
      <dgm:spPr/>
      <dgm:t>
        <a:bodyPr/>
        <a:lstStyle/>
        <a:p>
          <a:r>
            <a:rPr lang="es-ES" dirty="0"/>
            <a:t>Método de B&amp;B</a:t>
          </a:r>
        </a:p>
      </dgm:t>
    </dgm:pt>
    <dgm:pt modelId="{395CE6D9-3F3D-4FCE-A4FD-D5EE6B07AA3C}" type="parTrans" cxnId="{515B1B97-1B5C-4A96-BC9E-157589AEE0E5}">
      <dgm:prSet/>
      <dgm:spPr/>
      <dgm:t>
        <a:bodyPr/>
        <a:lstStyle/>
        <a:p>
          <a:endParaRPr lang="es-ES"/>
        </a:p>
      </dgm:t>
    </dgm:pt>
    <dgm:pt modelId="{D40438EA-4945-4D41-8374-1E800A96BD3F}" type="sibTrans" cxnId="{515B1B97-1B5C-4A96-BC9E-157589AEE0E5}">
      <dgm:prSet/>
      <dgm:spPr/>
      <dgm:t>
        <a:bodyPr/>
        <a:lstStyle/>
        <a:p>
          <a:endParaRPr lang="es-ES"/>
        </a:p>
      </dgm:t>
    </dgm:pt>
    <dgm:pt modelId="{55E69F3B-5077-42F4-BD47-3D396425F3F2}">
      <dgm:prSet phldrT="[Texto]"/>
      <dgm:spPr/>
      <dgm:t>
        <a:bodyPr/>
        <a:lstStyle/>
        <a:p>
          <a:r>
            <a:rPr lang="es-ES" dirty="0"/>
            <a:t>Algebraica</a:t>
          </a:r>
        </a:p>
      </dgm:t>
    </dgm:pt>
    <dgm:pt modelId="{54219654-28C6-4360-A738-956B3F3EB534}" type="parTrans" cxnId="{2D468B5B-1958-4B5B-AF2D-D059E6C35D86}">
      <dgm:prSet/>
      <dgm:spPr/>
      <dgm:t>
        <a:bodyPr/>
        <a:lstStyle/>
        <a:p>
          <a:endParaRPr lang="es-ES"/>
        </a:p>
      </dgm:t>
    </dgm:pt>
    <dgm:pt modelId="{7750E049-86CD-48A4-A808-B4801ADFF224}" type="sibTrans" cxnId="{2D468B5B-1958-4B5B-AF2D-D059E6C35D86}">
      <dgm:prSet/>
      <dgm:spPr/>
      <dgm:t>
        <a:bodyPr/>
        <a:lstStyle/>
        <a:p>
          <a:endParaRPr lang="es-ES"/>
        </a:p>
      </dgm:t>
    </dgm:pt>
    <dgm:pt modelId="{E8824C48-89F8-4E2D-B184-4E51DC7B58A6}">
      <dgm:prSet phldrT="[Texto]"/>
      <dgm:spPr/>
      <dgm:t>
        <a:bodyPr/>
        <a:lstStyle/>
        <a:p>
          <a:r>
            <a:rPr lang="es-ES" dirty="0"/>
            <a:t>Matricial</a:t>
          </a:r>
        </a:p>
      </dgm:t>
    </dgm:pt>
    <dgm:pt modelId="{97D717A4-71E3-4C42-83C9-CD0C15092AF7}" type="parTrans" cxnId="{FD67D657-5D19-437A-AD99-19266300C7EE}">
      <dgm:prSet/>
      <dgm:spPr/>
      <dgm:t>
        <a:bodyPr/>
        <a:lstStyle/>
        <a:p>
          <a:endParaRPr lang="es-ES"/>
        </a:p>
      </dgm:t>
    </dgm:pt>
    <dgm:pt modelId="{D2969FBB-94CE-4C9A-912E-D73F81F78D09}" type="sibTrans" cxnId="{FD67D657-5D19-437A-AD99-19266300C7EE}">
      <dgm:prSet/>
      <dgm:spPr/>
      <dgm:t>
        <a:bodyPr/>
        <a:lstStyle/>
        <a:p>
          <a:endParaRPr lang="es-ES"/>
        </a:p>
      </dgm:t>
    </dgm:pt>
    <dgm:pt modelId="{58C7CE55-3705-414C-A99D-6D5C6EF0625A}">
      <dgm:prSet phldrT="[Texto]"/>
      <dgm:spPr/>
      <dgm:t>
        <a:bodyPr/>
        <a:lstStyle/>
        <a:p>
          <a:r>
            <a:rPr lang="es-ES" dirty="0"/>
            <a:t>Espacios de solución</a:t>
          </a:r>
        </a:p>
      </dgm:t>
    </dgm:pt>
    <dgm:pt modelId="{E7470D9B-54C3-4CAC-BDB8-62C361F9CFA5}" type="parTrans" cxnId="{81BE24C9-F6AB-40E0-8BEA-10271A4C8969}">
      <dgm:prSet/>
      <dgm:spPr/>
      <dgm:t>
        <a:bodyPr/>
        <a:lstStyle/>
        <a:p>
          <a:endParaRPr lang="es-ES"/>
        </a:p>
      </dgm:t>
    </dgm:pt>
    <dgm:pt modelId="{1388855D-C69A-4F50-BA3A-19FB741F4314}" type="sibTrans" cxnId="{81BE24C9-F6AB-40E0-8BEA-10271A4C8969}">
      <dgm:prSet/>
      <dgm:spPr/>
      <dgm:t>
        <a:bodyPr/>
        <a:lstStyle/>
        <a:p>
          <a:endParaRPr lang="es-ES"/>
        </a:p>
      </dgm:t>
    </dgm:pt>
    <dgm:pt modelId="{277C10AB-1744-4421-BDF6-103B11EFEAB5}">
      <dgm:prSet phldrT="[Texto]"/>
      <dgm:spPr/>
      <dgm:t>
        <a:bodyPr/>
        <a:lstStyle/>
        <a:p>
          <a:r>
            <a:rPr lang="es-ES" dirty="0"/>
            <a:t>Tipos de solución</a:t>
          </a:r>
        </a:p>
      </dgm:t>
    </dgm:pt>
    <dgm:pt modelId="{697AEF14-9A35-4306-B1A3-1C71E9A583FC}" type="parTrans" cxnId="{AA01BE27-47FC-45CE-BE9F-CCAE91CABF64}">
      <dgm:prSet/>
      <dgm:spPr/>
      <dgm:t>
        <a:bodyPr/>
        <a:lstStyle/>
        <a:p>
          <a:endParaRPr lang="es-ES"/>
        </a:p>
      </dgm:t>
    </dgm:pt>
    <dgm:pt modelId="{5A703D59-6E1D-4640-92A8-AAC5024DFF9A}" type="sibTrans" cxnId="{AA01BE27-47FC-45CE-BE9F-CCAE91CABF64}">
      <dgm:prSet/>
      <dgm:spPr/>
      <dgm:t>
        <a:bodyPr/>
        <a:lstStyle/>
        <a:p>
          <a:endParaRPr lang="es-ES"/>
        </a:p>
      </dgm:t>
    </dgm:pt>
    <dgm:pt modelId="{372A84CE-0BBA-4EFE-8B2F-3650D408C9DD}">
      <dgm:prSet phldrT="[Texto]"/>
      <dgm:spPr/>
      <dgm:t>
        <a:bodyPr/>
        <a:lstStyle/>
        <a:p>
          <a:r>
            <a:rPr lang="es-ES" dirty="0"/>
            <a:t>Método Gráfico</a:t>
          </a:r>
        </a:p>
      </dgm:t>
    </dgm:pt>
    <dgm:pt modelId="{7C613DB5-43D4-4E91-A90B-882F1FE4AAAB}" type="parTrans" cxnId="{E03BFCE4-2E53-4351-969F-E8812B1671B7}">
      <dgm:prSet/>
      <dgm:spPr/>
      <dgm:t>
        <a:bodyPr/>
        <a:lstStyle/>
        <a:p>
          <a:endParaRPr lang="en-US"/>
        </a:p>
      </dgm:t>
    </dgm:pt>
    <dgm:pt modelId="{69C7C79E-1058-4AD7-89F3-63F00DA7A3FA}" type="sibTrans" cxnId="{E03BFCE4-2E53-4351-969F-E8812B1671B7}">
      <dgm:prSet/>
      <dgm:spPr/>
      <dgm:t>
        <a:bodyPr/>
        <a:lstStyle/>
        <a:p>
          <a:endParaRPr lang="en-US"/>
        </a:p>
      </dgm:t>
    </dgm:pt>
    <dgm:pt modelId="{215D5F0A-16E0-4272-823F-0C2384036CBE}">
      <dgm:prSet phldrT="[Texto]"/>
      <dgm:spPr/>
      <dgm:t>
        <a:bodyPr/>
        <a:lstStyle/>
        <a:p>
          <a:r>
            <a:rPr lang="es-ES" dirty="0"/>
            <a:t>Métodos Simplex</a:t>
          </a:r>
        </a:p>
      </dgm:t>
    </dgm:pt>
    <dgm:pt modelId="{4A4AEFB8-3EA8-4738-A25E-02FE69D51F40}" type="parTrans" cxnId="{6B4D3F3E-7473-4347-BA86-2FFFF5577065}">
      <dgm:prSet/>
      <dgm:spPr/>
      <dgm:t>
        <a:bodyPr/>
        <a:lstStyle/>
        <a:p>
          <a:endParaRPr lang="en-US"/>
        </a:p>
      </dgm:t>
    </dgm:pt>
    <dgm:pt modelId="{9CFC0607-9CFC-4548-8F52-BED8D73D763A}" type="sibTrans" cxnId="{6B4D3F3E-7473-4347-BA86-2FFFF5577065}">
      <dgm:prSet/>
      <dgm:spPr/>
      <dgm:t>
        <a:bodyPr/>
        <a:lstStyle/>
        <a:p>
          <a:endParaRPr lang="en-US"/>
        </a:p>
      </dgm:t>
    </dgm:pt>
    <dgm:pt modelId="{DEA047EF-5C57-4885-9D26-F0D90BF6F7B3}">
      <dgm:prSet phldrT="[Texto]"/>
      <dgm:spPr/>
      <dgm:t>
        <a:bodyPr/>
        <a:lstStyle/>
        <a:p>
          <a:r>
            <a:rPr lang="es-ES" dirty="0"/>
            <a:t>Para problemas enteros </a:t>
          </a:r>
        </a:p>
      </dgm:t>
    </dgm:pt>
    <dgm:pt modelId="{3303A7A1-F4FE-455C-B338-80FF4FB4EE64}" type="parTrans" cxnId="{52598A4E-6A96-43D4-ACFC-768B80478F0D}">
      <dgm:prSet/>
      <dgm:spPr/>
      <dgm:t>
        <a:bodyPr/>
        <a:lstStyle/>
        <a:p>
          <a:endParaRPr lang="en-US"/>
        </a:p>
      </dgm:t>
    </dgm:pt>
    <dgm:pt modelId="{5A4A898E-B530-43D0-80F1-13F49AE60AEB}" type="sibTrans" cxnId="{52598A4E-6A96-43D4-ACFC-768B80478F0D}">
      <dgm:prSet/>
      <dgm:spPr/>
      <dgm:t>
        <a:bodyPr/>
        <a:lstStyle/>
        <a:p>
          <a:endParaRPr lang="en-US"/>
        </a:p>
      </dgm:t>
    </dgm:pt>
    <dgm:pt modelId="{0007019D-BE48-4638-A758-11431E394BA5}">
      <dgm:prSet phldrT="[Texto]"/>
      <dgm:spPr/>
      <dgm:t>
        <a:bodyPr/>
        <a:lstStyle/>
        <a:p>
          <a:r>
            <a:rPr lang="es-ES" dirty="0"/>
            <a:t>Preparación: Forma estándar</a:t>
          </a:r>
        </a:p>
      </dgm:t>
    </dgm:pt>
    <dgm:pt modelId="{5E8FDF75-2D20-4CFB-BD80-353B46F7CE6B}" type="parTrans" cxnId="{7A6AADAD-1532-48A7-B758-6CBD8D8FCA7C}">
      <dgm:prSet/>
      <dgm:spPr/>
      <dgm:t>
        <a:bodyPr/>
        <a:lstStyle/>
        <a:p>
          <a:endParaRPr lang="en-US"/>
        </a:p>
      </dgm:t>
    </dgm:pt>
    <dgm:pt modelId="{5903D355-A23F-47EC-B7EF-60D5C3C924C7}" type="sibTrans" cxnId="{7A6AADAD-1532-48A7-B758-6CBD8D8FCA7C}">
      <dgm:prSet/>
      <dgm:spPr/>
      <dgm:t>
        <a:bodyPr/>
        <a:lstStyle/>
        <a:p>
          <a:endParaRPr lang="en-US"/>
        </a:p>
      </dgm:t>
    </dgm:pt>
    <dgm:pt modelId="{F879121B-3B6F-494F-A6B0-9D9D880A98F3}">
      <dgm:prSet phldrT="[Texto]"/>
      <dgm:spPr/>
      <dgm:t>
        <a:bodyPr/>
        <a:lstStyle/>
        <a:p>
          <a:r>
            <a:rPr lang="es-ES" dirty="0"/>
            <a:t>Complejidad matemática</a:t>
          </a:r>
        </a:p>
      </dgm:t>
    </dgm:pt>
    <dgm:pt modelId="{75924DA9-7DDA-431C-BD22-9C134871FF33}" type="parTrans" cxnId="{D8A9688E-5CEF-4228-AC53-8023404E2183}">
      <dgm:prSet/>
      <dgm:spPr/>
      <dgm:t>
        <a:bodyPr/>
        <a:lstStyle/>
        <a:p>
          <a:endParaRPr lang="en-US"/>
        </a:p>
      </dgm:t>
    </dgm:pt>
    <dgm:pt modelId="{11FA5C7F-B48D-4D3E-9B1F-36FC84C2149F}" type="sibTrans" cxnId="{D8A9688E-5CEF-4228-AC53-8023404E2183}">
      <dgm:prSet/>
      <dgm:spPr/>
      <dgm:t>
        <a:bodyPr/>
        <a:lstStyle/>
        <a:p>
          <a:endParaRPr lang="en-US"/>
        </a:p>
      </dgm:t>
    </dgm:pt>
    <dgm:pt modelId="{08FE693D-850A-4B40-8FF2-9445DA2D25AC}">
      <dgm:prSet phldrT="[Texto]"/>
      <dgm:spPr/>
      <dgm:t>
        <a:bodyPr/>
        <a:lstStyle/>
        <a:p>
          <a:r>
            <a:rPr lang="es-ES" dirty="0"/>
            <a:t>Para problemas pequeños (2 </a:t>
          </a:r>
          <a:r>
            <a:rPr lang="es-ES" dirty="0" err="1"/>
            <a:t>var</a:t>
          </a:r>
          <a:r>
            <a:rPr lang="es-ES" dirty="0"/>
            <a:t>)</a:t>
          </a:r>
        </a:p>
      </dgm:t>
    </dgm:pt>
    <dgm:pt modelId="{DA56D5DD-5750-4B8F-B4C8-C815BFB1C98E}" type="parTrans" cxnId="{F77112FB-379B-499F-88B0-EDB8DCF65A99}">
      <dgm:prSet/>
      <dgm:spPr/>
      <dgm:t>
        <a:bodyPr/>
        <a:lstStyle/>
        <a:p>
          <a:endParaRPr lang="en-US"/>
        </a:p>
      </dgm:t>
    </dgm:pt>
    <dgm:pt modelId="{D87FC6F8-6A74-4CA0-B5AF-6BFA148479D4}" type="sibTrans" cxnId="{F77112FB-379B-499F-88B0-EDB8DCF65A99}">
      <dgm:prSet/>
      <dgm:spPr/>
      <dgm:t>
        <a:bodyPr/>
        <a:lstStyle/>
        <a:p>
          <a:endParaRPr lang="en-US"/>
        </a:p>
      </dgm:t>
    </dgm:pt>
    <dgm:pt modelId="{851D1F9C-3D6D-41AA-B7A9-500889F2C77D}">
      <dgm:prSet phldrT="[Texto]"/>
      <dgm:spPr/>
      <dgm:t>
        <a:bodyPr/>
        <a:lstStyle/>
        <a:p>
          <a:r>
            <a:rPr lang="es-ES"/>
            <a:t>Estructura </a:t>
          </a:r>
          <a:r>
            <a:rPr lang="es-ES" dirty="0"/>
            <a:t>de una iteración</a:t>
          </a:r>
        </a:p>
      </dgm:t>
    </dgm:pt>
    <dgm:pt modelId="{545724EF-D318-4C17-BAB1-03AF7EF784F5}" type="parTrans" cxnId="{22FA5C4D-89C9-445E-A3F2-F20556EA6D6E}">
      <dgm:prSet/>
      <dgm:spPr/>
      <dgm:t>
        <a:bodyPr/>
        <a:lstStyle/>
        <a:p>
          <a:endParaRPr lang="en-US"/>
        </a:p>
      </dgm:t>
    </dgm:pt>
    <dgm:pt modelId="{E057C6EC-A9AE-450C-9759-4893E4AAB360}" type="sibTrans" cxnId="{22FA5C4D-89C9-445E-A3F2-F20556EA6D6E}">
      <dgm:prSet/>
      <dgm:spPr/>
      <dgm:t>
        <a:bodyPr/>
        <a:lstStyle/>
        <a:p>
          <a:endParaRPr lang="en-US"/>
        </a:p>
      </dgm:t>
    </dgm:pt>
    <dgm:pt modelId="{6AD91508-2DB0-4F8F-A27C-D4504EE3C201}" type="pres">
      <dgm:prSet presAssocID="{5C95F2D1-9FFC-4DC9-9998-49E18EB751AF}" presName="Name0" presStyleCnt="0">
        <dgm:presLayoutVars>
          <dgm:dir/>
          <dgm:animLvl val="lvl"/>
          <dgm:resizeHandles val="exact"/>
        </dgm:presLayoutVars>
      </dgm:prSet>
      <dgm:spPr/>
    </dgm:pt>
    <dgm:pt modelId="{8E0F53AA-013A-4CDA-AFE3-4AC8257F5AE7}" type="pres">
      <dgm:prSet presAssocID="{20BA57C7-4969-4A90-AC51-24D0D83B1818}" presName="vertFlow" presStyleCnt="0"/>
      <dgm:spPr/>
    </dgm:pt>
    <dgm:pt modelId="{97199732-22D3-4D58-B7C8-962AB9606A85}" type="pres">
      <dgm:prSet presAssocID="{20BA57C7-4969-4A90-AC51-24D0D83B1818}" presName="header" presStyleLbl="node1" presStyleIdx="0" presStyleCnt="5"/>
      <dgm:spPr/>
    </dgm:pt>
    <dgm:pt modelId="{26BD821F-CD8E-40CE-AF95-EC5966F3B356}" type="pres">
      <dgm:prSet presAssocID="{54219654-28C6-4360-A738-956B3F3EB534}" presName="parTrans" presStyleLbl="sibTrans2D1" presStyleIdx="0" presStyleCnt="9"/>
      <dgm:spPr/>
    </dgm:pt>
    <dgm:pt modelId="{3D6BFEE7-2020-4FA5-9BAB-5A229DDECB65}" type="pres">
      <dgm:prSet presAssocID="{55E69F3B-5077-42F4-BD47-3D396425F3F2}" presName="child" presStyleLbl="alignAccFollowNode1" presStyleIdx="0" presStyleCnt="9">
        <dgm:presLayoutVars>
          <dgm:chMax val="0"/>
          <dgm:bulletEnabled val="1"/>
        </dgm:presLayoutVars>
      </dgm:prSet>
      <dgm:spPr/>
    </dgm:pt>
    <dgm:pt modelId="{B357538F-AA79-4CC6-BE79-302F1201BF7E}" type="pres">
      <dgm:prSet presAssocID="{7750E049-86CD-48A4-A808-B4801ADFF224}" presName="sibTrans" presStyleLbl="sibTrans2D1" presStyleIdx="1" presStyleCnt="9"/>
      <dgm:spPr/>
    </dgm:pt>
    <dgm:pt modelId="{AACA5BA9-33E9-4D22-B3BA-B0E28BE5D756}" type="pres">
      <dgm:prSet presAssocID="{E8824C48-89F8-4E2D-B184-4E51DC7B58A6}" presName="child" presStyleLbl="alignAccFollowNode1" presStyleIdx="1" presStyleCnt="9">
        <dgm:presLayoutVars>
          <dgm:chMax val="0"/>
          <dgm:bulletEnabled val="1"/>
        </dgm:presLayoutVars>
      </dgm:prSet>
      <dgm:spPr/>
    </dgm:pt>
    <dgm:pt modelId="{D881AE06-50DA-416E-A2E0-79BEEAC64ED8}" type="pres">
      <dgm:prSet presAssocID="{20BA57C7-4969-4A90-AC51-24D0D83B1818}" presName="hSp" presStyleCnt="0"/>
      <dgm:spPr/>
    </dgm:pt>
    <dgm:pt modelId="{697967CA-7870-4CD7-95A8-1FC39E3217D6}" type="pres">
      <dgm:prSet presAssocID="{3F216AD1-6305-4FB0-941C-765A71D20FE7}" presName="vertFlow" presStyleCnt="0"/>
      <dgm:spPr/>
    </dgm:pt>
    <dgm:pt modelId="{80A669FE-51D7-4237-8202-D9BC9B1E52CB}" type="pres">
      <dgm:prSet presAssocID="{3F216AD1-6305-4FB0-941C-765A71D20FE7}" presName="header" presStyleLbl="node1" presStyleIdx="1" presStyleCnt="5"/>
      <dgm:spPr/>
    </dgm:pt>
    <dgm:pt modelId="{59934E18-18FF-4689-9164-FDD519257429}" type="pres">
      <dgm:prSet presAssocID="{E7470D9B-54C3-4CAC-BDB8-62C361F9CFA5}" presName="parTrans" presStyleLbl="sibTrans2D1" presStyleIdx="2" presStyleCnt="9"/>
      <dgm:spPr/>
    </dgm:pt>
    <dgm:pt modelId="{C9CB6B0D-52AE-45C2-992F-F16D5A34857A}" type="pres">
      <dgm:prSet presAssocID="{58C7CE55-3705-414C-A99D-6D5C6EF0625A}" presName="child" presStyleLbl="alignAccFollowNode1" presStyleIdx="2" presStyleCnt="9">
        <dgm:presLayoutVars>
          <dgm:chMax val="0"/>
          <dgm:bulletEnabled val="1"/>
        </dgm:presLayoutVars>
      </dgm:prSet>
      <dgm:spPr/>
    </dgm:pt>
    <dgm:pt modelId="{84323F49-06A9-4F37-B1A6-DC832E2DC220}" type="pres">
      <dgm:prSet presAssocID="{1388855D-C69A-4F50-BA3A-19FB741F4314}" presName="sibTrans" presStyleLbl="sibTrans2D1" presStyleIdx="3" presStyleCnt="9"/>
      <dgm:spPr/>
    </dgm:pt>
    <dgm:pt modelId="{8021EFB3-77FD-42C2-90D1-C95C53596EF1}" type="pres">
      <dgm:prSet presAssocID="{277C10AB-1744-4421-BDF6-103B11EFEAB5}" presName="child" presStyleLbl="alignAccFollowNode1" presStyleIdx="3" presStyleCnt="9">
        <dgm:presLayoutVars>
          <dgm:chMax val="0"/>
          <dgm:bulletEnabled val="1"/>
        </dgm:presLayoutVars>
      </dgm:prSet>
      <dgm:spPr/>
    </dgm:pt>
    <dgm:pt modelId="{8D2ACAA9-DF79-45FC-9198-28CE51F6BA18}" type="pres">
      <dgm:prSet presAssocID="{3F216AD1-6305-4FB0-941C-765A71D20FE7}" presName="hSp" presStyleCnt="0"/>
      <dgm:spPr/>
    </dgm:pt>
    <dgm:pt modelId="{DDFB7E4C-0C5E-4953-A22B-CCF057F9FA0F}" type="pres">
      <dgm:prSet presAssocID="{372A84CE-0BBA-4EFE-8B2F-3650D408C9DD}" presName="vertFlow" presStyleCnt="0"/>
      <dgm:spPr/>
    </dgm:pt>
    <dgm:pt modelId="{E723AFB1-778C-49C2-894D-D418A663E930}" type="pres">
      <dgm:prSet presAssocID="{372A84CE-0BBA-4EFE-8B2F-3650D408C9DD}" presName="header" presStyleLbl="node1" presStyleIdx="2" presStyleCnt="5"/>
      <dgm:spPr/>
    </dgm:pt>
    <dgm:pt modelId="{3E02E781-5BE2-45AA-9143-2CC178FA455E}" type="pres">
      <dgm:prSet presAssocID="{DA56D5DD-5750-4B8F-B4C8-C815BFB1C98E}" presName="parTrans" presStyleLbl="sibTrans2D1" presStyleIdx="4" presStyleCnt="9"/>
      <dgm:spPr/>
    </dgm:pt>
    <dgm:pt modelId="{469E4D95-2117-4314-A3CF-FEA6FB9D18D0}" type="pres">
      <dgm:prSet presAssocID="{08FE693D-850A-4B40-8FF2-9445DA2D25AC}" presName="child" presStyleLbl="alignAccFollowNode1" presStyleIdx="4" presStyleCnt="9">
        <dgm:presLayoutVars>
          <dgm:chMax val="0"/>
          <dgm:bulletEnabled val="1"/>
        </dgm:presLayoutVars>
      </dgm:prSet>
      <dgm:spPr/>
    </dgm:pt>
    <dgm:pt modelId="{76B4F20C-0E3A-450C-8D6B-0BECFBC6B12D}" type="pres">
      <dgm:prSet presAssocID="{372A84CE-0BBA-4EFE-8B2F-3650D408C9DD}" presName="hSp" presStyleCnt="0"/>
      <dgm:spPr/>
    </dgm:pt>
    <dgm:pt modelId="{B322878A-3403-457F-84CE-139C17E8F8A3}" type="pres">
      <dgm:prSet presAssocID="{5F1F5053-7867-437C-8772-6F909FABC426}" presName="vertFlow" presStyleCnt="0"/>
      <dgm:spPr/>
    </dgm:pt>
    <dgm:pt modelId="{D3CA2416-1B43-4029-8B78-4CA665BCB691}" type="pres">
      <dgm:prSet presAssocID="{5F1F5053-7867-437C-8772-6F909FABC426}" presName="header" presStyleLbl="node1" presStyleIdx="3" presStyleCnt="5"/>
      <dgm:spPr/>
    </dgm:pt>
    <dgm:pt modelId="{F4A7FEC3-13E9-4073-8C3F-3CACFE2209DC}" type="pres">
      <dgm:prSet presAssocID="{3303A7A1-F4FE-455C-B338-80FF4FB4EE64}" presName="parTrans" presStyleLbl="sibTrans2D1" presStyleIdx="5" presStyleCnt="9"/>
      <dgm:spPr/>
    </dgm:pt>
    <dgm:pt modelId="{42FBB82F-2E67-45B4-841A-415A09821E25}" type="pres">
      <dgm:prSet presAssocID="{DEA047EF-5C57-4885-9D26-F0D90BF6F7B3}" presName="child" presStyleLbl="alignAccFollowNode1" presStyleIdx="5" presStyleCnt="9">
        <dgm:presLayoutVars>
          <dgm:chMax val="0"/>
          <dgm:bulletEnabled val="1"/>
        </dgm:presLayoutVars>
      </dgm:prSet>
      <dgm:spPr/>
    </dgm:pt>
    <dgm:pt modelId="{3CB3C43E-5D68-4959-AC49-5023ED88866D}" type="pres">
      <dgm:prSet presAssocID="{5F1F5053-7867-437C-8772-6F909FABC426}" presName="hSp" presStyleCnt="0"/>
      <dgm:spPr/>
    </dgm:pt>
    <dgm:pt modelId="{E438B12F-87B6-4D20-B676-1ED9BD1E71C4}" type="pres">
      <dgm:prSet presAssocID="{215D5F0A-16E0-4272-823F-0C2384036CBE}" presName="vertFlow" presStyleCnt="0"/>
      <dgm:spPr/>
    </dgm:pt>
    <dgm:pt modelId="{1F1E2FFF-DE45-4707-9C4E-DEF136024FEF}" type="pres">
      <dgm:prSet presAssocID="{215D5F0A-16E0-4272-823F-0C2384036CBE}" presName="header" presStyleLbl="node1" presStyleIdx="4" presStyleCnt="5"/>
      <dgm:spPr/>
    </dgm:pt>
    <dgm:pt modelId="{CF6AEAD6-B0B5-40A1-886E-349EAFCBF537}" type="pres">
      <dgm:prSet presAssocID="{5E8FDF75-2D20-4CFB-BD80-353B46F7CE6B}" presName="parTrans" presStyleLbl="sibTrans2D1" presStyleIdx="6" presStyleCnt="9"/>
      <dgm:spPr/>
    </dgm:pt>
    <dgm:pt modelId="{8B04FC04-5B0B-4532-B067-3A96B91B1A71}" type="pres">
      <dgm:prSet presAssocID="{0007019D-BE48-4638-A758-11431E394BA5}" presName="child" presStyleLbl="alignAccFollowNode1" presStyleIdx="6" presStyleCnt="9">
        <dgm:presLayoutVars>
          <dgm:chMax val="0"/>
          <dgm:bulletEnabled val="1"/>
        </dgm:presLayoutVars>
      </dgm:prSet>
      <dgm:spPr/>
    </dgm:pt>
    <dgm:pt modelId="{40CDE28E-6463-4F26-9A6E-6F6001E14359}" type="pres">
      <dgm:prSet presAssocID="{5903D355-A23F-47EC-B7EF-60D5C3C924C7}" presName="sibTrans" presStyleLbl="sibTrans2D1" presStyleIdx="7" presStyleCnt="9"/>
      <dgm:spPr/>
    </dgm:pt>
    <dgm:pt modelId="{5E79D27C-CC5A-4EAB-BDFE-316B905C90DF}" type="pres">
      <dgm:prSet presAssocID="{851D1F9C-3D6D-41AA-B7A9-500889F2C77D}" presName="child" presStyleLbl="alignAccFollowNode1" presStyleIdx="7" presStyleCnt="9">
        <dgm:presLayoutVars>
          <dgm:chMax val="0"/>
          <dgm:bulletEnabled val="1"/>
        </dgm:presLayoutVars>
      </dgm:prSet>
      <dgm:spPr/>
    </dgm:pt>
    <dgm:pt modelId="{46B3D863-F335-41B1-A3E1-8048FAF66904}" type="pres">
      <dgm:prSet presAssocID="{E057C6EC-A9AE-450C-9759-4893E4AAB360}" presName="sibTrans" presStyleLbl="sibTrans2D1" presStyleIdx="8" presStyleCnt="9"/>
      <dgm:spPr/>
    </dgm:pt>
    <dgm:pt modelId="{3CEBE889-FAE6-4538-9DB6-FFDB9389BE19}" type="pres">
      <dgm:prSet presAssocID="{F879121B-3B6F-494F-A6B0-9D9D880A98F3}" presName="child" presStyleLbl="alignAccFollowNode1" presStyleIdx="8" presStyleCnt="9">
        <dgm:presLayoutVars>
          <dgm:chMax val="0"/>
          <dgm:bulletEnabled val="1"/>
        </dgm:presLayoutVars>
      </dgm:prSet>
      <dgm:spPr/>
    </dgm:pt>
  </dgm:ptLst>
  <dgm:cxnLst>
    <dgm:cxn modelId="{92B4A912-C6E9-4E00-8107-C4CF9E65E8FE}" type="presOf" srcId="{1388855D-C69A-4F50-BA3A-19FB741F4314}" destId="{84323F49-06A9-4F37-B1A6-DC832E2DC220}" srcOrd="0" destOrd="0" presId="urn:microsoft.com/office/officeart/2005/8/layout/lProcess1"/>
    <dgm:cxn modelId="{38AB1613-474C-492D-8600-9BC14C8293B9}" type="presOf" srcId="{3F216AD1-6305-4FB0-941C-765A71D20FE7}" destId="{80A669FE-51D7-4237-8202-D9BC9B1E52CB}" srcOrd="0" destOrd="0" presId="urn:microsoft.com/office/officeart/2005/8/layout/lProcess1"/>
    <dgm:cxn modelId="{6206D314-8669-4A6C-AC2D-2CBC14D8A8C9}" srcId="{5C95F2D1-9FFC-4DC9-9998-49E18EB751AF}" destId="{3F216AD1-6305-4FB0-941C-765A71D20FE7}" srcOrd="1" destOrd="0" parTransId="{61F5B55A-00BC-4E37-B2D4-1F699F6A1615}" sibTransId="{9B5E24EE-5236-43F4-8C45-4C1954A50B7C}"/>
    <dgm:cxn modelId="{F7DA411F-ADF0-4011-8C6D-3F335A21CC5F}" type="presOf" srcId="{E7470D9B-54C3-4CAC-BDB8-62C361F9CFA5}" destId="{59934E18-18FF-4689-9164-FDD519257429}" srcOrd="0" destOrd="0" presId="urn:microsoft.com/office/officeart/2005/8/layout/lProcess1"/>
    <dgm:cxn modelId="{381AD720-D0BB-4DB7-8192-BD60618DF4ED}" type="presOf" srcId="{58C7CE55-3705-414C-A99D-6D5C6EF0625A}" destId="{C9CB6B0D-52AE-45C2-992F-F16D5A34857A}" srcOrd="0" destOrd="0" presId="urn:microsoft.com/office/officeart/2005/8/layout/lProcess1"/>
    <dgm:cxn modelId="{FEDFD121-9EAC-42BA-A69A-A54B1F9AA57B}" type="presOf" srcId="{215D5F0A-16E0-4272-823F-0C2384036CBE}" destId="{1F1E2FFF-DE45-4707-9C4E-DEF136024FEF}" srcOrd="0" destOrd="0" presId="urn:microsoft.com/office/officeart/2005/8/layout/lProcess1"/>
    <dgm:cxn modelId="{AA01BE27-47FC-45CE-BE9F-CCAE91CABF64}" srcId="{3F216AD1-6305-4FB0-941C-765A71D20FE7}" destId="{277C10AB-1744-4421-BDF6-103B11EFEAB5}" srcOrd="1" destOrd="0" parTransId="{697AEF14-9A35-4306-B1A3-1C71E9A583FC}" sibTransId="{5A703D59-6E1D-4640-92A8-AAC5024DFF9A}"/>
    <dgm:cxn modelId="{6B4D3F3E-7473-4347-BA86-2FFFF5577065}" srcId="{5C95F2D1-9FFC-4DC9-9998-49E18EB751AF}" destId="{215D5F0A-16E0-4272-823F-0C2384036CBE}" srcOrd="4" destOrd="0" parTransId="{4A4AEFB8-3EA8-4738-A25E-02FE69D51F40}" sibTransId="{9CFC0607-9CFC-4548-8F52-BED8D73D763A}"/>
    <dgm:cxn modelId="{2D468B5B-1958-4B5B-AF2D-D059E6C35D86}" srcId="{20BA57C7-4969-4A90-AC51-24D0D83B1818}" destId="{55E69F3B-5077-42F4-BD47-3D396425F3F2}" srcOrd="0" destOrd="0" parTransId="{54219654-28C6-4360-A738-956B3F3EB534}" sibTransId="{7750E049-86CD-48A4-A808-B4801ADFF224}"/>
    <dgm:cxn modelId="{55A65E68-18E8-486B-BFC5-181A40BD38DC}" type="presOf" srcId="{E8824C48-89F8-4E2D-B184-4E51DC7B58A6}" destId="{AACA5BA9-33E9-4D22-B3BA-B0E28BE5D756}" srcOrd="0" destOrd="0" presId="urn:microsoft.com/office/officeart/2005/8/layout/lProcess1"/>
    <dgm:cxn modelId="{21E52E49-F5F8-44E5-8F61-256F0254501E}" type="presOf" srcId="{DA56D5DD-5750-4B8F-B4C8-C815BFB1C98E}" destId="{3E02E781-5BE2-45AA-9143-2CC178FA455E}" srcOrd="0" destOrd="0" presId="urn:microsoft.com/office/officeart/2005/8/layout/lProcess1"/>
    <dgm:cxn modelId="{3CEE9869-6841-43EB-AE49-5B42F9F294C4}" type="presOf" srcId="{E057C6EC-A9AE-450C-9759-4893E4AAB360}" destId="{46B3D863-F335-41B1-A3E1-8048FAF66904}" srcOrd="0" destOrd="0" presId="urn:microsoft.com/office/officeart/2005/8/layout/lProcess1"/>
    <dgm:cxn modelId="{6925B54B-947D-4E6B-8F3D-2F3667C6CF5D}" srcId="{5C95F2D1-9FFC-4DC9-9998-49E18EB751AF}" destId="{20BA57C7-4969-4A90-AC51-24D0D83B1818}" srcOrd="0" destOrd="0" parTransId="{C400F307-324D-48B7-ACBA-B44B4A852FFB}" sibTransId="{46C1E1BE-45C9-4FEC-BFE9-FA2F5D6D378A}"/>
    <dgm:cxn modelId="{DC6C7A4C-83B2-416E-9472-E4E6F6480508}" type="presOf" srcId="{DEA047EF-5C57-4885-9D26-F0D90BF6F7B3}" destId="{42FBB82F-2E67-45B4-841A-415A09821E25}" srcOrd="0" destOrd="0" presId="urn:microsoft.com/office/officeart/2005/8/layout/lProcess1"/>
    <dgm:cxn modelId="{B518F46C-A7A0-452F-8F78-4EB63BA8E749}" type="presOf" srcId="{5F1F5053-7867-437C-8772-6F909FABC426}" destId="{D3CA2416-1B43-4029-8B78-4CA665BCB691}" srcOrd="0" destOrd="0" presId="urn:microsoft.com/office/officeart/2005/8/layout/lProcess1"/>
    <dgm:cxn modelId="{22FA5C4D-89C9-445E-A3F2-F20556EA6D6E}" srcId="{215D5F0A-16E0-4272-823F-0C2384036CBE}" destId="{851D1F9C-3D6D-41AA-B7A9-500889F2C77D}" srcOrd="1" destOrd="0" parTransId="{545724EF-D318-4C17-BAB1-03AF7EF784F5}" sibTransId="{E057C6EC-A9AE-450C-9759-4893E4AAB360}"/>
    <dgm:cxn modelId="{52598A4E-6A96-43D4-ACFC-768B80478F0D}" srcId="{5F1F5053-7867-437C-8772-6F909FABC426}" destId="{DEA047EF-5C57-4885-9D26-F0D90BF6F7B3}" srcOrd="0" destOrd="0" parTransId="{3303A7A1-F4FE-455C-B338-80FF4FB4EE64}" sibTransId="{5A4A898E-B530-43D0-80F1-13F49AE60AEB}"/>
    <dgm:cxn modelId="{38DFFC6E-A3B9-4335-AD29-889149D4EFFE}" type="presOf" srcId="{54219654-28C6-4360-A738-956B3F3EB534}" destId="{26BD821F-CD8E-40CE-AF95-EC5966F3B356}" srcOrd="0" destOrd="0" presId="urn:microsoft.com/office/officeart/2005/8/layout/lProcess1"/>
    <dgm:cxn modelId="{DEAB854F-5391-48B8-9918-AC59996A3876}" type="presOf" srcId="{372A84CE-0BBA-4EFE-8B2F-3650D408C9DD}" destId="{E723AFB1-778C-49C2-894D-D418A663E930}" srcOrd="0" destOrd="0" presId="urn:microsoft.com/office/officeart/2005/8/layout/lProcess1"/>
    <dgm:cxn modelId="{8F580B72-6F54-4DD7-9469-F045DC1CC096}" type="presOf" srcId="{5E8FDF75-2D20-4CFB-BD80-353B46F7CE6B}" destId="{CF6AEAD6-B0B5-40A1-886E-349EAFCBF537}" srcOrd="0" destOrd="0" presId="urn:microsoft.com/office/officeart/2005/8/layout/lProcess1"/>
    <dgm:cxn modelId="{6E93AF52-C88C-402E-9032-9379E681D794}" type="presOf" srcId="{851D1F9C-3D6D-41AA-B7A9-500889F2C77D}" destId="{5E79D27C-CC5A-4EAB-BDFE-316B905C90DF}" srcOrd="0" destOrd="0" presId="urn:microsoft.com/office/officeart/2005/8/layout/lProcess1"/>
    <dgm:cxn modelId="{FD67D657-5D19-437A-AD99-19266300C7EE}" srcId="{20BA57C7-4969-4A90-AC51-24D0D83B1818}" destId="{E8824C48-89F8-4E2D-B184-4E51DC7B58A6}" srcOrd="1" destOrd="0" parTransId="{97D717A4-71E3-4C42-83C9-CD0C15092AF7}" sibTransId="{D2969FBB-94CE-4C9A-912E-D73F81F78D09}"/>
    <dgm:cxn modelId="{CA7D0C80-0E4A-49CE-AFFB-1C02ABEFDFE5}" type="presOf" srcId="{277C10AB-1744-4421-BDF6-103B11EFEAB5}" destId="{8021EFB3-77FD-42C2-90D1-C95C53596EF1}" srcOrd="0" destOrd="0" presId="urn:microsoft.com/office/officeart/2005/8/layout/lProcess1"/>
    <dgm:cxn modelId="{7B2A8D85-66EC-46E7-908A-B391A5EDAC95}" type="presOf" srcId="{20BA57C7-4969-4A90-AC51-24D0D83B1818}" destId="{97199732-22D3-4D58-B7C8-962AB9606A85}" srcOrd="0" destOrd="0" presId="urn:microsoft.com/office/officeart/2005/8/layout/lProcess1"/>
    <dgm:cxn modelId="{C00A018A-FDEA-414B-8081-F3534CDC4590}" type="presOf" srcId="{7750E049-86CD-48A4-A808-B4801ADFF224}" destId="{B357538F-AA79-4CC6-BE79-302F1201BF7E}" srcOrd="0" destOrd="0" presId="urn:microsoft.com/office/officeart/2005/8/layout/lProcess1"/>
    <dgm:cxn modelId="{D8A9688E-5CEF-4228-AC53-8023404E2183}" srcId="{215D5F0A-16E0-4272-823F-0C2384036CBE}" destId="{F879121B-3B6F-494F-A6B0-9D9D880A98F3}" srcOrd="2" destOrd="0" parTransId="{75924DA9-7DDA-431C-BD22-9C134871FF33}" sibTransId="{11FA5C7F-B48D-4D3E-9B1F-36FC84C2149F}"/>
    <dgm:cxn modelId="{515B1B97-1B5C-4A96-BC9E-157589AEE0E5}" srcId="{5C95F2D1-9FFC-4DC9-9998-49E18EB751AF}" destId="{5F1F5053-7867-437C-8772-6F909FABC426}" srcOrd="3" destOrd="0" parTransId="{395CE6D9-3F3D-4FCE-A4FD-D5EE6B07AA3C}" sibTransId="{D40438EA-4945-4D41-8374-1E800A96BD3F}"/>
    <dgm:cxn modelId="{7FD54EA3-5021-4E3E-9A5D-D6E55E1CC50F}" type="presOf" srcId="{0007019D-BE48-4638-A758-11431E394BA5}" destId="{8B04FC04-5B0B-4532-B067-3A96B91B1A71}" srcOrd="0" destOrd="0" presId="urn:microsoft.com/office/officeart/2005/8/layout/lProcess1"/>
    <dgm:cxn modelId="{2181C5AC-F614-48C6-9EFD-38D4867CABE0}" type="presOf" srcId="{08FE693D-850A-4B40-8FF2-9445DA2D25AC}" destId="{469E4D95-2117-4314-A3CF-FEA6FB9D18D0}" srcOrd="0" destOrd="0" presId="urn:microsoft.com/office/officeart/2005/8/layout/lProcess1"/>
    <dgm:cxn modelId="{7A6AADAD-1532-48A7-B758-6CBD8D8FCA7C}" srcId="{215D5F0A-16E0-4272-823F-0C2384036CBE}" destId="{0007019D-BE48-4638-A758-11431E394BA5}" srcOrd="0" destOrd="0" parTransId="{5E8FDF75-2D20-4CFB-BD80-353B46F7CE6B}" sibTransId="{5903D355-A23F-47EC-B7EF-60D5C3C924C7}"/>
    <dgm:cxn modelId="{5CA010BB-4B8F-43CB-B04B-9D510D3D4A7D}" type="presOf" srcId="{5903D355-A23F-47EC-B7EF-60D5C3C924C7}" destId="{40CDE28E-6463-4F26-9A6E-6F6001E14359}" srcOrd="0" destOrd="0" presId="urn:microsoft.com/office/officeart/2005/8/layout/lProcess1"/>
    <dgm:cxn modelId="{81EF45BF-AD37-4986-8D2A-E0A3D680462D}" type="presOf" srcId="{3303A7A1-F4FE-455C-B338-80FF4FB4EE64}" destId="{F4A7FEC3-13E9-4073-8C3F-3CACFE2209DC}" srcOrd="0" destOrd="0" presId="urn:microsoft.com/office/officeart/2005/8/layout/lProcess1"/>
    <dgm:cxn modelId="{81BE24C9-F6AB-40E0-8BEA-10271A4C8969}" srcId="{3F216AD1-6305-4FB0-941C-765A71D20FE7}" destId="{58C7CE55-3705-414C-A99D-6D5C6EF0625A}" srcOrd="0" destOrd="0" parTransId="{E7470D9B-54C3-4CAC-BDB8-62C361F9CFA5}" sibTransId="{1388855D-C69A-4F50-BA3A-19FB741F4314}"/>
    <dgm:cxn modelId="{AF643BD7-9BBA-49A7-9C65-78A8083E6593}" type="presOf" srcId="{F879121B-3B6F-494F-A6B0-9D9D880A98F3}" destId="{3CEBE889-FAE6-4538-9DB6-FFDB9389BE19}" srcOrd="0" destOrd="0" presId="urn:microsoft.com/office/officeart/2005/8/layout/lProcess1"/>
    <dgm:cxn modelId="{E03BFCE4-2E53-4351-969F-E8812B1671B7}" srcId="{5C95F2D1-9FFC-4DC9-9998-49E18EB751AF}" destId="{372A84CE-0BBA-4EFE-8B2F-3650D408C9DD}" srcOrd="2" destOrd="0" parTransId="{7C613DB5-43D4-4E91-A90B-882F1FE4AAAB}" sibTransId="{69C7C79E-1058-4AD7-89F3-63F00DA7A3FA}"/>
    <dgm:cxn modelId="{73499FED-7208-4005-A6EE-F1E56B9BF479}" type="presOf" srcId="{55E69F3B-5077-42F4-BD47-3D396425F3F2}" destId="{3D6BFEE7-2020-4FA5-9BAB-5A229DDECB65}" srcOrd="0" destOrd="0" presId="urn:microsoft.com/office/officeart/2005/8/layout/lProcess1"/>
    <dgm:cxn modelId="{A9224CF1-CEFE-4F5F-A95F-FC3D6F9C7112}" type="presOf" srcId="{5C95F2D1-9FFC-4DC9-9998-49E18EB751AF}" destId="{6AD91508-2DB0-4F8F-A27C-D4504EE3C201}" srcOrd="0" destOrd="0" presId="urn:microsoft.com/office/officeart/2005/8/layout/lProcess1"/>
    <dgm:cxn modelId="{F77112FB-379B-499F-88B0-EDB8DCF65A99}" srcId="{372A84CE-0BBA-4EFE-8B2F-3650D408C9DD}" destId="{08FE693D-850A-4B40-8FF2-9445DA2D25AC}" srcOrd="0" destOrd="0" parTransId="{DA56D5DD-5750-4B8F-B4C8-C815BFB1C98E}" sibTransId="{D87FC6F8-6A74-4CA0-B5AF-6BFA148479D4}"/>
    <dgm:cxn modelId="{5E229206-948A-4BDE-88D6-36652FA3793B}" type="presParOf" srcId="{6AD91508-2DB0-4F8F-A27C-D4504EE3C201}" destId="{8E0F53AA-013A-4CDA-AFE3-4AC8257F5AE7}" srcOrd="0" destOrd="0" presId="urn:microsoft.com/office/officeart/2005/8/layout/lProcess1"/>
    <dgm:cxn modelId="{624B74EC-C3DE-4B58-BE46-0F94E374EDE0}" type="presParOf" srcId="{8E0F53AA-013A-4CDA-AFE3-4AC8257F5AE7}" destId="{97199732-22D3-4D58-B7C8-962AB9606A85}" srcOrd="0" destOrd="0" presId="urn:microsoft.com/office/officeart/2005/8/layout/lProcess1"/>
    <dgm:cxn modelId="{245BBF7B-FB53-464A-A0A1-3EE50C54D6C2}" type="presParOf" srcId="{8E0F53AA-013A-4CDA-AFE3-4AC8257F5AE7}" destId="{26BD821F-CD8E-40CE-AF95-EC5966F3B356}" srcOrd="1" destOrd="0" presId="urn:microsoft.com/office/officeart/2005/8/layout/lProcess1"/>
    <dgm:cxn modelId="{1E6D22E1-2016-4A03-89D1-152B1BA9EB5D}" type="presParOf" srcId="{8E0F53AA-013A-4CDA-AFE3-4AC8257F5AE7}" destId="{3D6BFEE7-2020-4FA5-9BAB-5A229DDECB65}" srcOrd="2" destOrd="0" presId="urn:microsoft.com/office/officeart/2005/8/layout/lProcess1"/>
    <dgm:cxn modelId="{BC815E9B-12F1-4C4E-BB14-6118AD8E56EF}" type="presParOf" srcId="{8E0F53AA-013A-4CDA-AFE3-4AC8257F5AE7}" destId="{B357538F-AA79-4CC6-BE79-302F1201BF7E}" srcOrd="3" destOrd="0" presId="urn:microsoft.com/office/officeart/2005/8/layout/lProcess1"/>
    <dgm:cxn modelId="{CA19DBD2-B227-44A8-A3A4-45AB5A7D03F3}" type="presParOf" srcId="{8E0F53AA-013A-4CDA-AFE3-4AC8257F5AE7}" destId="{AACA5BA9-33E9-4D22-B3BA-B0E28BE5D756}" srcOrd="4" destOrd="0" presId="urn:microsoft.com/office/officeart/2005/8/layout/lProcess1"/>
    <dgm:cxn modelId="{8E28F73C-DDC1-4597-A030-37000C99610E}" type="presParOf" srcId="{6AD91508-2DB0-4F8F-A27C-D4504EE3C201}" destId="{D881AE06-50DA-416E-A2E0-79BEEAC64ED8}" srcOrd="1" destOrd="0" presId="urn:microsoft.com/office/officeart/2005/8/layout/lProcess1"/>
    <dgm:cxn modelId="{F0DB5894-80AC-4923-A72E-58A45B4A4399}" type="presParOf" srcId="{6AD91508-2DB0-4F8F-A27C-D4504EE3C201}" destId="{697967CA-7870-4CD7-95A8-1FC39E3217D6}" srcOrd="2" destOrd="0" presId="urn:microsoft.com/office/officeart/2005/8/layout/lProcess1"/>
    <dgm:cxn modelId="{B0F2A63E-97B3-4DCA-9E12-92307C4AC230}" type="presParOf" srcId="{697967CA-7870-4CD7-95A8-1FC39E3217D6}" destId="{80A669FE-51D7-4237-8202-D9BC9B1E52CB}" srcOrd="0" destOrd="0" presId="urn:microsoft.com/office/officeart/2005/8/layout/lProcess1"/>
    <dgm:cxn modelId="{EDCAB896-7318-44D2-A351-C453E90BCC60}" type="presParOf" srcId="{697967CA-7870-4CD7-95A8-1FC39E3217D6}" destId="{59934E18-18FF-4689-9164-FDD519257429}" srcOrd="1" destOrd="0" presId="urn:microsoft.com/office/officeart/2005/8/layout/lProcess1"/>
    <dgm:cxn modelId="{3674D6FC-384C-4C09-A099-46E26A7971EB}" type="presParOf" srcId="{697967CA-7870-4CD7-95A8-1FC39E3217D6}" destId="{C9CB6B0D-52AE-45C2-992F-F16D5A34857A}" srcOrd="2" destOrd="0" presId="urn:microsoft.com/office/officeart/2005/8/layout/lProcess1"/>
    <dgm:cxn modelId="{C7209D3F-925F-4CB5-9108-4869D45F312D}" type="presParOf" srcId="{697967CA-7870-4CD7-95A8-1FC39E3217D6}" destId="{84323F49-06A9-4F37-B1A6-DC832E2DC220}" srcOrd="3" destOrd="0" presId="urn:microsoft.com/office/officeart/2005/8/layout/lProcess1"/>
    <dgm:cxn modelId="{B8C83064-244D-434F-9CD2-97FD1602FD12}" type="presParOf" srcId="{697967CA-7870-4CD7-95A8-1FC39E3217D6}" destId="{8021EFB3-77FD-42C2-90D1-C95C53596EF1}" srcOrd="4" destOrd="0" presId="urn:microsoft.com/office/officeart/2005/8/layout/lProcess1"/>
    <dgm:cxn modelId="{26BC58F7-6B05-4548-BD5E-3E3430526F1E}" type="presParOf" srcId="{6AD91508-2DB0-4F8F-A27C-D4504EE3C201}" destId="{8D2ACAA9-DF79-45FC-9198-28CE51F6BA18}" srcOrd="3" destOrd="0" presId="urn:microsoft.com/office/officeart/2005/8/layout/lProcess1"/>
    <dgm:cxn modelId="{49416230-B29F-4C7A-B780-779422EEB185}" type="presParOf" srcId="{6AD91508-2DB0-4F8F-A27C-D4504EE3C201}" destId="{DDFB7E4C-0C5E-4953-A22B-CCF057F9FA0F}" srcOrd="4" destOrd="0" presId="urn:microsoft.com/office/officeart/2005/8/layout/lProcess1"/>
    <dgm:cxn modelId="{BEAC9E1C-E7C3-45FD-B2EE-24F08BB16B91}" type="presParOf" srcId="{DDFB7E4C-0C5E-4953-A22B-CCF057F9FA0F}" destId="{E723AFB1-778C-49C2-894D-D418A663E930}" srcOrd="0" destOrd="0" presId="urn:microsoft.com/office/officeart/2005/8/layout/lProcess1"/>
    <dgm:cxn modelId="{B7613617-B064-428B-BC8A-BFEEF1D3517A}" type="presParOf" srcId="{DDFB7E4C-0C5E-4953-A22B-CCF057F9FA0F}" destId="{3E02E781-5BE2-45AA-9143-2CC178FA455E}" srcOrd="1" destOrd="0" presId="urn:microsoft.com/office/officeart/2005/8/layout/lProcess1"/>
    <dgm:cxn modelId="{1457A1B9-D9D3-4E53-92D0-80E9E295780F}" type="presParOf" srcId="{DDFB7E4C-0C5E-4953-A22B-CCF057F9FA0F}" destId="{469E4D95-2117-4314-A3CF-FEA6FB9D18D0}" srcOrd="2" destOrd="0" presId="urn:microsoft.com/office/officeart/2005/8/layout/lProcess1"/>
    <dgm:cxn modelId="{63802FFC-77F2-4DFD-A5E1-B58B77698460}" type="presParOf" srcId="{6AD91508-2DB0-4F8F-A27C-D4504EE3C201}" destId="{76B4F20C-0E3A-450C-8D6B-0BECFBC6B12D}" srcOrd="5" destOrd="0" presId="urn:microsoft.com/office/officeart/2005/8/layout/lProcess1"/>
    <dgm:cxn modelId="{C05337A1-5087-4953-9F59-1E31015D49B9}" type="presParOf" srcId="{6AD91508-2DB0-4F8F-A27C-D4504EE3C201}" destId="{B322878A-3403-457F-84CE-139C17E8F8A3}" srcOrd="6" destOrd="0" presId="urn:microsoft.com/office/officeart/2005/8/layout/lProcess1"/>
    <dgm:cxn modelId="{7F9B30AB-742F-410A-8AF0-AD8073A669F4}" type="presParOf" srcId="{B322878A-3403-457F-84CE-139C17E8F8A3}" destId="{D3CA2416-1B43-4029-8B78-4CA665BCB691}" srcOrd="0" destOrd="0" presId="urn:microsoft.com/office/officeart/2005/8/layout/lProcess1"/>
    <dgm:cxn modelId="{F913468E-E4C9-47D5-A547-DD6F6EFF8B18}" type="presParOf" srcId="{B322878A-3403-457F-84CE-139C17E8F8A3}" destId="{F4A7FEC3-13E9-4073-8C3F-3CACFE2209DC}" srcOrd="1" destOrd="0" presId="urn:microsoft.com/office/officeart/2005/8/layout/lProcess1"/>
    <dgm:cxn modelId="{3D585B06-23F1-4AB4-B915-2D3AB8698008}" type="presParOf" srcId="{B322878A-3403-457F-84CE-139C17E8F8A3}" destId="{42FBB82F-2E67-45B4-841A-415A09821E25}" srcOrd="2" destOrd="0" presId="urn:microsoft.com/office/officeart/2005/8/layout/lProcess1"/>
    <dgm:cxn modelId="{5998C07F-C99B-4FBA-9E4A-53EB7B2194E3}" type="presParOf" srcId="{6AD91508-2DB0-4F8F-A27C-D4504EE3C201}" destId="{3CB3C43E-5D68-4959-AC49-5023ED88866D}" srcOrd="7" destOrd="0" presId="urn:microsoft.com/office/officeart/2005/8/layout/lProcess1"/>
    <dgm:cxn modelId="{863A71CC-04C9-4CFA-8C82-57D19F3C2B6A}" type="presParOf" srcId="{6AD91508-2DB0-4F8F-A27C-D4504EE3C201}" destId="{E438B12F-87B6-4D20-B676-1ED9BD1E71C4}" srcOrd="8" destOrd="0" presId="urn:microsoft.com/office/officeart/2005/8/layout/lProcess1"/>
    <dgm:cxn modelId="{72B75FA8-A2DC-4F9B-898A-DCABCD0A06F1}" type="presParOf" srcId="{E438B12F-87B6-4D20-B676-1ED9BD1E71C4}" destId="{1F1E2FFF-DE45-4707-9C4E-DEF136024FEF}" srcOrd="0" destOrd="0" presId="urn:microsoft.com/office/officeart/2005/8/layout/lProcess1"/>
    <dgm:cxn modelId="{5BFB8B88-3930-4BA9-9AFB-940105B32840}" type="presParOf" srcId="{E438B12F-87B6-4D20-B676-1ED9BD1E71C4}" destId="{CF6AEAD6-B0B5-40A1-886E-349EAFCBF537}" srcOrd="1" destOrd="0" presId="urn:microsoft.com/office/officeart/2005/8/layout/lProcess1"/>
    <dgm:cxn modelId="{E906FE5E-D0ED-4DDE-BB61-91F222F60281}" type="presParOf" srcId="{E438B12F-87B6-4D20-B676-1ED9BD1E71C4}" destId="{8B04FC04-5B0B-4532-B067-3A96B91B1A71}" srcOrd="2" destOrd="0" presId="urn:microsoft.com/office/officeart/2005/8/layout/lProcess1"/>
    <dgm:cxn modelId="{68D98F03-5650-4CF8-B3CE-F343D43C31E3}" type="presParOf" srcId="{E438B12F-87B6-4D20-B676-1ED9BD1E71C4}" destId="{40CDE28E-6463-4F26-9A6E-6F6001E14359}" srcOrd="3" destOrd="0" presId="urn:microsoft.com/office/officeart/2005/8/layout/lProcess1"/>
    <dgm:cxn modelId="{8E0AC422-CD1F-4EFE-8423-DA67B6593B9B}" type="presParOf" srcId="{E438B12F-87B6-4D20-B676-1ED9BD1E71C4}" destId="{5E79D27C-CC5A-4EAB-BDFE-316B905C90DF}" srcOrd="4" destOrd="0" presId="urn:microsoft.com/office/officeart/2005/8/layout/lProcess1"/>
    <dgm:cxn modelId="{020F605E-59D0-4256-BAE4-00250F4C01F3}" type="presParOf" srcId="{E438B12F-87B6-4D20-B676-1ED9BD1E71C4}" destId="{46B3D863-F335-41B1-A3E1-8048FAF66904}" srcOrd="5" destOrd="0" presId="urn:microsoft.com/office/officeart/2005/8/layout/lProcess1"/>
    <dgm:cxn modelId="{1730EDA4-0993-4F48-AAA5-E6CDAFBD3F91}" type="presParOf" srcId="{E438B12F-87B6-4D20-B676-1ED9BD1E71C4}" destId="{3CEBE889-FAE6-4538-9DB6-FFDB9389BE19}" srcOrd="6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199732-22D3-4D58-B7C8-962AB9606A85}">
      <dsp:nvSpPr>
        <dsp:cNvPr id="0" name=""/>
        <dsp:cNvSpPr/>
      </dsp:nvSpPr>
      <dsp:spPr>
        <a:xfrm>
          <a:off x="3860" y="1073762"/>
          <a:ext cx="1423321" cy="3558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Notación</a:t>
          </a:r>
        </a:p>
      </dsp:txBody>
      <dsp:txXfrm>
        <a:off x="14282" y="1084184"/>
        <a:ext cx="1402477" cy="334986"/>
      </dsp:txXfrm>
    </dsp:sp>
    <dsp:sp modelId="{26BD821F-CD8E-40CE-AF95-EC5966F3B356}">
      <dsp:nvSpPr>
        <dsp:cNvPr id="0" name=""/>
        <dsp:cNvSpPr/>
      </dsp:nvSpPr>
      <dsp:spPr>
        <a:xfrm rot="5400000">
          <a:off x="684386" y="1460728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6BFEE7-2020-4FA5-9BAB-5A229DDECB65}">
      <dsp:nvSpPr>
        <dsp:cNvPr id="0" name=""/>
        <dsp:cNvSpPr/>
      </dsp:nvSpPr>
      <dsp:spPr>
        <a:xfrm>
          <a:off x="3860" y="1554133"/>
          <a:ext cx="1423321" cy="35583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Algebraica</a:t>
          </a:r>
        </a:p>
      </dsp:txBody>
      <dsp:txXfrm>
        <a:off x="14282" y="1564555"/>
        <a:ext cx="1402477" cy="334986"/>
      </dsp:txXfrm>
    </dsp:sp>
    <dsp:sp modelId="{B357538F-AA79-4CC6-BE79-302F1201BF7E}">
      <dsp:nvSpPr>
        <dsp:cNvPr id="0" name=""/>
        <dsp:cNvSpPr/>
      </dsp:nvSpPr>
      <dsp:spPr>
        <a:xfrm rot="5400000">
          <a:off x="684386" y="1941099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CA5BA9-33E9-4D22-B3BA-B0E28BE5D756}">
      <dsp:nvSpPr>
        <dsp:cNvPr id="0" name=""/>
        <dsp:cNvSpPr/>
      </dsp:nvSpPr>
      <dsp:spPr>
        <a:xfrm>
          <a:off x="3860" y="2034504"/>
          <a:ext cx="1423321" cy="35583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Matricial</a:t>
          </a:r>
        </a:p>
      </dsp:txBody>
      <dsp:txXfrm>
        <a:off x="14282" y="2044926"/>
        <a:ext cx="1402477" cy="334986"/>
      </dsp:txXfrm>
    </dsp:sp>
    <dsp:sp modelId="{80A669FE-51D7-4237-8202-D9BC9B1E52CB}">
      <dsp:nvSpPr>
        <dsp:cNvPr id="0" name=""/>
        <dsp:cNvSpPr/>
      </dsp:nvSpPr>
      <dsp:spPr>
        <a:xfrm>
          <a:off x="1626447" y="1073762"/>
          <a:ext cx="1423321" cy="3558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Solución</a:t>
          </a:r>
        </a:p>
      </dsp:txBody>
      <dsp:txXfrm>
        <a:off x="1636869" y="1084184"/>
        <a:ext cx="1402477" cy="334986"/>
      </dsp:txXfrm>
    </dsp:sp>
    <dsp:sp modelId="{59934E18-18FF-4689-9164-FDD519257429}">
      <dsp:nvSpPr>
        <dsp:cNvPr id="0" name=""/>
        <dsp:cNvSpPr/>
      </dsp:nvSpPr>
      <dsp:spPr>
        <a:xfrm rot="5400000">
          <a:off x="2306972" y="1460728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CB6B0D-52AE-45C2-992F-F16D5A34857A}">
      <dsp:nvSpPr>
        <dsp:cNvPr id="0" name=""/>
        <dsp:cNvSpPr/>
      </dsp:nvSpPr>
      <dsp:spPr>
        <a:xfrm>
          <a:off x="1626447" y="1554133"/>
          <a:ext cx="1423321" cy="355830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Espacios de solución</a:t>
          </a:r>
        </a:p>
      </dsp:txBody>
      <dsp:txXfrm>
        <a:off x="1636869" y="1564555"/>
        <a:ext cx="1402477" cy="334986"/>
      </dsp:txXfrm>
    </dsp:sp>
    <dsp:sp modelId="{84323F49-06A9-4F37-B1A6-DC832E2DC220}">
      <dsp:nvSpPr>
        <dsp:cNvPr id="0" name=""/>
        <dsp:cNvSpPr/>
      </dsp:nvSpPr>
      <dsp:spPr>
        <a:xfrm rot="5400000">
          <a:off x="2306972" y="1941099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21EFB3-77FD-42C2-90D1-C95C53596EF1}">
      <dsp:nvSpPr>
        <dsp:cNvPr id="0" name=""/>
        <dsp:cNvSpPr/>
      </dsp:nvSpPr>
      <dsp:spPr>
        <a:xfrm>
          <a:off x="1626447" y="2034504"/>
          <a:ext cx="1423321" cy="35583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Tipos de solución</a:t>
          </a:r>
        </a:p>
      </dsp:txBody>
      <dsp:txXfrm>
        <a:off x="1636869" y="2044926"/>
        <a:ext cx="1402477" cy="334986"/>
      </dsp:txXfrm>
    </dsp:sp>
    <dsp:sp modelId="{E723AFB1-778C-49C2-894D-D418A663E930}">
      <dsp:nvSpPr>
        <dsp:cNvPr id="0" name=""/>
        <dsp:cNvSpPr/>
      </dsp:nvSpPr>
      <dsp:spPr>
        <a:xfrm>
          <a:off x="3249033" y="1073762"/>
          <a:ext cx="1423321" cy="35583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Método Gráfico</a:t>
          </a:r>
        </a:p>
      </dsp:txBody>
      <dsp:txXfrm>
        <a:off x="3259455" y="1084184"/>
        <a:ext cx="1402477" cy="334986"/>
      </dsp:txXfrm>
    </dsp:sp>
    <dsp:sp modelId="{3E02E781-5BE2-45AA-9143-2CC178FA455E}">
      <dsp:nvSpPr>
        <dsp:cNvPr id="0" name=""/>
        <dsp:cNvSpPr/>
      </dsp:nvSpPr>
      <dsp:spPr>
        <a:xfrm rot="5400000">
          <a:off x="3929559" y="1460728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9E4D95-2117-4314-A3CF-FEA6FB9D18D0}">
      <dsp:nvSpPr>
        <dsp:cNvPr id="0" name=""/>
        <dsp:cNvSpPr/>
      </dsp:nvSpPr>
      <dsp:spPr>
        <a:xfrm>
          <a:off x="3249033" y="1554133"/>
          <a:ext cx="1423321" cy="355830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Para problemas pequeños (2 </a:t>
          </a:r>
          <a:r>
            <a:rPr lang="es-ES" sz="1000" kern="1200" dirty="0" err="1"/>
            <a:t>var</a:t>
          </a:r>
          <a:r>
            <a:rPr lang="es-ES" sz="1000" kern="1200" dirty="0"/>
            <a:t>)</a:t>
          </a:r>
        </a:p>
      </dsp:txBody>
      <dsp:txXfrm>
        <a:off x="3259455" y="1564555"/>
        <a:ext cx="1402477" cy="334986"/>
      </dsp:txXfrm>
    </dsp:sp>
    <dsp:sp modelId="{D3CA2416-1B43-4029-8B78-4CA665BCB691}">
      <dsp:nvSpPr>
        <dsp:cNvPr id="0" name=""/>
        <dsp:cNvSpPr/>
      </dsp:nvSpPr>
      <dsp:spPr>
        <a:xfrm>
          <a:off x="4871620" y="1073762"/>
          <a:ext cx="1423321" cy="35583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Método de B&amp;B</a:t>
          </a:r>
        </a:p>
      </dsp:txBody>
      <dsp:txXfrm>
        <a:off x="4882042" y="1084184"/>
        <a:ext cx="1402477" cy="334986"/>
      </dsp:txXfrm>
    </dsp:sp>
    <dsp:sp modelId="{F4A7FEC3-13E9-4073-8C3F-3CACFE2209DC}">
      <dsp:nvSpPr>
        <dsp:cNvPr id="0" name=""/>
        <dsp:cNvSpPr/>
      </dsp:nvSpPr>
      <dsp:spPr>
        <a:xfrm rot="5400000">
          <a:off x="5552145" y="1460728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FBB82F-2E67-45B4-841A-415A09821E25}">
      <dsp:nvSpPr>
        <dsp:cNvPr id="0" name=""/>
        <dsp:cNvSpPr/>
      </dsp:nvSpPr>
      <dsp:spPr>
        <a:xfrm>
          <a:off x="4871620" y="1554133"/>
          <a:ext cx="1423321" cy="35583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Para problemas enteros </a:t>
          </a:r>
        </a:p>
      </dsp:txBody>
      <dsp:txXfrm>
        <a:off x="4882042" y="1564555"/>
        <a:ext cx="1402477" cy="334986"/>
      </dsp:txXfrm>
    </dsp:sp>
    <dsp:sp modelId="{1F1E2FFF-DE45-4707-9C4E-DEF136024FEF}">
      <dsp:nvSpPr>
        <dsp:cNvPr id="0" name=""/>
        <dsp:cNvSpPr/>
      </dsp:nvSpPr>
      <dsp:spPr>
        <a:xfrm>
          <a:off x="6494206" y="1073762"/>
          <a:ext cx="1423321" cy="35583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Métodos Simplex</a:t>
          </a:r>
        </a:p>
      </dsp:txBody>
      <dsp:txXfrm>
        <a:off x="6504628" y="1084184"/>
        <a:ext cx="1402477" cy="334986"/>
      </dsp:txXfrm>
    </dsp:sp>
    <dsp:sp modelId="{CF6AEAD6-B0B5-40A1-886E-349EAFCBF537}">
      <dsp:nvSpPr>
        <dsp:cNvPr id="0" name=""/>
        <dsp:cNvSpPr/>
      </dsp:nvSpPr>
      <dsp:spPr>
        <a:xfrm rot="5400000">
          <a:off x="7174732" y="1460728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04FC04-5B0B-4532-B067-3A96B91B1A71}">
      <dsp:nvSpPr>
        <dsp:cNvPr id="0" name=""/>
        <dsp:cNvSpPr/>
      </dsp:nvSpPr>
      <dsp:spPr>
        <a:xfrm>
          <a:off x="6494206" y="1554133"/>
          <a:ext cx="1423321" cy="35583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Preparación: Forma estándar</a:t>
          </a:r>
        </a:p>
      </dsp:txBody>
      <dsp:txXfrm>
        <a:off x="6504628" y="1564555"/>
        <a:ext cx="1402477" cy="334986"/>
      </dsp:txXfrm>
    </dsp:sp>
    <dsp:sp modelId="{40CDE28E-6463-4F26-9A6E-6F6001E14359}">
      <dsp:nvSpPr>
        <dsp:cNvPr id="0" name=""/>
        <dsp:cNvSpPr/>
      </dsp:nvSpPr>
      <dsp:spPr>
        <a:xfrm rot="5400000">
          <a:off x="7174732" y="1941099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79D27C-CC5A-4EAB-BDFE-316B905C90DF}">
      <dsp:nvSpPr>
        <dsp:cNvPr id="0" name=""/>
        <dsp:cNvSpPr/>
      </dsp:nvSpPr>
      <dsp:spPr>
        <a:xfrm>
          <a:off x="6494206" y="2034504"/>
          <a:ext cx="1423321" cy="355830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/>
            <a:t>Estructura </a:t>
          </a:r>
          <a:r>
            <a:rPr lang="es-ES" sz="1000" kern="1200" dirty="0"/>
            <a:t>de una iteración</a:t>
          </a:r>
        </a:p>
      </dsp:txBody>
      <dsp:txXfrm>
        <a:off x="6504628" y="2044926"/>
        <a:ext cx="1402477" cy="334986"/>
      </dsp:txXfrm>
    </dsp:sp>
    <dsp:sp modelId="{46B3D863-F335-41B1-A3E1-8048FAF66904}">
      <dsp:nvSpPr>
        <dsp:cNvPr id="0" name=""/>
        <dsp:cNvSpPr/>
      </dsp:nvSpPr>
      <dsp:spPr>
        <a:xfrm rot="5400000">
          <a:off x="7174732" y="2421470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EBE889-FAE6-4538-9DB6-FFDB9389BE19}">
      <dsp:nvSpPr>
        <dsp:cNvPr id="0" name=""/>
        <dsp:cNvSpPr/>
      </dsp:nvSpPr>
      <dsp:spPr>
        <a:xfrm>
          <a:off x="6494206" y="2514875"/>
          <a:ext cx="1423321" cy="35583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Complejidad matemática</a:t>
          </a:r>
        </a:p>
      </dsp:txBody>
      <dsp:txXfrm>
        <a:off x="6504628" y="2525297"/>
        <a:ext cx="1402477" cy="3349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0.09679</cdr:x>
      <cdr:y>0.59155</cdr:y>
    </cdr:from>
    <cdr:to>
      <cdr:x>0.64163</cdr:x>
      <cdr:y>0.8554</cdr:y>
    </cdr:to>
    <cdr:sp macro="" textlink="">
      <cdr:nvSpPr>
        <cdr:cNvPr id="2" name="1 Forma libre"/>
        <cdr:cNvSpPr/>
      </cdr:nvSpPr>
      <cdr:spPr>
        <a:xfrm xmlns:a="http://schemas.openxmlformats.org/drawingml/2006/main">
          <a:off x="738429" y="3000396"/>
          <a:ext cx="4156876" cy="1338273"/>
        </a:xfrm>
        <a:custGeom xmlns:a="http://schemas.openxmlformats.org/drawingml/2006/main">
          <a:avLst/>
          <a:gdLst>
            <a:gd name="connsiteX0" fmla="*/ 0 w 2476500"/>
            <a:gd name="connsiteY0" fmla="*/ 0 h 1123950"/>
            <a:gd name="connsiteX1" fmla="*/ 19050 w 2476500"/>
            <a:gd name="connsiteY1" fmla="*/ 1123950 h 1123950"/>
            <a:gd name="connsiteX2" fmla="*/ 2476500 w 2476500"/>
            <a:gd name="connsiteY2" fmla="*/ 1123950 h 1123950"/>
            <a:gd name="connsiteX3" fmla="*/ 2066925 w 2476500"/>
            <a:gd name="connsiteY3" fmla="*/ 647700 h 1123950"/>
            <a:gd name="connsiteX4" fmla="*/ 333375 w 2476500"/>
            <a:gd name="connsiteY4" fmla="*/ 0 h 1123950"/>
            <a:gd name="connsiteX5" fmla="*/ 0 w 2476500"/>
            <a:gd name="connsiteY5" fmla="*/ 0 h 1123950"/>
            <a:gd name="connsiteX0" fmla="*/ 0 w 2457450"/>
            <a:gd name="connsiteY0" fmla="*/ 11099 h 1123950"/>
            <a:gd name="connsiteX1" fmla="*/ 0 w 2457450"/>
            <a:gd name="connsiteY1" fmla="*/ 1123950 h 1123950"/>
            <a:gd name="connsiteX2" fmla="*/ 2457450 w 2457450"/>
            <a:gd name="connsiteY2" fmla="*/ 1123950 h 1123950"/>
            <a:gd name="connsiteX3" fmla="*/ 2047875 w 2457450"/>
            <a:gd name="connsiteY3" fmla="*/ 647700 h 1123950"/>
            <a:gd name="connsiteX4" fmla="*/ 314325 w 2457450"/>
            <a:gd name="connsiteY4" fmla="*/ 0 h 1123950"/>
            <a:gd name="connsiteX5" fmla="*/ 0 w 2457450"/>
            <a:gd name="connsiteY5" fmla="*/ 11099 h 1123950"/>
            <a:gd name="connsiteX0" fmla="*/ 0 w 2457450"/>
            <a:gd name="connsiteY0" fmla="*/ 0 h 1112851"/>
            <a:gd name="connsiteX1" fmla="*/ 0 w 2457450"/>
            <a:gd name="connsiteY1" fmla="*/ 1112851 h 1112851"/>
            <a:gd name="connsiteX2" fmla="*/ 2457450 w 2457450"/>
            <a:gd name="connsiteY2" fmla="*/ 1112851 h 1112851"/>
            <a:gd name="connsiteX3" fmla="*/ 2047875 w 2457450"/>
            <a:gd name="connsiteY3" fmla="*/ 636601 h 1112851"/>
            <a:gd name="connsiteX4" fmla="*/ 314325 w 2457450"/>
            <a:gd name="connsiteY4" fmla="*/ 11100 h 1112851"/>
            <a:gd name="connsiteX5" fmla="*/ 0 w 2457450"/>
            <a:gd name="connsiteY5" fmla="*/ 0 h 1112851"/>
            <a:gd name="connsiteX0" fmla="*/ 0 w 2447925"/>
            <a:gd name="connsiteY0" fmla="*/ 0 h 1112851"/>
            <a:gd name="connsiteX1" fmla="*/ 0 w 2447925"/>
            <a:gd name="connsiteY1" fmla="*/ 1112851 h 1112851"/>
            <a:gd name="connsiteX2" fmla="*/ 2447925 w 2447925"/>
            <a:gd name="connsiteY2" fmla="*/ 1101752 h 1112851"/>
            <a:gd name="connsiteX3" fmla="*/ 2047875 w 2447925"/>
            <a:gd name="connsiteY3" fmla="*/ 636601 h 1112851"/>
            <a:gd name="connsiteX4" fmla="*/ 314325 w 2447925"/>
            <a:gd name="connsiteY4" fmla="*/ 11100 h 1112851"/>
            <a:gd name="connsiteX5" fmla="*/ 0 w 2447925"/>
            <a:gd name="connsiteY5" fmla="*/ 0 h 1112851"/>
            <a:gd name="connsiteX0" fmla="*/ 0 w 2447925"/>
            <a:gd name="connsiteY0" fmla="*/ 0 h 1112851"/>
            <a:gd name="connsiteX1" fmla="*/ 0 w 2447925"/>
            <a:gd name="connsiteY1" fmla="*/ 1112851 h 1112851"/>
            <a:gd name="connsiteX2" fmla="*/ 2447925 w 2447925"/>
            <a:gd name="connsiteY2" fmla="*/ 1101752 h 1112851"/>
            <a:gd name="connsiteX3" fmla="*/ 2038351 w 2447925"/>
            <a:gd name="connsiteY3" fmla="*/ 647700 h 1112851"/>
            <a:gd name="connsiteX4" fmla="*/ 314325 w 2447925"/>
            <a:gd name="connsiteY4" fmla="*/ 11100 h 1112851"/>
            <a:gd name="connsiteX5" fmla="*/ 0 w 2447925"/>
            <a:gd name="connsiteY5" fmla="*/ 0 h 1112851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  <a:cxn ang="0">
              <a:pos x="connsiteX3" y="connsiteY3"/>
            </a:cxn>
            <a:cxn ang="0">
              <a:pos x="connsiteX4" y="connsiteY4"/>
            </a:cxn>
            <a:cxn ang="0">
              <a:pos x="connsiteX5" y="connsiteY5"/>
            </a:cxn>
          </a:cxnLst>
          <a:rect l="l" t="t" r="r" b="b"/>
          <a:pathLst>
            <a:path w="2447925" h="1112851">
              <a:moveTo>
                <a:pt x="0" y="0"/>
              </a:moveTo>
              <a:lnTo>
                <a:pt x="0" y="1112851"/>
              </a:lnTo>
              <a:lnTo>
                <a:pt x="2447925" y="1101752"/>
              </a:lnTo>
              <a:lnTo>
                <a:pt x="2038351" y="647700"/>
              </a:lnTo>
              <a:lnTo>
                <a:pt x="314325" y="11100"/>
              </a:lnTo>
              <a:lnTo>
                <a:pt x="0" y="0"/>
              </a:lnTo>
              <a:close/>
            </a:path>
          </a:pathLst>
        </a:custGeom>
        <a:ln xmlns:a="http://schemas.openxmlformats.org/drawingml/2006/main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2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/>
        <a:lstStyle xmlns:a="http://schemas.openxmlformats.org/drawingml/2006/main"/>
        <a:p xmlns:a="http://schemas.openxmlformats.org/drawingml/2006/main">
          <a:endParaRPr lang="es-MX"/>
        </a:p>
      </cdr:txBody>
    </cdr:sp>
  </cdr:relSizeAnchor>
  <cdr:relSizeAnchor xmlns:cdr="http://schemas.openxmlformats.org/drawingml/2006/chartDrawing">
    <cdr:from>
      <cdr:x>0.62836</cdr:x>
      <cdr:y>0.78835</cdr:y>
    </cdr:from>
    <cdr:to>
      <cdr:x>0.67273</cdr:x>
      <cdr:y>0.87209</cdr:y>
    </cdr:to>
    <cdr:sp macro="" textlink="">
      <cdr:nvSpPr>
        <cdr:cNvPr id="3" name="5 CuadroTexto"/>
        <cdr:cNvSpPr txBox="1"/>
      </cdr:nvSpPr>
      <cdr:spPr>
        <a:xfrm xmlns:a="http://schemas.openxmlformats.org/drawingml/2006/main">
          <a:off x="4794060" y="3998580"/>
          <a:ext cx="338554" cy="4247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1pPr>
          <a:lvl2pPr marL="457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2pPr>
          <a:lvl3pPr marL="914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3pPr>
          <a:lvl4pPr marL="1371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4pPr>
          <a:lvl5pPr marL="18288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5pPr>
          <a:lvl6pPr marL="22860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6pPr>
          <a:lvl7pPr marL="2743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7pPr>
          <a:lvl8pPr marL="3200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8pPr>
          <a:lvl9pPr marL="3657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9pPr>
        </a:lstStyle>
        <a:p xmlns:a="http://schemas.openxmlformats.org/drawingml/2006/main">
          <a:r>
            <a:rPr lang="es-MX" sz="2160" dirty="0">
              <a:ln>
                <a:solidFill>
                  <a:sysClr val="windowText" lastClr="000000"/>
                </a:solidFill>
              </a:ln>
              <a:solidFill>
                <a:schemeClr val="tx1"/>
              </a:solidFill>
              <a:latin typeface="+mn-lt"/>
            </a:rPr>
            <a:t>E</a:t>
          </a:r>
        </a:p>
      </cdr:txBody>
    </cdr:sp>
  </cdr:relSizeAnchor>
  <cdr:relSizeAnchor xmlns:cdr="http://schemas.openxmlformats.org/drawingml/2006/chartDrawing">
    <cdr:from>
      <cdr:x>0.10112</cdr:x>
      <cdr:y>0.15493</cdr:y>
    </cdr:from>
    <cdr:to>
      <cdr:x>0.15437</cdr:x>
      <cdr:y>0.22775</cdr:y>
    </cdr:to>
    <cdr:sp macro="" textlink="">
      <cdr:nvSpPr>
        <cdr:cNvPr id="4" name="5 CuadroTexto"/>
        <cdr:cNvSpPr txBox="1"/>
      </cdr:nvSpPr>
      <cdr:spPr>
        <a:xfrm xmlns:a="http://schemas.openxmlformats.org/drawingml/2006/main">
          <a:off x="642942" y="785818"/>
          <a:ext cx="338554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1pPr>
          <a:lvl2pPr marL="457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2pPr>
          <a:lvl3pPr marL="914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3pPr>
          <a:lvl4pPr marL="1371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4pPr>
          <a:lvl5pPr marL="18288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5pPr>
          <a:lvl6pPr marL="22860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6pPr>
          <a:lvl7pPr marL="2743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7pPr>
          <a:lvl8pPr marL="3200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8pPr>
          <a:lvl9pPr marL="3657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9pPr>
        </a:lstStyle>
        <a:p xmlns:a="http://schemas.openxmlformats.org/drawingml/2006/main">
          <a:r>
            <a:rPr lang="es-MX" dirty="0"/>
            <a:t>G</a:t>
          </a:r>
        </a:p>
      </cdr:txBody>
    </cdr:sp>
  </cdr:relSizeAnchor>
  <cdr:relSizeAnchor xmlns:cdr="http://schemas.openxmlformats.org/drawingml/2006/chartDrawing">
    <cdr:from>
      <cdr:x>0.4045</cdr:x>
      <cdr:y>0.52113</cdr:y>
    </cdr:from>
    <cdr:to>
      <cdr:x>0.45775</cdr:x>
      <cdr:y>0.59394</cdr:y>
    </cdr:to>
    <cdr:sp macro="" textlink="">
      <cdr:nvSpPr>
        <cdr:cNvPr id="5" name="5 CuadroTexto"/>
        <cdr:cNvSpPr txBox="1"/>
      </cdr:nvSpPr>
      <cdr:spPr>
        <a:xfrm xmlns:a="http://schemas.openxmlformats.org/drawingml/2006/main">
          <a:off x="2571768" y="2643206"/>
          <a:ext cx="338554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1pPr>
          <a:lvl2pPr marL="457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2pPr>
          <a:lvl3pPr marL="914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3pPr>
          <a:lvl4pPr marL="1371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4pPr>
          <a:lvl5pPr marL="18288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5pPr>
          <a:lvl6pPr marL="22860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6pPr>
          <a:lvl7pPr marL="2743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7pPr>
          <a:lvl8pPr marL="3200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8pPr>
          <a:lvl9pPr marL="3657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9pPr>
        </a:lstStyle>
        <a:p xmlns:a="http://schemas.openxmlformats.org/drawingml/2006/main">
          <a:r>
            <a:rPr lang="es-MX" dirty="0"/>
            <a:t>H</a:t>
          </a:r>
        </a:p>
      </cdr:txBody>
    </cdr:sp>
  </cdr:relSizeAnchor>
  <cdr:relSizeAnchor xmlns:cdr="http://schemas.openxmlformats.org/drawingml/2006/chartDrawing">
    <cdr:from>
      <cdr:x>0.802</cdr:x>
      <cdr:y>0.77465</cdr:y>
    </cdr:from>
    <cdr:to>
      <cdr:x>0.83987</cdr:x>
      <cdr:y>0.84746</cdr:y>
    </cdr:to>
    <cdr:sp macro="" textlink="">
      <cdr:nvSpPr>
        <cdr:cNvPr id="6" name="5 CuadroTexto"/>
        <cdr:cNvSpPr txBox="1"/>
      </cdr:nvSpPr>
      <cdr:spPr>
        <a:xfrm xmlns:a="http://schemas.openxmlformats.org/drawingml/2006/main">
          <a:off x="5099063" y="3929090"/>
          <a:ext cx="240772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1pPr>
          <a:lvl2pPr marL="457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2pPr>
          <a:lvl3pPr marL="914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3pPr>
          <a:lvl4pPr marL="1371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4pPr>
          <a:lvl5pPr marL="18288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5pPr>
          <a:lvl6pPr marL="22860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6pPr>
          <a:lvl7pPr marL="2743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7pPr>
          <a:lvl8pPr marL="3200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8pPr>
          <a:lvl9pPr marL="3657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9pPr>
        </a:lstStyle>
        <a:p xmlns:a="http://schemas.openxmlformats.org/drawingml/2006/main">
          <a:r>
            <a:rPr lang="es-MX" dirty="0"/>
            <a:t>I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395B66E5-15AA-4745-8A67-3CE257BEE3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844A45-21B3-834A-A491-E4E4B9DC11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AC039FDB-18A0-074D-8BA3-A4C3DE896A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E6D13E5-4CEC-3A4A-8E5D-AFCEE7512EE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16DDD5-62CD-490F-AED1-A4E3DCB5364D}" type="datetime1">
              <a:rPr lang="es-MX" smtClean="0"/>
              <a:pPr/>
              <a:t>04/03/2025</a:t>
            </a:fld>
            <a:endParaRPr lang="es-MX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MX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9C7E07-3C67-C64C-8DA0-0404F6303970}" type="slidenum">
              <a:rPr lang="es-MX" noProof="0" smtClean="0"/>
              <a:t>‹#›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4069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Primera</a:t>
            </a:r>
            <a:r>
              <a:rPr lang="en-US" dirty="0"/>
              <a:t> </a:t>
            </a:r>
            <a:r>
              <a:rPr lang="en-US" dirty="0" err="1"/>
              <a:t>actividad</a:t>
            </a:r>
            <a:r>
              <a:rPr lang="en-US" dirty="0"/>
              <a:t> de </a:t>
            </a:r>
            <a:r>
              <a:rPr lang="en-US" dirty="0" err="1"/>
              <a:t>formulación</a:t>
            </a:r>
            <a:r>
              <a:rPr lang="en-US" dirty="0"/>
              <a:t>.</a:t>
            </a:r>
          </a:p>
          <a:p>
            <a:r>
              <a:rPr lang="en-US" dirty="0"/>
              <a:t>Primero individual, </a:t>
            </a:r>
            <a:r>
              <a:rPr lang="en-US" dirty="0" err="1"/>
              <a:t>luego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equipos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A7F30-9D1A-4F69-B462-041F90EFBDB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87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13FD-97A8-4A30-9A5A-F2D0AB17A06A}" type="slidenum">
              <a:rPr lang="es-ES" smtClean="0"/>
              <a:pPr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5635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3B2B0-3404-29AE-6E8C-4B9CB7126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>
            <a:extLst>
              <a:ext uri="{FF2B5EF4-FFF2-40B4-BE49-F238E27FC236}">
                <a16:creationId xmlns:a16="http://schemas.microsoft.com/office/drawing/2014/main" id="{D7FEF181-BEF6-01B9-78D2-9E37C74157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>
            <a:extLst>
              <a:ext uri="{FF2B5EF4-FFF2-40B4-BE49-F238E27FC236}">
                <a16:creationId xmlns:a16="http://schemas.microsoft.com/office/drawing/2014/main" id="{306817BA-5863-AE81-D1CA-9940AD8D5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>
            <a:extLst>
              <a:ext uri="{FF2B5EF4-FFF2-40B4-BE49-F238E27FC236}">
                <a16:creationId xmlns:a16="http://schemas.microsoft.com/office/drawing/2014/main" id="{384884A1-A9C1-1FA6-3568-0A7276B43D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13FD-97A8-4A30-9A5A-F2D0AB17A06A}" type="slidenum">
              <a:rPr lang="es-ES" smtClean="0"/>
              <a:pPr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2840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W: multipliers:  </a:t>
            </a:r>
            <a:r>
              <a:rPr lang="en-US" dirty="0" err="1"/>
              <a:t>multiplicadores</a:t>
            </a:r>
            <a:r>
              <a:rPr lang="en-US" dirty="0"/>
              <a:t> de </a:t>
            </a:r>
            <a:r>
              <a:rPr lang="en-US" dirty="0" err="1"/>
              <a:t>las</a:t>
            </a:r>
            <a:r>
              <a:rPr lang="en-US" baseline="0" dirty="0"/>
              <a:t> </a:t>
            </a:r>
            <a:r>
              <a:rPr lang="en-US" baseline="0" dirty="0" err="1"/>
              <a:t>filas</a:t>
            </a:r>
            <a:r>
              <a:rPr lang="en-US" baseline="0" dirty="0"/>
              <a:t> de A </a:t>
            </a:r>
            <a:r>
              <a:rPr lang="en-US" baseline="0" dirty="0" err="1"/>
              <a:t>que</a:t>
            </a:r>
            <a:r>
              <a:rPr lang="en-US" baseline="0" dirty="0"/>
              <a:t> se </a:t>
            </a:r>
            <a:r>
              <a:rPr lang="en-US" baseline="0" dirty="0" err="1"/>
              <a:t>adicionan</a:t>
            </a:r>
            <a:r>
              <a:rPr lang="en-US" baseline="0" dirty="0"/>
              <a:t> a la </a:t>
            </a:r>
            <a:r>
              <a:rPr lang="en-US" baseline="0" dirty="0" err="1"/>
              <a:t>función</a:t>
            </a:r>
            <a:r>
              <a:rPr lang="en-US" baseline="0" dirty="0"/>
              <a:t> </a:t>
            </a:r>
            <a:r>
              <a:rPr lang="en-US" baseline="0" dirty="0" err="1"/>
              <a:t>objetivo</a:t>
            </a:r>
            <a:r>
              <a:rPr lang="en-US" baseline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13FD-97A8-4A30-9A5A-F2D0AB17A06A}" type="slidenum">
              <a:rPr lang="es-ES" smtClean="0"/>
              <a:pPr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3099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13FD-97A8-4A30-9A5A-F2D0AB17A06A}" type="slidenum">
              <a:rPr lang="es-ES" smtClean="0"/>
              <a:pPr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297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8D85A20-4E16-9E1A-F4A1-F75F389B3404}"/>
              </a:ext>
            </a:extLst>
          </p:cNvPr>
          <p:cNvSpPr/>
          <p:nvPr userDrawn="1"/>
        </p:nvSpPr>
        <p:spPr>
          <a:xfrm>
            <a:off x="11984854" y="3364637"/>
            <a:ext cx="207145" cy="225981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Marcador de posición de texto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5" name="Marcador de posición de texto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Marcador de posición de texto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Marcador de posición de texto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Marcador de posición de texto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Marcador de posición de texto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texto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029A217F-D76A-49DF-A17D-DFD53CAD5FA9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4093066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4" name="Marcador de posición de imagen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Aptos Black" panose="020B0004020202020204" pitchFamily="34" charset="0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 dirty="0"/>
              <a:t>Click to edit Master text styles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745413" y="6610348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7D785354-D3F9-4F56-8BC7-7DFCD291EBBB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1216" y="6632892"/>
            <a:ext cx="2324569" cy="247651"/>
          </a:xfrm>
        </p:spPr>
        <p:txBody>
          <a:bodyPr rtlCol="0"/>
          <a:lstStyle/>
          <a:p>
            <a:pPr rtl="0"/>
            <a:r>
              <a:rPr lang="es-MX" noProof="0" dirty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68760" y="6610347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073769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 userDrawn="1">
          <p15:clr>
            <a:srgbClr val="FBAE40"/>
          </p15:clr>
        </p15:guide>
        <p15:guide id="7" orient="horz" pos="1440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788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gráfico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rtl="0"/>
            <a:r>
              <a:rPr lang="en-US" noProof="0"/>
              <a:t>Click icon to add chart</a:t>
            </a:r>
            <a:endParaRPr lang="es-MX" noProof="0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rtl="0"/>
            <a:r>
              <a:rPr lang="es-MX" noProof="0" dirty="0"/>
              <a:t>Haz clic para editar 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760" y="6624589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>
              <a:latin typeface="+mn-lt"/>
            </a:endParaRPr>
          </a:p>
        </p:txBody>
      </p:sp>
      <p:sp>
        <p:nvSpPr>
          <p:cNvPr id="7" name="Marcador de posición de pie de página 4">
            <a:extLst>
              <a:ext uri="{FF2B5EF4-FFF2-40B4-BE49-F238E27FC236}">
                <a16:creationId xmlns:a16="http://schemas.microsoft.com/office/drawing/2014/main" id="{F88E2CE6-D902-5A33-C844-8A40B1779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6586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392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9" name="Marcador de título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n-US" noProof="0"/>
              <a:t>Click icon to add table</a:t>
            </a:r>
            <a:endParaRPr lang="es-MX" noProof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1AF7F2CA-0EC8-471B-8885-070EE2CC5612}" type="datetimeyyyy">
              <a:rPr lang="es-MX" noProof="0" smtClean="0">
                <a:latin typeface="+mn-lt"/>
              </a:rPr>
              <a:t>2025</a:t>
            </a:fld>
            <a:endParaRPr lang="es-MX" noProof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1310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sp>
        <p:nvSpPr>
          <p:cNvPr id="10" name="Cuadro de texto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s-MX" sz="20000" b="1" noProof="0" dirty="0">
                <a:solidFill>
                  <a:schemeClr val="bg1"/>
                </a:solidFill>
              </a:rPr>
              <a:t>“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" name="Marcador de posición de pie de página 4">
            <a:extLst>
              <a:ext uri="{FF2B5EF4-FFF2-40B4-BE49-F238E27FC236}">
                <a16:creationId xmlns:a16="http://schemas.microsoft.com/office/drawing/2014/main" id="{9CFD7E6B-8BA7-35DB-BE61-5DF2483E5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2113" y="6610347"/>
            <a:ext cx="2148534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 dirty="0"/>
              <a:t>OPTIMIZACIÓN DE OPERACIONES</a:t>
            </a:r>
          </a:p>
        </p:txBody>
      </p:sp>
      <p:sp>
        <p:nvSpPr>
          <p:cNvPr id="4" name="Marcador de posición de número de diapositiva 5">
            <a:extLst>
              <a:ext uri="{FF2B5EF4-FFF2-40B4-BE49-F238E27FC236}">
                <a16:creationId xmlns:a16="http://schemas.microsoft.com/office/drawing/2014/main" id="{43FD86DC-D2BD-AECC-1A0A-3CE74BEE5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47829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 userDrawn="1">
          <p15:clr>
            <a:srgbClr val="FBAE40"/>
          </p15:clr>
        </p15:guide>
        <p15:guide id="9" orient="horz" pos="124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8B6548D6-A880-04F4-F832-A1B39206F2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8843598B-FC54-B745-3054-795FE6B8A9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9080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8" name="Marcador de posición de imagen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61" name="Título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Marcador de posición de imagen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72" name="Marcador de posición de texto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3" name="Marcador de posición de texto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4" name="Marcador de posición de texto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5" name="Marcador de posición de texto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6" name="Marcador de posición de texto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7" name="Marcador de posición de texto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8" name="Marcador de posición de texto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9" name="Marcador de posición de texto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forma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66" name="Marcador de posición de imagen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69" name="Marcador de posición de imagen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872648EB-A801-47E7-B664-3AFE98633453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99636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30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1944" userDrawn="1">
          <p15:clr>
            <a:srgbClr val="FBAE40"/>
          </p15:clr>
        </p15:guide>
        <p15:guide id="6" pos="3648" userDrawn="1">
          <p15:clr>
            <a:srgbClr val="FBAE40"/>
          </p15:clr>
        </p15:guide>
        <p15:guide id="7" orient="horz" pos="1392" userDrawn="1">
          <p15:clr>
            <a:srgbClr val="FBAE40"/>
          </p15:clr>
        </p15:guide>
        <p15:guide id="8" orient="horz" pos="552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pos="5352" userDrawn="1">
          <p15:clr>
            <a:srgbClr val="FBAE40"/>
          </p15:clr>
        </p15:guide>
        <p15:guide id="11" pos="5736" userDrawn="1">
          <p15:clr>
            <a:srgbClr val="FBAE40"/>
          </p15:clr>
        </p15:guide>
        <p15:guide id="12" orient="horz" pos="2904" userDrawn="1">
          <p15:clr>
            <a:srgbClr val="FBAE40"/>
          </p15:clr>
        </p15:guide>
        <p15:guide id="13" orient="horz" pos="160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ínea de tiemp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96" name="Marcador de posición de texto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97" name="Marcador de posición de texto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2" name="Marcador de posición de texto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3" name="Marcador de posición de texto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MX" noProof="0"/>
              <a:t>Haz clic para editar </a:t>
            </a:r>
          </a:p>
        </p:txBody>
      </p:sp>
      <p:sp>
        <p:nvSpPr>
          <p:cNvPr id="106" name="Marcador de posición de texto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7" name="Marcador de posición de texto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MX" noProof="0"/>
              <a:t>Haz clic para editar </a:t>
            </a:r>
          </a:p>
        </p:txBody>
      </p:sp>
      <p:sp>
        <p:nvSpPr>
          <p:cNvPr id="108" name="Marcador de posición de texto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9" name="Marcador de posición de texto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23F1A244-DFA6-8C44-BF95-8851B5A76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19E1CAB4-A60C-2959-8605-86F431A58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6155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3768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orient="horz" pos="1512" userDrawn="1">
          <p15:clr>
            <a:srgbClr val="FBAE40"/>
          </p15:clr>
        </p15:guide>
        <p15:guide id="11" orient="horz" pos="283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Aptos Black" panose="020B0004020202020204" pitchFamily="34" charset="0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Aptos Black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Aptos Black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Aptos" panose="020B00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contenido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Aptos" panose="020B00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F94C5751-D7B6-785B-559F-3B3AF0781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32D17B95-1D7F-FF57-3E13-0B36D861B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0425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o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0" name="Marcador de posición de texto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1" name="Marcador de posición de contenido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8CEC982C-CBC7-82F8-DD9C-CEC7134E4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4B831637-7548-7CD1-8B74-EAFCD7093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948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 userDrawn="1">
          <p15:clr>
            <a:srgbClr val="FBAE40"/>
          </p15:clr>
        </p15:guide>
        <p15:guide id="11" pos="2880" userDrawn="1">
          <p15:clr>
            <a:srgbClr val="FBAE40"/>
          </p15:clr>
        </p15:guide>
        <p15:guide id="12" orient="horz" pos="17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1" name="Marcador de posición de texto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Marcador de posición de texto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Marcador de posición de texto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texto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texto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6756044" y="6610349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fld id="{CFE3EC8D-01B2-4AEC-ABF0-D7812BDA46DB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258715" y="6610349"/>
            <a:ext cx="1497330" cy="247651"/>
          </a:xfrm>
        </p:spPr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4735475" y="6610349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06013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posición de texto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s-MX" noProof="0" dirty="0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2" name="Marcador de posición de fecha 3">
            <a:extLst>
              <a:ext uri="{FF2B5EF4-FFF2-40B4-BE49-F238E27FC236}">
                <a16:creationId xmlns:a16="http://schemas.microsoft.com/office/drawing/2014/main" id="{B8E7A9BD-F162-7384-3111-26CE7D494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25272" y="6610349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3A46D4A6-4781-4A63-977A-75931475B334}" type="datetimeyyyy">
              <a:rPr lang="es-MX" noProof="0" smtClean="0">
                <a:latin typeface="+mn-lt"/>
              </a:rPr>
              <a:t>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osición de pie de página 4">
            <a:extLst>
              <a:ext uri="{FF2B5EF4-FFF2-40B4-BE49-F238E27FC236}">
                <a16:creationId xmlns:a16="http://schemas.microsoft.com/office/drawing/2014/main" id="{D3659ACD-AA93-F09D-1EA3-C961DA2E2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27943" y="6610349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5">
            <a:extLst>
              <a:ext uri="{FF2B5EF4-FFF2-40B4-BE49-F238E27FC236}">
                <a16:creationId xmlns:a16="http://schemas.microsoft.com/office/drawing/2014/main" id="{61A49C7E-58DD-E07A-BB14-2F2606BA9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04703" y="6610349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9913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68354" y="1600204"/>
            <a:ext cx="10368396" cy="45259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  <p:sp>
        <p:nvSpPr>
          <p:cNvPr id="7" name="Forma libre 38">
            <a:extLst>
              <a:ext uri="{FF2B5EF4-FFF2-40B4-BE49-F238E27FC236}">
                <a16:creationId xmlns:a16="http://schemas.microsoft.com/office/drawing/2014/main" id="{6C14B503-619D-FECA-B1C8-EC84086F4DE6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-136" y="5890869"/>
            <a:ext cx="968626" cy="968353"/>
          </a:xfrm>
          <a:custGeom>
            <a:avLst/>
            <a:gdLst>
              <a:gd name="T0" fmla="*/ 0 w 1162"/>
              <a:gd name="T1" fmla="+- 0 14679 14679"/>
              <a:gd name="T2" fmla="*/ 14679 h 1162"/>
              <a:gd name="T3" fmla="*/ 0 w 1162"/>
              <a:gd name="T4" fmla="+- 0 15840 14679"/>
              <a:gd name="T5" fmla="*/ 15840 h 1162"/>
              <a:gd name="T6" fmla="*/ 1161 w 1162"/>
              <a:gd name="T7" fmla="+- 0 15840 14679"/>
              <a:gd name="T8" fmla="*/ 15840 h 1162"/>
              <a:gd name="T9" fmla="*/ 0 w 1162"/>
              <a:gd name="T10" fmla="+- 0 14679 14679"/>
              <a:gd name="T11" fmla="*/ 14679 h 1162"/>
            </a:gdLst>
            <a:ahLst/>
            <a:cxnLst>
              <a:cxn ang="0">
                <a:pos x="T0" y="T2"/>
              </a:cxn>
              <a:cxn ang="0">
                <a:pos x="T3" y="T5"/>
              </a:cxn>
              <a:cxn ang="0">
                <a:pos x="T6" y="T8"/>
              </a:cxn>
              <a:cxn ang="0">
                <a:pos x="T9" y="T11"/>
              </a:cxn>
            </a:cxnLst>
            <a:rect l="0" t="0" r="r" b="b"/>
            <a:pathLst>
              <a:path w="1162" h="1162">
                <a:moveTo>
                  <a:pt x="0" y="0"/>
                </a:moveTo>
                <a:lnTo>
                  <a:pt x="0" y="1161"/>
                </a:lnTo>
                <a:lnTo>
                  <a:pt x="1161" y="116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9ABDB8-8380-48B9-9C6F-79E9D39B593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52500" y="365125"/>
            <a:ext cx="10401300" cy="1325563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MX" noProof="0"/>
          </a:p>
        </p:txBody>
      </p:sp>
      <p:sp>
        <p:nvSpPr>
          <p:cNvPr id="9" name="Forma libre 15">
            <a:extLst>
              <a:ext uri="{FF2B5EF4-FFF2-40B4-BE49-F238E27FC236}">
                <a16:creationId xmlns:a16="http://schemas.microsoft.com/office/drawing/2014/main" id="{0AC106E8-3E4A-A8F8-E16C-BBF1326B7F20}"/>
              </a:ext>
            </a:extLst>
          </p:cNvPr>
          <p:cNvSpPr>
            <a:spLocks/>
          </p:cNvSpPr>
          <p:nvPr/>
        </p:nvSpPr>
        <p:spPr bwMode="auto">
          <a:xfrm rot="10800000">
            <a:off x="10540797" y="1080290"/>
            <a:ext cx="1675717" cy="2234285"/>
          </a:xfrm>
          <a:custGeom>
            <a:avLst/>
            <a:gdLst>
              <a:gd name="T0" fmla="*/ 0 w 1789"/>
              <a:gd name="T1" fmla="+- 0 12290 12290"/>
              <a:gd name="T2" fmla="*/ 12290 h 2386"/>
              <a:gd name="T3" fmla="*/ 0 w 1789"/>
              <a:gd name="T4" fmla="+- 0 13484 12290"/>
              <a:gd name="T5" fmla="*/ 13484 h 2386"/>
              <a:gd name="T6" fmla="*/ 1192 w 1789"/>
              <a:gd name="T7" fmla="+- 0 14676 12290"/>
              <a:gd name="T8" fmla="*/ 14676 h 2386"/>
              <a:gd name="T9" fmla="*/ 1789 w 1789"/>
              <a:gd name="T10" fmla="+- 0 14079 12290"/>
              <a:gd name="T11" fmla="*/ 14079 h 2386"/>
              <a:gd name="T12" fmla="*/ 0 w 1789"/>
              <a:gd name="T13" fmla="+- 0 12290 12290"/>
              <a:gd name="T14" fmla="*/ 12290 h 2386"/>
            </a:gdLst>
            <a:ahLst/>
            <a:cxnLst>
              <a:cxn ang="0">
                <a:pos x="T0" y="T2"/>
              </a:cxn>
              <a:cxn ang="0">
                <a:pos x="T3" y="T5"/>
              </a:cxn>
              <a:cxn ang="0">
                <a:pos x="T6" y="T8"/>
              </a:cxn>
              <a:cxn ang="0">
                <a:pos x="T9" y="T11"/>
              </a:cxn>
              <a:cxn ang="0">
                <a:pos x="T12" y="T14"/>
              </a:cxn>
            </a:cxnLst>
            <a:rect l="0" t="0" r="r" b="b"/>
            <a:pathLst>
              <a:path w="1789" h="2386">
                <a:moveTo>
                  <a:pt x="0" y="0"/>
                </a:moveTo>
                <a:lnTo>
                  <a:pt x="0" y="1194"/>
                </a:lnTo>
                <a:lnTo>
                  <a:pt x="1192" y="2386"/>
                </a:lnTo>
                <a:lnTo>
                  <a:pt x="1789" y="178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11" name="Forma libre 17">
            <a:extLst>
              <a:ext uri="{FF2B5EF4-FFF2-40B4-BE49-F238E27FC236}">
                <a16:creationId xmlns:a16="http://schemas.microsoft.com/office/drawing/2014/main" id="{56559DE5-8022-90C0-3366-610481E321EF}"/>
              </a:ext>
            </a:extLst>
          </p:cNvPr>
          <p:cNvSpPr>
            <a:spLocks/>
          </p:cNvSpPr>
          <p:nvPr/>
        </p:nvSpPr>
        <p:spPr bwMode="auto">
          <a:xfrm rot="10800000">
            <a:off x="8891306" y="-10633"/>
            <a:ext cx="2181524" cy="1090923"/>
          </a:xfrm>
          <a:custGeom>
            <a:avLst/>
            <a:gdLst>
              <a:gd name="T0" fmla="+- 0 3550 1221"/>
              <a:gd name="T1" fmla="*/ T0 w 2329"/>
              <a:gd name="T2" fmla="+- 0 15840 14676"/>
              <a:gd name="T3" fmla="*/ 15840 h 1165"/>
              <a:gd name="T4" fmla="+- 0 2386 1221"/>
              <a:gd name="T5" fmla="*/ T4 w 2329"/>
              <a:gd name="T6" fmla="+- 0 14676 14676"/>
              <a:gd name="T7" fmla="*/ 14676 h 1165"/>
              <a:gd name="T8" fmla="+- 0 1221 1221"/>
              <a:gd name="T9" fmla="*/ T8 w 2329"/>
              <a:gd name="T10" fmla="+- 0 15840 14676"/>
              <a:gd name="T11" fmla="*/ 15840 h 1165"/>
              <a:gd name="T12" fmla="+- 0 3550 1221"/>
              <a:gd name="T13" fmla="*/ T12 w 2329"/>
              <a:gd name="T14" fmla="+- 0 15840 14676"/>
              <a:gd name="T15" fmla="*/ 15840 h 1165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329" h="1165">
                <a:moveTo>
                  <a:pt x="2329" y="1164"/>
                </a:moveTo>
                <a:lnTo>
                  <a:pt x="1165" y="0"/>
                </a:lnTo>
                <a:lnTo>
                  <a:pt x="0" y="1164"/>
                </a:lnTo>
                <a:lnTo>
                  <a:pt x="2329" y="1164"/>
                </a:lnTo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1DE9D0-F43D-F8FF-BDC1-DD57D9BD8CF7}"/>
              </a:ext>
            </a:extLst>
          </p:cNvPr>
          <p:cNvSpPr txBox="1"/>
          <p:nvPr userDrawn="1"/>
        </p:nvSpPr>
        <p:spPr>
          <a:xfrm>
            <a:off x="11336750" y="613333"/>
            <a:ext cx="837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FD6F5B-5699-C766-5D8B-7805E561F43D}"/>
              </a:ext>
            </a:extLst>
          </p:cNvPr>
          <p:cNvSpPr txBox="1"/>
          <p:nvPr userDrawn="1"/>
        </p:nvSpPr>
        <p:spPr>
          <a:xfrm>
            <a:off x="11230252" y="142043"/>
            <a:ext cx="837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890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3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MX" noProof="0"/>
          </a:p>
        </p:txBody>
      </p:sp>
      <p:sp>
        <p:nvSpPr>
          <p:cNvPr id="6" name="Marcador de posición de pie de página 4">
            <a:extLst>
              <a:ext uri="{FF2B5EF4-FFF2-40B4-BE49-F238E27FC236}">
                <a16:creationId xmlns:a16="http://schemas.microsoft.com/office/drawing/2014/main" id="{D2277398-E71C-9E18-6FA2-AF0656698E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7" name="Marcador de posición de número de diapositiva 5">
            <a:extLst>
              <a:ext uri="{FF2B5EF4-FFF2-40B4-BE49-F238E27FC236}">
                <a16:creationId xmlns:a16="http://schemas.microsoft.com/office/drawing/2014/main" id="{B84FCA9A-3098-8020-E608-4F4F97405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61254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98988"/>
            <a:ext cx="5386917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449512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698988"/>
            <a:ext cx="5389033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449512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2DE56-B37D-4DA4-8AE8-8A7DC189E2C9}" type="datetime1">
              <a:rPr lang="es-ES" smtClean="0"/>
              <a:t>04/03/2025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Jenny Díaz</a:t>
            </a: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54E1-8A5A-492B-8D87-772C5A9980B5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32602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773936"/>
            <a:ext cx="53848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773936"/>
            <a:ext cx="53848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5806-1812-4B8A-9A62-62BE6B102CD7}" type="datetime1">
              <a:rPr lang="es-ES" smtClean="0"/>
              <a:t>04/03/2025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Jenny Díaz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54E1-8A5A-492B-8D87-772C5A9980B5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2654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MX" noProof="0" dirty="0"/>
              <a:t>Haz clic para modificar el estilo de título del patrón</a:t>
            </a:r>
          </a:p>
        </p:txBody>
      </p:sp>
      <p:sp>
        <p:nvSpPr>
          <p:cNvPr id="31" name="Marcador de posición de pie de página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32" name="Marcador de posición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546159-F0F2-8EF7-2A00-F60D135BCBED}"/>
              </a:ext>
            </a:extLst>
          </p:cNvPr>
          <p:cNvSpPr txBox="1"/>
          <p:nvPr userDrawn="1"/>
        </p:nvSpPr>
        <p:spPr>
          <a:xfrm rot="16200000">
            <a:off x="11185955" y="4403324"/>
            <a:ext cx="17812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</a:schemeClr>
                </a:solidFill>
                <a:latin typeface="Agency FB" panose="020B0503020202020204" pitchFamily="34" charset="0"/>
              </a:rPr>
              <a:t>Jenny Díaz, Rodolfo Mendoza, Victor Villegas</a:t>
            </a: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93" r:id="rId2"/>
    <p:sldLayoutId id="2147483671" r:id="rId3"/>
    <p:sldLayoutId id="2147483672" r:id="rId4"/>
    <p:sldLayoutId id="2147483673" r:id="rId5"/>
    <p:sldLayoutId id="2147483684" r:id="rId6"/>
    <p:sldLayoutId id="2147483675" r:id="rId7"/>
    <p:sldLayoutId id="2147483698" r:id="rId8"/>
    <p:sldLayoutId id="2147483676" r:id="rId9"/>
    <p:sldLayoutId id="2147483677" r:id="rId10"/>
    <p:sldLayoutId id="2147483685" r:id="rId11"/>
    <p:sldLayoutId id="2147483688" r:id="rId12"/>
    <p:sldLayoutId id="2147483692" r:id="rId13"/>
    <p:sldLayoutId id="2147483682" r:id="rId14"/>
    <p:sldLayoutId id="2147483700" r:id="rId15"/>
    <p:sldLayoutId id="2147483697" r:id="rId16"/>
    <p:sldLayoutId id="2147483701" r:id="rId17"/>
    <p:sldLayoutId id="2147483702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 spc="100" baseline="0">
          <a:solidFill>
            <a:schemeClr val="bg1"/>
          </a:solidFill>
          <a:latin typeface="Aptos Black" panose="020B000402020202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.emf"/><Relationship Id="rId4" Type="http://schemas.openxmlformats.org/officeDocument/2006/relationships/image" Target="../media/image5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5.xml"/><Relationship Id="rId4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hyperlink" Target="https://www.britannica.com/biography/George-Dantzig" TargetMode="Externa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7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0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16.bin"/><Relationship Id="rId18" Type="http://schemas.openxmlformats.org/officeDocument/2006/relationships/oleObject" Target="../embeddings/oleObject18.bin"/><Relationship Id="rId26" Type="http://schemas.openxmlformats.org/officeDocument/2006/relationships/image" Target="../media/image36.png"/><Relationship Id="rId3" Type="http://schemas.openxmlformats.org/officeDocument/2006/relationships/oleObject" Target="../embeddings/oleObject11.bin"/><Relationship Id="rId21" Type="http://schemas.openxmlformats.org/officeDocument/2006/relationships/image" Target="../media/image30.wmf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26.wmf"/><Relationship Id="rId17" Type="http://schemas.openxmlformats.org/officeDocument/2006/relationships/image" Target="../media/image31.png"/><Relationship Id="rId25" Type="http://schemas.openxmlformats.org/officeDocument/2006/relationships/image" Target="../media/image32.wmf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8.wmf"/><Relationship Id="rId20" Type="http://schemas.openxmlformats.org/officeDocument/2006/relationships/oleObject" Target="../embeddings/oleObject19.bin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15.bin"/><Relationship Id="rId24" Type="http://schemas.openxmlformats.org/officeDocument/2006/relationships/oleObject" Target="../embeddings/oleObject21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23" Type="http://schemas.openxmlformats.org/officeDocument/2006/relationships/image" Target="../media/image31.wmf"/><Relationship Id="rId10" Type="http://schemas.openxmlformats.org/officeDocument/2006/relationships/image" Target="../media/image25.wmf"/><Relationship Id="rId19" Type="http://schemas.openxmlformats.org/officeDocument/2006/relationships/image" Target="../media/image29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27.wmf"/><Relationship Id="rId22" Type="http://schemas.openxmlformats.org/officeDocument/2006/relationships/oleObject" Target="../embeddings/oleObject20.bin"/><Relationship Id="rId27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20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1.png"/><Relationship Id="rId11" Type="http://schemas.openxmlformats.org/officeDocument/2006/relationships/oleObject" Target="../embeddings/oleObject9.bin"/><Relationship Id="rId5" Type="http://schemas.openxmlformats.org/officeDocument/2006/relationships/image" Target="../media/image40.png"/><Relationship Id="rId10" Type="http://schemas.openxmlformats.org/officeDocument/2006/relationships/image" Target="../media/image33.wmf"/><Relationship Id="rId4" Type="http://schemas.openxmlformats.org/officeDocument/2006/relationships/image" Target="../media/image39.png"/><Relationship Id="rId9" Type="http://schemas.openxmlformats.org/officeDocument/2006/relationships/oleObject" Target="../embeddings/oleObject22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0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9.png"/><Relationship Id="rId5" Type="http://schemas.openxmlformats.org/officeDocument/2006/relationships/image" Target="../media/image36.wmf"/><Relationship Id="rId4" Type="http://schemas.openxmlformats.org/officeDocument/2006/relationships/oleObject" Target="../embeddings/oleObject26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1976" y="1483744"/>
            <a:ext cx="6320118" cy="2146458"/>
          </a:xfrm>
        </p:spPr>
        <p:txBody>
          <a:bodyPr rtlCol="0"/>
          <a:lstStyle/>
          <a:p>
            <a:pPr rtl="0"/>
            <a:r>
              <a:rPr lang="es-MX" sz="4000" dirty="0">
                <a:latin typeface="Abadi" panose="020B0604020104020204" pitchFamily="34" charset="0"/>
              </a:rPr>
              <a:t>Método Simplex</a:t>
            </a:r>
            <a:br>
              <a:rPr lang="es-MX" sz="4000" dirty="0">
                <a:latin typeface="Abadi" panose="020B0604020104020204" pitchFamily="34" charset="0"/>
              </a:rPr>
            </a:br>
            <a:r>
              <a:rPr lang="es-MX" sz="2800" dirty="0">
                <a:latin typeface="Abadi" panose="020B0604020104020204" pitchFamily="34" charset="0"/>
              </a:rPr>
              <a:t>Para la solución de problemas lineales</a:t>
            </a:r>
            <a:endParaRPr lang="es-MX" sz="4000" dirty="0">
              <a:latin typeface="Abadi" panose="020B0604020104020204" pitchFamily="34" charset="0"/>
            </a:endParaRP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rtlCol="0"/>
          <a:lstStyle/>
          <a:p>
            <a:pPr rtl="0"/>
            <a:r>
              <a:rPr lang="es-MX" dirty="0">
                <a:latin typeface="+mj-lt"/>
              </a:rPr>
              <a:t>Profesor </a:t>
            </a:r>
            <a:r>
              <a:rPr lang="es-MX" dirty="0" err="1">
                <a:latin typeface="+mj-lt"/>
              </a:rPr>
              <a:t>name</a:t>
            </a:r>
            <a:endParaRPr lang="es-MX" dirty="0">
              <a:latin typeface="+mj-lt"/>
            </a:endParaRPr>
          </a:p>
          <a:p>
            <a:pPr rtl="0"/>
            <a:r>
              <a:rPr lang="es-MX" dirty="0">
                <a:latin typeface="+mj-lt"/>
              </a:rPr>
              <a:t>Optimización de Procesos Industriales</a:t>
            </a:r>
          </a:p>
          <a:p>
            <a:pPr rtl="0"/>
            <a:r>
              <a:rPr lang="es-MX" dirty="0">
                <a:latin typeface="+mj-lt"/>
              </a:rPr>
              <a:t>Escuela de Ingeniería y Ciencias</a:t>
            </a:r>
          </a:p>
          <a:p>
            <a:pPr rtl="0"/>
            <a:r>
              <a:rPr lang="es-MX" dirty="0">
                <a:latin typeface="+mj-lt"/>
              </a:rPr>
              <a:t>Tecnológico de Monterrey</a:t>
            </a:r>
            <a:endParaRPr lang="es-MX" dirty="0"/>
          </a:p>
          <a:p>
            <a:pPr rtl="0"/>
            <a:endParaRPr lang="es-MX" dirty="0"/>
          </a:p>
        </p:txBody>
      </p:sp>
      <p:pic>
        <p:nvPicPr>
          <p:cNvPr id="1026" name="Picture 2" descr="ITESM + Tec de Monterrey Artwork – javier arturo rodríguez">
            <a:extLst>
              <a:ext uri="{FF2B5EF4-FFF2-40B4-BE49-F238E27FC236}">
                <a16:creationId xmlns:a16="http://schemas.microsoft.com/office/drawing/2014/main" id="{81EE2347-21B2-2241-0047-FCE86C38F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66" y="218795"/>
            <a:ext cx="1693319" cy="444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0950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Métodos</a:t>
            </a:r>
            <a:r>
              <a:rPr lang="en-US" dirty="0"/>
              <a:t> de </a:t>
            </a:r>
            <a:r>
              <a:rPr lang="en-US" dirty="0" err="1"/>
              <a:t>Solución</a:t>
            </a:r>
            <a:r>
              <a:rPr lang="en-US" dirty="0"/>
              <a:t> - </a:t>
            </a:r>
            <a:r>
              <a:rPr lang="en-US" dirty="0" err="1"/>
              <a:t>Contenido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BBE39C-06CC-42B9-6A07-60E6A7446F4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0629900" y="6492875"/>
            <a:ext cx="1562100" cy="247650"/>
          </a:xfrm>
          <a:prstGeom prst="rect">
            <a:avLst/>
          </a:prstGeom>
        </p:spPr>
        <p:txBody>
          <a:bodyPr/>
          <a:lstStyle/>
          <a:p>
            <a:pPr rtl="0"/>
            <a:fld id="{2C2668D5-CBFD-4351-8443-9E1705BAED96}" type="datetimeyyyy">
              <a:rPr lang="es-MX" noProof="0" smtClean="0"/>
              <a:t>2025</a:t>
            </a:fld>
            <a:endParaRPr lang="es-MX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449457-6A62-C110-0EAA-52AACAF1A03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610350"/>
            <a:ext cx="2644775" cy="247650"/>
          </a:xfrm>
        </p:spPr>
        <p:txBody>
          <a:bodyPr/>
          <a:lstStyle/>
          <a:p>
            <a:pPr rtl="0"/>
            <a:r>
              <a:rPr lang="es-MX" noProof="0"/>
              <a:t>OPTIMIZACIÓN DE OPERACIONES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019A9-68C9-543E-958B-21AED095E8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pPr rtl="0"/>
            <a:fld id="{B5CEABB6-07DC-46E8-9B57-56EC44A396E5}" type="slidenum">
              <a:rPr lang="es-MX" noProof="0" smtClean="0"/>
              <a:t>2</a:t>
            </a:fld>
            <a:endParaRPr lang="es-MX" noProof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CD45E0-DD8F-23A5-0873-9EDBC1D9867E}"/>
              </a:ext>
            </a:extLst>
          </p:cNvPr>
          <p:cNvSpPr/>
          <p:nvPr/>
        </p:nvSpPr>
        <p:spPr>
          <a:xfrm>
            <a:off x="8388931" y="1726325"/>
            <a:ext cx="1642575" cy="36902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2237783094"/>
              </p:ext>
            </p:extLst>
          </p:nvPr>
        </p:nvGraphicFramePr>
        <p:xfrm>
          <a:off x="2020469" y="1622612"/>
          <a:ext cx="7921389" cy="3944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29042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Un sistema </a:t>
            </a:r>
            <a:r>
              <a:rPr lang="es-MX" sz="3200" dirty="0" err="1"/>
              <a:t>A</a:t>
            </a:r>
            <a:r>
              <a:rPr lang="es-MX" sz="3200" b="1" dirty="0" err="1"/>
              <a:t>x</a:t>
            </a:r>
            <a:r>
              <a:rPr lang="es-MX" sz="3200" dirty="0"/>
              <a:t>=</a:t>
            </a:r>
            <a:r>
              <a:rPr lang="es-MX" sz="3200" b="1" dirty="0"/>
              <a:t>b</a:t>
            </a:r>
            <a:r>
              <a:rPr lang="es-MX" sz="3200" dirty="0"/>
              <a:t> de ecuaciones lineales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402820"/>
              </p:ext>
            </p:extLst>
          </p:nvPr>
        </p:nvGraphicFramePr>
        <p:xfrm>
          <a:off x="3228059" y="2117400"/>
          <a:ext cx="5848985" cy="2377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4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4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Max</a:t>
                      </a:r>
                      <a:r>
                        <a:rPr lang="es-MX" altLang="en-US" sz="2000" baseline="0" dirty="0">
                          <a:solidFill>
                            <a:schemeClr val="bg1"/>
                          </a:solidFill>
                        </a:rPr>
                        <a:t> Z = c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 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 + </a:t>
                      </a:r>
                      <a:r>
                        <a:rPr lang="es-MX" altLang="en-US" sz="2000" baseline="0" dirty="0">
                          <a:solidFill>
                            <a:schemeClr val="bg1"/>
                          </a:solidFill>
                        </a:rPr>
                        <a:t>c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s-MX" altLang="en-US" sz="2000" baseline="0" dirty="0">
                          <a:solidFill>
                            <a:schemeClr val="bg1"/>
                          </a:solidFill>
                        </a:rPr>
                        <a:t> + … + </a:t>
                      </a:r>
                      <a:r>
                        <a:rPr lang="es-MX" altLang="en-US" sz="2000" baseline="0" dirty="0" err="1">
                          <a:solidFill>
                            <a:schemeClr val="bg1"/>
                          </a:solidFill>
                        </a:rPr>
                        <a:t>c</a:t>
                      </a:r>
                      <a:r>
                        <a:rPr lang="es-MX" altLang="en-US" sz="2000" baseline="-25000" dirty="0" err="1">
                          <a:solidFill>
                            <a:schemeClr val="bg1"/>
                          </a:solidFill>
                        </a:rPr>
                        <a:t>n</a:t>
                      </a:r>
                      <a:r>
                        <a:rPr lang="es-MX" altLang="en-US" sz="2000" dirty="0" err="1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s-MX" altLang="en-US" sz="2000" baseline="-25000" dirty="0" err="1">
                          <a:solidFill>
                            <a:schemeClr val="bg1"/>
                          </a:solidFill>
                        </a:rPr>
                        <a:t>n</a:t>
                      </a:r>
                      <a:r>
                        <a:rPr lang="es-MX" altLang="en-US" sz="2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MX" altLang="en-US" sz="2000" baseline="0" dirty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 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 + </a:t>
                      </a:r>
                      <a:r>
                        <a:rPr lang="es-MX" altLang="en-US" sz="2000" baseline="0" dirty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s-MX" altLang="en-US" sz="2000" baseline="0" dirty="0">
                          <a:solidFill>
                            <a:schemeClr val="bg1"/>
                          </a:solidFill>
                        </a:rPr>
                        <a:t> + … + a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1n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n</a:t>
                      </a:r>
                      <a:r>
                        <a:rPr lang="es-MX" altLang="en-US" sz="2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= b</a:t>
                      </a:r>
                      <a:r>
                        <a:rPr lang="en-US" sz="2000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altLang="en-US" sz="2000" baseline="0" dirty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21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 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 + </a:t>
                      </a:r>
                      <a:r>
                        <a:rPr lang="es-MX" altLang="en-US" sz="2000" baseline="0" dirty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22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s-MX" altLang="en-US" sz="2000" baseline="0" dirty="0">
                          <a:solidFill>
                            <a:schemeClr val="bg1"/>
                          </a:solidFill>
                        </a:rPr>
                        <a:t> + … + a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2n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n</a:t>
                      </a:r>
                      <a:r>
                        <a:rPr lang="es-MX" altLang="en-US" sz="2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= b</a:t>
                      </a:r>
                      <a:r>
                        <a:rPr lang="en-US" sz="2000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altLang="en-US" sz="2000" baseline="0" dirty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m1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 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 + </a:t>
                      </a:r>
                      <a:r>
                        <a:rPr lang="es-MX" altLang="en-US" sz="2000" baseline="0" dirty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m2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s-MX" altLang="en-US" sz="2000" baseline="0" dirty="0">
                          <a:solidFill>
                            <a:schemeClr val="bg1"/>
                          </a:solidFill>
                        </a:rPr>
                        <a:t> + … + </a:t>
                      </a:r>
                      <a:r>
                        <a:rPr lang="es-MX" altLang="en-US" sz="2000" baseline="0" dirty="0" err="1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s-MX" altLang="en-US" sz="2000" baseline="-25000" dirty="0" err="1">
                          <a:solidFill>
                            <a:schemeClr val="bg1"/>
                          </a:solidFill>
                        </a:rPr>
                        <a:t>mn</a:t>
                      </a:r>
                      <a:r>
                        <a:rPr lang="es-MX" altLang="en-US" sz="2000" dirty="0" err="1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s-MX" altLang="en-US" sz="2000" baseline="-25000" dirty="0" err="1">
                          <a:solidFill>
                            <a:schemeClr val="bg1"/>
                          </a:solidFill>
                        </a:rPr>
                        <a:t>n</a:t>
                      </a:r>
                      <a:r>
                        <a:rPr lang="es-MX" altLang="en-US" sz="2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= 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</a:rPr>
                        <a:t>b</a:t>
                      </a:r>
                      <a:r>
                        <a:rPr lang="en-US" sz="2000" baseline="-25000" dirty="0" err="1">
                          <a:solidFill>
                            <a:schemeClr val="bg1"/>
                          </a:solidFill>
                        </a:rPr>
                        <a:t>m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i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 ≥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0 (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</a:rPr>
                        <a:t>i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=1,2,…,n)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3285269" y="4869161"/>
          <a:ext cx="5621465" cy="1631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38500" imgH="939800" progId="Equation.3">
                  <p:embed/>
                </p:oleObj>
              </mc:Choice>
              <mc:Fallback>
                <p:oleObj name="Equation" r:id="rId2" imgW="3238500" imgH="939800" progId="Equation.3">
                  <p:embed/>
                  <p:pic>
                    <p:nvPicPr>
                      <p:cNvPr id="307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5269" y="4869161"/>
                        <a:ext cx="5621465" cy="16313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11824" y="2996952"/>
            <a:ext cx="2503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.</a:t>
            </a:r>
          </a:p>
          <a:p>
            <a:r>
              <a:rPr lang="es-MX" dirty="0"/>
              <a:t>.</a:t>
            </a:r>
          </a:p>
          <a:p>
            <a:r>
              <a:rPr lang="es-MX"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9592" y="2996952"/>
            <a:ext cx="2503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.</a:t>
            </a:r>
          </a:p>
          <a:p>
            <a:r>
              <a:rPr lang="es-MX" dirty="0"/>
              <a:t>.</a:t>
            </a:r>
          </a:p>
          <a:p>
            <a:r>
              <a:rPr lang="es-MX"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2064" y="2996952"/>
            <a:ext cx="2503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.</a:t>
            </a:r>
          </a:p>
          <a:p>
            <a:r>
              <a:rPr lang="es-MX" dirty="0"/>
              <a:t>.</a:t>
            </a:r>
          </a:p>
          <a:p>
            <a:r>
              <a:rPr lang="es-MX" dirty="0"/>
              <a:t>.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7B62F254-A6C6-745B-9305-DA55A73B975A}"/>
              </a:ext>
            </a:extLst>
          </p:cNvPr>
          <p:cNvSpPr txBox="1">
            <a:spLocks/>
          </p:cNvSpPr>
          <p:nvPr/>
        </p:nvSpPr>
        <p:spPr>
          <a:xfrm>
            <a:off x="11668125" y="6602413"/>
            <a:ext cx="523875" cy="2476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A54E1-8A5A-492B-8D87-772C5A9980B5}" type="slidenum">
              <a:rPr lang="es-ES" smtClean="0"/>
              <a:pPr/>
              <a:t>3</a:t>
            </a:fld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68354" y="1600204"/>
            <a:ext cx="9161764" cy="4525963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Propiedades</a:t>
            </a:r>
            <a:endParaRPr lang="en-US" dirty="0">
              <a:solidFill>
                <a:srgbClr val="C00000"/>
              </a:solidFill>
            </a:endParaRP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Una variable es </a:t>
            </a:r>
            <a:r>
              <a:rPr lang="en-US" sz="2000" dirty="0" err="1">
                <a:solidFill>
                  <a:srgbClr val="0070C0"/>
                </a:solidFill>
              </a:rPr>
              <a:t>básica</a:t>
            </a:r>
            <a:r>
              <a:rPr lang="en-US" sz="2000" dirty="0">
                <a:solidFill>
                  <a:srgbClr val="0070C0"/>
                </a:solidFill>
              </a:rPr>
              <a:t> o no </a:t>
            </a:r>
            <a:r>
              <a:rPr lang="en-US" sz="2000" dirty="0" err="1">
                <a:solidFill>
                  <a:srgbClr val="0070C0"/>
                </a:solidFill>
              </a:rPr>
              <a:t>básica</a:t>
            </a:r>
            <a:r>
              <a:rPr lang="en-US" sz="2000" dirty="0">
                <a:solidFill>
                  <a:srgbClr val="0070C0"/>
                </a:solidFill>
              </a:rPr>
              <a:t>.</a:t>
            </a:r>
          </a:p>
          <a:p>
            <a:pPr lvl="1"/>
            <a:r>
              <a:rPr lang="en-US" sz="2000" dirty="0"/>
              <a:t>Las variables no </a:t>
            </a:r>
            <a:r>
              <a:rPr lang="en-US" sz="2000" dirty="0" err="1"/>
              <a:t>básicas</a:t>
            </a:r>
            <a:r>
              <a:rPr lang="en-US" sz="2000" dirty="0"/>
              <a:t> </a:t>
            </a:r>
            <a:r>
              <a:rPr lang="en-US" sz="2000" dirty="0" err="1"/>
              <a:t>valen</a:t>
            </a:r>
            <a:r>
              <a:rPr lang="en-US" sz="2000" dirty="0"/>
              <a:t> cero.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El </a:t>
            </a:r>
            <a:r>
              <a:rPr lang="en-US" sz="2000" dirty="0" err="1">
                <a:solidFill>
                  <a:srgbClr val="0070C0"/>
                </a:solidFill>
              </a:rPr>
              <a:t>número</a:t>
            </a:r>
            <a:r>
              <a:rPr lang="en-US" sz="2000" dirty="0">
                <a:solidFill>
                  <a:srgbClr val="0070C0"/>
                </a:solidFill>
              </a:rPr>
              <a:t> de variables </a:t>
            </a:r>
            <a:r>
              <a:rPr lang="en-US" sz="2000" dirty="0" err="1">
                <a:solidFill>
                  <a:srgbClr val="0070C0"/>
                </a:solidFill>
              </a:rPr>
              <a:t>básicas</a:t>
            </a:r>
            <a:r>
              <a:rPr lang="en-US" sz="2000" dirty="0">
                <a:solidFill>
                  <a:srgbClr val="0070C0"/>
                </a:solidFill>
              </a:rPr>
              <a:t> = </a:t>
            </a:r>
            <a:r>
              <a:rPr lang="en-US" sz="2000" dirty="0" err="1">
                <a:solidFill>
                  <a:srgbClr val="0070C0"/>
                </a:solidFill>
              </a:rPr>
              <a:t>número</a:t>
            </a:r>
            <a:r>
              <a:rPr lang="en-US" sz="2000" dirty="0">
                <a:solidFill>
                  <a:srgbClr val="0070C0"/>
                </a:solidFill>
              </a:rPr>
              <a:t> de </a:t>
            </a:r>
            <a:r>
              <a:rPr lang="en-US" sz="2000" dirty="0" err="1">
                <a:solidFill>
                  <a:srgbClr val="0070C0"/>
                </a:solidFill>
              </a:rPr>
              <a:t>restricciones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funcionales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independiente</a:t>
            </a:r>
            <a:r>
              <a:rPr lang="en-US" sz="2000" dirty="0">
                <a:solidFill>
                  <a:srgbClr val="0070C0"/>
                </a:solidFill>
              </a:rPr>
              <a:t> = m</a:t>
            </a:r>
          </a:p>
          <a:p>
            <a:pPr lvl="1"/>
            <a:r>
              <a:rPr lang="en-US" sz="2000" dirty="0"/>
              <a:t>El valor de las variables </a:t>
            </a:r>
            <a:r>
              <a:rPr lang="en-US" sz="2000" dirty="0" err="1"/>
              <a:t>básicas</a:t>
            </a:r>
            <a:r>
              <a:rPr lang="en-US" sz="2000" dirty="0"/>
              <a:t> se </a:t>
            </a:r>
            <a:r>
              <a:rPr lang="en-US" sz="2000" dirty="0" err="1"/>
              <a:t>obtiene</a:t>
            </a:r>
            <a:r>
              <a:rPr lang="en-US" sz="2000" dirty="0"/>
              <a:t> de resolver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sistema</a:t>
            </a:r>
            <a:r>
              <a:rPr lang="en-US" sz="2000" dirty="0"/>
              <a:t> (</a:t>
            </a:r>
            <a:r>
              <a:rPr lang="en-US" sz="2000" i="1" dirty="0"/>
              <a:t>m</a:t>
            </a:r>
            <a:r>
              <a:rPr lang="en-US" sz="2000" dirty="0"/>
              <a:t> x </a:t>
            </a:r>
            <a:r>
              <a:rPr lang="en-US" sz="2000" i="1" dirty="0"/>
              <a:t>m</a:t>
            </a:r>
            <a:r>
              <a:rPr lang="en-US" sz="2000" dirty="0"/>
              <a:t>) de </a:t>
            </a:r>
            <a:r>
              <a:rPr lang="en-US" sz="2000" dirty="0" err="1"/>
              <a:t>ecuaciones</a:t>
            </a:r>
            <a:r>
              <a:rPr lang="en-US" sz="2000" dirty="0"/>
              <a:t> (</a:t>
            </a:r>
            <a:r>
              <a:rPr lang="en-US" sz="2000" dirty="0" err="1"/>
              <a:t>restricciones</a:t>
            </a:r>
            <a:r>
              <a:rPr lang="en-US" sz="2000" dirty="0"/>
              <a:t> </a:t>
            </a:r>
            <a:r>
              <a:rPr lang="en-US" sz="2000" dirty="0" err="1"/>
              <a:t>funcionales</a:t>
            </a:r>
            <a:r>
              <a:rPr lang="en-US" sz="2000" dirty="0"/>
              <a:t>).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El conjunto de variables </a:t>
            </a:r>
            <a:r>
              <a:rPr lang="en-US" sz="2000" dirty="0" err="1">
                <a:solidFill>
                  <a:srgbClr val="0070C0"/>
                </a:solidFill>
              </a:rPr>
              <a:t>básicas</a:t>
            </a:r>
            <a:r>
              <a:rPr lang="en-US" sz="2000" dirty="0">
                <a:solidFill>
                  <a:srgbClr val="0070C0"/>
                </a:solidFill>
              </a:rPr>
              <a:t> se llama: BASE</a:t>
            </a:r>
          </a:p>
          <a:p>
            <a:pPr lvl="1"/>
            <a:r>
              <a:rPr lang="en-US" sz="2000" dirty="0"/>
              <a:t>Si </a:t>
            </a:r>
            <a:r>
              <a:rPr lang="en-US" sz="2000" dirty="0" err="1"/>
              <a:t>todas</a:t>
            </a:r>
            <a:r>
              <a:rPr lang="en-US" sz="2000" dirty="0"/>
              <a:t> las variables </a:t>
            </a:r>
            <a:r>
              <a:rPr lang="en-US" sz="2000" dirty="0" err="1"/>
              <a:t>básicas</a:t>
            </a:r>
            <a:r>
              <a:rPr lang="en-US" sz="2000" dirty="0"/>
              <a:t> son ≥ 0, </a:t>
            </a:r>
            <a:r>
              <a:rPr lang="en-US" sz="2000" dirty="0" err="1"/>
              <a:t>entonces</a:t>
            </a:r>
            <a:r>
              <a:rPr lang="en-US" sz="2000" dirty="0"/>
              <a:t> la </a:t>
            </a:r>
            <a:r>
              <a:rPr lang="en-US" sz="2000" dirty="0" err="1"/>
              <a:t>solución</a:t>
            </a:r>
            <a:r>
              <a:rPr lang="en-US" sz="2000" dirty="0"/>
              <a:t> </a:t>
            </a:r>
            <a:r>
              <a:rPr lang="en-US" sz="2000" dirty="0" err="1"/>
              <a:t>básica</a:t>
            </a:r>
            <a:r>
              <a:rPr lang="en-US" sz="2000" dirty="0"/>
              <a:t> es </a:t>
            </a:r>
            <a:r>
              <a:rPr lang="en-US" sz="2000" dirty="0" err="1"/>
              <a:t>factible</a:t>
            </a:r>
            <a:r>
              <a:rPr lang="en-US" sz="2000" dirty="0"/>
              <a:t> y se </a:t>
            </a:r>
            <a:r>
              <a:rPr lang="en-US" sz="2000" dirty="0" err="1"/>
              <a:t>denomina</a:t>
            </a:r>
            <a:r>
              <a:rPr lang="en-US" sz="2000" dirty="0"/>
              <a:t>: </a:t>
            </a:r>
            <a:r>
              <a:rPr lang="en-US" sz="2000" dirty="0" err="1">
                <a:solidFill>
                  <a:schemeClr val="tx2"/>
                </a:solidFill>
              </a:rPr>
              <a:t>Solución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Básica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Factible</a:t>
            </a:r>
            <a:r>
              <a:rPr lang="en-US" sz="2000" dirty="0">
                <a:solidFill>
                  <a:schemeClr val="tx2"/>
                </a:solidFill>
              </a:rPr>
              <a:t> (SBF).</a:t>
            </a: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dirty="0"/>
              <a:t>Solución Básica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5DB2D2ED-7F03-D3E7-CE40-5F4347818874}"/>
              </a:ext>
            </a:extLst>
          </p:cNvPr>
          <p:cNvSpPr txBox="1">
            <a:spLocks/>
          </p:cNvSpPr>
          <p:nvPr/>
        </p:nvSpPr>
        <p:spPr>
          <a:xfrm>
            <a:off x="11668125" y="6602413"/>
            <a:ext cx="523875" cy="2476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A54E1-8A5A-492B-8D87-772C5A9980B5}" type="slidenum">
              <a:rPr lang="es-ES" smtClean="0"/>
              <a:pPr/>
              <a:t>4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s-ES" sz="2000" dirty="0"/>
              <a:t>Considere un sistema </a:t>
            </a:r>
            <a:r>
              <a:rPr lang="es-ES" sz="2000" dirty="0" err="1"/>
              <a:t>A</a:t>
            </a:r>
            <a:r>
              <a:rPr lang="es-ES" sz="2000" b="1" dirty="0" err="1"/>
              <a:t>x</a:t>
            </a:r>
            <a:r>
              <a:rPr lang="es-ES" sz="2000" b="1" dirty="0"/>
              <a:t> = b </a:t>
            </a:r>
            <a:r>
              <a:rPr lang="es-ES" sz="2000" dirty="0"/>
              <a:t>de </a:t>
            </a:r>
            <a:r>
              <a:rPr lang="es-ES" sz="2000" b="1" i="1" dirty="0">
                <a:solidFill>
                  <a:schemeClr val="tx2"/>
                </a:solidFill>
              </a:rPr>
              <a:t>m</a:t>
            </a:r>
            <a:r>
              <a:rPr lang="es-ES" sz="2000" b="1" dirty="0">
                <a:solidFill>
                  <a:schemeClr val="tx2"/>
                </a:solidFill>
              </a:rPr>
              <a:t> ecuaciones lineales </a:t>
            </a:r>
            <a:r>
              <a:rPr lang="es-ES" sz="2000" dirty="0"/>
              <a:t>y </a:t>
            </a:r>
            <a:r>
              <a:rPr lang="es-ES" sz="2000" b="1" i="1" dirty="0">
                <a:solidFill>
                  <a:srgbClr val="FF0000"/>
                </a:solidFill>
              </a:rPr>
              <a:t>n</a:t>
            </a:r>
            <a:r>
              <a:rPr lang="es-ES" sz="2000" b="1" dirty="0">
                <a:solidFill>
                  <a:srgbClr val="FF0000"/>
                </a:solidFill>
              </a:rPr>
              <a:t> variables, incluyendo variables de holgura </a:t>
            </a:r>
            <a:r>
              <a:rPr lang="es-ES" sz="2000" dirty="0"/>
              <a:t>(donde </a:t>
            </a:r>
            <a:r>
              <a:rPr lang="es-ES" sz="2000" i="1" dirty="0"/>
              <a:t>n</a:t>
            </a:r>
            <a:r>
              <a:rPr lang="es-ES" sz="2000" dirty="0"/>
              <a:t> ≥ </a:t>
            </a:r>
            <a:r>
              <a:rPr lang="es-ES" sz="2000" i="1" dirty="0"/>
              <a:t>m</a:t>
            </a:r>
            <a:r>
              <a:rPr lang="es-ES" sz="2000" dirty="0"/>
              <a:t>) .</a:t>
            </a:r>
          </a:p>
          <a:p>
            <a:pPr>
              <a:spcBef>
                <a:spcPts val="1200"/>
              </a:spcBef>
            </a:pPr>
            <a:r>
              <a:rPr lang="es-ES" sz="2000" dirty="0"/>
              <a:t>Una solución básica a </a:t>
            </a:r>
            <a:r>
              <a:rPr lang="es-ES" sz="2000" dirty="0" err="1"/>
              <a:t>A</a:t>
            </a:r>
            <a:r>
              <a:rPr lang="es-ES" sz="2000" b="1" dirty="0" err="1"/>
              <a:t>x</a:t>
            </a:r>
            <a:r>
              <a:rPr lang="es-ES" sz="2000" b="1" dirty="0"/>
              <a:t> = b</a:t>
            </a:r>
            <a:r>
              <a:rPr lang="es-ES" sz="2000" dirty="0"/>
              <a:t> se obtiene mediante el establecimiento de </a:t>
            </a:r>
            <a:r>
              <a:rPr lang="es-ES" sz="2000" i="1" dirty="0"/>
              <a:t>n - m </a:t>
            </a:r>
            <a:r>
              <a:rPr lang="es-ES" sz="2000" dirty="0"/>
              <a:t>variables igual a 0 </a:t>
            </a:r>
            <a:r>
              <a:rPr lang="es-E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(Variables No-Básicas)</a:t>
            </a:r>
            <a:r>
              <a:rPr lang="es-ES" sz="2000" dirty="0"/>
              <a:t> y la solución de las </a:t>
            </a:r>
            <a:r>
              <a:rPr lang="es-ES" sz="2000" b="1" i="1" dirty="0">
                <a:solidFill>
                  <a:schemeClr val="tx2"/>
                </a:solidFill>
              </a:rPr>
              <a:t>n – (n – m) = m </a:t>
            </a:r>
            <a:r>
              <a:rPr lang="es-ES" sz="2000" dirty="0"/>
              <a:t>variables restantes </a:t>
            </a:r>
            <a:r>
              <a:rPr lang="es-E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(Variables Básicas)</a:t>
            </a:r>
            <a:r>
              <a:rPr lang="es-ES" sz="2000" dirty="0"/>
              <a:t>.  </a:t>
            </a:r>
          </a:p>
          <a:p>
            <a:pPr>
              <a:spcBef>
                <a:spcPts val="1200"/>
              </a:spcBef>
            </a:pPr>
            <a:r>
              <a:rPr lang="es-ES" sz="2000" b="1" i="1" dirty="0">
                <a:solidFill>
                  <a:schemeClr val="tx2"/>
                </a:solidFill>
              </a:rPr>
              <a:t>n – m</a:t>
            </a:r>
            <a:r>
              <a:rPr lang="es-ES" sz="2000" dirty="0"/>
              <a:t> refleja la máxima dimensión del espacio factible.</a:t>
            </a:r>
          </a:p>
          <a:p>
            <a:pPr>
              <a:spcBef>
                <a:spcPts val="1200"/>
              </a:spcBef>
            </a:pPr>
            <a:r>
              <a:rPr lang="es-ES" sz="2000" dirty="0"/>
              <a:t>Esto supone que la fijación de los </a:t>
            </a:r>
            <a:r>
              <a:rPr lang="es-ES" sz="2000" i="1" dirty="0"/>
              <a:t>n - m </a:t>
            </a:r>
            <a:r>
              <a:rPr lang="es-ES" sz="2000" dirty="0"/>
              <a:t>variables iguales a 0 se obtiene un valor único para las </a:t>
            </a:r>
            <a:r>
              <a:rPr lang="es-ES" sz="2000" i="1" dirty="0"/>
              <a:t>m</a:t>
            </a:r>
            <a:r>
              <a:rPr lang="es-ES" sz="2000" dirty="0"/>
              <a:t> variables restantes, o equivalentemente, las columnas correspondientes a las variables </a:t>
            </a:r>
            <a:r>
              <a:rPr lang="es-ES" sz="2000" i="1" dirty="0"/>
              <a:t>n</a:t>
            </a:r>
            <a:r>
              <a:rPr lang="es-ES" sz="2000" dirty="0"/>
              <a:t> restantes son linealmente independientes.  </a:t>
            </a:r>
          </a:p>
          <a:p>
            <a:pPr>
              <a:spcBef>
                <a:spcPts val="1200"/>
              </a:spcBef>
            </a:pPr>
            <a:r>
              <a:rPr lang="es-ES" sz="2000" dirty="0"/>
              <a:t>Cualquier solución básica en la que todas las variables son no negativas se llama </a:t>
            </a:r>
            <a:r>
              <a:rPr lang="es-E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solución básica factible </a:t>
            </a:r>
            <a:r>
              <a:rPr lang="es-ES" sz="2000" dirty="0"/>
              <a:t>(o </a:t>
            </a:r>
            <a:r>
              <a:rPr lang="es-E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SBF</a:t>
            </a:r>
            <a:r>
              <a:rPr lang="es-ES" sz="2000" dirty="0"/>
              <a:t>).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Solución Básica Factible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06AAF3B3-2AEB-553B-B319-C50DC8FEB983}"/>
              </a:ext>
            </a:extLst>
          </p:cNvPr>
          <p:cNvSpPr txBox="1">
            <a:spLocks/>
          </p:cNvSpPr>
          <p:nvPr/>
        </p:nvSpPr>
        <p:spPr>
          <a:xfrm>
            <a:off x="11668125" y="6602413"/>
            <a:ext cx="523875" cy="2476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A54E1-8A5A-492B-8D87-772C5A9980B5}" type="slidenum">
              <a:rPr lang="es-ES" smtClean="0"/>
              <a:pPr/>
              <a:t>5</a:t>
            </a:fld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8F286-87FF-271C-27AC-FE1611F99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>
            <a:extLst>
              <a:ext uri="{FF2B5EF4-FFF2-40B4-BE49-F238E27FC236}">
                <a16:creationId xmlns:a16="http://schemas.microsoft.com/office/drawing/2014/main" id="{85EF5014-F66D-CCF4-F8D1-6E15F67422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52500" y="1600204"/>
            <a:ext cx="8926606" cy="4525963"/>
          </a:xfrm>
        </p:spPr>
        <p:txBody>
          <a:bodyPr>
            <a:normAutofit/>
          </a:bodyPr>
          <a:lstStyle/>
          <a:p>
            <a:r>
              <a:rPr lang="es-MX" sz="2000" dirty="0"/>
              <a:t>El método Simplex es un </a:t>
            </a:r>
            <a:r>
              <a:rPr lang="es-MX" sz="2000" b="1" dirty="0">
                <a:solidFill>
                  <a:schemeClr val="accent5"/>
                </a:solidFill>
              </a:rPr>
              <a:t>proceso iterativo </a:t>
            </a:r>
            <a:r>
              <a:rPr lang="es-MX" sz="2000" dirty="0"/>
              <a:t>que hace una búsqueda eficiente brincando de una SBF a otra SBF adyacente.</a:t>
            </a:r>
          </a:p>
          <a:p>
            <a:r>
              <a:rPr lang="es-MX" sz="2000" dirty="0"/>
              <a:t>Dos </a:t>
            </a:r>
            <a:r>
              <a:rPr lang="es-MX" sz="2000" dirty="0" err="1"/>
              <a:t>SBFs</a:t>
            </a:r>
            <a:r>
              <a:rPr lang="es-MX" sz="2000" dirty="0"/>
              <a:t> son adyacentes si comparten (m-1) variables básicas y (n-m-1) variables no básicas.</a:t>
            </a:r>
          </a:p>
          <a:p>
            <a:r>
              <a:rPr lang="es-MX" sz="2000" dirty="0"/>
              <a:t>Moverse de una SBF a una SBF adyacente implica que una variable básica pasa a ser no básica en la adyacente y una variable no básica pasa a ser básica en la SBF adyacente.</a:t>
            </a:r>
          </a:p>
          <a:p>
            <a:r>
              <a:rPr lang="es-MX" sz="2000" dirty="0"/>
              <a:t>Ejemplo:</a:t>
            </a:r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8CFC9AC1-66B0-18C9-8F8E-814CBF2245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Soluciones factibles adyacentes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BBBD28-9E05-DD68-466B-24D1DEC9FB55}"/>
              </a:ext>
            </a:extLst>
          </p:cNvPr>
          <p:cNvSpPr txBox="1"/>
          <p:nvPr/>
        </p:nvSpPr>
        <p:spPr>
          <a:xfrm>
            <a:off x="4844303" y="5001870"/>
            <a:ext cx="25033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SBF 1</a:t>
            </a:r>
          </a:p>
          <a:p>
            <a:pPr marL="449263" indent="-449263">
              <a:buFont typeface="Arial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XB={</a:t>
            </a:r>
            <a:r>
              <a:rPr lang="es-MX" dirty="0">
                <a:solidFill>
                  <a:srgbClr val="0070C0"/>
                </a:solidFill>
              </a:rPr>
              <a:t>s1,s2,s3</a:t>
            </a:r>
            <a:r>
              <a:rPr lang="es-MX" dirty="0">
                <a:solidFill>
                  <a:schemeClr val="bg1"/>
                </a:solidFill>
              </a:rPr>
              <a:t>}</a:t>
            </a:r>
          </a:p>
          <a:p>
            <a:pPr marL="449263" indent="-449263">
              <a:buFont typeface="Arial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XN={</a:t>
            </a:r>
            <a:r>
              <a:rPr lang="es-MX" dirty="0">
                <a:solidFill>
                  <a:schemeClr val="accent5"/>
                </a:solidFill>
              </a:rPr>
              <a:t>x1,x2,x3, x4</a:t>
            </a:r>
            <a:r>
              <a:rPr lang="es-MX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CF7F2B-3331-28B9-7BD5-224C7CD43725}"/>
              </a:ext>
            </a:extLst>
          </p:cNvPr>
          <p:cNvSpPr txBox="1"/>
          <p:nvPr/>
        </p:nvSpPr>
        <p:spPr>
          <a:xfrm>
            <a:off x="8116419" y="5028294"/>
            <a:ext cx="30412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Una SBF Adyacente a SBF1</a:t>
            </a:r>
          </a:p>
          <a:p>
            <a:pPr marL="449263" indent="-449263">
              <a:buFont typeface="Arial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XB={</a:t>
            </a:r>
            <a:r>
              <a:rPr lang="es-MX" dirty="0">
                <a:solidFill>
                  <a:srgbClr val="0070C0"/>
                </a:solidFill>
              </a:rPr>
              <a:t>s1</a:t>
            </a:r>
            <a:r>
              <a:rPr lang="es-MX" dirty="0">
                <a:solidFill>
                  <a:schemeClr val="bg1"/>
                </a:solidFill>
              </a:rPr>
              <a:t>,</a:t>
            </a:r>
            <a:r>
              <a:rPr lang="es-MX" dirty="0">
                <a:solidFill>
                  <a:schemeClr val="accent5"/>
                </a:solidFill>
              </a:rPr>
              <a:t>x2</a:t>
            </a:r>
            <a:r>
              <a:rPr lang="es-MX" dirty="0">
                <a:solidFill>
                  <a:schemeClr val="bg1"/>
                </a:solidFill>
              </a:rPr>
              <a:t>,</a:t>
            </a:r>
            <a:r>
              <a:rPr lang="es-MX" dirty="0">
                <a:solidFill>
                  <a:srgbClr val="0070C0"/>
                </a:solidFill>
              </a:rPr>
              <a:t>s3</a:t>
            </a:r>
            <a:r>
              <a:rPr lang="es-MX" dirty="0">
                <a:solidFill>
                  <a:schemeClr val="bg1"/>
                </a:solidFill>
              </a:rPr>
              <a:t>}</a:t>
            </a:r>
          </a:p>
          <a:p>
            <a:pPr marL="449263" indent="-449263">
              <a:buFont typeface="Arial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XN={</a:t>
            </a:r>
            <a:r>
              <a:rPr lang="es-MX" dirty="0">
                <a:solidFill>
                  <a:schemeClr val="accent5"/>
                </a:solidFill>
              </a:rPr>
              <a:t>x1</a:t>
            </a:r>
            <a:r>
              <a:rPr lang="es-MX" dirty="0">
                <a:solidFill>
                  <a:schemeClr val="bg1"/>
                </a:solidFill>
              </a:rPr>
              <a:t>,</a:t>
            </a:r>
            <a:r>
              <a:rPr lang="es-MX" dirty="0">
                <a:solidFill>
                  <a:srgbClr val="0070C0"/>
                </a:solidFill>
              </a:rPr>
              <a:t>s2</a:t>
            </a:r>
            <a:r>
              <a:rPr lang="es-MX" dirty="0">
                <a:solidFill>
                  <a:schemeClr val="bg1"/>
                </a:solidFill>
              </a:rPr>
              <a:t>,</a:t>
            </a:r>
            <a:r>
              <a:rPr lang="es-MX" dirty="0">
                <a:solidFill>
                  <a:schemeClr val="accent5"/>
                </a:solidFill>
              </a:rPr>
              <a:t>x3, x4</a:t>
            </a:r>
            <a:r>
              <a:rPr lang="es-MX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1A3CBD-6791-833E-58B7-3DE5668BD385}"/>
              </a:ext>
            </a:extLst>
          </p:cNvPr>
          <p:cNvSpPr txBox="1"/>
          <p:nvPr/>
        </p:nvSpPr>
        <p:spPr>
          <a:xfrm>
            <a:off x="1204872" y="5028294"/>
            <a:ext cx="34603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n=7 variables</a:t>
            </a:r>
          </a:p>
          <a:p>
            <a:r>
              <a:rPr lang="es-MX" dirty="0">
                <a:solidFill>
                  <a:schemeClr val="bg1"/>
                </a:solidFill>
              </a:rPr>
              <a:t>m=3 restricciones funcionales</a:t>
            </a:r>
          </a:p>
          <a:p>
            <a:r>
              <a:rPr lang="es-MX" dirty="0">
                <a:solidFill>
                  <a:schemeClr val="bg1"/>
                </a:solidFill>
              </a:rPr>
              <a:t>n-m=4 variables no básicas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C66FAA72-C324-4CD1-F764-922DC8862160}"/>
              </a:ext>
            </a:extLst>
          </p:cNvPr>
          <p:cNvSpPr txBox="1">
            <a:spLocks/>
          </p:cNvSpPr>
          <p:nvPr/>
        </p:nvSpPr>
        <p:spPr>
          <a:xfrm>
            <a:off x="11668125" y="6602413"/>
            <a:ext cx="523875" cy="2476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A54E1-8A5A-492B-8D87-772C5A9980B5}" type="slidenum">
              <a:rPr lang="es-ES" smtClean="0"/>
              <a:pPr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7657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959C3-ACC3-C3FB-5352-8E296B92F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>
            <a:extLst>
              <a:ext uri="{FF2B5EF4-FFF2-40B4-BE49-F238E27FC236}">
                <a16:creationId xmlns:a16="http://schemas.microsoft.com/office/drawing/2014/main" id="{9058008B-359C-A2B7-109B-BB72360BBC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68354" y="1600205"/>
            <a:ext cx="7960493" cy="4137208"/>
          </a:xfrm>
        </p:spPr>
        <p:txBody>
          <a:bodyPr>
            <a:normAutofit/>
          </a:bodyPr>
          <a:lstStyle/>
          <a:p>
            <a:pPr marL="0" indent="0">
              <a:spcBef>
                <a:spcPct val="35000"/>
              </a:spcBef>
              <a:buNone/>
            </a:pPr>
            <a:r>
              <a:rPr lang="es-MX" sz="2000" dirty="0"/>
              <a:t>La compañía Valley </a:t>
            </a:r>
            <a:r>
              <a:rPr lang="es-MX" sz="2000" dirty="0" err="1"/>
              <a:t>Wine</a:t>
            </a:r>
            <a:r>
              <a:rPr lang="es-MX" sz="2000" dirty="0"/>
              <a:t> produce dos tipos de vino: Valley </a:t>
            </a:r>
            <a:r>
              <a:rPr lang="es-MX" sz="2000" dirty="0" err="1"/>
              <a:t>Nectar</a:t>
            </a:r>
            <a:r>
              <a:rPr lang="es-MX" sz="2000" dirty="0"/>
              <a:t> y Valley Red. Los vinos serán producidos con 64 </a:t>
            </a:r>
            <a:r>
              <a:rPr lang="es-MX" sz="2000" dirty="0" err="1"/>
              <a:t>tons</a:t>
            </a:r>
            <a:r>
              <a:rPr lang="es-MX" sz="2000" dirty="0"/>
              <a:t>. de uva que la compañía ha comprado esta temporada. </a:t>
            </a:r>
          </a:p>
          <a:p>
            <a:pPr marL="0" indent="0">
              <a:spcBef>
                <a:spcPct val="35000"/>
              </a:spcBef>
              <a:buNone/>
            </a:pPr>
            <a:r>
              <a:rPr lang="es-MX" sz="2000" dirty="0"/>
              <a:t>Un lote de 1000 galones de </a:t>
            </a:r>
            <a:r>
              <a:rPr lang="es-MX" sz="2000" dirty="0" err="1"/>
              <a:t>Nectar</a:t>
            </a:r>
            <a:r>
              <a:rPr lang="es-MX" sz="2000" dirty="0"/>
              <a:t> requiere de 4 </a:t>
            </a:r>
            <a:r>
              <a:rPr lang="es-MX" sz="2000" dirty="0" err="1"/>
              <a:t>tons</a:t>
            </a:r>
            <a:r>
              <a:rPr lang="es-MX" sz="2000" dirty="0"/>
              <a:t>. de uva, y un lote de Red 8 </a:t>
            </a:r>
            <a:r>
              <a:rPr lang="es-MX" sz="2000" dirty="0" err="1"/>
              <a:t>tons</a:t>
            </a:r>
            <a:r>
              <a:rPr lang="es-MX" sz="2000" dirty="0"/>
              <a:t>. Sin embargo, la producción está limitada por la disponibilidad de solo 50 yd</a:t>
            </a:r>
            <a:r>
              <a:rPr lang="es-MX" sz="2000" baseline="30000" dirty="0"/>
              <a:t>3</a:t>
            </a:r>
            <a:r>
              <a:rPr lang="es-MX" sz="2000" dirty="0"/>
              <a:t> de espacio para añejamiento y 120 horas de tiempo de procesamiento. Un lote de cada tipo de vino requiere de 5 yd</a:t>
            </a:r>
            <a:r>
              <a:rPr lang="es-MX" sz="2000" baseline="30000" dirty="0"/>
              <a:t>3</a:t>
            </a:r>
            <a:r>
              <a:rPr lang="es-MX" sz="2000" dirty="0"/>
              <a:t> de espacio. El tiempo de proceso para un lote de </a:t>
            </a:r>
            <a:r>
              <a:rPr lang="es-MX" sz="2000" dirty="0" err="1"/>
              <a:t>Nectar</a:t>
            </a:r>
            <a:r>
              <a:rPr lang="es-MX" sz="2000" dirty="0"/>
              <a:t> es de 15 hrs. y para Red es de 8 hrs. La demanda para cada tipo de vino está limitada a siete lotes. </a:t>
            </a:r>
          </a:p>
          <a:p>
            <a:pPr marL="0" indent="0">
              <a:spcBef>
                <a:spcPct val="35000"/>
              </a:spcBef>
              <a:buNone/>
            </a:pPr>
            <a:r>
              <a:rPr lang="es-MX" sz="2000" dirty="0"/>
              <a:t>La utilidad por un lote de </a:t>
            </a:r>
            <a:r>
              <a:rPr lang="es-MX" sz="2000" dirty="0" err="1"/>
              <a:t>Nectar</a:t>
            </a:r>
            <a:r>
              <a:rPr lang="es-MX" sz="2000" dirty="0"/>
              <a:t> es de $9,000 y por un lote de Red es de $12000. La compañía quiere determinar el número de lotes de 1000 galones de </a:t>
            </a:r>
            <a:r>
              <a:rPr lang="es-MX" sz="2000" dirty="0" err="1"/>
              <a:t>Nectar</a:t>
            </a:r>
            <a:r>
              <a:rPr lang="es-MX" sz="2000" dirty="0"/>
              <a:t> y Red que producirá la mayor utilidad.</a:t>
            </a:r>
            <a:endParaRPr lang="es-MX" sz="2000" baseline="30000" dirty="0"/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1563BCF5-C40F-822D-D1BA-CA259844BA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Ejemplo: Valley </a:t>
            </a:r>
            <a:r>
              <a:rPr lang="es-MX" sz="3200" dirty="0" err="1"/>
              <a:t>Wine</a:t>
            </a:r>
            <a:endParaRPr lang="es-MX" sz="3200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D34FB345-2890-29CC-D43E-9BE387AF743A}"/>
              </a:ext>
            </a:extLst>
          </p:cNvPr>
          <p:cNvSpPr txBox="1">
            <a:spLocks/>
          </p:cNvSpPr>
          <p:nvPr/>
        </p:nvSpPr>
        <p:spPr>
          <a:xfrm>
            <a:off x="11668125" y="6602413"/>
            <a:ext cx="523875" cy="2476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A54E1-8A5A-492B-8D87-772C5A9980B5}" type="slidenum">
              <a:rPr lang="es-ES" smtClean="0"/>
              <a:pPr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0425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E9AB6-2E5D-47AA-7A79-1D1289340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8">
            <a:extLst>
              <a:ext uri="{FF2B5EF4-FFF2-40B4-BE49-F238E27FC236}">
                <a16:creationId xmlns:a16="http://schemas.microsoft.com/office/drawing/2014/main" id="{6BDFFCFF-ECBD-E0D2-935D-E6D2928190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35000"/>
              </a:spcBef>
            </a:pPr>
            <a:r>
              <a:rPr lang="es-MX" altLang="en-US" sz="2000" b="1" dirty="0"/>
              <a:t>Variables de decisión</a:t>
            </a:r>
          </a:p>
          <a:p>
            <a:pPr eaLnBrk="1" hangingPunct="1">
              <a:spcBef>
                <a:spcPct val="35000"/>
              </a:spcBef>
              <a:buNone/>
            </a:pPr>
            <a:r>
              <a:rPr lang="es-MX" altLang="en-US" sz="2000" dirty="0"/>
              <a:t>	X</a:t>
            </a:r>
            <a:r>
              <a:rPr lang="es-MX" altLang="en-US" sz="2000" baseline="-25000" dirty="0"/>
              <a:t>1</a:t>
            </a:r>
            <a:r>
              <a:rPr lang="es-MX" altLang="en-US" sz="2000" dirty="0"/>
              <a:t>= Número de lotes de 1000 galones de Valley </a:t>
            </a:r>
            <a:r>
              <a:rPr lang="es-MX" altLang="en-US" sz="2000" dirty="0" err="1"/>
              <a:t>Nectar</a:t>
            </a:r>
            <a:endParaRPr lang="es-MX" altLang="en-US" sz="2000" dirty="0"/>
          </a:p>
          <a:p>
            <a:pPr eaLnBrk="1" hangingPunct="1">
              <a:spcBef>
                <a:spcPct val="35000"/>
              </a:spcBef>
              <a:buNone/>
            </a:pPr>
            <a:r>
              <a:rPr lang="es-MX" altLang="en-US" sz="2000" dirty="0"/>
              <a:t>	X</a:t>
            </a:r>
            <a:r>
              <a:rPr lang="es-MX" altLang="en-US" sz="2000" baseline="-25000" dirty="0"/>
              <a:t>2</a:t>
            </a:r>
            <a:r>
              <a:rPr lang="es-MX" altLang="en-US" sz="2000" dirty="0"/>
              <a:t>= Número de lotes de 1000 galones de Valley Red</a:t>
            </a:r>
          </a:p>
          <a:p>
            <a:pPr>
              <a:spcBef>
                <a:spcPts val="2400"/>
              </a:spcBef>
            </a:pPr>
            <a:r>
              <a:rPr lang="es-MX" altLang="en-US" sz="2000" b="1" dirty="0"/>
              <a:t>Función objetivo</a:t>
            </a:r>
          </a:p>
          <a:p>
            <a:pPr eaLnBrk="1" hangingPunct="1">
              <a:spcBef>
                <a:spcPct val="35000"/>
              </a:spcBef>
              <a:buNone/>
            </a:pPr>
            <a:r>
              <a:rPr lang="es-MX" altLang="en-US" sz="2000" b="1" dirty="0"/>
              <a:t>	</a:t>
            </a:r>
            <a:r>
              <a:rPr lang="es-MX" altLang="en-US" sz="2000" dirty="0"/>
              <a:t>Maximizar Z = 9,000 x</a:t>
            </a:r>
            <a:r>
              <a:rPr lang="es-MX" altLang="en-US" sz="2000" baseline="-25000" dirty="0"/>
              <a:t>1</a:t>
            </a:r>
            <a:r>
              <a:rPr lang="es-MX" altLang="en-US" sz="2000" dirty="0"/>
              <a:t> + 12,000 x</a:t>
            </a:r>
            <a:r>
              <a:rPr lang="es-MX" altLang="en-US" sz="2000" baseline="-25000" dirty="0"/>
              <a:t>2</a:t>
            </a:r>
            <a:r>
              <a:rPr lang="es-MX" altLang="en-US" sz="2000" dirty="0"/>
              <a:t>  </a:t>
            </a:r>
          </a:p>
          <a:p>
            <a:pPr>
              <a:spcBef>
                <a:spcPts val="2400"/>
              </a:spcBef>
            </a:pPr>
            <a:r>
              <a:rPr lang="es-MX" altLang="en-US" sz="2000" b="1" dirty="0"/>
              <a:t>Sujeto a:</a:t>
            </a:r>
          </a:p>
          <a:p>
            <a:pPr eaLnBrk="1" hangingPunct="1">
              <a:spcBef>
                <a:spcPct val="35000"/>
              </a:spcBef>
              <a:buNone/>
            </a:pPr>
            <a:r>
              <a:rPr lang="es-MX" altLang="en-US" sz="2000" b="1" dirty="0"/>
              <a:t>	</a:t>
            </a: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23FC70DB-D92D-0142-9777-045CCE4621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…Ejemplo: Valley </a:t>
            </a:r>
            <a:r>
              <a:rPr lang="es-MX" sz="3200" dirty="0" err="1"/>
              <a:t>Wine</a:t>
            </a:r>
            <a:endParaRPr lang="es-MX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31DC86C-30BE-EF0F-A89C-55C7BA627632}"/>
              </a:ext>
            </a:extLst>
          </p:cNvPr>
          <p:cNvGraphicFramePr>
            <a:graphicFrameLocks noGrp="1"/>
          </p:cNvGraphicFramePr>
          <p:nvPr/>
        </p:nvGraphicFramePr>
        <p:xfrm>
          <a:off x="3647729" y="4221088"/>
          <a:ext cx="6491451" cy="2377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2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8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4 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 + 8 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  <a:sym typeface="Symbol"/>
                        </a:rPr>
                        <a:t>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000" dirty="0">
                          <a:solidFill>
                            <a:schemeClr val="bg1"/>
                          </a:solidFill>
                        </a:rPr>
                        <a:t>64 </a:t>
                      </a:r>
                      <a:r>
                        <a:rPr lang="es-MX" sz="2000" dirty="0" err="1">
                          <a:solidFill>
                            <a:schemeClr val="bg1"/>
                          </a:solidFill>
                        </a:rPr>
                        <a:t>tons</a:t>
                      </a:r>
                      <a:r>
                        <a:rPr lang="es-MX" sz="2000" dirty="0">
                          <a:solidFill>
                            <a:schemeClr val="bg1"/>
                          </a:solidFill>
                        </a:rPr>
                        <a:t>.</a:t>
                      </a:r>
                      <a:r>
                        <a:rPr lang="es-MX" sz="2000" baseline="0" dirty="0">
                          <a:solidFill>
                            <a:schemeClr val="bg1"/>
                          </a:solidFill>
                        </a:rPr>
                        <a:t> de uva disponibles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5 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 + 5 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  <a:sym typeface="Symbol"/>
                        </a:rPr>
                        <a:t>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000" dirty="0">
                          <a:solidFill>
                            <a:schemeClr val="bg1"/>
                          </a:solidFill>
                        </a:rPr>
                        <a:t>50 yd.</a:t>
                      </a:r>
                      <a:r>
                        <a:rPr lang="es-MX" sz="2000" baseline="300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es-MX" sz="2000" dirty="0">
                          <a:solidFill>
                            <a:schemeClr val="bg1"/>
                          </a:solidFill>
                        </a:rPr>
                        <a:t> de almacenamiento disponible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15 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 + 8 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  <a:sym typeface="Symbol"/>
                        </a:rPr>
                        <a:t>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120 hrs</a:t>
                      </a:r>
                      <a:r>
                        <a:rPr lang="en-US" sz="2000" baseline="0" dirty="0">
                          <a:solidFill>
                            <a:schemeClr val="bg1"/>
                          </a:solidFill>
                        </a:rPr>
                        <a:t>. de </a:t>
                      </a:r>
                      <a:r>
                        <a:rPr lang="en-US" sz="2000" baseline="0" dirty="0" err="1">
                          <a:solidFill>
                            <a:schemeClr val="bg1"/>
                          </a:solidFill>
                        </a:rPr>
                        <a:t>procesamiento</a:t>
                      </a:r>
                      <a:r>
                        <a:rPr lang="en-US" sz="2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bg1"/>
                          </a:solidFill>
                        </a:rPr>
                        <a:t>disponible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  <a:sym typeface="Symbol"/>
                        </a:rPr>
                        <a:t>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7 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</a:rPr>
                        <a:t>lotes</a:t>
                      </a:r>
                      <a:r>
                        <a:rPr lang="en-US" sz="2000" baseline="0" dirty="0">
                          <a:solidFill>
                            <a:schemeClr val="bg1"/>
                          </a:solidFill>
                        </a:rPr>
                        <a:t> de </a:t>
                      </a:r>
                      <a:r>
                        <a:rPr lang="en-US" sz="2000" baseline="0" dirty="0" err="1">
                          <a:solidFill>
                            <a:schemeClr val="bg1"/>
                          </a:solidFill>
                        </a:rPr>
                        <a:t>demanda</a:t>
                      </a:r>
                      <a:r>
                        <a:rPr lang="en-US" sz="2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bg1"/>
                          </a:solidFill>
                        </a:rPr>
                        <a:t>para</a:t>
                      </a:r>
                      <a:r>
                        <a:rPr lang="en-US" sz="2000" baseline="0" dirty="0">
                          <a:solidFill>
                            <a:schemeClr val="bg1"/>
                          </a:solidFill>
                        </a:rPr>
                        <a:t> V. Nectar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  <a:sym typeface="Symbol"/>
                        </a:rPr>
                        <a:t>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7 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</a:rPr>
                        <a:t>lotes</a:t>
                      </a:r>
                      <a:r>
                        <a:rPr lang="en-US" sz="2000" baseline="0" dirty="0">
                          <a:solidFill>
                            <a:schemeClr val="bg1"/>
                          </a:solidFill>
                        </a:rPr>
                        <a:t> de </a:t>
                      </a:r>
                      <a:r>
                        <a:rPr lang="en-US" sz="2000" baseline="0" dirty="0" err="1">
                          <a:solidFill>
                            <a:schemeClr val="bg1"/>
                          </a:solidFill>
                        </a:rPr>
                        <a:t>demanda</a:t>
                      </a:r>
                      <a:r>
                        <a:rPr lang="en-US" sz="2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bg1"/>
                          </a:solidFill>
                        </a:rPr>
                        <a:t>para</a:t>
                      </a:r>
                      <a:r>
                        <a:rPr lang="en-US" sz="2000" baseline="0" dirty="0">
                          <a:solidFill>
                            <a:schemeClr val="bg1"/>
                          </a:solidFill>
                        </a:rPr>
                        <a:t> V. Red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, 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  <a:sym typeface="Symbol"/>
                        </a:rPr>
                        <a:t>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0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899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E9333-AED7-4735-CA12-02E219E1D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849DE1B-4E08-9C70-E2C8-FCE9E3CD27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…Ejemplo: Soluciones Básicas Factibles</a:t>
            </a: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057F79ED-C81B-BC6E-BF64-E40BF0850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E924DB-BCF9-F71D-528A-5014777D2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050" y="1871147"/>
            <a:ext cx="5886450" cy="444817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EC6DADC2-A926-498F-AB17-C5DB5865EAE0}"/>
              </a:ext>
            </a:extLst>
          </p:cNvPr>
          <p:cNvGrpSpPr/>
          <p:nvPr/>
        </p:nvGrpSpPr>
        <p:grpSpPr>
          <a:xfrm>
            <a:off x="952500" y="1963270"/>
            <a:ext cx="4133684" cy="3083859"/>
            <a:chOff x="952500" y="1963270"/>
            <a:chExt cx="4133684" cy="3083859"/>
          </a:xfrm>
        </p:grpSpPr>
        <p:graphicFrame>
          <p:nvGraphicFramePr>
            <p:cNvPr id="29697" name="Object 1">
              <a:extLst>
                <a:ext uri="{FF2B5EF4-FFF2-40B4-BE49-F238E27FC236}">
                  <a16:creationId xmlns:a16="http://schemas.microsoft.com/office/drawing/2014/main" id="{3694749E-9046-F9A0-8F0D-8AB326B9AD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52500" y="1963270"/>
            <a:ext cx="4133684" cy="30838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 System" r:id="rId3" imgW="8191500" imgH="6124651" progId="GraphFile">
                    <p:embed/>
                  </p:oleObj>
                </mc:Choice>
                <mc:Fallback>
                  <p:oleObj name="Graph System" r:id="rId3" imgW="8191500" imgH="6124651" progId="GraphFile">
                    <p:embed/>
                    <p:pic>
                      <p:nvPicPr>
                        <p:cNvPr id="29697" name="Object 1">
                          <a:extLst>
                            <a:ext uri="{FF2B5EF4-FFF2-40B4-BE49-F238E27FC236}">
                              <a16:creationId xmlns:a16="http://schemas.microsoft.com/office/drawing/2014/main" id="{3694749E-9046-F9A0-8F0D-8AB326B9AD5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2500" y="1963270"/>
                          <a:ext cx="4133684" cy="308385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B9657BC-9FB8-E64A-CE15-FF39EC3AB603}"/>
                </a:ext>
              </a:extLst>
            </p:cNvPr>
            <p:cNvSpPr txBox="1"/>
            <p:nvPr/>
          </p:nvSpPr>
          <p:spPr>
            <a:xfrm>
              <a:off x="1030941" y="4733365"/>
              <a:ext cx="25680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G</a:t>
              </a:r>
            </a:p>
          </p:txBody>
        </p: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1FDA462-D71A-6D51-0D94-9AB6AAF500D9}"/>
              </a:ext>
            </a:extLst>
          </p:cNvPr>
          <p:cNvGraphicFramePr>
            <a:graphicFrameLocks noGrp="1"/>
          </p:cNvGraphicFramePr>
          <p:nvPr/>
        </p:nvGraphicFramePr>
        <p:xfrm>
          <a:off x="1939821" y="5319711"/>
          <a:ext cx="3279796" cy="10023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9796">
                  <a:extLst>
                    <a:ext uri="{9D8B030D-6E8A-4147-A177-3AD203B41FA5}">
                      <a16:colId xmlns:a16="http://schemas.microsoft.com/office/drawing/2014/main" val="2243599396"/>
                    </a:ext>
                  </a:extLst>
                </a:gridCol>
              </a:tblGrid>
              <a:tr h="74322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b="1" dirty="0">
                          <a:solidFill>
                            <a:schemeClr val="bg1"/>
                          </a:solidFill>
                        </a:rPr>
                        <a:t>VB</a:t>
                      </a:r>
                      <a:r>
                        <a:rPr lang="es-MX" sz="1100" b="1" baseline="0" dirty="0">
                          <a:solidFill>
                            <a:schemeClr val="bg1"/>
                          </a:solidFill>
                        </a:rPr>
                        <a:t> – Todas las variables con valores positivos diferentes de cero son Variables Básicas y constituyen una </a:t>
                      </a:r>
                      <a:r>
                        <a:rPr lang="es-MX" sz="1100" b="1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Solución Básica Factible</a:t>
                      </a:r>
                      <a:endParaRPr lang="es-MX" sz="11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271985"/>
                  </a:ext>
                </a:extLst>
              </a:tr>
              <a:tr h="19143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b="1" dirty="0">
                          <a:solidFill>
                            <a:schemeClr val="bg1"/>
                          </a:solidFill>
                        </a:rPr>
                        <a:t>Variable No-Básica (VNB)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97370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C0741E95-3424-EEE2-0C9B-47F6EDAE081A}"/>
              </a:ext>
            </a:extLst>
          </p:cNvPr>
          <p:cNvSpPr txBox="1"/>
          <p:nvPr/>
        </p:nvSpPr>
        <p:spPr>
          <a:xfrm>
            <a:off x="1939821" y="6301725"/>
            <a:ext cx="62449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ES" sz="1400" i="1" dirty="0">
                <a:solidFill>
                  <a:schemeClr val="bg1"/>
                </a:solidFill>
              </a:rPr>
              <a:t>n – m </a:t>
            </a:r>
            <a:r>
              <a:rPr lang="es-ES" sz="1400" dirty="0">
                <a:solidFill>
                  <a:schemeClr val="bg1"/>
                </a:solidFill>
              </a:rPr>
              <a:t>= 7 – 5 = 2 (máxima dimensión de la región factible)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1D9E21DB-61B1-EA5E-65B9-B16BA61E8289}"/>
              </a:ext>
            </a:extLst>
          </p:cNvPr>
          <p:cNvSpPr txBox="1">
            <a:spLocks/>
          </p:cNvSpPr>
          <p:nvPr/>
        </p:nvSpPr>
        <p:spPr>
          <a:xfrm>
            <a:off x="11668125" y="6602413"/>
            <a:ext cx="523875" cy="2476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A54E1-8A5A-492B-8D87-772C5A9980B5}" type="slidenum">
              <a:rPr lang="es-ES" smtClean="0"/>
              <a:pPr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7947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09212-1B6B-9EB9-FC6A-5B0CE55C0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13 Marcador de contenido">
                <a:extLst>
                  <a:ext uri="{FF2B5EF4-FFF2-40B4-BE49-F238E27FC236}">
                    <a16:creationId xmlns:a16="http://schemas.microsoft.com/office/drawing/2014/main" id="{9BBD6A74-A3BB-FF87-6413-31FDDD605A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52500" y="1580160"/>
                <a:ext cx="7888775" cy="426271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Un PPL es </a:t>
                </a:r>
                <a:r>
                  <a:rPr lang="en-US" sz="2400" dirty="0" err="1"/>
                  <a:t>factible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cuando</a:t>
                </a:r>
                <a:r>
                  <a:rPr lang="en-US" sz="2400" dirty="0"/>
                  <a:t>: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1. </a:t>
                </a:r>
                <a14:m>
                  <m:oMath xmlns:m="http://schemas.openxmlformats.org/officeDocument/2006/math"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MX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s-MX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457200" indent="-457200">
                  <a:buAutoNum type="arabicPeriod" startAt="2"/>
                </a:pPr>
                <a:r>
                  <a:rPr lang="en-US" sz="2400" dirty="0" err="1"/>
                  <a:t>Existe</a:t>
                </a:r>
                <a:r>
                  <a:rPr lang="en-US" sz="2400" dirty="0"/>
                  <a:t> un conjunto de </a:t>
                </a:r>
                <a:r>
                  <a:rPr lang="en-US" sz="2400" dirty="0" err="1"/>
                  <a:t>solución</a:t>
                </a:r>
                <a:r>
                  <a:rPr lang="en-US" sz="2400" dirty="0"/>
                  <a:t> </a:t>
                </a:r>
                <a:r>
                  <a:rPr lang="en-US" sz="2400" b="1" i="1" dirty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sz="2400" dirty="0"/>
                  <a:t> que satisfice: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0070C0"/>
                    </a:solidFill>
                  </a:rPr>
                  <a:t>	</a:t>
                </a:r>
                <a:r>
                  <a:rPr lang="en-US" sz="2400" dirty="0" err="1">
                    <a:solidFill>
                      <a:srgbClr val="0070C0"/>
                    </a:solidFill>
                  </a:rPr>
                  <a:t>Región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0070C0"/>
                    </a:solidFill>
                  </a:rPr>
                  <a:t>Factible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/>
                  <a:t>3.  </a:t>
                </a:r>
                <a:r>
                  <a:rPr lang="en-US" sz="2400" dirty="0" err="1"/>
                  <a:t>Existe</a:t>
                </a:r>
                <a:r>
                  <a:rPr lang="en-US" sz="2400" dirty="0"/>
                  <a:t> un </a:t>
                </a:r>
                <a:r>
                  <a:rPr lang="en-US" sz="2400" dirty="0" err="1"/>
                  <a:t>subconjunto</a:t>
                </a:r>
                <a:r>
                  <a:rPr lang="en-US" sz="2400" dirty="0"/>
                  <a:t> de </a:t>
                </a:r>
                <a:r>
                  <a:rPr lang="en-US" sz="2400" b="1" i="1" dirty="0">
                    <a:latin typeface="Times New Roman" pitchFamily="18" charset="0"/>
                    <a:cs typeface="Times New Roman" pitchFamily="18" charset="0"/>
                  </a:rPr>
                  <a:t>X </a:t>
                </a:r>
                <a:r>
                  <a:rPr lang="en-US" sz="2400" dirty="0"/>
                  <a:t>con </a:t>
                </a:r>
                <a:r>
                  <a:rPr lang="en-US" sz="2400" dirty="0" err="1"/>
                  <a:t>elementos</a:t>
                </a:r>
                <a:r>
                  <a:rPr lang="en-US" sz="2400" dirty="0"/>
                  <a:t> no </a:t>
                </a:r>
                <a:r>
                  <a:rPr lang="en-US" sz="2400" dirty="0" err="1"/>
                  <a:t>negativos</a:t>
                </a:r>
                <a:endParaRPr lang="en-US" sz="2400" dirty="0"/>
              </a:p>
            </p:txBody>
          </p:sp>
        </mc:Choice>
        <mc:Fallback xmlns="">
          <p:sp>
            <p:nvSpPr>
              <p:cNvPr id="14" name="13 Marcador de contenido">
                <a:extLst>
                  <a:ext uri="{FF2B5EF4-FFF2-40B4-BE49-F238E27FC236}">
                    <a16:creationId xmlns:a16="http://schemas.microsoft.com/office/drawing/2014/main" id="{9BBD6A74-A3BB-FF87-6413-31FDDD605A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52500" y="1580160"/>
                <a:ext cx="7888775" cy="4262714"/>
              </a:xfrm>
              <a:blipFill>
                <a:blip r:embed="rId2"/>
                <a:stretch>
                  <a:fillRect l="-1236" t="-1860" r="-1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15 Título">
            <a:extLst>
              <a:ext uri="{FF2B5EF4-FFF2-40B4-BE49-F238E27FC236}">
                <a16:creationId xmlns:a16="http://schemas.microsoft.com/office/drawing/2014/main" id="{AC19DB50-8BA7-F66D-9A13-B19755A2E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s-MX" sz="3600" dirty="0"/>
              <a:t>Factibilidad de un PPL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538255-BDCB-3D2B-6C0D-24C4A82C0B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10</a:t>
            </a:fld>
            <a:endParaRPr lang="es-ES"/>
          </a:p>
        </p:txBody>
      </p:sp>
      <p:sp>
        <p:nvSpPr>
          <p:cNvPr id="12" name="1 Título">
            <a:extLst>
              <a:ext uri="{FF2B5EF4-FFF2-40B4-BE49-F238E27FC236}">
                <a16:creationId xmlns:a16="http://schemas.microsoft.com/office/drawing/2014/main" id="{F5A70CCA-B03D-A361-91D4-8469098770E3}"/>
              </a:ext>
            </a:extLst>
          </p:cNvPr>
          <p:cNvSpPr txBox="1">
            <a:spLocks/>
          </p:cNvSpPr>
          <p:nvPr/>
        </p:nvSpPr>
        <p:spPr>
          <a:xfrm>
            <a:off x="1158240" y="155448"/>
            <a:ext cx="9875520" cy="1252728"/>
          </a:xfrm>
          <a:prstGeom prst="rect">
            <a:avLst/>
          </a:prstGeom>
        </p:spPr>
        <p:txBody>
          <a:bodyPr vert="horz" lIns="109728" rIns="54864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pPr defTabSz="1097280">
              <a:spcBef>
                <a:spcPct val="0"/>
              </a:spcBef>
              <a:defRPr/>
            </a:pPr>
            <a:endParaRPr lang="es-MX" sz="5400" b="1" dirty="0">
              <a:solidFill>
                <a:schemeClr val="accent1">
                  <a:satMod val="1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5 Objeto">
            <a:extLst>
              <a:ext uri="{FF2B5EF4-FFF2-40B4-BE49-F238E27FC236}">
                <a16:creationId xmlns:a16="http://schemas.microsoft.com/office/drawing/2014/main" id="{BF7DD27B-03E5-3F2C-1372-E409EEC875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3222825"/>
              </p:ext>
            </p:extLst>
          </p:nvPr>
        </p:nvGraphicFramePr>
        <p:xfrm>
          <a:off x="4275036" y="3646397"/>
          <a:ext cx="2268565" cy="71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431640" imgH="164880" progId="Equation.3">
                  <p:embed/>
                </p:oleObj>
              </mc:Choice>
              <mc:Fallback>
                <p:oleObj name="Ecuación" r:id="rId3" imgW="431640" imgH="164880" progId="Equation.3">
                  <p:embed/>
                  <p:pic>
                    <p:nvPicPr>
                      <p:cNvPr id="6" name="5 Objeto">
                        <a:extLst>
                          <a:ext uri="{FF2B5EF4-FFF2-40B4-BE49-F238E27FC236}">
                            <a16:creationId xmlns:a16="http://schemas.microsoft.com/office/drawing/2014/main" id="{BF7DD27B-03E5-3F2C-1372-E409EEC875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5036" y="3646397"/>
                        <a:ext cx="2268565" cy="71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3">
            <a:extLst>
              <a:ext uri="{FF2B5EF4-FFF2-40B4-BE49-F238E27FC236}">
                <a16:creationId xmlns:a16="http://schemas.microsoft.com/office/drawing/2014/main" id="{F9FC40E7-C26C-1EEC-68A3-038EA29D2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503360" y="1882717"/>
            <a:ext cx="1602104" cy="1828800"/>
          </a:xfrm>
          <a:prstGeom prst="rect">
            <a:avLst/>
          </a:prstGeom>
          <a:ln>
            <a:solidFill>
              <a:srgbClr val="C0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E731D4BB-7AB5-4D17-80BE-981A5016DE1D}"/>
              </a:ext>
            </a:extLst>
          </p:cNvPr>
          <p:cNvSpPr txBox="1">
            <a:spLocks/>
          </p:cNvSpPr>
          <p:nvPr/>
        </p:nvSpPr>
        <p:spPr>
          <a:xfrm>
            <a:off x="11668125" y="6602413"/>
            <a:ext cx="523875" cy="2476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A54E1-8A5A-492B-8D87-772C5A9980B5}" type="slidenum">
              <a:rPr lang="es-ES" smtClean="0"/>
              <a:pPr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2394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AF42C-2202-34F1-207A-C167E885F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>
            <a:extLst>
              <a:ext uri="{FF2B5EF4-FFF2-40B4-BE49-F238E27FC236}">
                <a16:creationId xmlns:a16="http://schemas.microsoft.com/office/drawing/2014/main" id="{D08F52A0-076A-B802-6B1D-237DE94272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68354" y="1600204"/>
            <a:ext cx="9050266" cy="4525963"/>
          </a:xfrm>
        </p:spPr>
        <p:txBody>
          <a:bodyPr/>
          <a:lstStyle/>
          <a:p>
            <a:r>
              <a:rPr lang="es-MX" sz="2300" dirty="0"/>
              <a:t>La </a:t>
            </a:r>
            <a:r>
              <a:rPr lang="es-MX" sz="2300" b="1" dirty="0"/>
              <a:t>región factible </a:t>
            </a:r>
            <a:r>
              <a:rPr lang="es-MX" sz="2300" dirty="0"/>
              <a:t>para cualquier problema de programación lineal es un </a:t>
            </a:r>
            <a:r>
              <a:rPr lang="es-MX" sz="2300" b="1" dirty="0"/>
              <a:t>conjunto convexo</a:t>
            </a:r>
            <a:r>
              <a:rPr lang="es-MX" sz="2300" dirty="0"/>
              <a:t>. </a:t>
            </a:r>
          </a:p>
          <a:p>
            <a:r>
              <a:rPr lang="es-MX" sz="2300" dirty="0"/>
              <a:t>Si un PPL tiene una solución óptima, debe haber un punto extremo de la región factible que es óptima.</a:t>
            </a:r>
          </a:p>
          <a:p>
            <a:r>
              <a:rPr lang="es-MX" sz="2300" dirty="0"/>
              <a:t>Si un PPL tiene una solución óptima, ésta corresponde a una SBF.</a:t>
            </a:r>
          </a:p>
          <a:p>
            <a:r>
              <a:rPr lang="es-MX" sz="2300" dirty="0"/>
              <a:t>Un PPL tiene finitas </a:t>
            </a:r>
            <a:r>
              <a:rPr lang="es-MX" sz="2300" dirty="0" err="1"/>
              <a:t>SBFs</a:t>
            </a:r>
            <a:r>
              <a:rPr lang="es-MX" sz="2300" dirty="0"/>
              <a:t>. El número de </a:t>
            </a:r>
            <a:r>
              <a:rPr lang="es-MX" sz="2300" dirty="0" err="1"/>
              <a:t>SBFs</a:t>
            </a:r>
            <a:r>
              <a:rPr lang="es-MX" sz="2300" dirty="0"/>
              <a:t> está acotado por </a:t>
            </a:r>
          </a:p>
          <a:p>
            <a:endParaRPr lang="es-MX" sz="2300" dirty="0"/>
          </a:p>
          <a:p>
            <a:r>
              <a:rPr lang="es-MX" sz="2300" dirty="0"/>
              <a:t>Un vértice o intersección geométrica representa una SBF.</a:t>
            </a:r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F65B8156-D1AD-AB47-A6D2-F1126B033C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Región Factible</a:t>
            </a: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6E174D2A-13EA-24A8-FC4F-4357E0310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graphicFrame>
        <p:nvGraphicFramePr>
          <p:cNvPr id="2" name="1 Objeto">
            <a:extLst>
              <a:ext uri="{FF2B5EF4-FFF2-40B4-BE49-F238E27FC236}">
                <a16:creationId xmlns:a16="http://schemas.microsoft.com/office/drawing/2014/main" id="{31AC5C78-9573-38EB-41F1-9341AF689B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1210552"/>
              </p:ext>
            </p:extLst>
          </p:nvPr>
        </p:nvGraphicFramePr>
        <p:xfrm>
          <a:off x="9237570" y="3429000"/>
          <a:ext cx="781050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7160" imgH="457200" progId="Equation.3">
                  <p:embed/>
                </p:oleObj>
              </mc:Choice>
              <mc:Fallback>
                <p:oleObj name="Equation" r:id="rId2" imgW="317160" imgH="457200" progId="Equation.3">
                  <p:embed/>
                  <p:pic>
                    <p:nvPicPr>
                      <p:cNvPr id="2" name="1 Objeto">
                        <a:extLst>
                          <a:ext uri="{FF2B5EF4-FFF2-40B4-BE49-F238E27FC236}">
                            <a16:creationId xmlns:a16="http://schemas.microsoft.com/office/drawing/2014/main" id="{31AC5C78-9573-38EB-41F1-9341AF689B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7570" y="3429000"/>
                        <a:ext cx="781050" cy="1125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A8D291ED-5FCF-6FDC-BC0B-A13EB8EBA6D3}"/>
              </a:ext>
            </a:extLst>
          </p:cNvPr>
          <p:cNvSpPr txBox="1">
            <a:spLocks/>
          </p:cNvSpPr>
          <p:nvPr/>
        </p:nvSpPr>
        <p:spPr>
          <a:xfrm>
            <a:off x="11668125" y="6602413"/>
            <a:ext cx="523875" cy="2476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A54E1-8A5A-492B-8D87-772C5A9980B5}" type="slidenum">
              <a:rPr lang="es-ES" smtClean="0"/>
              <a:pPr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0225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7C5B7-0805-D515-F0A7-4427A24D5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>
            <a:extLst>
              <a:ext uri="{FF2B5EF4-FFF2-40B4-BE49-F238E27FC236}">
                <a16:creationId xmlns:a16="http://schemas.microsoft.com/office/drawing/2014/main" id="{064886BA-FC6A-17CB-0032-D4DB15E974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84665" y="1607728"/>
            <a:ext cx="9050266" cy="22239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600" dirty="0"/>
              <a:t>Sea el problema de optimización:</a:t>
            </a:r>
          </a:p>
          <a:p>
            <a:pPr marL="0" indent="0">
              <a:buNone/>
            </a:pPr>
            <a:endParaRPr lang="es-MX" sz="1600" dirty="0"/>
          </a:p>
          <a:p>
            <a:pPr marL="0" indent="0">
              <a:buNone/>
            </a:pPr>
            <a:r>
              <a:rPr lang="es-MX" sz="1600" dirty="0"/>
              <a:t>El problema tiene una </a:t>
            </a:r>
            <a:r>
              <a:rPr lang="es-MX" sz="1600" b="1" dirty="0"/>
              <a:t>solución óptima global</a:t>
            </a:r>
            <a:r>
              <a:rPr lang="es-MX" sz="1600" dirty="0"/>
              <a:t> si:</a:t>
            </a:r>
          </a:p>
          <a:p>
            <a:pPr marL="0" indent="0">
              <a:buNone/>
            </a:pPr>
            <a:endParaRPr lang="es-MX" sz="1600" b="1" dirty="0"/>
          </a:p>
          <a:p>
            <a:pPr marL="0" indent="0">
              <a:buNone/>
            </a:pPr>
            <a:endParaRPr lang="es-MX" sz="1600" b="1" dirty="0"/>
          </a:p>
          <a:p>
            <a:pPr marL="0" indent="0">
              <a:buNone/>
            </a:pPr>
            <a:endParaRPr lang="es-MX" sz="1600" b="1" dirty="0"/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D074DC54-3122-EAAD-4D30-D8D07E3E6A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Solución Óptima Global</a:t>
            </a: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EC6CE571-28F4-6738-BF6F-4F18B15E7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F9212B6-2EF2-9F0E-8E8D-5531E39F5236}"/>
                  </a:ext>
                </a:extLst>
              </p:cNvPr>
              <p:cNvSpPr txBox="1"/>
              <p:nvPr/>
            </p:nvSpPr>
            <p:spPr>
              <a:xfrm>
                <a:off x="1373289" y="1956154"/>
                <a:ext cx="75470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MX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</a:rPr>
                  <a:t>sujeto</a:t>
                </a:r>
                <a:r>
                  <a:rPr lang="en-US" dirty="0">
                    <a:solidFill>
                      <a:schemeClr val="bg1"/>
                    </a:solidFill>
                  </a:rPr>
                  <a:t> 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donde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s-MX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es </a:t>
                </a:r>
                <a:r>
                  <a:rPr lang="en-US" dirty="0" err="1">
                    <a:solidFill>
                      <a:schemeClr val="bg1"/>
                    </a:solidFill>
                  </a:rPr>
                  <a:t>el</a:t>
                </a:r>
                <a:r>
                  <a:rPr lang="en-US" dirty="0">
                    <a:solidFill>
                      <a:schemeClr val="bg1"/>
                    </a:solidFill>
                  </a:rPr>
                  <a:t> conjunto </a:t>
                </a:r>
                <a:r>
                  <a:rPr lang="en-US" dirty="0" err="1">
                    <a:solidFill>
                      <a:schemeClr val="bg1"/>
                    </a:solidFill>
                  </a:rPr>
                  <a:t>factible</a:t>
                </a:r>
                <a:r>
                  <a:rPr lang="en-US" dirty="0">
                    <a:solidFill>
                      <a:schemeClr val="bg1"/>
                    </a:solidFill>
                  </a:rPr>
                  <a:t> y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:</a:t>
                </a:r>
                <a:r>
                  <a:rPr lang="es-MX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s-MX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es-MX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F9212B6-2EF2-9F0E-8E8D-5531E39F5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3289" y="1956154"/>
                <a:ext cx="7547066" cy="276999"/>
              </a:xfrm>
              <a:prstGeom prst="rect">
                <a:avLst/>
              </a:prstGeom>
              <a:blipFill>
                <a:blip r:embed="rId2"/>
                <a:stretch>
                  <a:fillRect l="-1050" t="-26667" b="-5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B808351-BDB5-F4B5-BAD7-2A31B29EA029}"/>
                  </a:ext>
                </a:extLst>
              </p:cNvPr>
              <p:cNvSpPr txBox="1"/>
              <p:nvPr/>
            </p:nvSpPr>
            <p:spPr>
              <a:xfrm>
                <a:off x="1373289" y="2650082"/>
                <a:ext cx="885139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es un conjunto </a:t>
                </a:r>
                <a:r>
                  <a:rPr lang="en-US" dirty="0" err="1">
                    <a:solidFill>
                      <a:schemeClr val="bg1"/>
                    </a:solidFill>
                  </a:rPr>
                  <a:t>convexo</a:t>
                </a:r>
                <a:r>
                  <a:rPr lang="en-US" dirty="0">
                    <a:solidFill>
                      <a:schemeClr val="bg1"/>
                    </a:solidFill>
                  </a:rPr>
                  <a:t> y no </a:t>
                </a:r>
                <a:r>
                  <a:rPr lang="en-US" dirty="0" err="1">
                    <a:solidFill>
                      <a:schemeClr val="bg1"/>
                    </a:solidFill>
                  </a:rPr>
                  <a:t>vacío</a:t>
                </a:r>
                <a:r>
                  <a:rPr lang="en-US" dirty="0">
                    <a:solidFill>
                      <a:schemeClr val="bg1"/>
                    </a:solidFill>
                  </a:rPr>
                  <a:t> (</a:t>
                </a:r>
                <a:r>
                  <a:rPr lang="en-US" dirty="0" err="1">
                    <a:solidFill>
                      <a:schemeClr val="bg1"/>
                    </a:solidFill>
                  </a:rPr>
                  <a:t>existe</a:t>
                </a:r>
                <a:r>
                  <a:rPr lang="en-US" dirty="0">
                    <a:solidFill>
                      <a:schemeClr val="bg1"/>
                    </a:solidFill>
                  </a:rPr>
                  <a:t> al </a:t>
                </a:r>
                <a:r>
                  <a:rPr lang="en-US" dirty="0" err="1">
                    <a:solidFill>
                      <a:schemeClr val="bg1"/>
                    </a:solidFill>
                  </a:rPr>
                  <a:t>menos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</a:rPr>
                  <a:t>una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</a:rPr>
                  <a:t>solución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</a:rPr>
                  <a:t>factible</a:t>
                </a:r>
                <a:r>
                  <a:rPr lang="en-US" dirty="0">
                    <a:solidFill>
                      <a:schemeClr val="bg1"/>
                    </a:solidFill>
                  </a:rPr>
                  <a:t>),   </a:t>
                </a:r>
                <a:endParaRPr lang="es-MX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es </a:t>
                </a:r>
                <a:r>
                  <a:rPr lang="en-US" dirty="0" err="1">
                    <a:solidFill>
                      <a:schemeClr val="bg1"/>
                    </a:solidFill>
                  </a:rPr>
                  <a:t>coerciva</a:t>
                </a:r>
                <a:r>
                  <a:rPr lang="en-US" dirty="0">
                    <a:solidFill>
                      <a:schemeClr val="bg1"/>
                    </a:solidFill>
                  </a:rPr>
                  <a:t> y es </a:t>
                </a:r>
                <a:r>
                  <a:rPr lang="en-US" dirty="0" err="1">
                    <a:solidFill>
                      <a:schemeClr val="bg1"/>
                    </a:solidFill>
                  </a:rPr>
                  <a:t>una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</a:rPr>
                  <a:t>solución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</a:rPr>
                  <a:t>convexa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</a:rPr>
                  <a:t>en</a:t>
                </a:r>
                <a:r>
                  <a:rPr lang="en-US" dirty="0">
                    <a:solidFill>
                      <a:schemeClr val="bg1"/>
                    </a:solidFill>
                  </a:rPr>
                  <a:t> S, es </a:t>
                </a:r>
                <a:r>
                  <a:rPr lang="en-US" dirty="0" err="1">
                    <a:solidFill>
                      <a:schemeClr val="bg1"/>
                    </a:solidFill>
                  </a:rPr>
                  <a:t>decir</a:t>
                </a:r>
                <a:r>
                  <a:rPr lang="en-US" dirty="0">
                    <a:solidFill>
                      <a:schemeClr val="bg1"/>
                    </a:solidFill>
                  </a:rPr>
                  <a:t>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B808351-BDB5-F4B5-BAD7-2A31B29EA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3289" y="2650082"/>
                <a:ext cx="8851392" cy="646331"/>
              </a:xfrm>
              <a:prstGeom prst="rect">
                <a:avLst/>
              </a:prstGeom>
              <a:blipFill>
                <a:blip r:embed="rId3"/>
                <a:stretch>
                  <a:fillRect l="-207" t="-4717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2EB96B-8C2F-D038-2BA4-0912F8EF1F75}"/>
                  </a:ext>
                </a:extLst>
              </p:cNvPr>
              <p:cNvSpPr txBox="1"/>
              <p:nvPr/>
            </p:nvSpPr>
            <p:spPr>
              <a:xfrm>
                <a:off x="1341615" y="3390172"/>
                <a:ext cx="7048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s-MX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,∀</m:t>
                    </m:r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s-MX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[0,1]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2EB96B-8C2F-D038-2BA4-0912F8EF1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615" y="3390172"/>
                <a:ext cx="7048500" cy="369332"/>
              </a:xfrm>
              <a:prstGeom prst="rect">
                <a:avLst/>
              </a:prstGeom>
              <a:blipFill>
                <a:blip r:embed="rId4"/>
                <a:stretch>
                  <a:fillRect l="-260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7BFC689E-8026-5FF3-1313-9DC3B34C4585}"/>
              </a:ext>
            </a:extLst>
          </p:cNvPr>
          <p:cNvGrpSpPr/>
          <p:nvPr/>
        </p:nvGrpSpPr>
        <p:grpSpPr>
          <a:xfrm>
            <a:off x="1188118" y="3996608"/>
            <a:ext cx="4965032" cy="2047291"/>
            <a:chOff x="1737520" y="2843784"/>
            <a:chExt cx="6797744" cy="3364352"/>
          </a:xfrm>
        </p:grpSpPr>
        <p:pic>
          <p:nvPicPr>
            <p:cNvPr id="22" name="Picture 2" descr="Output image">
              <a:extLst>
                <a:ext uri="{FF2B5EF4-FFF2-40B4-BE49-F238E27FC236}">
                  <a16:creationId xmlns:a16="http://schemas.microsoft.com/office/drawing/2014/main" id="{3D4CE5DB-3409-52A8-E8B6-C6DE242657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7520" y="2843784"/>
              <a:ext cx="6797744" cy="33643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A476C9D-BF89-DD1D-3F8D-383FC356CA38}"/>
                </a:ext>
              </a:extLst>
            </p:cNvPr>
            <p:cNvCxnSpPr/>
            <p:nvPr/>
          </p:nvCxnSpPr>
          <p:spPr>
            <a:xfrm flipH="1">
              <a:off x="6336792" y="3977640"/>
              <a:ext cx="301752" cy="1197864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42296F6-D86F-3558-AB70-D236F698CE5A}"/>
                </a:ext>
              </a:extLst>
            </p:cNvPr>
            <p:cNvSpPr txBox="1"/>
            <p:nvPr/>
          </p:nvSpPr>
          <p:spPr>
            <a:xfrm>
              <a:off x="6537960" y="3749039"/>
              <a:ext cx="1164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E3CFE"/>
                  </a:solidFill>
                </a:rPr>
                <a:t>x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C3A9D9A-228A-AB05-B8B7-CACBDF87C9C5}"/>
                </a:ext>
              </a:extLst>
            </p:cNvPr>
            <p:cNvSpPr txBox="1"/>
            <p:nvPr/>
          </p:nvSpPr>
          <p:spPr>
            <a:xfrm>
              <a:off x="6220354" y="5021615"/>
              <a:ext cx="1164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x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5087EB7-3C59-00C2-5F26-3C39B677A1ED}"/>
                </a:ext>
              </a:extLst>
            </p:cNvPr>
            <p:cNvGrpSpPr/>
            <p:nvPr/>
          </p:nvGrpSpPr>
          <p:grpSpPr>
            <a:xfrm>
              <a:off x="6413264" y="3749038"/>
              <a:ext cx="1022764" cy="1542857"/>
              <a:chOff x="7814654" y="2305858"/>
              <a:chExt cx="1316998" cy="2330452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CE110455-0FF0-28C7-98F8-869499093F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01435" y="2305858"/>
                <a:ext cx="330217" cy="247663"/>
              </a:xfrm>
              <a:prstGeom prst="rect">
                <a:avLst/>
              </a:prstGeom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9A8BBC32-385E-9AA6-BAED-3951B33821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36326" y="2529262"/>
                <a:ext cx="330217" cy="247663"/>
              </a:xfrm>
              <a:prstGeom prst="rect">
                <a:avLst/>
              </a:prstGeom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47D64D2C-1F5E-4B9C-DCA8-3073ACBF87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60948" y="2711867"/>
                <a:ext cx="330217" cy="247663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09F0286C-5C24-6FAF-AC34-4DBDC4B9E1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71217" y="2871408"/>
                <a:ext cx="330217" cy="247663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7C91E7B-93EF-A85A-2E6D-3E189D3ADE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06108" y="3119071"/>
                <a:ext cx="330217" cy="268807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32E6C3F6-9348-AEEF-BA97-83F02EE7E2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42284" y="3387878"/>
                <a:ext cx="330217" cy="247663"/>
              </a:xfrm>
              <a:prstGeom prst="rect">
                <a:avLst/>
              </a:prstGeom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4F6433B4-A191-30F8-3EB1-0FC1F5D37F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80715" y="3594005"/>
                <a:ext cx="330217" cy="247663"/>
              </a:xfrm>
              <a:prstGeom prst="rect">
                <a:avLst/>
              </a:prstGeom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F3397602-FC79-A0F6-78A2-11BDABFDD8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79763" y="3839505"/>
                <a:ext cx="330217" cy="247663"/>
              </a:xfrm>
              <a:prstGeom prst="rect">
                <a:avLst/>
              </a:prstGeom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CCA84A9C-4D29-43B2-6433-000AE9E7F0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12067" y="4053242"/>
                <a:ext cx="330217" cy="247663"/>
              </a:xfrm>
              <a:prstGeom prst="rect">
                <a:avLst/>
              </a:prstGeom>
            </p:spPr>
          </p:pic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C6068F2A-F887-7616-A604-5AE6937055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12066" y="4298742"/>
                <a:ext cx="330217" cy="247663"/>
              </a:xfrm>
              <a:prstGeom prst="rect">
                <a:avLst/>
              </a:prstGeom>
            </p:spPr>
          </p:pic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2031EB5D-FD30-C1FD-1ECC-B68DBC39FB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14654" y="4388647"/>
                <a:ext cx="330217" cy="247663"/>
              </a:xfrm>
              <a:prstGeom prst="rect">
                <a:avLst/>
              </a:prstGeom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8D899FE-CA50-BAAA-C609-E3BDEBFF796E}"/>
                  </a:ext>
                </a:extLst>
              </p:cNvPr>
              <p:cNvSpPr txBox="1"/>
              <p:nvPr/>
            </p:nvSpPr>
            <p:spPr>
              <a:xfrm>
                <a:off x="6729351" y="3940443"/>
                <a:ext cx="4965032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s-MX" sz="1800" b="1" dirty="0">
                    <a:solidFill>
                      <a:schemeClr val="bg1"/>
                    </a:solidFill>
                  </a:rPr>
                  <a:t>Teorema de Existencia de Óptimos</a:t>
                </a:r>
              </a:p>
              <a:p>
                <a:r>
                  <a:rPr lang="es-MX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Si </a:t>
                </a:r>
                <a14:m>
                  <m:oMath xmlns:m="http://schemas.openxmlformats.org/officeDocument/2006/math">
                    <m:r>
                      <a:rPr lang="es-MX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es un conjunto </a:t>
                </a:r>
                <a:r>
                  <a:rPr lang="en-US" dirty="0" err="1">
                    <a:solidFill>
                      <a:schemeClr val="bg1"/>
                    </a:solidFill>
                  </a:rPr>
                  <a:t>convexo</a:t>
                </a:r>
                <a:r>
                  <a:rPr lang="en-US" dirty="0">
                    <a:solidFill>
                      <a:schemeClr val="bg1"/>
                    </a:solidFill>
                  </a:rPr>
                  <a:t>, </a:t>
                </a:r>
                <a:r>
                  <a:rPr lang="en-US" dirty="0" err="1">
                    <a:solidFill>
                      <a:schemeClr val="bg1"/>
                    </a:solidFill>
                  </a:rPr>
                  <a:t>cerrado</a:t>
                </a:r>
                <a:r>
                  <a:rPr lang="en-US" dirty="0">
                    <a:solidFill>
                      <a:schemeClr val="bg1"/>
                    </a:solidFill>
                  </a:rPr>
                  <a:t> y </a:t>
                </a:r>
                <a:r>
                  <a:rPr lang="en-US" dirty="0" err="1">
                    <a:solidFill>
                      <a:schemeClr val="bg1"/>
                    </a:solidFill>
                  </a:rPr>
                  <a:t>acotado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</a:rPr>
                  <a:t>en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y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es </a:t>
                </a:r>
                <a:r>
                  <a:rPr lang="en-US" dirty="0" err="1">
                    <a:solidFill>
                      <a:schemeClr val="bg1"/>
                    </a:solidFill>
                  </a:rPr>
                  <a:t>convexa</a:t>
                </a:r>
                <a:r>
                  <a:rPr lang="en-US" dirty="0">
                    <a:solidFill>
                      <a:schemeClr val="bg1"/>
                    </a:solidFill>
                  </a:rPr>
                  <a:t> y continua </a:t>
                </a:r>
                <a:r>
                  <a:rPr lang="en-US" dirty="0" err="1">
                    <a:solidFill>
                      <a:schemeClr val="bg1"/>
                    </a:solidFill>
                  </a:rPr>
                  <a:t>en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, </a:t>
                </a:r>
                <a:r>
                  <a:rPr lang="en-US" dirty="0" err="1">
                    <a:solidFill>
                      <a:schemeClr val="bg1"/>
                    </a:solidFill>
                  </a:rPr>
                  <a:t>entonces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dirty="0" err="1">
                    <a:solidFill>
                      <a:srgbClr val="0070C0"/>
                    </a:solidFill>
                  </a:rPr>
                  <a:t>existe</a:t>
                </a:r>
                <a:r>
                  <a:rPr lang="en-US" dirty="0">
                    <a:solidFill>
                      <a:srgbClr val="0070C0"/>
                    </a:solidFill>
                  </a:rPr>
                  <a:t> al </a:t>
                </a:r>
                <a:r>
                  <a:rPr lang="en-US" dirty="0" err="1">
                    <a:solidFill>
                      <a:srgbClr val="0070C0"/>
                    </a:solidFill>
                  </a:rPr>
                  <a:t>menos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 err="1">
                    <a:solidFill>
                      <a:srgbClr val="0070C0"/>
                    </a:solidFill>
                  </a:rPr>
                  <a:t>una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 err="1">
                    <a:solidFill>
                      <a:srgbClr val="0070C0"/>
                    </a:solidFill>
                  </a:rPr>
                  <a:t>solución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 err="1">
                    <a:solidFill>
                      <a:srgbClr val="0070C0"/>
                    </a:solidFill>
                  </a:rPr>
                  <a:t>óptima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</a:rPr>
                  <a:t>global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s-MX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</a:rPr>
                  <a:t>tal</a:t>
                </a:r>
                <a:r>
                  <a:rPr lang="en-US" dirty="0">
                    <a:solidFill>
                      <a:schemeClr val="bg1"/>
                    </a:solidFill>
                  </a:rPr>
                  <a:t> que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s-MX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s-MX" sz="18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s-MX" sz="1800" dirty="0">
                    <a:solidFill>
                      <a:schemeClr val="bg1"/>
                    </a:solidFill>
                  </a:rPr>
                  <a:t>Si además, </a:t>
                </a:r>
                <a14:m>
                  <m:oMath xmlns:m="http://schemas.openxmlformats.org/officeDocument/2006/math">
                    <m:r>
                      <a:rPr lang="es-MX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sz="1800" dirty="0">
                    <a:solidFill>
                      <a:schemeClr val="bg1"/>
                    </a:solidFill>
                  </a:rPr>
                  <a:t>es estrictamente convexa, la solución óptima global es única.</a:t>
                </a:r>
                <a:endParaRPr lang="es-MX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8D899FE-CA50-BAAA-C609-E3BDEBFF7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9351" y="3940443"/>
                <a:ext cx="4965032" cy="2308324"/>
              </a:xfrm>
              <a:prstGeom prst="rect">
                <a:avLst/>
              </a:prstGeom>
              <a:blipFill>
                <a:blip r:embed="rId7"/>
                <a:stretch>
                  <a:fillRect l="-1106" t="-1055" b="-34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4031483-B27D-4E0F-C232-1664D85C1658}"/>
                  </a:ext>
                </a:extLst>
              </p:cNvPr>
              <p:cNvSpPr txBox="1"/>
              <p:nvPr/>
            </p:nvSpPr>
            <p:spPr>
              <a:xfrm>
                <a:off x="1588263" y="6395467"/>
                <a:ext cx="610819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es </a:t>
                </a:r>
                <a:r>
                  <a:rPr lang="en-US" dirty="0" err="1">
                    <a:solidFill>
                      <a:schemeClr val="bg1"/>
                    </a:solidFill>
                  </a:rPr>
                  <a:t>coerciva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</a:rPr>
                  <a:t>si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cuando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4031483-B27D-4E0F-C232-1664D85C1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263" y="6395467"/>
                <a:ext cx="6108192" cy="369332"/>
              </a:xfrm>
              <a:prstGeom prst="rect">
                <a:avLst/>
              </a:prstGeom>
              <a:blipFill>
                <a:blip r:embed="rId8"/>
                <a:stretch>
                  <a:fillRect l="-299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5AA39424-198B-75E3-BC6E-EDCB9B2952B1}"/>
              </a:ext>
            </a:extLst>
          </p:cNvPr>
          <p:cNvSpPr txBox="1">
            <a:spLocks/>
          </p:cNvSpPr>
          <p:nvPr/>
        </p:nvSpPr>
        <p:spPr>
          <a:xfrm>
            <a:off x="11668125" y="6602413"/>
            <a:ext cx="523875" cy="2476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A54E1-8A5A-492B-8D87-772C5A9980B5}" type="slidenum">
              <a:rPr lang="es-ES" smtClean="0"/>
              <a:pPr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5910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El método simplex es un </a:t>
            </a:r>
            <a:r>
              <a:rPr lang="es-MX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proceso iterativo </a:t>
            </a:r>
            <a:r>
              <a:rPr lang="es-MX" dirty="0"/>
              <a:t>que hace una búsqueda eficiente brincando de una </a:t>
            </a:r>
            <a:r>
              <a:rPr lang="es-MX" dirty="0" err="1"/>
              <a:t>sbf</a:t>
            </a:r>
            <a:r>
              <a:rPr lang="es-MX" dirty="0"/>
              <a:t> a otra </a:t>
            </a:r>
            <a:r>
              <a:rPr lang="es-MX" dirty="0" err="1"/>
              <a:t>sbf</a:t>
            </a:r>
            <a:r>
              <a:rPr lang="es-MX" dirty="0"/>
              <a:t> adyacente.</a:t>
            </a:r>
          </a:p>
          <a:p>
            <a:endParaRPr lang="es-MX" dirty="0"/>
          </a:p>
          <a:p>
            <a:r>
              <a:rPr lang="es-MX" dirty="0"/>
              <a:t>El número máximo de iteraciones posibles en este proceso es el resultado de </a:t>
            </a:r>
          </a:p>
          <a:p>
            <a:endParaRPr lang="es-MX" dirty="0"/>
          </a:p>
          <a:p>
            <a:endParaRPr lang="es-MX" dirty="0"/>
          </a:p>
          <a:p>
            <a:r>
              <a:rPr lang="es-MX" dirty="0"/>
              <a:t>Regularmente, el método simplex puede encontrar la solución óptima después de examinar menos de 3</a:t>
            </a:r>
            <a:r>
              <a:rPr lang="es-MX" i="1" dirty="0"/>
              <a:t>m</a:t>
            </a:r>
            <a:r>
              <a:rPr lang="es-MX" dirty="0"/>
              <a:t> </a:t>
            </a:r>
            <a:r>
              <a:rPr lang="es-MX" dirty="0" err="1"/>
              <a:t>sbf</a:t>
            </a:r>
            <a:endParaRPr lang="es-MX" sz="2400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Soluciones factibles adyacentes</a:t>
            </a:r>
          </a:p>
        </p:txBody>
      </p:sp>
      <p:graphicFrame>
        <p:nvGraphicFramePr>
          <p:cNvPr id="2" name="1 Objeto"/>
          <p:cNvGraphicFramePr>
            <a:graphicFrameLocks noChangeAspect="1"/>
          </p:cNvGraphicFramePr>
          <p:nvPr/>
        </p:nvGraphicFramePr>
        <p:xfrm>
          <a:off x="5705475" y="4077073"/>
          <a:ext cx="781050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7160" imgH="457200" progId="Equation.3">
                  <p:embed/>
                </p:oleObj>
              </mc:Choice>
              <mc:Fallback>
                <p:oleObj name="Equation" r:id="rId2" imgW="317160" imgH="457200" progId="Equation.3">
                  <p:embed/>
                  <p:pic>
                    <p:nvPicPr>
                      <p:cNvPr id="2" name="1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5475" y="4077073"/>
                        <a:ext cx="781050" cy="1125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006B38-9334-8963-3283-56483F34E9AA}"/>
              </a:ext>
            </a:extLst>
          </p:cNvPr>
          <p:cNvSpPr txBox="1">
            <a:spLocks/>
          </p:cNvSpPr>
          <p:nvPr/>
        </p:nvSpPr>
        <p:spPr>
          <a:xfrm>
            <a:off x="11668125" y="6602413"/>
            <a:ext cx="523875" cy="2476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A54E1-8A5A-492B-8D87-772C5A9980B5}" type="slidenum">
              <a:rPr lang="es-ES" smtClean="0"/>
              <a:pPr/>
              <a:t>13</a:t>
            </a:fld>
            <a:endParaRPr lang="es-E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8810972"/>
              </p:ext>
            </p:extLst>
          </p:nvPr>
        </p:nvGraphicFramePr>
        <p:xfrm>
          <a:off x="1216893" y="2624237"/>
          <a:ext cx="1786778" cy="2228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1180800" imgH="1473120" progId="Equation.3">
                  <p:embed/>
                </p:oleObj>
              </mc:Choice>
              <mc:Fallback>
                <p:oleObj name="Ecuación" r:id="rId2" imgW="1180800" imgH="1473120" progId="Equation.3">
                  <p:embed/>
                  <p:pic>
                    <p:nvPicPr>
                      <p:cNvPr id="4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893" y="2624237"/>
                        <a:ext cx="1786778" cy="22286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69667" y="540225"/>
            <a:ext cx="7271673" cy="1338273"/>
          </a:xfrm>
        </p:spPr>
        <p:txBody>
          <a:bodyPr>
            <a:normAutofit/>
          </a:bodyPr>
          <a:lstStyle/>
          <a:p>
            <a:r>
              <a:rPr lang="es-MX" sz="3600" dirty="0"/>
              <a:t>Grafica el siguiente PPL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0DBE499-55D6-31D8-8652-40A8A9FD1A4B}"/>
              </a:ext>
            </a:extLst>
          </p:cNvPr>
          <p:cNvGrpSpPr/>
          <p:nvPr/>
        </p:nvGrpSpPr>
        <p:grpSpPr>
          <a:xfrm>
            <a:off x="4208915" y="2155783"/>
            <a:ext cx="6217039" cy="4214835"/>
            <a:chOff x="3952860" y="1428737"/>
            <a:chExt cx="7629540" cy="5072098"/>
          </a:xfrm>
        </p:grpSpPr>
        <p:grpSp>
          <p:nvGrpSpPr>
            <p:cNvPr id="11" name="10 Grupo"/>
            <p:cNvGrpSpPr/>
            <p:nvPr/>
          </p:nvGrpSpPr>
          <p:grpSpPr>
            <a:xfrm>
              <a:off x="3952860" y="1428737"/>
              <a:ext cx="7629540" cy="5072098"/>
              <a:chOff x="2786050" y="1428736"/>
              <a:chExt cx="6357950" cy="5072098"/>
            </a:xfrm>
          </p:grpSpPr>
          <p:graphicFrame>
            <p:nvGraphicFramePr>
              <p:cNvPr id="5" name="8 Gráfico"/>
              <p:cNvGraphicFramePr/>
              <p:nvPr>
                <p:extLst>
                  <p:ext uri="{D42A27DB-BD31-4B8C-83A1-F6EECF244321}">
                    <p14:modId xmlns:p14="http://schemas.microsoft.com/office/powerpoint/2010/main" val="2242946018"/>
                  </p:ext>
                </p:extLst>
              </p:nvPr>
            </p:nvGraphicFramePr>
            <p:xfrm>
              <a:off x="2786050" y="1428736"/>
              <a:ext cx="6357950" cy="507209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sp>
            <p:nvSpPr>
              <p:cNvPr id="6" name="5 CuadroTexto"/>
              <p:cNvSpPr txBox="1"/>
              <p:nvPr/>
            </p:nvSpPr>
            <p:spPr>
              <a:xfrm>
                <a:off x="3417311" y="5427316"/>
                <a:ext cx="328196" cy="444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dirty="0">
                    <a:ln>
                      <a:solidFill>
                        <a:sysClr val="windowText" lastClr="000000"/>
                      </a:solidFill>
                    </a:ln>
                  </a:rPr>
                  <a:t>A</a:t>
                </a:r>
              </a:p>
            </p:txBody>
          </p:sp>
          <p:sp>
            <p:nvSpPr>
              <p:cNvPr id="7" name="6 CuadroTexto"/>
              <p:cNvSpPr txBox="1"/>
              <p:nvPr/>
            </p:nvSpPr>
            <p:spPr>
              <a:xfrm>
                <a:off x="3428993" y="4429132"/>
                <a:ext cx="331474" cy="444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dirty="0">
                    <a:ln>
                      <a:solidFill>
                        <a:sysClr val="windowText" lastClr="000000"/>
                      </a:solidFill>
                    </a:ln>
                  </a:rPr>
                  <a:t>B</a:t>
                </a:r>
              </a:p>
            </p:txBody>
          </p:sp>
          <p:sp>
            <p:nvSpPr>
              <p:cNvPr id="8" name="7 CuadroTexto"/>
              <p:cNvSpPr txBox="1"/>
              <p:nvPr/>
            </p:nvSpPr>
            <p:spPr>
              <a:xfrm>
                <a:off x="3786182" y="4071940"/>
                <a:ext cx="352785" cy="444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dirty="0">
                    <a:ln>
                      <a:solidFill>
                        <a:sysClr val="windowText" lastClr="000000"/>
                      </a:solidFill>
                    </a:ln>
                  </a:rPr>
                  <a:t>C</a:t>
                </a:r>
              </a:p>
            </p:txBody>
          </p:sp>
          <p:sp>
            <p:nvSpPr>
              <p:cNvPr id="9" name="8 CuadroTexto"/>
              <p:cNvSpPr txBox="1"/>
              <p:nvPr/>
            </p:nvSpPr>
            <p:spPr>
              <a:xfrm>
                <a:off x="6000761" y="5214950"/>
                <a:ext cx="351146" cy="444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dirty="0">
                    <a:ln>
                      <a:solidFill>
                        <a:sysClr val="windowText" lastClr="000000"/>
                      </a:solidFill>
                    </a:ln>
                  </a:rPr>
                  <a:t>D</a:t>
                </a:r>
              </a:p>
            </p:txBody>
          </p:sp>
          <p:sp>
            <p:nvSpPr>
              <p:cNvPr id="10" name="9 CuadroTexto"/>
              <p:cNvSpPr txBox="1"/>
              <p:nvPr/>
            </p:nvSpPr>
            <p:spPr>
              <a:xfrm>
                <a:off x="3357554" y="3929067"/>
                <a:ext cx="313441" cy="444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dirty="0">
                    <a:ln>
                      <a:solidFill>
                        <a:sysClr val="windowText" lastClr="000000"/>
                      </a:solidFill>
                    </a:ln>
                  </a:rPr>
                  <a:t>F</a:t>
                </a:r>
              </a:p>
            </p:txBody>
          </p: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BA1A945-7470-9867-DAE7-31E8F38698E8}"/>
                </a:ext>
              </a:extLst>
            </p:cNvPr>
            <p:cNvSpPr/>
            <p:nvPr/>
          </p:nvSpPr>
          <p:spPr>
            <a:xfrm>
              <a:off x="10085294" y="2169459"/>
              <a:ext cx="259977" cy="355002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sp>
        <p:nvSpPr>
          <p:cNvPr id="15" name="Slide Number Placeholder 2">
            <a:extLst>
              <a:ext uri="{FF2B5EF4-FFF2-40B4-BE49-F238E27FC236}">
                <a16:creationId xmlns:a16="http://schemas.microsoft.com/office/drawing/2014/main" id="{A9D2607F-4AA4-8E83-087F-6447243AF3B1}"/>
              </a:ext>
            </a:extLst>
          </p:cNvPr>
          <p:cNvSpPr txBox="1">
            <a:spLocks/>
          </p:cNvSpPr>
          <p:nvPr/>
        </p:nvSpPr>
        <p:spPr>
          <a:xfrm>
            <a:off x="11668125" y="6602413"/>
            <a:ext cx="523875" cy="2476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A54E1-8A5A-492B-8D87-772C5A9980B5}" type="slidenum">
              <a:rPr lang="es-ES" smtClean="0"/>
              <a:pPr/>
              <a:t>14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B7CC1-2DAE-2089-A4F5-68D4D599F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6454060" cy="610863"/>
          </a:xfrm>
        </p:spPr>
        <p:txBody>
          <a:bodyPr>
            <a:normAutofit/>
          </a:bodyPr>
          <a:lstStyle/>
          <a:p>
            <a:r>
              <a:rPr lang="en-US" sz="3600" dirty="0" err="1"/>
              <a:t>Identifica</a:t>
            </a:r>
            <a:r>
              <a:rPr lang="en-US" sz="3600" dirty="0"/>
              <a:t> </a:t>
            </a:r>
            <a:r>
              <a:rPr lang="en-US" sz="3600" dirty="0" err="1"/>
              <a:t>todas</a:t>
            </a:r>
            <a:r>
              <a:rPr lang="en-US" sz="3600" dirty="0"/>
              <a:t> las SBFs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2EB152C-BC84-4413-020A-420E886187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Resuelve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10 </a:t>
            </a:r>
            <a:r>
              <a:rPr lang="en-US" dirty="0" err="1"/>
              <a:t>sistemas</a:t>
            </a:r>
            <a:r>
              <a:rPr lang="en-US" dirty="0"/>
              <a:t> de </a:t>
            </a:r>
            <a:r>
              <a:rPr lang="en-US" dirty="0" err="1"/>
              <a:t>ecuaciones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8BC40C9-C003-ACE1-0384-E3E1C244CF7A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¿Por </a:t>
            </a:r>
            <a:r>
              <a:rPr lang="en-US" dirty="0" err="1"/>
              <a:t>qué</a:t>
            </a:r>
            <a:r>
              <a:rPr lang="en-US" dirty="0"/>
              <a:t> 10 SBFs </a:t>
            </a:r>
            <a:r>
              <a:rPr lang="en-US" dirty="0" err="1"/>
              <a:t>máximo</a:t>
            </a:r>
            <a:r>
              <a:rPr lang="en-US" dirty="0"/>
              <a:t>?</a:t>
            </a:r>
          </a:p>
        </p:txBody>
      </p:sp>
      <p:graphicFrame>
        <p:nvGraphicFramePr>
          <p:cNvPr id="11" name="10 Marcador de contenido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81380416"/>
              </p:ext>
            </p:extLst>
          </p:nvPr>
        </p:nvGraphicFramePr>
        <p:xfrm>
          <a:off x="963613" y="2798763"/>
          <a:ext cx="4827583" cy="3776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4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4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84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84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No básicas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SBF o vértice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Factible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x1 x2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SI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x1 s1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66.7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166.7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-6.7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x1 s2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-250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-90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x1 s3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180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B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SI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x2 s1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-100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x2 s2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SI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s1 s2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125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SI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s1 s3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SI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s2 s3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90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-70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FFA54E1-8A5A-492B-8D87-772C5A9980B5}" type="slidenum">
              <a:rPr lang="es-ES" smtClean="0"/>
              <a:pPr/>
              <a:t>15</a:t>
            </a:fld>
            <a:endParaRPr lang="es-ES"/>
          </a:p>
        </p:txBody>
      </p:sp>
      <p:sp>
        <p:nvSpPr>
          <p:cNvPr id="13" name="12 CuadroTexto"/>
          <p:cNvSpPr txBox="1"/>
          <p:nvPr/>
        </p:nvSpPr>
        <p:spPr>
          <a:xfrm>
            <a:off x="7098333" y="2705072"/>
            <a:ext cx="3627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0070C0"/>
                </a:solidFill>
                <a:latin typeface="Aptos Black" panose="020B0004020202020204" pitchFamily="34" charset="0"/>
              </a:rPr>
              <a:t>¿Por qué x2 y s3 no pueden ser no básicas al mismo tiempo?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C112850-C0F2-91CB-6977-933538FC7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432" y="3368960"/>
            <a:ext cx="4538151" cy="3015768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9EB3573-077D-7D57-6DC0-D78FF34538AC}"/>
              </a:ext>
            </a:extLst>
          </p:cNvPr>
          <p:cNvSpPr/>
          <p:nvPr/>
        </p:nvSpPr>
        <p:spPr>
          <a:xfrm>
            <a:off x="1757082" y="3290047"/>
            <a:ext cx="3958881" cy="32323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12 CuadroTexto">
            <a:extLst>
              <a:ext uri="{FF2B5EF4-FFF2-40B4-BE49-F238E27FC236}">
                <a16:creationId xmlns:a16="http://schemas.microsoft.com/office/drawing/2014/main" id="{D6547354-8AE3-9131-206B-C174C195310A}"/>
              </a:ext>
            </a:extLst>
          </p:cNvPr>
          <p:cNvSpPr txBox="1"/>
          <p:nvPr/>
        </p:nvSpPr>
        <p:spPr>
          <a:xfrm>
            <a:off x="8041178" y="3517980"/>
            <a:ext cx="3953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tx2"/>
                </a:solidFill>
                <a:latin typeface="Aptos Black" panose="020B0004020202020204" pitchFamily="34" charset="0"/>
              </a:rPr>
              <a:t>Verifica en la tabla y en la gráfica las </a:t>
            </a:r>
            <a:r>
              <a:rPr lang="es-MX" dirty="0" err="1">
                <a:solidFill>
                  <a:schemeClr val="tx2"/>
                </a:solidFill>
                <a:latin typeface="Aptos Black" panose="020B0004020202020204" pitchFamily="34" charset="0"/>
              </a:rPr>
              <a:t>SBFs</a:t>
            </a:r>
            <a:r>
              <a:rPr lang="es-MX" dirty="0">
                <a:solidFill>
                  <a:schemeClr val="tx2"/>
                </a:solidFill>
                <a:latin typeface="Aptos Black" panose="020B0004020202020204" pitchFamily="34" charset="0"/>
              </a:rPr>
              <a:t> que son adyacentes.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68355" y="1600205"/>
            <a:ext cx="6902658" cy="500220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2000" dirty="0" err="1"/>
              <a:t>Desarrollado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>
                <a:hlinkClick r:id="rId2"/>
              </a:rPr>
              <a:t>George Dantzig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1947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El PPL </a:t>
            </a:r>
            <a:r>
              <a:rPr lang="en-US" sz="2000" dirty="0" err="1"/>
              <a:t>debe</a:t>
            </a:r>
            <a:r>
              <a:rPr lang="en-US" sz="2000" dirty="0"/>
              <a:t> </a:t>
            </a:r>
            <a:r>
              <a:rPr lang="en-US" sz="2000" dirty="0" err="1"/>
              <a:t>estar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su</a:t>
            </a:r>
            <a:r>
              <a:rPr lang="en-US" sz="2000" dirty="0"/>
              <a:t> forma </a:t>
            </a:r>
            <a:r>
              <a:rPr lang="en-US" sz="2000" dirty="0" err="1"/>
              <a:t>estándar</a:t>
            </a:r>
            <a:r>
              <a:rPr lang="en-US" sz="2000" dirty="0"/>
              <a:t>.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Se </a:t>
            </a:r>
            <a:r>
              <a:rPr lang="en-US" sz="2000" dirty="0" err="1"/>
              <a:t>inicia</a:t>
            </a:r>
            <a:r>
              <a:rPr lang="en-US" sz="2000" dirty="0"/>
              <a:t> con </a:t>
            </a:r>
            <a:r>
              <a:rPr lang="en-US" sz="2000" dirty="0" err="1"/>
              <a:t>una</a:t>
            </a:r>
            <a:r>
              <a:rPr lang="en-US" sz="2000" dirty="0"/>
              <a:t> SBF dada. </a:t>
            </a:r>
          </a:p>
          <a:p>
            <a:pPr lvl="1">
              <a:lnSpc>
                <a:spcPct val="110000"/>
              </a:lnSpc>
            </a:pPr>
            <a:r>
              <a:rPr lang="en-US" sz="1800" dirty="0" err="1"/>
              <a:t>Generalmente</a:t>
            </a:r>
            <a:r>
              <a:rPr lang="en-US" sz="1800" dirty="0"/>
              <a:t>, se </a:t>
            </a:r>
            <a:r>
              <a:rPr lang="en-US" sz="1800" dirty="0" err="1"/>
              <a:t>inicia</a:t>
            </a:r>
            <a:r>
              <a:rPr lang="en-US" sz="1800" dirty="0"/>
              <a:t> con </a:t>
            </a:r>
            <a:r>
              <a:rPr lang="en-US" sz="1800" dirty="0" err="1"/>
              <a:t>el</a:t>
            </a:r>
            <a:r>
              <a:rPr lang="en-US" sz="1800" dirty="0"/>
              <a:t> </a:t>
            </a:r>
            <a:r>
              <a:rPr lang="en-US" sz="1800" dirty="0" err="1"/>
              <a:t>origen</a:t>
            </a:r>
            <a:r>
              <a:rPr lang="en-US" sz="1800" dirty="0"/>
              <a:t> </a:t>
            </a:r>
            <a:r>
              <a:rPr lang="en-US" sz="1800" dirty="0" err="1"/>
              <a:t>si</a:t>
            </a:r>
            <a:r>
              <a:rPr lang="en-US" sz="1800" dirty="0"/>
              <a:t> </a:t>
            </a:r>
            <a:r>
              <a:rPr lang="en-US" sz="1800" dirty="0" err="1"/>
              <a:t>éste</a:t>
            </a:r>
            <a:r>
              <a:rPr lang="en-US" sz="1800" dirty="0"/>
              <a:t> es </a:t>
            </a:r>
            <a:r>
              <a:rPr lang="en-US" sz="1800" dirty="0" err="1"/>
              <a:t>factible</a:t>
            </a:r>
            <a:r>
              <a:rPr lang="en-US" sz="1800" dirty="0"/>
              <a:t>.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Es un </a:t>
            </a:r>
            <a:r>
              <a:rPr lang="es-MX" sz="2000" b="1" dirty="0">
                <a:solidFill>
                  <a:schemeClr val="accent5"/>
                </a:solidFill>
              </a:rPr>
              <a:t>proceso iterativo </a:t>
            </a:r>
            <a:r>
              <a:rPr lang="es-MX" sz="2000" dirty="0"/>
              <a:t>que hace una búsqueda eficiente brincando de una SBF a otra SBF adyacente con mejor valor objetivo (mejor Z)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 </a:t>
            </a:r>
            <a:r>
              <a:rPr lang="en-US" sz="2000" dirty="0" err="1"/>
              <a:t>Mantiene</a:t>
            </a:r>
            <a:r>
              <a:rPr lang="en-US" sz="2000" dirty="0"/>
              <a:t> la </a:t>
            </a:r>
            <a:r>
              <a:rPr lang="en-US" sz="2000" dirty="0" err="1"/>
              <a:t>factibilidad</a:t>
            </a:r>
            <a:r>
              <a:rPr lang="en-US" sz="2000" dirty="0"/>
              <a:t> y </a:t>
            </a:r>
            <a:r>
              <a:rPr lang="en-US" sz="2000" dirty="0" err="1"/>
              <a:t>busca</a:t>
            </a:r>
            <a:r>
              <a:rPr lang="en-US" sz="2000" dirty="0"/>
              <a:t> la </a:t>
            </a:r>
            <a:r>
              <a:rPr lang="en-US" sz="2000" dirty="0" err="1"/>
              <a:t>optimalidad</a:t>
            </a:r>
            <a:endParaRPr lang="en-US" sz="2000" dirty="0"/>
          </a:p>
          <a:p>
            <a:pPr lvl="1">
              <a:lnSpc>
                <a:spcPct val="110000"/>
              </a:lnSpc>
            </a:pPr>
            <a:r>
              <a:rPr lang="en-US" sz="1800" dirty="0" err="1"/>
              <a:t>Factibilidad</a:t>
            </a:r>
            <a:r>
              <a:rPr lang="en-US" sz="1800" dirty="0"/>
              <a:t>: Variables no </a:t>
            </a:r>
            <a:r>
              <a:rPr lang="en-US" sz="1800" dirty="0" err="1"/>
              <a:t>básicas</a:t>
            </a:r>
            <a:r>
              <a:rPr lang="en-US" sz="1800" dirty="0"/>
              <a:t> </a:t>
            </a:r>
            <a:r>
              <a:rPr lang="en-US" sz="1800" dirty="0" err="1"/>
              <a:t>igual</a:t>
            </a:r>
            <a:r>
              <a:rPr lang="en-US" sz="1800" dirty="0"/>
              <a:t> a cero y variables </a:t>
            </a:r>
            <a:r>
              <a:rPr lang="en-US" sz="1800" dirty="0" err="1"/>
              <a:t>básicas</a:t>
            </a:r>
            <a:r>
              <a:rPr lang="en-US" sz="1800" dirty="0"/>
              <a:t> </a:t>
            </a:r>
            <a:r>
              <a:rPr lang="en-US" sz="1800" dirty="0" err="1"/>
              <a:t>satisfacen</a:t>
            </a:r>
            <a:r>
              <a:rPr lang="en-US" sz="1800" dirty="0"/>
              <a:t> Ax=b, x≥0.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La base de la </a:t>
            </a:r>
            <a:r>
              <a:rPr lang="en-US" sz="2000" dirty="0" err="1"/>
              <a:t>nueva</a:t>
            </a:r>
            <a:r>
              <a:rPr lang="en-US" sz="2000" dirty="0"/>
              <a:t> SBF </a:t>
            </a:r>
            <a:r>
              <a:rPr lang="en-US" sz="2000" dirty="0" err="1"/>
              <a:t>contiene</a:t>
            </a:r>
            <a:r>
              <a:rPr lang="en-US" sz="2000" dirty="0"/>
              <a:t> las </a:t>
            </a:r>
            <a:r>
              <a:rPr lang="en-US" sz="2000" dirty="0" err="1"/>
              <a:t>mismas</a:t>
            </a:r>
            <a:r>
              <a:rPr lang="en-US" sz="2000" dirty="0"/>
              <a:t> variables </a:t>
            </a:r>
            <a:r>
              <a:rPr lang="en-US" sz="2000" dirty="0" err="1"/>
              <a:t>básicas</a:t>
            </a:r>
            <a:r>
              <a:rPr lang="en-US" sz="2000" dirty="0"/>
              <a:t>, </a:t>
            </a:r>
            <a:r>
              <a:rPr lang="en-US" sz="2000" dirty="0" err="1"/>
              <a:t>excepto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.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Por lo tanto, </a:t>
            </a:r>
            <a:r>
              <a:rPr lang="en-US" sz="1800" dirty="0" err="1"/>
              <a:t>tiene</a:t>
            </a:r>
            <a:r>
              <a:rPr lang="en-US" sz="1800" dirty="0"/>
              <a:t> las </a:t>
            </a:r>
            <a:r>
              <a:rPr lang="en-US" sz="1800" dirty="0" err="1"/>
              <a:t>mismas</a:t>
            </a:r>
            <a:r>
              <a:rPr lang="en-US" sz="1800" dirty="0"/>
              <a:t> variables no </a:t>
            </a:r>
            <a:r>
              <a:rPr lang="en-US" sz="1800" dirty="0" err="1"/>
              <a:t>básicas</a:t>
            </a:r>
            <a:r>
              <a:rPr lang="en-US" sz="1800" dirty="0"/>
              <a:t>, </a:t>
            </a:r>
            <a:r>
              <a:rPr lang="en-US" sz="1800" dirty="0" err="1"/>
              <a:t>excepto</a:t>
            </a:r>
            <a:r>
              <a:rPr lang="en-US" sz="1800" dirty="0"/>
              <a:t> </a:t>
            </a:r>
            <a:r>
              <a:rPr lang="en-US" sz="1800" dirty="0" err="1"/>
              <a:t>por</a:t>
            </a:r>
            <a:r>
              <a:rPr lang="en-US" sz="1800" dirty="0"/>
              <a:t> </a:t>
            </a:r>
            <a:r>
              <a:rPr lang="en-US" sz="1800" dirty="0" err="1"/>
              <a:t>una</a:t>
            </a:r>
            <a:r>
              <a:rPr lang="en-US" sz="1800" dirty="0"/>
              <a:t>.</a:t>
            </a: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dirty="0"/>
              <a:t>El Método Simplex</a:t>
            </a:r>
          </a:p>
        </p:txBody>
      </p:sp>
      <p:pic>
        <p:nvPicPr>
          <p:cNvPr id="614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31307" y="4329752"/>
            <a:ext cx="1192306" cy="1361016"/>
          </a:xfrm>
          <a:prstGeom prst="rect">
            <a:avLst/>
          </a:prstGeom>
          <a:ln>
            <a:solidFill>
              <a:srgbClr val="C0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E894E3-A15D-67E2-0BA8-B2B90E302D1F}"/>
              </a:ext>
            </a:extLst>
          </p:cNvPr>
          <p:cNvSpPr txBox="1"/>
          <p:nvPr/>
        </p:nvSpPr>
        <p:spPr>
          <a:xfrm>
            <a:off x="8431307" y="2781802"/>
            <a:ext cx="2922493" cy="954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chemeClr val="tx2"/>
                </a:solidFill>
              </a:rPr>
              <a:t>Proceso</a:t>
            </a:r>
            <a:r>
              <a:rPr lang="en-US" sz="1400" b="1" dirty="0">
                <a:solidFill>
                  <a:schemeClr val="tx2"/>
                </a:solidFill>
              </a:rPr>
              <a:t> </a:t>
            </a:r>
            <a:r>
              <a:rPr lang="en-US" sz="1400" b="1" dirty="0" err="1">
                <a:solidFill>
                  <a:schemeClr val="tx2"/>
                </a:solidFill>
              </a:rPr>
              <a:t>iterativo</a:t>
            </a:r>
            <a:r>
              <a:rPr lang="en-US" sz="1400" b="1" dirty="0">
                <a:solidFill>
                  <a:schemeClr val="tx2"/>
                </a:solidFill>
              </a:rPr>
              <a:t>: </a:t>
            </a:r>
            <a:r>
              <a:rPr lang="en-US" sz="1400" b="1" dirty="0" err="1">
                <a:solidFill>
                  <a:schemeClr val="tx2"/>
                </a:solidFill>
              </a:rPr>
              <a:t>Procedimiento</a:t>
            </a:r>
            <a:r>
              <a:rPr lang="en-US" sz="1400" b="1" dirty="0">
                <a:solidFill>
                  <a:schemeClr val="tx2"/>
                </a:solidFill>
              </a:rPr>
              <a:t> </a:t>
            </a:r>
            <a:r>
              <a:rPr lang="en-US" sz="1400" b="1" dirty="0" err="1">
                <a:solidFill>
                  <a:schemeClr val="tx2"/>
                </a:solidFill>
              </a:rPr>
              <a:t>sistemático</a:t>
            </a:r>
            <a:r>
              <a:rPr lang="en-US" sz="1400" b="1" dirty="0">
                <a:solidFill>
                  <a:schemeClr val="tx2"/>
                </a:solidFill>
              </a:rPr>
              <a:t> que </a:t>
            </a:r>
            <a:r>
              <a:rPr lang="en-US" sz="1400" b="1" dirty="0" err="1">
                <a:solidFill>
                  <a:schemeClr val="tx2"/>
                </a:solidFill>
              </a:rPr>
              <a:t>repite</a:t>
            </a:r>
            <a:r>
              <a:rPr lang="en-US" sz="1400" b="1" dirty="0">
                <a:solidFill>
                  <a:schemeClr val="tx2"/>
                </a:solidFill>
              </a:rPr>
              <a:t> </a:t>
            </a:r>
            <a:r>
              <a:rPr lang="en-US" sz="1400" b="1" dirty="0" err="1">
                <a:solidFill>
                  <a:schemeClr val="tx2"/>
                </a:solidFill>
              </a:rPr>
              <a:t>una</a:t>
            </a:r>
            <a:r>
              <a:rPr lang="en-US" sz="1400" b="1" dirty="0">
                <a:solidFill>
                  <a:schemeClr val="tx2"/>
                </a:solidFill>
              </a:rPr>
              <a:t> </a:t>
            </a:r>
            <a:r>
              <a:rPr lang="en-US" sz="1400" b="1" dirty="0" err="1">
                <a:solidFill>
                  <a:schemeClr val="tx2"/>
                </a:solidFill>
              </a:rPr>
              <a:t>serie</a:t>
            </a:r>
            <a:r>
              <a:rPr lang="en-US" sz="1400" b="1" dirty="0">
                <a:solidFill>
                  <a:schemeClr val="tx2"/>
                </a:solidFill>
              </a:rPr>
              <a:t> de pasos (</a:t>
            </a:r>
            <a:r>
              <a:rPr lang="en-US" sz="1400" b="1" dirty="0" err="1">
                <a:solidFill>
                  <a:schemeClr val="tx2"/>
                </a:solidFill>
              </a:rPr>
              <a:t>iteración</a:t>
            </a:r>
            <a:r>
              <a:rPr lang="en-US" sz="1400" b="1" dirty="0">
                <a:solidFill>
                  <a:schemeClr val="tx2"/>
                </a:solidFill>
              </a:rPr>
              <a:t>) hasta que se </a:t>
            </a:r>
            <a:r>
              <a:rPr lang="en-US" sz="1400" b="1" dirty="0" err="1">
                <a:solidFill>
                  <a:schemeClr val="tx2"/>
                </a:solidFill>
              </a:rPr>
              <a:t>obtiene</a:t>
            </a:r>
            <a:r>
              <a:rPr lang="en-US" sz="1400" b="1" dirty="0">
                <a:solidFill>
                  <a:schemeClr val="tx2"/>
                </a:solidFill>
              </a:rPr>
              <a:t> </a:t>
            </a:r>
            <a:r>
              <a:rPr lang="en-US" sz="1400" b="1" dirty="0" err="1">
                <a:solidFill>
                  <a:schemeClr val="tx2"/>
                </a:solidFill>
              </a:rPr>
              <a:t>el</a:t>
            </a:r>
            <a:r>
              <a:rPr lang="en-US" sz="1400" b="1" dirty="0">
                <a:solidFill>
                  <a:schemeClr val="tx2"/>
                </a:solidFill>
              </a:rPr>
              <a:t> </a:t>
            </a:r>
            <a:r>
              <a:rPr lang="en-US" sz="1400" b="1" dirty="0" err="1">
                <a:solidFill>
                  <a:schemeClr val="tx2"/>
                </a:solidFill>
              </a:rPr>
              <a:t>resultado</a:t>
            </a:r>
            <a:r>
              <a:rPr lang="en-US" sz="1400" b="1" dirty="0">
                <a:solidFill>
                  <a:schemeClr val="tx2"/>
                </a:solidFill>
              </a:rPr>
              <a:t> </a:t>
            </a:r>
            <a:r>
              <a:rPr lang="en-US" sz="1400" b="1" dirty="0" err="1">
                <a:solidFill>
                  <a:schemeClr val="tx2"/>
                </a:solidFill>
              </a:rPr>
              <a:t>esperado</a:t>
            </a:r>
            <a:r>
              <a:rPr lang="en-US" sz="1400" b="1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17F02E96-8AAD-827F-043B-85E6B13AE85C}"/>
              </a:ext>
            </a:extLst>
          </p:cNvPr>
          <p:cNvSpPr txBox="1">
            <a:spLocks/>
          </p:cNvSpPr>
          <p:nvPr/>
        </p:nvSpPr>
        <p:spPr>
          <a:xfrm>
            <a:off x="11668125" y="6602413"/>
            <a:ext cx="523875" cy="2476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A54E1-8A5A-492B-8D87-772C5A9980B5}" type="slidenum">
              <a:rPr lang="es-ES" smtClean="0"/>
              <a:pPr/>
              <a:t>16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idx="1"/>
              </p:nvPr>
            </p:nvSpPr>
            <p:spPr>
              <a:xfrm>
                <a:off x="968354" y="1600204"/>
                <a:ext cx="9224517" cy="4525963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¡La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terminación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está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garantizada</a:t>
                </a:r>
                <a:r>
                  <a:rPr lang="en-US" sz="2400" dirty="0">
                    <a:solidFill>
                      <a:srgbClr val="FF0000"/>
                    </a:solidFill>
                  </a:rPr>
                  <a:t>!</a:t>
                </a:r>
              </a:p>
              <a:p>
                <a:endParaRPr lang="en-US" sz="2400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dirty="0" err="1"/>
                  <a:t>Cuando</a:t>
                </a:r>
                <a:r>
                  <a:rPr lang="en-US" dirty="0"/>
                  <a:t> </a:t>
                </a:r>
                <a:r>
                  <a:rPr lang="en-US" dirty="0" err="1"/>
                  <a:t>encuentra</a:t>
                </a:r>
                <a:r>
                  <a:rPr lang="en-US" dirty="0"/>
                  <a:t> </a:t>
                </a:r>
                <a:r>
                  <a:rPr lang="en-US" dirty="0" err="1"/>
                  <a:t>una</a:t>
                </a:r>
                <a:r>
                  <a:rPr lang="en-US" dirty="0"/>
                  <a:t> SBF </a:t>
                </a:r>
                <a:r>
                  <a:rPr lang="en-US" dirty="0" err="1"/>
                  <a:t>óptima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MX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MX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s-MX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y un valor finito de 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MX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s-MX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s-MX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s-MX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 err="1"/>
                  <a:t>Cuando</a:t>
                </a:r>
                <a:r>
                  <a:rPr lang="en-US" dirty="0"/>
                  <a:t> </a:t>
                </a:r>
                <a:r>
                  <a:rPr lang="en-US" dirty="0" err="1"/>
                  <a:t>determina</a:t>
                </a:r>
                <a:r>
                  <a:rPr lang="en-US" dirty="0"/>
                  <a:t> que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problema</a:t>
                </a:r>
                <a:r>
                  <a:rPr lang="en-US" dirty="0"/>
                  <a:t> es infectible</a:t>
                </a:r>
              </a:p>
              <a:p>
                <a:pPr lvl="2"/>
                <a:r>
                  <a:rPr lang="en-US" dirty="0" err="1"/>
                  <a:t>Esto</a:t>
                </a:r>
                <a:r>
                  <a:rPr lang="en-US" dirty="0"/>
                  <a:t> </a:t>
                </a:r>
                <a:r>
                  <a:rPr lang="en-US" dirty="0" err="1"/>
                  <a:t>significa</a:t>
                </a:r>
                <a:r>
                  <a:rPr lang="en-US" dirty="0"/>
                  <a:t> que la region </a:t>
                </a:r>
                <a:r>
                  <a:rPr lang="en-US" dirty="0" err="1"/>
                  <a:t>factible</a:t>
                </a:r>
                <a:r>
                  <a:rPr lang="en-US" dirty="0"/>
                  <a:t> es </a:t>
                </a:r>
                <a:r>
                  <a:rPr lang="en-US" dirty="0" err="1"/>
                  <a:t>vacía</a:t>
                </a:r>
                <a:r>
                  <a:rPr lang="en-US" dirty="0"/>
                  <a:t>.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={∅}</m:t>
                    </m:r>
                  </m:oMath>
                </a14:m>
                <a:endParaRPr lang="en-US" dirty="0"/>
              </a:p>
              <a:p>
                <a:pPr lvl="2"/>
                <a:endParaRPr lang="en-US" sz="2400" dirty="0"/>
              </a:p>
              <a:p>
                <a:pPr lvl="1"/>
                <a:r>
                  <a:rPr lang="en-US" dirty="0" err="1"/>
                  <a:t>Cuando</a:t>
                </a:r>
                <a:r>
                  <a:rPr lang="en-US" dirty="0"/>
                  <a:t> </a:t>
                </a:r>
                <a:r>
                  <a:rPr lang="en-US" dirty="0" err="1"/>
                  <a:t>identifica</a:t>
                </a:r>
                <a:r>
                  <a:rPr lang="en-US" dirty="0"/>
                  <a:t> que </a:t>
                </a:r>
                <a:r>
                  <a:rPr lang="en-US" dirty="0" err="1"/>
                  <a:t>el</a:t>
                </a:r>
                <a:r>
                  <a:rPr lang="en-US" dirty="0"/>
                  <a:t> valor </a:t>
                </a:r>
                <a:r>
                  <a:rPr lang="en-US" dirty="0" err="1"/>
                  <a:t>óptimo</a:t>
                </a:r>
                <a:r>
                  <a:rPr lang="en-US" dirty="0"/>
                  <a:t> Z es </a:t>
                </a:r>
                <a:r>
                  <a:rPr lang="en-US" dirty="0" err="1"/>
                  <a:t>infinito</a:t>
                </a:r>
                <a:r>
                  <a:rPr lang="en-US" dirty="0"/>
                  <a:t>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s-MX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Por lo tanto, no se </a:t>
                </a:r>
                <a:r>
                  <a:rPr lang="en-US" dirty="0" err="1"/>
                  <a:t>puede</a:t>
                </a:r>
                <a:r>
                  <a:rPr lang="en-US" dirty="0"/>
                  <a:t> </a:t>
                </a:r>
                <a:r>
                  <a:rPr lang="en-US" dirty="0" err="1"/>
                  <a:t>identificar</a:t>
                </a:r>
                <a:r>
                  <a:rPr lang="en-US" dirty="0"/>
                  <a:t>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solución</a:t>
                </a:r>
                <a:r>
                  <a:rPr lang="en-US" dirty="0"/>
                  <a:t> </a:t>
                </a:r>
                <a:r>
                  <a:rPr lang="en-US" dirty="0" err="1"/>
                  <a:t>óptima</a:t>
                </a:r>
                <a:endParaRPr lang="en-US" dirty="0"/>
              </a:p>
              <a:p>
                <a:pPr lvl="2"/>
                <a:endParaRPr lang="en-US" sz="240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8354" y="1600204"/>
                <a:ext cx="9224517" cy="4525963"/>
              </a:xfrm>
              <a:blipFill>
                <a:blip r:embed="rId2"/>
                <a:stretch>
                  <a:fillRect l="-925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dirty="0"/>
              <a:t>El Método Simplex 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17</a:t>
            </a:fld>
            <a:endParaRPr lang="es-ES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DFA83754-28A9-5F80-FAE3-C12906D53796}"/>
              </a:ext>
            </a:extLst>
          </p:cNvPr>
          <p:cNvSpPr txBox="1">
            <a:spLocks/>
          </p:cNvSpPr>
          <p:nvPr/>
        </p:nvSpPr>
        <p:spPr>
          <a:xfrm>
            <a:off x="11668125" y="6602413"/>
            <a:ext cx="523875" cy="2476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A54E1-8A5A-492B-8D87-772C5A9980B5}" type="slidenum">
              <a:rPr lang="es-ES" smtClean="0"/>
              <a:pPr/>
              <a:t>17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dirty="0"/>
              <a:t>Un PPL en forma matricial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18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4294967295"/>
          </p:nvPr>
        </p:nvSpPr>
        <p:spPr>
          <a:xfrm>
            <a:off x="0" y="6610350"/>
            <a:ext cx="2644775" cy="247650"/>
          </a:xfrm>
        </p:spPr>
        <p:txBody>
          <a:bodyPr/>
          <a:lstStyle/>
          <a:p>
            <a:r>
              <a:rPr lang="es-ES"/>
              <a:t>Jenny Díaz</a:t>
            </a:r>
          </a:p>
        </p:txBody>
      </p:sp>
      <p:graphicFrame>
        <p:nvGraphicFramePr>
          <p:cNvPr id="47106" name="3 Marcador de contenid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4515081"/>
              </p:ext>
            </p:extLst>
          </p:nvPr>
        </p:nvGraphicFramePr>
        <p:xfrm>
          <a:off x="2238348" y="2000240"/>
          <a:ext cx="2309812" cy="125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952200" imgH="583920" progId="Equation.3">
                  <p:embed/>
                </p:oleObj>
              </mc:Choice>
              <mc:Fallback>
                <p:oleObj name="Ecuación" r:id="rId3" imgW="952200" imgH="583920" progId="Equation.3">
                  <p:embed/>
                  <p:pic>
                    <p:nvPicPr>
                      <p:cNvPr id="47106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8348" y="2000240"/>
                        <a:ext cx="2309812" cy="125253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66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1" name="3 Marcador de contenid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190667"/>
              </p:ext>
            </p:extLst>
          </p:nvPr>
        </p:nvGraphicFramePr>
        <p:xfrm>
          <a:off x="6453190" y="4357695"/>
          <a:ext cx="3731990" cy="17176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1218960" imgH="634680" progId="Equation.3">
                  <p:embed/>
                </p:oleObj>
              </mc:Choice>
              <mc:Fallback>
                <p:oleObj name="Ecuación" r:id="rId5" imgW="1218960" imgH="634680" progId="Equation.3">
                  <p:embed/>
                  <p:pic>
                    <p:nvPicPr>
                      <p:cNvPr id="70661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3190" y="4357695"/>
                        <a:ext cx="3731990" cy="17176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11 Redondear rectángulo de esquina diagonal"/>
          <p:cNvSpPr/>
          <p:nvPr/>
        </p:nvSpPr>
        <p:spPr>
          <a:xfrm>
            <a:off x="5381620" y="2000240"/>
            <a:ext cx="5072098" cy="1500198"/>
          </a:xfrm>
          <a:prstGeom prst="round2Diag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When</a:t>
            </a:r>
            <a:r>
              <a:rPr lang="es-MX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MX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s-MX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LPP </a:t>
            </a:r>
            <a:r>
              <a:rPr lang="es-MX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es-MX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es-MX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standard</a:t>
            </a:r>
            <a:r>
              <a:rPr lang="es-MX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MX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</a:t>
            </a:r>
            <a:r>
              <a:rPr lang="es-MX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Font typeface="Arial" pitchFamily="34" charset="0"/>
              <a:buChar char="•"/>
            </a:pPr>
            <a:r>
              <a:rPr lang="es-MX" sz="2400" b="1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s-MX" sz="2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variables</a:t>
            </a:r>
          </a:p>
          <a:p>
            <a:pPr>
              <a:buFont typeface="Arial" pitchFamily="34" charset="0"/>
              <a:buChar char="•"/>
            </a:pPr>
            <a:r>
              <a:rPr lang="es-MX" sz="2400" b="1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s-MX" sz="2400" b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functional</a:t>
            </a:r>
            <a:r>
              <a:rPr lang="es-MX" sz="2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MX" sz="2400" b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constraints</a:t>
            </a:r>
            <a:endParaRPr lang="es-MX" sz="24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066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4635316"/>
              </p:ext>
            </p:extLst>
          </p:nvPr>
        </p:nvGraphicFramePr>
        <p:xfrm>
          <a:off x="2738438" y="3643314"/>
          <a:ext cx="2278062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939600" imgH="1422360" progId="Equation.3">
                  <p:embed/>
                </p:oleObj>
              </mc:Choice>
              <mc:Fallback>
                <p:oleObj name="Ecuación" r:id="rId7" imgW="939600" imgH="1422360" progId="Equation.3">
                  <p:embed/>
                  <p:pic>
                    <p:nvPicPr>
                      <p:cNvPr id="7066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438" y="3643314"/>
                        <a:ext cx="2278062" cy="30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Marcador de texto"/>
          <p:cNvSpPr>
            <a:spLocks noGrp="1"/>
          </p:cNvSpPr>
          <p:nvPr>
            <p:ph idx="1"/>
          </p:nvPr>
        </p:nvSpPr>
        <p:spPr>
          <a:xfrm>
            <a:off x="968354" y="1600204"/>
            <a:ext cx="9565175" cy="4525963"/>
          </a:xfr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MX" dirty="0"/>
              <a:t>Identifique los vectores y matrices correspondientes si:</a:t>
            </a:r>
          </a:p>
          <a:p>
            <a:pPr marL="914400" lvl="1" indent="-457200">
              <a:buFont typeface="+mj-lt"/>
              <a:buAutoNum type="alphaLcParenR"/>
            </a:pPr>
            <a:r>
              <a:rPr lang="es-MX" dirty="0"/>
              <a:t>XB={s1,s2,s3}</a:t>
            </a:r>
          </a:p>
          <a:p>
            <a:pPr marL="914400" lvl="1" indent="-457200">
              <a:buFont typeface="+mj-lt"/>
              <a:buAutoNum type="alphaLcParenR"/>
            </a:pPr>
            <a:r>
              <a:rPr lang="es-MX" dirty="0"/>
              <a:t>XB={x1,x2,x3}</a:t>
            </a: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dirty="0"/>
              <a:t>Ejercicio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19</a:t>
            </a:fld>
            <a:endParaRPr lang="es-ES"/>
          </a:p>
        </p:txBody>
      </p:sp>
      <p:graphicFrame>
        <p:nvGraphicFramePr>
          <p:cNvPr id="70661" name="3 Marcador de contenid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632321"/>
              </p:ext>
            </p:extLst>
          </p:nvPr>
        </p:nvGraphicFramePr>
        <p:xfrm>
          <a:off x="6652373" y="3126068"/>
          <a:ext cx="2955925" cy="1360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1218960" imgH="634680" progId="Equation.3">
                  <p:embed/>
                </p:oleObj>
              </mc:Choice>
              <mc:Fallback>
                <p:oleObj name="Ecuación" r:id="rId2" imgW="1218960" imgH="634680" progId="Equation.3">
                  <p:embed/>
                  <p:pic>
                    <p:nvPicPr>
                      <p:cNvPr id="70661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2373" y="3126068"/>
                        <a:ext cx="2955925" cy="1360487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2" name="3 Marcador de contenid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604832"/>
              </p:ext>
            </p:extLst>
          </p:nvPr>
        </p:nvGraphicFramePr>
        <p:xfrm>
          <a:off x="1658938" y="3151188"/>
          <a:ext cx="3625850" cy="267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1739880" imgH="1231560" progId="Equation.3">
                  <p:embed/>
                </p:oleObj>
              </mc:Choice>
              <mc:Fallback>
                <p:oleObj name="Ecuación" r:id="rId4" imgW="1739880" imgH="1231560" progId="Equation.3">
                  <p:embed/>
                  <p:pic>
                    <p:nvPicPr>
                      <p:cNvPr id="70662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8938" y="3151188"/>
                        <a:ext cx="3625850" cy="2671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6A721-3340-D11B-BF34-56B5387C5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CC0BC6E-1A80-8664-DF64-B12C5986BEF9}"/>
              </a:ext>
            </a:extLst>
          </p:cNvPr>
          <p:cNvSpPr/>
          <p:nvPr/>
        </p:nvSpPr>
        <p:spPr>
          <a:xfrm>
            <a:off x="9557358" y="5032729"/>
            <a:ext cx="1658007" cy="170570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5 Tabla">
            <a:extLst>
              <a:ext uri="{FF2B5EF4-FFF2-40B4-BE49-F238E27FC236}">
                <a16:creationId xmlns:a16="http://schemas.microsoft.com/office/drawing/2014/main" id="{E38F4415-1762-3F12-E9EF-1B95B5757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615059"/>
              </p:ext>
            </p:extLst>
          </p:nvPr>
        </p:nvGraphicFramePr>
        <p:xfrm>
          <a:off x="952500" y="2135722"/>
          <a:ext cx="5488940" cy="1310648"/>
        </p:xfrm>
        <a:graphic>
          <a:graphicData uri="http://schemas.openxmlformats.org/drawingml/2006/table">
            <a:tbl>
              <a:tblPr/>
              <a:tblGrid>
                <a:gridCol w="8870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2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324">
                <a:tc>
                  <a:txBody>
                    <a:bodyPr/>
                    <a:lstStyle/>
                    <a:p>
                      <a:pPr marL="226695" indent="-226695" algn="ctr">
                        <a:spcAft>
                          <a:spcPts val="0"/>
                        </a:spcAft>
                      </a:pPr>
                      <a:r>
                        <a:rPr lang="es-MX" sz="2000" dirty="0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Z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indent="-226695" algn="just">
                        <a:spcAft>
                          <a:spcPts val="0"/>
                        </a:spcAft>
                      </a:pPr>
                      <a:endParaRPr lang="es-MX" sz="2000" dirty="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indent="-226695" algn="just">
                        <a:spcAft>
                          <a:spcPts val="0"/>
                        </a:spcAft>
                      </a:pPr>
                      <a:endParaRPr lang="es-MX" sz="200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4">
                <a:tc>
                  <a:txBody>
                    <a:bodyPr/>
                    <a:lstStyle/>
                    <a:p>
                      <a:pPr marL="226695" indent="-226695" algn="ctr">
                        <a:spcAft>
                          <a:spcPts val="0"/>
                        </a:spcAft>
                      </a:pPr>
                      <a:endParaRPr lang="es-MX" sz="2000" dirty="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D3D2"/>
                    </a:solidFill>
                  </a:tcPr>
                </a:tc>
                <a:tc>
                  <a:txBody>
                    <a:bodyPr/>
                    <a:lstStyle/>
                    <a:p>
                      <a:pPr marL="226695" indent="-226695" algn="just">
                        <a:spcAft>
                          <a:spcPts val="0"/>
                        </a:spcAft>
                      </a:pPr>
                      <a:endParaRPr lang="es-MX" sz="2000" dirty="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D3D2"/>
                    </a:solidFill>
                  </a:tcPr>
                </a:tc>
                <a:tc>
                  <a:txBody>
                    <a:bodyPr/>
                    <a:lstStyle/>
                    <a:p>
                      <a:pPr marL="226695" indent="-226695" algn="just">
                        <a:spcAft>
                          <a:spcPts val="0"/>
                        </a:spcAft>
                      </a:pPr>
                      <a:endParaRPr lang="es-MX" sz="2000" dirty="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D3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1 Título">
            <a:extLst>
              <a:ext uri="{FF2B5EF4-FFF2-40B4-BE49-F238E27FC236}">
                <a16:creationId xmlns:a16="http://schemas.microsoft.com/office/drawing/2014/main" id="{B12F4C5F-1EE6-AFE7-AE40-D8086E76B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dirty="0"/>
              <a:t>Un tablero Simplex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1B5987-FD26-AD0C-A648-612F6A1D58F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20</a:t>
            </a:fld>
            <a:endParaRPr lang="es-ES"/>
          </a:p>
        </p:txBody>
      </p:sp>
      <p:graphicFrame>
        <p:nvGraphicFramePr>
          <p:cNvPr id="70662" name="3 Marcador de contenido">
            <a:extLst>
              <a:ext uri="{FF2B5EF4-FFF2-40B4-BE49-F238E27FC236}">
                <a16:creationId xmlns:a16="http://schemas.microsoft.com/office/drawing/2014/main" id="{7F04594C-72CE-7DDC-C31A-2503741F3F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854757"/>
              </p:ext>
            </p:extLst>
          </p:nvPr>
        </p:nvGraphicFramePr>
        <p:xfrm>
          <a:off x="2373332" y="2231932"/>
          <a:ext cx="209073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002960" imgH="228600" progId="Equation.3">
                  <p:embed/>
                </p:oleObj>
              </mc:Choice>
              <mc:Fallback>
                <p:oleObj name="Ecuación" r:id="rId3" imgW="1002960" imgH="228600" progId="Equation.3">
                  <p:embed/>
                  <p:pic>
                    <p:nvPicPr>
                      <p:cNvPr id="70662" name="3 Marcador de contenido">
                        <a:extLst>
                          <a:ext uri="{FF2B5EF4-FFF2-40B4-BE49-F238E27FC236}">
                            <a16:creationId xmlns:a16="http://schemas.microsoft.com/office/drawing/2014/main" id="{7F04594C-72CE-7DDC-C31A-2503741F3F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3332" y="2231932"/>
                        <a:ext cx="2090738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8" name="Object 4">
            <a:extLst>
              <a:ext uri="{FF2B5EF4-FFF2-40B4-BE49-F238E27FC236}">
                <a16:creationId xmlns:a16="http://schemas.microsoft.com/office/drawing/2014/main" id="{60E81C4D-F0AF-D865-B032-1FBAD7CE34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3040536"/>
              </p:ext>
            </p:extLst>
          </p:nvPr>
        </p:nvGraphicFramePr>
        <p:xfrm>
          <a:off x="3024202" y="2962182"/>
          <a:ext cx="846138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406080" imgH="190440" progId="Equation.3">
                  <p:embed/>
                </p:oleObj>
              </mc:Choice>
              <mc:Fallback>
                <p:oleObj name="Ecuación" r:id="rId5" imgW="406080" imgH="190440" progId="Equation.3">
                  <p:embed/>
                  <p:pic>
                    <p:nvPicPr>
                      <p:cNvPr id="72708" name="Object 4">
                        <a:extLst>
                          <a:ext uri="{FF2B5EF4-FFF2-40B4-BE49-F238E27FC236}">
                            <a16:creationId xmlns:a16="http://schemas.microsoft.com/office/drawing/2014/main" id="{60E81C4D-F0AF-D865-B032-1FBAD7CE34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202" y="2962182"/>
                        <a:ext cx="846138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0" name="Object 6">
            <a:extLst>
              <a:ext uri="{FF2B5EF4-FFF2-40B4-BE49-F238E27FC236}">
                <a16:creationId xmlns:a16="http://schemas.microsoft.com/office/drawing/2014/main" id="{887B2F4C-4929-A854-F061-38B4AF77EB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761928"/>
              </p:ext>
            </p:extLst>
          </p:nvPr>
        </p:nvGraphicFramePr>
        <p:xfrm>
          <a:off x="5453094" y="2935194"/>
          <a:ext cx="766762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368280" imgH="203040" progId="Equation.3">
                  <p:embed/>
                </p:oleObj>
              </mc:Choice>
              <mc:Fallback>
                <p:oleObj name="Ecuación" r:id="rId7" imgW="368280" imgH="203040" progId="Equation.3">
                  <p:embed/>
                  <p:pic>
                    <p:nvPicPr>
                      <p:cNvPr id="72710" name="Object 6">
                        <a:extLst>
                          <a:ext uri="{FF2B5EF4-FFF2-40B4-BE49-F238E27FC236}">
                            <a16:creationId xmlns:a16="http://schemas.microsoft.com/office/drawing/2014/main" id="{887B2F4C-4929-A854-F061-38B4AF77EB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3094" y="2935194"/>
                        <a:ext cx="766762" cy="439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1" name="Object 7">
            <a:extLst>
              <a:ext uri="{FF2B5EF4-FFF2-40B4-BE49-F238E27FC236}">
                <a16:creationId xmlns:a16="http://schemas.microsoft.com/office/drawing/2014/main" id="{63FEB6B8-F4A2-C23E-68B3-4492D3C9C9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7839561"/>
              </p:ext>
            </p:extLst>
          </p:nvPr>
        </p:nvGraphicFramePr>
        <p:xfrm>
          <a:off x="5356245" y="2160494"/>
          <a:ext cx="11112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9" imgW="533160" imgH="228600" progId="Equation.3">
                  <p:embed/>
                </p:oleObj>
              </mc:Choice>
              <mc:Fallback>
                <p:oleObj name="Ecuación" r:id="rId9" imgW="533160" imgH="228600" progId="Equation.3">
                  <p:embed/>
                  <p:pic>
                    <p:nvPicPr>
                      <p:cNvPr id="72711" name="Object 7">
                        <a:extLst>
                          <a:ext uri="{FF2B5EF4-FFF2-40B4-BE49-F238E27FC236}">
                            <a16:creationId xmlns:a16="http://schemas.microsoft.com/office/drawing/2014/main" id="{63FEB6B8-F4A2-C23E-68B3-4492D3C9C9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6245" y="2160494"/>
                        <a:ext cx="111125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2" name="Object 8">
            <a:extLst>
              <a:ext uri="{FF2B5EF4-FFF2-40B4-BE49-F238E27FC236}">
                <a16:creationId xmlns:a16="http://schemas.microsoft.com/office/drawing/2014/main" id="{22154E96-A287-9E33-D5D5-8BE3AE503A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1939435"/>
              </p:ext>
            </p:extLst>
          </p:nvPr>
        </p:nvGraphicFramePr>
        <p:xfrm>
          <a:off x="8851924" y="3869033"/>
          <a:ext cx="1401762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1" imgW="672840" imgH="228600" progId="Equation.3">
                  <p:embed/>
                </p:oleObj>
              </mc:Choice>
              <mc:Fallback>
                <p:oleObj name="Ecuación" r:id="rId11" imgW="672840" imgH="228600" progId="Equation.3">
                  <p:embed/>
                  <p:pic>
                    <p:nvPicPr>
                      <p:cNvPr id="72712" name="Object 8">
                        <a:extLst>
                          <a:ext uri="{FF2B5EF4-FFF2-40B4-BE49-F238E27FC236}">
                            <a16:creationId xmlns:a16="http://schemas.microsoft.com/office/drawing/2014/main" id="{22154E96-A287-9E33-D5D5-8BE3AE503A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1924" y="3869033"/>
                        <a:ext cx="1401762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3" name="Object 9">
            <a:extLst>
              <a:ext uri="{FF2B5EF4-FFF2-40B4-BE49-F238E27FC236}">
                <a16:creationId xmlns:a16="http://schemas.microsoft.com/office/drawing/2014/main" id="{C48F4568-9399-D47C-5A7F-329A5C536B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831602"/>
              </p:ext>
            </p:extLst>
          </p:nvPr>
        </p:nvGraphicFramePr>
        <p:xfrm>
          <a:off x="6934734" y="3924752"/>
          <a:ext cx="1243013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3" imgW="596880" imgH="203040" progId="Equation.3">
                  <p:embed/>
                </p:oleObj>
              </mc:Choice>
              <mc:Fallback>
                <p:oleObj name="Ecuación" r:id="rId13" imgW="596880" imgH="203040" progId="Equation.3">
                  <p:embed/>
                  <p:pic>
                    <p:nvPicPr>
                      <p:cNvPr id="72713" name="Object 9">
                        <a:extLst>
                          <a:ext uri="{FF2B5EF4-FFF2-40B4-BE49-F238E27FC236}">
                            <a16:creationId xmlns:a16="http://schemas.microsoft.com/office/drawing/2014/main" id="{C48F4568-9399-D47C-5A7F-329A5C536B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734" y="3924752"/>
                        <a:ext cx="1243013" cy="439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4" name="Object 10">
            <a:extLst>
              <a:ext uri="{FF2B5EF4-FFF2-40B4-BE49-F238E27FC236}">
                <a16:creationId xmlns:a16="http://schemas.microsoft.com/office/drawing/2014/main" id="{BE12EECC-0EB6-383A-3E3F-752ADB6FC3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6945412"/>
              </p:ext>
            </p:extLst>
          </p:nvPr>
        </p:nvGraphicFramePr>
        <p:xfrm>
          <a:off x="8592741" y="2152149"/>
          <a:ext cx="144621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5" imgW="596880" imgH="203040" progId="Equation.3">
                  <p:embed/>
                </p:oleObj>
              </mc:Choice>
              <mc:Fallback>
                <p:oleObj name="Ecuación" r:id="rId15" imgW="596880" imgH="203040" progId="Equation.3">
                  <p:embed/>
                  <p:pic>
                    <p:nvPicPr>
                      <p:cNvPr id="72714" name="Object 10">
                        <a:extLst>
                          <a:ext uri="{FF2B5EF4-FFF2-40B4-BE49-F238E27FC236}">
                            <a16:creationId xmlns:a16="http://schemas.microsoft.com/office/drawing/2014/main" id="{BE12EECC-0EB6-383A-3E3F-752ADB6FC3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2741" y="2152149"/>
                        <a:ext cx="1446213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13 Tabla">
            <a:extLst>
              <a:ext uri="{FF2B5EF4-FFF2-40B4-BE49-F238E27FC236}">
                <a16:creationId xmlns:a16="http://schemas.microsoft.com/office/drawing/2014/main" id="{A082F1DC-4715-9E36-BF85-6D13240C7F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843034"/>
              </p:ext>
            </p:extLst>
          </p:nvPr>
        </p:nvGraphicFramePr>
        <p:xfrm>
          <a:off x="952500" y="3818283"/>
          <a:ext cx="5488940" cy="1310648"/>
        </p:xfrm>
        <a:graphic>
          <a:graphicData uri="http://schemas.openxmlformats.org/drawingml/2006/table">
            <a:tbl>
              <a:tblPr/>
              <a:tblGrid>
                <a:gridCol w="8870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2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324">
                <a:tc>
                  <a:txBody>
                    <a:bodyPr/>
                    <a:lstStyle/>
                    <a:p>
                      <a:pPr marL="226695" indent="-226695" algn="ctr">
                        <a:spcAft>
                          <a:spcPts val="0"/>
                        </a:spcAft>
                      </a:pPr>
                      <a:r>
                        <a:rPr lang="es-MX" sz="2000" dirty="0">
                          <a:solidFill>
                            <a:srgbClr val="943634"/>
                          </a:solidFill>
                          <a:latin typeface="Calibri"/>
                          <a:ea typeface="Calibri"/>
                          <a:cs typeface="Times New Roman"/>
                        </a:rPr>
                        <a:t>Z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indent="-226695" algn="just">
                        <a:spcAft>
                          <a:spcPts val="0"/>
                        </a:spcAft>
                      </a:pPr>
                      <a:endParaRPr lang="es-MX" sz="2000" dirty="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6695" indent="-226695" algn="just">
                        <a:spcAft>
                          <a:spcPts val="0"/>
                        </a:spcAft>
                      </a:pPr>
                      <a:endParaRPr lang="es-MX" sz="200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4">
                <a:tc>
                  <a:txBody>
                    <a:bodyPr/>
                    <a:lstStyle/>
                    <a:p>
                      <a:pPr marL="226695" indent="-226695" algn="ctr">
                        <a:spcAft>
                          <a:spcPts val="0"/>
                        </a:spcAft>
                      </a:pPr>
                      <a:endParaRPr lang="es-MX" sz="2000" dirty="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D3D2"/>
                    </a:solidFill>
                  </a:tcPr>
                </a:tc>
                <a:tc>
                  <a:txBody>
                    <a:bodyPr/>
                    <a:lstStyle/>
                    <a:p>
                      <a:pPr marL="226695" indent="-226695" algn="just">
                        <a:spcAft>
                          <a:spcPts val="0"/>
                        </a:spcAft>
                      </a:pPr>
                      <a:endParaRPr lang="es-MX" sz="2000" dirty="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D3D2"/>
                    </a:solidFill>
                  </a:tcPr>
                </a:tc>
                <a:tc>
                  <a:txBody>
                    <a:bodyPr/>
                    <a:lstStyle/>
                    <a:p>
                      <a:pPr marL="226695" indent="-226695" algn="just">
                        <a:spcAft>
                          <a:spcPts val="0"/>
                        </a:spcAft>
                      </a:pPr>
                      <a:endParaRPr lang="es-MX" sz="2000" dirty="0">
                        <a:solidFill>
                          <a:srgbClr val="943634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C05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D3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3 Marcador de contenido">
                <a:extLst>
                  <a:ext uri="{FF2B5EF4-FFF2-40B4-BE49-F238E27FC236}">
                    <a16:creationId xmlns:a16="http://schemas.microsoft.com/office/drawing/2014/main" id="{D73C6774-F8A0-F90C-57E9-4FBCC0052343}"/>
                  </a:ext>
                </a:extLst>
              </p:cNvPr>
              <p:cNvSpPr txBox="1"/>
              <p:nvPr/>
            </p:nvSpPr>
            <p:spPr bwMode="auto">
              <a:xfrm>
                <a:off x="2319338" y="3943350"/>
                <a:ext cx="2409848" cy="49530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̄"/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</m:acc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′=[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𝐍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′,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  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3 Marcador de contenido">
                <a:extLst>
                  <a:ext uri="{FF2B5EF4-FFF2-40B4-BE49-F238E27FC236}">
                    <a16:creationId xmlns:a16="http://schemas.microsoft.com/office/drawing/2014/main" id="{D73C6774-F8A0-F90C-57E9-4FBCC0052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19338" y="3943350"/>
                <a:ext cx="2409848" cy="4953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Object 4">
            <a:extLst>
              <a:ext uri="{FF2B5EF4-FFF2-40B4-BE49-F238E27FC236}">
                <a16:creationId xmlns:a16="http://schemas.microsoft.com/office/drawing/2014/main" id="{0A769630-1A91-AC25-B63F-6462E56C86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6996897"/>
              </p:ext>
            </p:extLst>
          </p:nvPr>
        </p:nvGraphicFramePr>
        <p:xfrm>
          <a:off x="2165374" y="4604084"/>
          <a:ext cx="2563812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8" imgW="1231560" imgH="228600" progId="Equation.3">
                  <p:embed/>
                </p:oleObj>
              </mc:Choice>
              <mc:Fallback>
                <p:oleObj name="Ecuación" r:id="rId18" imgW="1231560" imgH="228600" progId="Equation.3">
                  <p:embed/>
                  <p:pic>
                    <p:nvPicPr>
                      <p:cNvPr id="17" name="Object 4">
                        <a:extLst>
                          <a:ext uri="{FF2B5EF4-FFF2-40B4-BE49-F238E27FC236}">
                            <a16:creationId xmlns:a16="http://schemas.microsoft.com/office/drawing/2014/main" id="{0A769630-1A91-AC25-B63F-6462E56C86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5374" y="4604084"/>
                        <a:ext cx="2563812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7">
            <a:extLst>
              <a:ext uri="{FF2B5EF4-FFF2-40B4-BE49-F238E27FC236}">
                <a16:creationId xmlns:a16="http://schemas.microsoft.com/office/drawing/2014/main" id="{AA8177C0-0808-6469-04D2-5190F9C416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6711034"/>
              </p:ext>
            </p:extLst>
          </p:nvPr>
        </p:nvGraphicFramePr>
        <p:xfrm>
          <a:off x="5540396" y="3843671"/>
          <a:ext cx="73977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0" imgW="355320" imgH="228600" progId="Equation.3">
                  <p:embed/>
                </p:oleObj>
              </mc:Choice>
              <mc:Fallback>
                <p:oleObj name="Ecuación" r:id="rId20" imgW="355320" imgH="228600" progId="Equation.3">
                  <p:embed/>
                  <p:pic>
                    <p:nvPicPr>
                      <p:cNvPr id="19" name="Object 7">
                        <a:extLst>
                          <a:ext uri="{FF2B5EF4-FFF2-40B4-BE49-F238E27FC236}">
                            <a16:creationId xmlns:a16="http://schemas.microsoft.com/office/drawing/2014/main" id="{AA8177C0-0808-6469-04D2-5190F9C416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0396" y="3843671"/>
                        <a:ext cx="739775" cy="496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9" name="Object 15">
            <a:extLst>
              <a:ext uri="{FF2B5EF4-FFF2-40B4-BE49-F238E27FC236}">
                <a16:creationId xmlns:a16="http://schemas.microsoft.com/office/drawing/2014/main" id="{C0AB660A-F43D-2CEE-B5F0-EF92D83E85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9954769"/>
              </p:ext>
            </p:extLst>
          </p:nvPr>
        </p:nvGraphicFramePr>
        <p:xfrm>
          <a:off x="5759474" y="4645360"/>
          <a:ext cx="34290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2" imgW="164880" imgH="164880" progId="Equation.3">
                  <p:embed/>
                </p:oleObj>
              </mc:Choice>
              <mc:Fallback>
                <p:oleObj name="Ecuación" r:id="rId22" imgW="164880" imgH="164880" progId="Equation.3">
                  <p:embed/>
                  <p:pic>
                    <p:nvPicPr>
                      <p:cNvPr id="72719" name="Object 15">
                        <a:extLst>
                          <a:ext uri="{FF2B5EF4-FFF2-40B4-BE49-F238E27FC236}">
                            <a16:creationId xmlns:a16="http://schemas.microsoft.com/office/drawing/2014/main" id="{C0AB660A-F43D-2CEE-B5F0-EF92D83E85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9474" y="4645360"/>
                        <a:ext cx="342900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0" name="Object 16">
            <a:extLst>
              <a:ext uri="{FF2B5EF4-FFF2-40B4-BE49-F238E27FC236}">
                <a16:creationId xmlns:a16="http://schemas.microsoft.com/office/drawing/2014/main" id="{0EE35F1C-74A1-79F1-C784-42E2DA7027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6602033"/>
              </p:ext>
            </p:extLst>
          </p:nvPr>
        </p:nvGraphicFramePr>
        <p:xfrm>
          <a:off x="1155724" y="2935194"/>
          <a:ext cx="50165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4" imgW="241200" imgH="203040" progId="Equation.3">
                  <p:embed/>
                </p:oleObj>
              </mc:Choice>
              <mc:Fallback>
                <p:oleObj name="Ecuación" r:id="rId24" imgW="241200" imgH="203040" progId="Equation.3">
                  <p:embed/>
                  <p:pic>
                    <p:nvPicPr>
                      <p:cNvPr id="72720" name="Object 16">
                        <a:extLst>
                          <a:ext uri="{FF2B5EF4-FFF2-40B4-BE49-F238E27FC236}">
                            <a16:creationId xmlns:a16="http://schemas.microsoft.com/office/drawing/2014/main" id="{0EE35F1C-74A1-79F1-C784-42E2DA7027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724" y="2935194"/>
                        <a:ext cx="501650" cy="439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1" name="Object 17">
            <a:extLst>
              <a:ext uri="{FF2B5EF4-FFF2-40B4-BE49-F238E27FC236}">
                <a16:creationId xmlns:a16="http://schemas.microsoft.com/office/drawing/2014/main" id="{C2857280-293F-B8F9-F0CD-225AFB2FBA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3435157"/>
              </p:ext>
            </p:extLst>
          </p:nvPr>
        </p:nvGraphicFramePr>
        <p:xfrm>
          <a:off x="1166814" y="4592991"/>
          <a:ext cx="50165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4" imgW="241200" imgH="203040" progId="Equation.3">
                  <p:embed/>
                </p:oleObj>
              </mc:Choice>
              <mc:Fallback>
                <p:oleObj name="Ecuación" r:id="rId24" imgW="241200" imgH="203040" progId="Equation.3">
                  <p:embed/>
                  <p:pic>
                    <p:nvPicPr>
                      <p:cNvPr id="72721" name="Object 17">
                        <a:extLst>
                          <a:ext uri="{FF2B5EF4-FFF2-40B4-BE49-F238E27FC236}">
                            <a16:creationId xmlns:a16="http://schemas.microsoft.com/office/drawing/2014/main" id="{C2857280-293F-B8F9-F0CD-225AFB2FBA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814" y="4592991"/>
                        <a:ext cx="501650" cy="439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19 Rectángulo">
            <a:extLst>
              <a:ext uri="{FF2B5EF4-FFF2-40B4-BE49-F238E27FC236}">
                <a16:creationId xmlns:a16="http://schemas.microsoft.com/office/drawing/2014/main" id="{24B1C24A-E27F-2D7F-955C-167AF24552DA}"/>
              </a:ext>
            </a:extLst>
          </p:cNvPr>
          <p:cNvSpPr/>
          <p:nvPr/>
        </p:nvSpPr>
        <p:spPr>
          <a:xfrm>
            <a:off x="1892827" y="1512794"/>
            <a:ext cx="2786082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600" dirty="0">
                <a:solidFill>
                  <a:schemeClr val="accent3"/>
                </a:solidFill>
              </a:rPr>
              <a:t>Costo reducido</a:t>
            </a:r>
          </a:p>
        </p:txBody>
      </p:sp>
      <p:sp>
        <p:nvSpPr>
          <p:cNvPr id="21" name="20 Flecha curvada hacia la derecha">
            <a:extLst>
              <a:ext uri="{FF2B5EF4-FFF2-40B4-BE49-F238E27FC236}">
                <a16:creationId xmlns:a16="http://schemas.microsoft.com/office/drawing/2014/main" id="{A4814280-75AB-4567-A9AB-CAEDCB35A41B}"/>
              </a:ext>
            </a:extLst>
          </p:cNvPr>
          <p:cNvSpPr/>
          <p:nvPr/>
        </p:nvSpPr>
        <p:spPr>
          <a:xfrm flipV="1">
            <a:off x="2028818" y="1588982"/>
            <a:ext cx="428628" cy="714380"/>
          </a:xfrm>
          <a:prstGeom prst="curved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22" name="21 Rectángulo">
            <a:extLst>
              <a:ext uri="{FF2B5EF4-FFF2-40B4-BE49-F238E27FC236}">
                <a16:creationId xmlns:a16="http://schemas.microsoft.com/office/drawing/2014/main" id="{78C9F955-3885-DBCB-0D47-B379CF85A721}"/>
              </a:ext>
            </a:extLst>
          </p:cNvPr>
          <p:cNvSpPr/>
          <p:nvPr/>
        </p:nvSpPr>
        <p:spPr>
          <a:xfrm>
            <a:off x="5749891" y="1544065"/>
            <a:ext cx="2182856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600" dirty="0">
                <a:solidFill>
                  <a:schemeClr val="accent3"/>
                </a:solidFill>
              </a:rPr>
              <a:t>Valor de Z</a:t>
            </a:r>
          </a:p>
        </p:txBody>
      </p:sp>
      <p:sp>
        <p:nvSpPr>
          <p:cNvPr id="23" name="22 Flecha curvada hacia la derecha">
            <a:extLst>
              <a:ext uri="{FF2B5EF4-FFF2-40B4-BE49-F238E27FC236}">
                <a16:creationId xmlns:a16="http://schemas.microsoft.com/office/drawing/2014/main" id="{E1471808-1DF7-5A59-4779-19939539446A}"/>
              </a:ext>
            </a:extLst>
          </p:cNvPr>
          <p:cNvSpPr/>
          <p:nvPr/>
        </p:nvSpPr>
        <p:spPr>
          <a:xfrm rot="12960212">
            <a:off x="6627005" y="1932484"/>
            <a:ext cx="428628" cy="714380"/>
          </a:xfrm>
          <a:prstGeom prst="curved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24" name="23 Rectángulo">
            <a:extLst>
              <a:ext uri="{FF2B5EF4-FFF2-40B4-BE49-F238E27FC236}">
                <a16:creationId xmlns:a16="http://schemas.microsoft.com/office/drawing/2014/main" id="{D04B849C-F6F6-65B2-6BCB-627AE52C0CBE}"/>
              </a:ext>
            </a:extLst>
          </p:cNvPr>
          <p:cNvSpPr/>
          <p:nvPr/>
        </p:nvSpPr>
        <p:spPr>
          <a:xfrm>
            <a:off x="6650696" y="3443438"/>
            <a:ext cx="1979644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1600" dirty="0">
                <a:solidFill>
                  <a:schemeClr val="accent3"/>
                </a:solidFill>
              </a:rPr>
              <a:t>Valor de las variables básicas</a:t>
            </a:r>
          </a:p>
        </p:txBody>
      </p:sp>
      <p:sp>
        <p:nvSpPr>
          <p:cNvPr id="25" name="24 Flecha curvada hacia la derecha">
            <a:extLst>
              <a:ext uri="{FF2B5EF4-FFF2-40B4-BE49-F238E27FC236}">
                <a16:creationId xmlns:a16="http://schemas.microsoft.com/office/drawing/2014/main" id="{A387FBC3-7AB6-EEA6-FC74-58BB00D81110}"/>
              </a:ext>
            </a:extLst>
          </p:cNvPr>
          <p:cNvSpPr/>
          <p:nvPr/>
        </p:nvSpPr>
        <p:spPr>
          <a:xfrm rot="7754806" flipV="1">
            <a:off x="6627005" y="2789741"/>
            <a:ext cx="428628" cy="714380"/>
          </a:xfrm>
          <a:prstGeom prst="curved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26" name="25 CuadroTexto">
            <a:extLst>
              <a:ext uri="{FF2B5EF4-FFF2-40B4-BE49-F238E27FC236}">
                <a16:creationId xmlns:a16="http://schemas.microsoft.com/office/drawing/2014/main" id="{0CC50234-8F2C-4AC8-87A8-44819F173738}"/>
              </a:ext>
            </a:extLst>
          </p:cNvPr>
          <p:cNvSpPr txBox="1"/>
          <p:nvPr/>
        </p:nvSpPr>
        <p:spPr>
          <a:xfrm>
            <a:off x="1832178" y="5069204"/>
            <a:ext cx="3602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ysClr val="windowText" lastClr="000000"/>
                </a:solidFill>
              </a:rPr>
              <a:t>Problema de maximización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052C34-C871-7DCC-51B8-8982FA92EC0F}"/>
              </a:ext>
            </a:extLst>
          </p:cNvPr>
          <p:cNvSpPr txBox="1"/>
          <p:nvPr/>
        </p:nvSpPr>
        <p:spPr>
          <a:xfrm>
            <a:off x="8804767" y="4292895"/>
            <a:ext cx="18108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chemeClr val="accent3"/>
                </a:solidFill>
              </a:rPr>
              <a:t>Valor de las variables duales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C90EF6-2EA6-EDCF-544A-07C0F5F24F26}"/>
              </a:ext>
            </a:extLst>
          </p:cNvPr>
          <p:cNvSpPr txBox="1"/>
          <p:nvPr/>
        </p:nvSpPr>
        <p:spPr>
          <a:xfrm>
            <a:off x="7757198" y="2488187"/>
            <a:ext cx="12430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accent3"/>
                </a:solidFill>
              </a:rPr>
              <a:t>Submatriz</a:t>
            </a:r>
            <a:r>
              <a:rPr lang="en-US" sz="1600" dirty="0">
                <a:solidFill>
                  <a:schemeClr val="accent3"/>
                </a:solidFill>
              </a:rPr>
              <a:t> de variables no </a:t>
            </a:r>
            <a:r>
              <a:rPr lang="en-US" sz="1600" dirty="0" err="1">
                <a:solidFill>
                  <a:schemeClr val="accent3"/>
                </a:solidFill>
              </a:rPr>
              <a:t>básicas</a:t>
            </a:r>
            <a:endParaRPr lang="en-US" sz="1600" dirty="0">
              <a:solidFill>
                <a:schemeClr val="accent3"/>
              </a:solidFill>
            </a:endParaRPr>
          </a:p>
        </p:txBody>
      </p:sp>
      <p:sp>
        <p:nvSpPr>
          <p:cNvPr id="12" name="24 Flecha curvada hacia la derecha">
            <a:extLst>
              <a:ext uri="{FF2B5EF4-FFF2-40B4-BE49-F238E27FC236}">
                <a16:creationId xmlns:a16="http://schemas.microsoft.com/office/drawing/2014/main" id="{C0D3E76F-6682-6B1A-2E95-06A4F35441D0}"/>
              </a:ext>
            </a:extLst>
          </p:cNvPr>
          <p:cNvSpPr/>
          <p:nvPr/>
        </p:nvSpPr>
        <p:spPr>
          <a:xfrm rot="13154806" flipV="1">
            <a:off x="9125925" y="2534599"/>
            <a:ext cx="428628" cy="714380"/>
          </a:xfrm>
          <a:prstGeom prst="curved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73EBB3-9BE5-D1AE-BBDC-63C8C0B44AD6}"/>
              </a:ext>
            </a:extLst>
          </p:cNvPr>
          <p:cNvSpPr txBox="1"/>
          <p:nvPr/>
        </p:nvSpPr>
        <p:spPr>
          <a:xfrm>
            <a:off x="10208797" y="2488187"/>
            <a:ext cx="12430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accent3"/>
                </a:solidFill>
              </a:rPr>
              <a:t>Submatriz</a:t>
            </a:r>
            <a:r>
              <a:rPr lang="en-US" sz="1600" dirty="0">
                <a:solidFill>
                  <a:schemeClr val="accent3"/>
                </a:solidFill>
              </a:rPr>
              <a:t> de variables </a:t>
            </a:r>
            <a:r>
              <a:rPr lang="en-US" sz="1600" dirty="0" err="1">
                <a:solidFill>
                  <a:schemeClr val="accent3"/>
                </a:solidFill>
              </a:rPr>
              <a:t>básicas</a:t>
            </a:r>
            <a:r>
              <a:rPr lang="en-US" sz="1600" dirty="0">
                <a:solidFill>
                  <a:schemeClr val="accent3"/>
                </a:solidFill>
              </a:rPr>
              <a:t>: </a:t>
            </a:r>
            <a:r>
              <a:rPr lang="en-US" sz="1600" dirty="0" err="1">
                <a:solidFill>
                  <a:schemeClr val="accent3"/>
                </a:solidFill>
              </a:rPr>
              <a:t>Matriz</a:t>
            </a:r>
            <a:r>
              <a:rPr lang="en-US" sz="1600" dirty="0">
                <a:solidFill>
                  <a:schemeClr val="accent3"/>
                </a:solidFill>
              </a:rPr>
              <a:t> Base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9A2DE40-18DA-6F29-01FE-7329479D620E}"/>
              </a:ext>
            </a:extLst>
          </p:cNvPr>
          <p:cNvSpPr/>
          <p:nvPr/>
        </p:nvSpPr>
        <p:spPr>
          <a:xfrm>
            <a:off x="6934734" y="5062650"/>
            <a:ext cx="1658007" cy="170570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24 Flecha curvada hacia la derecha">
            <a:extLst>
              <a:ext uri="{FF2B5EF4-FFF2-40B4-BE49-F238E27FC236}">
                <a16:creationId xmlns:a16="http://schemas.microsoft.com/office/drawing/2014/main" id="{28EB40D9-C439-7F78-72D4-D26F662E9F37}"/>
              </a:ext>
            </a:extLst>
          </p:cNvPr>
          <p:cNvSpPr/>
          <p:nvPr/>
        </p:nvSpPr>
        <p:spPr>
          <a:xfrm rot="8445194" flipH="1" flipV="1">
            <a:off x="9676510" y="2562031"/>
            <a:ext cx="428628" cy="714380"/>
          </a:xfrm>
          <a:prstGeom prst="curved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8D725A-F44D-9EE2-3EBA-F36C5DC0A3FF}"/>
              </a:ext>
            </a:extLst>
          </p:cNvPr>
          <p:cNvSpPr txBox="1"/>
          <p:nvPr/>
        </p:nvSpPr>
        <p:spPr>
          <a:xfrm>
            <a:off x="7139157" y="5079427"/>
            <a:ext cx="1503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accent3"/>
                </a:solidFill>
              </a:rPr>
              <a:t>Condición</a:t>
            </a:r>
            <a:r>
              <a:rPr lang="en-US" sz="1600" dirty="0">
                <a:solidFill>
                  <a:schemeClr val="accent3"/>
                </a:solidFill>
              </a:rPr>
              <a:t> de </a:t>
            </a:r>
            <a:r>
              <a:rPr lang="en-US" sz="1600" dirty="0" err="1">
                <a:solidFill>
                  <a:schemeClr val="accent3"/>
                </a:solidFill>
              </a:rPr>
              <a:t>factibilidad</a:t>
            </a:r>
            <a:endParaRPr lang="en-US" sz="1600" dirty="0">
              <a:solidFill>
                <a:schemeClr val="accent3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E87C33-5761-A496-6F49-822C508D1277}"/>
              </a:ext>
            </a:extLst>
          </p:cNvPr>
          <p:cNvSpPr txBox="1"/>
          <p:nvPr/>
        </p:nvSpPr>
        <p:spPr>
          <a:xfrm>
            <a:off x="9736156" y="5079427"/>
            <a:ext cx="1503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accent3"/>
                </a:solidFill>
              </a:rPr>
              <a:t>Condición</a:t>
            </a:r>
            <a:r>
              <a:rPr lang="en-US" sz="1600" dirty="0">
                <a:solidFill>
                  <a:schemeClr val="accent3"/>
                </a:solidFill>
              </a:rPr>
              <a:t> de </a:t>
            </a:r>
            <a:r>
              <a:rPr lang="en-US" sz="1600" dirty="0" err="1">
                <a:solidFill>
                  <a:schemeClr val="accent3"/>
                </a:solidFill>
              </a:rPr>
              <a:t>optimalidad</a:t>
            </a:r>
            <a:endParaRPr lang="en-US" sz="1600" dirty="0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7CC5FCB-81CF-C76B-5C71-38E6C9FB9135}"/>
                  </a:ext>
                </a:extLst>
              </p:cNvPr>
              <p:cNvSpPr txBox="1"/>
              <p:nvPr/>
            </p:nvSpPr>
            <p:spPr>
              <a:xfrm>
                <a:off x="9736156" y="5680979"/>
                <a:ext cx="11679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̄"/>
                          <m:ctrlPr>
                            <a:rPr lang="en-US" sz="1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</m:acc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s-MX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7CC5FCB-81CF-C76B-5C71-38E6C9FB9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6156" y="5680979"/>
                <a:ext cx="1167933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9B6EAB0-87D7-B82C-23A8-211989E9F4C6}"/>
                  </a:ext>
                </a:extLst>
              </p:cNvPr>
              <p:cNvSpPr txBox="1"/>
              <p:nvPr/>
            </p:nvSpPr>
            <p:spPr>
              <a:xfrm>
                <a:off x="7127946" y="5680979"/>
                <a:ext cx="1292222" cy="3765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̄"/>
                          <m:ctrlPr>
                            <a:rPr lang="en-US" sz="1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MX" sz="1800" b="1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</m:acc>
                      <m:r>
                        <a:rPr lang="en-US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s-MX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9B6EAB0-87D7-B82C-23A8-211989E9F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7946" y="5680979"/>
                <a:ext cx="1292222" cy="376578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D6FDF453-9613-AAE0-DD83-1AAFF0215837}"/>
              </a:ext>
            </a:extLst>
          </p:cNvPr>
          <p:cNvSpPr txBox="1"/>
          <p:nvPr/>
        </p:nvSpPr>
        <p:spPr>
          <a:xfrm>
            <a:off x="7177154" y="6050311"/>
            <a:ext cx="12430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solidFill>
                  <a:schemeClr val="tx2"/>
                </a:solidFill>
              </a:rPr>
              <a:t>Siempre</a:t>
            </a:r>
            <a:r>
              <a:rPr lang="en-US" sz="1400" b="1" dirty="0">
                <a:solidFill>
                  <a:schemeClr val="tx2"/>
                </a:solidFill>
              </a:rPr>
              <a:t> </a:t>
            </a:r>
            <a:r>
              <a:rPr lang="en-US" sz="1400" b="1" dirty="0" err="1">
                <a:solidFill>
                  <a:schemeClr val="tx2"/>
                </a:solidFill>
              </a:rPr>
              <a:t>en</a:t>
            </a:r>
            <a:r>
              <a:rPr lang="en-US" sz="1400" b="1" dirty="0">
                <a:solidFill>
                  <a:schemeClr val="tx2"/>
                </a:solidFill>
              </a:rPr>
              <a:t> </a:t>
            </a:r>
            <a:r>
              <a:rPr lang="en-US" sz="1400" b="1" dirty="0" err="1">
                <a:solidFill>
                  <a:schemeClr val="tx2"/>
                </a:solidFill>
              </a:rPr>
              <a:t>una</a:t>
            </a:r>
            <a:r>
              <a:rPr lang="en-US" sz="1400" b="1" dirty="0">
                <a:solidFill>
                  <a:schemeClr val="tx2"/>
                </a:solidFill>
              </a:rPr>
              <a:t> </a:t>
            </a:r>
            <a:r>
              <a:rPr lang="en-US" sz="1400" b="1" dirty="0" err="1">
                <a:solidFill>
                  <a:schemeClr val="tx2"/>
                </a:solidFill>
              </a:rPr>
              <a:t>iteración</a:t>
            </a:r>
            <a:r>
              <a:rPr lang="en-US" sz="1400" b="1" dirty="0">
                <a:solidFill>
                  <a:schemeClr val="tx2"/>
                </a:solidFill>
              </a:rPr>
              <a:t> Simplex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0F0EBA-013B-5BDE-9461-8A445016EE84}"/>
              </a:ext>
            </a:extLst>
          </p:cNvPr>
          <p:cNvSpPr txBox="1"/>
          <p:nvPr/>
        </p:nvSpPr>
        <p:spPr>
          <a:xfrm>
            <a:off x="9732191" y="6083915"/>
            <a:ext cx="1200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tx2"/>
                </a:solidFill>
              </a:rPr>
              <a:t>En </a:t>
            </a:r>
            <a:r>
              <a:rPr lang="en-US" sz="1400" b="1" dirty="0" err="1">
                <a:solidFill>
                  <a:schemeClr val="tx2"/>
                </a:solidFill>
              </a:rPr>
              <a:t>el</a:t>
            </a:r>
            <a:r>
              <a:rPr lang="en-US" sz="1400" b="1" dirty="0">
                <a:solidFill>
                  <a:schemeClr val="tx2"/>
                </a:solidFill>
              </a:rPr>
              <a:t> </a:t>
            </a:r>
            <a:r>
              <a:rPr lang="en-US" sz="1400" b="1" dirty="0" err="1">
                <a:solidFill>
                  <a:schemeClr val="tx2"/>
                </a:solidFill>
              </a:rPr>
              <a:t>óptimo</a:t>
            </a:r>
            <a:endParaRPr lang="en-US" sz="1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77838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2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7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7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2" grpId="0"/>
      <p:bldP spid="23" grpId="0" animBg="1"/>
      <p:bldP spid="24" grpId="0"/>
      <p:bldP spid="25" grpId="0" animBg="1"/>
      <p:bldP spid="12" grpId="0" animBg="1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/>
              <p:cNvSpPr>
                <a:spLocks noGrp="1"/>
              </p:cNvSpPr>
              <p:nvPr>
                <p:ph idx="1"/>
              </p:nvPr>
            </p:nvSpPr>
            <p:spPr>
              <a:xfrm>
                <a:off x="524666" y="2704574"/>
                <a:ext cx="10368396" cy="3947238"/>
              </a:xfrm>
            </p:spPr>
            <p:txBody>
              <a:bodyPr>
                <a:normAutofit/>
              </a:bodyPr>
              <a:lstStyle/>
              <a:p>
                <a:pPr marL="633222" indent="-514350">
                  <a:buFont typeface="+mj-lt"/>
                  <a:buAutoNum type="arabicPeriod"/>
                </a:pPr>
                <a:r>
                  <a:rPr lang="en-US" sz="1800" dirty="0"/>
                  <a:t>Resuelva</a:t>
                </a:r>
              </a:p>
              <a:p>
                <a:pPr marL="118872" indent="0">
                  <a:buNone/>
                </a:pPr>
                <a:r>
                  <a:rPr lang="en-US" sz="1800" dirty="0"/>
                  <a:t> 	Si es SBF: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1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s-MX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 </a:t>
                </a:r>
                <a:r>
                  <a:rPr lang="en-US" sz="1800" dirty="0"/>
                  <a:t>(</a:t>
                </a:r>
                <a:r>
                  <a:rPr lang="en-US" sz="1800" dirty="0" err="1"/>
                  <a:t>condición</a:t>
                </a:r>
                <a:r>
                  <a:rPr lang="en-US" sz="1800" dirty="0"/>
                  <a:t> de </a:t>
                </a:r>
                <a:r>
                  <a:rPr lang="en-US" sz="1800" dirty="0" err="1"/>
                  <a:t>factibilidad</a:t>
                </a:r>
                <a:r>
                  <a:rPr lang="en-US" sz="1800" dirty="0"/>
                  <a:t>)</a:t>
                </a:r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1800" dirty="0" err="1"/>
                  <a:t>Resuelva</a:t>
                </a:r>
                <a:r>
                  <a:rPr lang="en-US" sz="1800" dirty="0"/>
                  <a:t> </a:t>
                </a:r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1800" dirty="0"/>
                  <a:t>Sea</a:t>
                </a:r>
                <a14:m>
                  <m:oMath xmlns:m="http://schemas.openxmlformats.org/officeDocument/2006/math">
                    <m:r>
                      <a:rPr lang="es-MX" sz="18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800" dirty="0"/>
                  <a:t> la variable </a:t>
                </a:r>
                <a:r>
                  <a:rPr lang="en-US" sz="1800" dirty="0" err="1"/>
                  <a:t>entrante</a:t>
                </a:r>
                <a:r>
                  <a:rPr lang="en-US" sz="1800" dirty="0"/>
                  <a:t>, </a:t>
                </a:r>
                <a:r>
                  <a:rPr lang="en-US" sz="1800" dirty="0" err="1"/>
                  <a:t>donde</a:t>
                </a:r>
                <a:r>
                  <a:rPr lang="en-US" sz="1800" dirty="0"/>
                  <a:t>   </a:t>
                </a:r>
                <a14:m>
                  <m:oMath xmlns:m="http://schemas.openxmlformats.org/officeDocument/2006/math">
                    <m:r>
                      <a:rPr lang="es-MX" sz="1800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s-MX" sz="1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=</m:t>
                        </m:r>
                        <m:limLow>
                          <m:limLowPr>
                            <m:ctrlPr>
                              <a:rPr lang="es-MX" sz="18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s-MX" sz="18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s-MX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s-MX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s-MX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s-MX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MX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MX" sz="18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s-MX" sz="1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s-MX" sz="1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MX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MX" sz="18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s-MX" sz="1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sz="1800" dirty="0"/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1800" dirty="0"/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MX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s-MX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acc>
                        <m:r>
                          <a:rPr lang="es-MX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s-MX" sz="18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s-MX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s-MX" sz="18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1800" dirty="0"/>
                  <a:t>.  Pare. La SBF actual es </a:t>
                </a:r>
                <a:r>
                  <a:rPr lang="en-US" sz="1800" dirty="0" err="1"/>
                  <a:t>óptima</a:t>
                </a:r>
                <a:r>
                  <a:rPr lang="en-US" sz="1800" dirty="0"/>
                  <a:t>.</a:t>
                </a:r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1800" dirty="0" err="1"/>
                  <a:t>Calcule</a:t>
                </a:r>
                <a:r>
                  <a:rPr lang="en-US" sz="1800" dirty="0"/>
                  <a:t>			                   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s-MX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0. </m:t>
                    </m:r>
                  </m:oMath>
                </a14:m>
                <a:r>
                  <a:rPr lang="en-US" sz="1800" dirty="0"/>
                  <a:t>Pare. La </a:t>
                </a:r>
                <a:r>
                  <a:rPr lang="en-US" sz="1800" dirty="0" err="1"/>
                  <a:t>solución</a:t>
                </a:r>
                <a:r>
                  <a:rPr lang="en-US" sz="1800" dirty="0"/>
                  <a:t> </a:t>
                </a:r>
                <a:r>
                  <a:rPr lang="en-US" sz="1800" dirty="0" err="1"/>
                  <a:t>óptima</a:t>
                </a:r>
                <a:r>
                  <a:rPr lang="en-US" sz="1800" dirty="0"/>
                  <a:t> es no </a:t>
                </a:r>
                <a:r>
                  <a:rPr lang="en-US" sz="1800" dirty="0" err="1"/>
                  <a:t>acotada</a:t>
                </a:r>
                <a:r>
                  <a:rPr lang="en-US" sz="1800" dirty="0"/>
                  <a:t>.</a:t>
                </a:r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1800" dirty="0"/>
                  <a:t>De </a:t>
                </a:r>
                <a:r>
                  <a:rPr lang="en-US" sz="1800" dirty="0" err="1"/>
                  <a:t>otra</a:t>
                </a:r>
                <a:r>
                  <a:rPr lang="en-US" sz="1800" dirty="0"/>
                  <a:t> forma,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800" dirty="0"/>
                  <a:t> </a:t>
                </a:r>
                <a:r>
                  <a:rPr lang="en-US" sz="1800" dirty="0" err="1"/>
                  <a:t>entra</a:t>
                </a:r>
                <a:r>
                  <a:rPr lang="en-US" sz="1800" dirty="0"/>
                  <a:t> a la base. Sea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𝐵𝑟</m:t>
                        </m:r>
                      </m:sub>
                    </m:sSub>
                    <m:r>
                      <a:rPr lang="es-MX" sz="18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la variable </a:t>
                </a:r>
                <a:r>
                  <a:rPr lang="en-US" sz="1800" dirty="0" err="1"/>
                  <a:t>saliente</a:t>
                </a:r>
                <a:r>
                  <a:rPr lang="en-US" sz="1800" dirty="0"/>
                  <a:t>, </a:t>
                </a:r>
                <a:r>
                  <a:rPr lang="en-US" sz="1800" dirty="0" err="1"/>
                  <a:t>donde</a:t>
                </a:r>
                <a:r>
                  <a:rPr lang="en-US" sz="1800" dirty="0"/>
                  <a:t> </a:t>
                </a:r>
              </a:p>
              <a:p>
                <a:pPr marL="633222" indent="-514350">
                  <a:buFont typeface="+mj-lt"/>
                  <a:buAutoNum type="arabicPeriod"/>
                </a:pPr>
                <a:endParaRPr lang="en-US" sz="1800" dirty="0"/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1800" dirty="0" err="1"/>
                  <a:t>Actualice</a:t>
                </a:r>
                <a:r>
                  <a:rPr lang="en-US" sz="1800" dirty="0"/>
                  <a:t> la base B, 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800" dirty="0"/>
                  <a:t> reemplaza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𝐵𝑟</m:t>
                        </m:r>
                      </m:sub>
                    </m:sSub>
                  </m:oMath>
                </a14:m>
                <a:r>
                  <a:rPr lang="en-US" sz="1800" dirty="0"/>
                  <a:t>. </a:t>
                </a:r>
                <a:r>
                  <a:rPr lang="en-US" sz="1800" dirty="0" err="1"/>
                  <a:t>Actualice</a:t>
                </a:r>
                <a:r>
                  <a:rPr lang="en-US" sz="1800" dirty="0"/>
                  <a:t> </a:t>
                </a:r>
                <a:r>
                  <a:rPr lang="en-US" sz="1800" dirty="0" err="1"/>
                  <a:t>el</a:t>
                </a:r>
                <a:r>
                  <a:rPr lang="en-US" sz="1800" dirty="0"/>
                  <a:t> conjunto de </a:t>
                </a:r>
                <a:r>
                  <a:rPr lang="en-US" sz="1800" dirty="0" err="1"/>
                  <a:t>índices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s-MX" sz="1800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800" dirty="0"/>
                  <a:t> y </a:t>
                </a:r>
                <a:r>
                  <a:rPr lang="en-US" sz="1800" dirty="0" err="1"/>
                  <a:t>vaya</a:t>
                </a:r>
                <a:r>
                  <a:rPr lang="en-US" sz="1800" dirty="0"/>
                  <a:t> al paso 1. </a:t>
                </a:r>
              </a:p>
              <a:p>
                <a:pPr marL="118872" lvl="1" indent="0">
                  <a:spcBef>
                    <a:spcPts val="0"/>
                  </a:spcBef>
                  <a:buClr>
                    <a:schemeClr val="accent1"/>
                  </a:buClr>
                  <a:buSzPct val="80000"/>
                  <a:buNone/>
                </a:pPr>
                <a:r>
                  <a:rPr lang="en-US" sz="1800" dirty="0"/>
                  <a:t>	</a:t>
                </a:r>
              </a:p>
            </p:txBody>
          </p:sp>
        </mc:Choice>
        <mc:Fallback xmlns=""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4666" y="2704574"/>
                <a:ext cx="10368396" cy="3947238"/>
              </a:xfrm>
              <a:blipFill>
                <a:blip r:embed="rId3"/>
                <a:stretch>
                  <a:fillRect t="-1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dirty="0"/>
              <a:t>Una iteración de Simplex</a:t>
            </a:r>
            <a:br>
              <a:rPr lang="es-MX" dirty="0"/>
            </a:br>
            <a:r>
              <a:rPr lang="es-MX" sz="2400" dirty="0"/>
              <a:t>(Problemas de maximización)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to 3"/>
              <p:cNvSpPr txBox="1"/>
              <p:nvPr/>
            </p:nvSpPr>
            <p:spPr bwMode="auto">
              <a:xfrm>
                <a:off x="2249488" y="2646363"/>
                <a:ext cx="2932112" cy="47872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Obje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9488" y="2646363"/>
                <a:ext cx="2932112" cy="478727"/>
              </a:xfrm>
              <a:prstGeom prst="rect">
                <a:avLst/>
              </a:prstGeom>
              <a:blipFill>
                <a:blip r:embed="rId4"/>
                <a:stretch>
                  <a:fillRect t="-1266" b="-12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to 3"/>
              <p:cNvSpPr txBox="1"/>
              <p:nvPr/>
            </p:nvSpPr>
            <p:spPr bwMode="auto">
              <a:xfrm>
                <a:off x="5495743" y="2634423"/>
                <a:ext cx="4652304" cy="8477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m:rPr>
                        <m:nor/>
                      </m:rPr>
                      <a:rPr lang="en-US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Obje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95743" y="2634423"/>
                <a:ext cx="4652304" cy="8477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to 4"/>
              <p:cNvSpPr txBox="1"/>
              <p:nvPr/>
            </p:nvSpPr>
            <p:spPr bwMode="auto">
              <a:xfrm>
                <a:off x="2249488" y="3540995"/>
                <a:ext cx="2630113" cy="38383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𝑤𝐵</m:t>
                    </m:r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Obje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9488" y="3540995"/>
                <a:ext cx="2630113" cy="383832"/>
              </a:xfrm>
              <a:prstGeom prst="rect">
                <a:avLst/>
              </a:prstGeom>
              <a:blipFill>
                <a:blip r:embed="rId6"/>
                <a:stretch>
                  <a:fillRect t="-12698" b="-17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to 4"/>
              <p:cNvSpPr txBox="1"/>
              <p:nvPr/>
            </p:nvSpPr>
            <p:spPr bwMode="auto">
              <a:xfrm>
                <a:off x="4879601" y="3549946"/>
                <a:ext cx="6747716" cy="573928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s-MX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  <m:r>
                      <a:rPr lang="es-MX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s-MX" b="0" i="0" smtClean="0">
                        <a:solidFill>
                          <a:srgbClr val="000000"/>
                        </a:solidFill>
                      </a:rPr>
                      <m:t>í</m:t>
                    </m:r>
                    <m:r>
                      <m:rPr>
                        <m:nor/>
                      </m:rPr>
                      <a:rPr lang="es-MX" b="0" i="0" smtClean="0">
                        <a:solidFill>
                          <a:srgbClr val="000000"/>
                        </a:solidFill>
                      </a:rPr>
                      <m:t>ndices</m:t>
                    </m:r>
                    <m:r>
                      <m:rPr>
                        <m:nor/>
                      </m:rPr>
                      <a:rPr lang="es-MX" b="0" i="0" smtClean="0">
                        <a:solidFill>
                          <a:srgbClr val="0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s-MX" b="0" i="0" smtClean="0">
                        <a:solidFill>
                          <a:srgbClr val="000000"/>
                        </a:solidFill>
                      </a:rPr>
                      <m:t>de</m:t>
                    </m:r>
                    <m:r>
                      <m:rPr>
                        <m:nor/>
                      </m:rPr>
                      <a:rPr lang="es-MX" b="0" i="0" smtClean="0">
                        <a:solidFill>
                          <a:srgbClr val="0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s-MX" b="0" i="0" smtClean="0">
                        <a:solidFill>
                          <a:srgbClr val="000000"/>
                        </a:solidFill>
                      </a:rPr>
                      <m:t>variables</m:t>
                    </m:r>
                    <m:r>
                      <m:rPr>
                        <m:nor/>
                      </m:rPr>
                      <a:rPr lang="es-MX" b="0" i="0" smtClean="0">
                        <a:solidFill>
                          <a:srgbClr val="0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s-MX" b="0" i="0" smtClean="0">
                        <a:solidFill>
                          <a:srgbClr val="000000"/>
                        </a:solidFill>
                      </a:rPr>
                      <m:t>no</m:t>
                    </m:r>
                    <m:r>
                      <m:rPr>
                        <m:nor/>
                      </m:rPr>
                      <a:rPr lang="es-MX" b="0" i="0" smtClean="0">
                        <a:solidFill>
                          <a:srgbClr val="0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s-MX" b="0" i="0" smtClean="0">
                        <a:solidFill>
                          <a:srgbClr val="000000"/>
                        </a:solidFill>
                      </a:rPr>
                      <m:t>b</m:t>
                    </m:r>
                    <m:r>
                      <m:rPr>
                        <m:nor/>
                      </m:rPr>
                      <a:rPr lang="es-MX" b="0" i="0" smtClean="0">
                        <a:solidFill>
                          <a:srgbClr val="000000"/>
                        </a:solidFill>
                      </a:rPr>
                      <m:t>á</m:t>
                    </m:r>
                    <m:r>
                      <m:rPr>
                        <m:nor/>
                      </m:rPr>
                      <a:rPr lang="es-MX" b="0" i="0" smtClean="0">
                        <a:solidFill>
                          <a:srgbClr val="000000"/>
                        </a:solidFill>
                      </a:rPr>
                      <m:t>sicas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Obje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79601" y="3549946"/>
                <a:ext cx="6747716" cy="57392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to 6"/>
              <p:cNvSpPr txBox="1"/>
              <p:nvPr/>
            </p:nvSpPr>
            <p:spPr bwMode="auto">
              <a:xfrm>
                <a:off x="2158088" y="4873540"/>
                <a:ext cx="3220104" cy="414779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6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1600" dirty="0" err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donde</a:t>
                </a:r>
                <a:r>
                  <a:rPr lang="en-US" sz="16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4" name="Obje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8088" y="4873540"/>
                <a:ext cx="3220104" cy="414779"/>
              </a:xfrm>
              <a:prstGeom prst="rect">
                <a:avLst/>
              </a:prstGeom>
              <a:blipFill>
                <a:blip r:embed="rId8"/>
                <a:stretch>
                  <a:fillRect t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Objeto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6603314"/>
              </p:ext>
            </p:extLst>
          </p:nvPr>
        </p:nvGraphicFramePr>
        <p:xfrm>
          <a:off x="8187788" y="4998145"/>
          <a:ext cx="2705274" cy="784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58640" imgH="444240" progId="Equation.3">
                  <p:embed/>
                </p:oleObj>
              </mc:Choice>
              <mc:Fallback>
                <p:oleObj name="Equation" r:id="rId9" imgW="1358640" imgH="444240" progId="Equation.3">
                  <p:embed/>
                  <p:pic>
                    <p:nvPicPr>
                      <p:cNvPr id="17" name="Objeto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7788" y="4998145"/>
                        <a:ext cx="2705274" cy="7841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3 Marcador de contenido">
            <a:extLst>
              <a:ext uri="{FF2B5EF4-FFF2-40B4-BE49-F238E27FC236}">
                <a16:creationId xmlns:a16="http://schemas.microsoft.com/office/drawing/2014/main" id="{34991C98-4F88-58E5-FA2D-E393841939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903326"/>
              </p:ext>
            </p:extLst>
          </p:nvPr>
        </p:nvGraphicFramePr>
        <p:xfrm>
          <a:off x="3337764" y="1469527"/>
          <a:ext cx="2169948" cy="998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1" imgW="1218960" imgH="634680" progId="Equation.3">
                  <p:embed/>
                </p:oleObj>
              </mc:Choice>
              <mc:Fallback>
                <p:oleObj name="Ecuación" r:id="rId11" imgW="1218960" imgH="634680" progId="Equation.3">
                  <p:embed/>
                  <p:pic>
                    <p:nvPicPr>
                      <p:cNvPr id="4" name="3 Marcador de contenido">
                        <a:extLst>
                          <a:ext uri="{FF2B5EF4-FFF2-40B4-BE49-F238E27FC236}">
                            <a16:creationId xmlns:a16="http://schemas.microsoft.com/office/drawing/2014/main" id="{34991C98-4F88-58E5-FA2D-E393841939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7764" y="1469527"/>
                        <a:ext cx="2169948" cy="998735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CA853EE-3585-5B13-E266-782D35875E50}"/>
              </a:ext>
            </a:extLst>
          </p:cNvPr>
          <p:cNvSpPr txBox="1"/>
          <p:nvPr/>
        </p:nvSpPr>
        <p:spPr>
          <a:xfrm>
            <a:off x="1020245" y="1808593"/>
            <a:ext cx="22756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Dada </a:t>
            </a:r>
            <a:r>
              <a:rPr lang="en-US" sz="1800" dirty="0" err="1">
                <a:solidFill>
                  <a:schemeClr val="bg1"/>
                </a:solidFill>
              </a:rPr>
              <a:t>una</a:t>
            </a:r>
            <a:r>
              <a:rPr lang="en-US" sz="1800" dirty="0">
                <a:solidFill>
                  <a:schemeClr val="bg1"/>
                </a:solidFill>
              </a:rPr>
              <a:t> SBF con: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Slide Number Placeholder 2">
            <a:extLst>
              <a:ext uri="{FF2B5EF4-FFF2-40B4-BE49-F238E27FC236}">
                <a16:creationId xmlns:a16="http://schemas.microsoft.com/office/drawing/2014/main" id="{89EA6F1D-8CB4-6360-FE50-52614D13CF78}"/>
              </a:ext>
            </a:extLst>
          </p:cNvPr>
          <p:cNvSpPr txBox="1">
            <a:spLocks/>
          </p:cNvSpPr>
          <p:nvPr/>
        </p:nvSpPr>
        <p:spPr>
          <a:xfrm>
            <a:off x="11668125" y="6602413"/>
            <a:ext cx="523875" cy="2476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A54E1-8A5A-492B-8D87-772C5A9980B5}" type="slidenum">
              <a:rPr lang="es-ES" smtClean="0"/>
              <a:pPr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4826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8354" y="1837765"/>
            <a:ext cx="10368396" cy="4288402"/>
          </a:xfrm>
        </p:spPr>
        <p:txBody>
          <a:bodyPr>
            <a:normAutofit/>
          </a:bodyPr>
          <a:lstStyle/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basicas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[  …]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J=[ … ]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B=A(:,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basicas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cb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=c(:,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basicas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=c(:,J)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AN=A(:,J)</a:t>
            </a: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invB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(B)</a:t>
            </a: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bbar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invB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*b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z=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cb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bbar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365125"/>
            <a:ext cx="8836959" cy="1325563"/>
          </a:xfrm>
        </p:spPr>
        <p:txBody>
          <a:bodyPr>
            <a:normAutofit/>
          </a:bodyPr>
          <a:lstStyle/>
          <a:p>
            <a:r>
              <a:rPr lang="en-US" sz="3600" dirty="0" err="1"/>
              <a:t>Operaciones</a:t>
            </a:r>
            <a:r>
              <a:rPr lang="en-US" sz="3600" dirty="0"/>
              <a:t> </a:t>
            </a:r>
            <a:r>
              <a:rPr lang="en-US" sz="3600" dirty="0" err="1"/>
              <a:t>básicas</a:t>
            </a:r>
            <a:r>
              <a:rPr lang="en-US" sz="3600" dirty="0"/>
              <a:t> de </a:t>
            </a:r>
            <a:r>
              <a:rPr lang="en-US" sz="3600" dirty="0" err="1"/>
              <a:t>una</a:t>
            </a:r>
            <a:r>
              <a:rPr lang="en-US" sz="3600" dirty="0"/>
              <a:t> </a:t>
            </a:r>
            <a:r>
              <a:rPr lang="en-US" sz="3600" dirty="0" err="1"/>
              <a:t>iteración</a:t>
            </a:r>
            <a:r>
              <a:rPr lang="en-US" sz="3600" dirty="0"/>
              <a:t> (</a:t>
            </a:r>
            <a:r>
              <a:rPr lang="en-US" sz="3600" dirty="0" err="1"/>
              <a:t>Matlab</a:t>
            </a:r>
            <a:r>
              <a:rPr lang="en-US" sz="3600" dirty="0"/>
              <a:t>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5041153" y="1837765"/>
            <a:ext cx="4649694" cy="4624387"/>
          </a:xfrm>
        </p:spPr>
        <p:txBody>
          <a:bodyPr>
            <a:normAutofit/>
          </a:bodyPr>
          <a:lstStyle/>
          <a:p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w=</a:t>
            </a:r>
            <a:r>
              <a:rPr lang="es-MX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cb</a:t>
            </a:r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s-MX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invB</a:t>
            </a:r>
            <a:endParaRPr lang="es-MX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MX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cbar</a:t>
            </a:r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=w*AN-</a:t>
            </a:r>
            <a:r>
              <a:rPr lang="es-MX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</a:t>
            </a:r>
            <a:endParaRPr lang="es-MX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k= ? posición entrante</a:t>
            </a:r>
          </a:p>
          <a:p>
            <a:r>
              <a:rPr lang="es-MX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Yk</a:t>
            </a:r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MX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invB</a:t>
            </a:r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*AN(:,k)</a:t>
            </a:r>
          </a:p>
          <a:p>
            <a:r>
              <a:rPr lang="es-MX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bbar</a:t>
            </a:r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./</a:t>
            </a:r>
            <a:r>
              <a:rPr lang="es-MX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yk</a:t>
            </a:r>
            <a:endParaRPr lang="es-MX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r=?? Posición saliente</a:t>
            </a:r>
          </a:p>
          <a:p>
            <a:endParaRPr lang="es-MX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Reemplace:</a:t>
            </a:r>
          </a:p>
          <a:p>
            <a:pPr marL="118872" indent="0">
              <a:buNone/>
            </a:pPr>
            <a:r>
              <a:rPr lang="es-MX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basicas</a:t>
            </a:r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[en posición r poner k ]</a:t>
            </a:r>
          </a:p>
          <a:p>
            <a:pPr marL="118872" indent="0">
              <a:buNone/>
            </a:pPr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J= [en posición r poner </a:t>
            </a:r>
            <a:r>
              <a:rPr lang="es-MX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XBr</a:t>
            </a:r>
            <a:r>
              <a:rPr lang="es-MX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3552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Marcador de texto"/>
          <p:cNvSpPr>
            <a:spLocks noGrp="1"/>
          </p:cNvSpPr>
          <p:nvPr>
            <p:ph idx="1"/>
          </p:nvPr>
        </p:nvSpPr>
        <p:spPr>
          <a:xfrm>
            <a:off x="968354" y="1600204"/>
            <a:ext cx="8471481" cy="4525963"/>
          </a:xfr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MX" sz="2400" dirty="0"/>
              <a:t>Realice una iteración del método Simplex iniciando con la siguiente SBF:</a:t>
            </a:r>
          </a:p>
          <a:p>
            <a:pPr marL="449263" indent="-449263">
              <a:buFont typeface="Arial" pitchFamily="34" charset="0"/>
              <a:buChar char="•"/>
            </a:pPr>
            <a:r>
              <a:rPr lang="es-MX" sz="2400" dirty="0"/>
              <a:t>XB={s1,s2,s3}</a:t>
            </a:r>
          </a:p>
          <a:p>
            <a:pPr marL="449263" indent="-449263">
              <a:buFont typeface="Arial" pitchFamily="34" charset="0"/>
              <a:buChar char="•"/>
            </a:pPr>
            <a:r>
              <a:rPr lang="es-MX" sz="2400" dirty="0"/>
              <a:t>XN={x1,x2,x3, x4}</a:t>
            </a: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dirty="0"/>
              <a:t>Ejercicio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23</a:t>
            </a:fld>
            <a:endParaRPr lang="es-ES"/>
          </a:p>
        </p:txBody>
      </p:sp>
      <p:graphicFrame>
        <p:nvGraphicFramePr>
          <p:cNvPr id="70661" name="3 Marcador de contenid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2639025"/>
              </p:ext>
            </p:extLst>
          </p:nvPr>
        </p:nvGraphicFramePr>
        <p:xfrm>
          <a:off x="6483910" y="4111257"/>
          <a:ext cx="2955925" cy="1360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218960" imgH="634680" progId="Equation.3">
                  <p:embed/>
                </p:oleObj>
              </mc:Choice>
              <mc:Fallback>
                <p:oleObj name="Ecuación" r:id="rId3" imgW="1218960" imgH="634680" progId="Equation.3">
                  <p:embed/>
                  <p:pic>
                    <p:nvPicPr>
                      <p:cNvPr id="70661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3910" y="4111257"/>
                        <a:ext cx="2955925" cy="1360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2" name="3 Marcador de contenid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721252"/>
              </p:ext>
            </p:extLst>
          </p:nvPr>
        </p:nvGraphicFramePr>
        <p:xfrm>
          <a:off x="1543050" y="3429000"/>
          <a:ext cx="4552950" cy="245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84120" imgH="1130040" progId="Equation.3">
                  <p:embed/>
                </p:oleObj>
              </mc:Choice>
              <mc:Fallback>
                <p:oleObj name="Equation" r:id="rId5" imgW="2184120" imgH="1130040" progId="Equation.3">
                  <p:embed/>
                  <p:pic>
                    <p:nvPicPr>
                      <p:cNvPr id="70662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050" y="3429000"/>
                        <a:ext cx="4552950" cy="2451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A4060B-F230-AE6B-83EF-9B79970FF910}"/>
                  </a:ext>
                </a:extLst>
              </p:cNvPr>
              <p:cNvSpPr txBox="1"/>
              <p:nvPr/>
            </p:nvSpPr>
            <p:spPr>
              <a:xfrm>
                <a:off x="6096000" y="2175907"/>
                <a:ext cx="2922493" cy="55290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1400" b="1" dirty="0">
                    <a:solidFill>
                      <a:schemeClr val="tx2"/>
                    </a:solidFill>
                  </a:rPr>
                  <a:t>Confirme que la SB es </a:t>
                </a:r>
                <a:r>
                  <a:rPr lang="en-US" sz="1400" b="1" dirty="0" err="1">
                    <a:solidFill>
                      <a:schemeClr val="tx2"/>
                    </a:solidFill>
                  </a:rPr>
                  <a:t>factible</a:t>
                </a:r>
                <a:r>
                  <a:rPr lang="en-US" sz="1400" b="1" dirty="0">
                    <a:solidFill>
                      <a:schemeClr val="tx2"/>
                    </a:solidFill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bar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US" sz="1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s-MX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A4060B-F230-AE6B-83EF-9B79970FF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175907"/>
                <a:ext cx="2922493" cy="552908"/>
              </a:xfrm>
              <a:prstGeom prst="rect">
                <a:avLst/>
              </a:prstGeom>
              <a:blipFill>
                <a:blip r:embed="rId7"/>
                <a:stretch>
                  <a:fillRect l="-626" t="-2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AE5AA9A-1152-04EE-B9F0-6A2D6A644DD6}"/>
              </a:ext>
            </a:extLst>
          </p:cNvPr>
          <p:cNvSpPr txBox="1"/>
          <p:nvPr/>
        </p:nvSpPr>
        <p:spPr>
          <a:xfrm>
            <a:off x="8364631" y="5432393"/>
            <a:ext cx="272471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chemeClr val="tx2"/>
                </a:solidFill>
              </a:rPr>
              <a:t>Practica</a:t>
            </a:r>
            <a:r>
              <a:rPr lang="en-US" sz="1400" b="1" dirty="0">
                <a:solidFill>
                  <a:schemeClr val="tx2"/>
                </a:solidFill>
              </a:rPr>
              <a:t> </a:t>
            </a:r>
            <a:r>
              <a:rPr lang="en-US" sz="1400" b="1" dirty="0" err="1">
                <a:solidFill>
                  <a:schemeClr val="tx2"/>
                </a:solidFill>
              </a:rPr>
              <a:t>en</a:t>
            </a:r>
            <a:r>
              <a:rPr lang="en-US" sz="1400" b="1" dirty="0">
                <a:solidFill>
                  <a:schemeClr val="tx2"/>
                </a:solidFill>
              </a:rPr>
              <a:t> casa, </a:t>
            </a:r>
            <a:r>
              <a:rPr lang="en-US" sz="1400" b="1" dirty="0" err="1">
                <a:solidFill>
                  <a:schemeClr val="tx2"/>
                </a:solidFill>
              </a:rPr>
              <a:t>resolviendo</a:t>
            </a:r>
            <a:r>
              <a:rPr lang="en-US" sz="1400" b="1" dirty="0">
                <a:solidFill>
                  <a:schemeClr val="tx2"/>
                </a:solidFill>
              </a:rPr>
              <a:t> </a:t>
            </a:r>
            <a:r>
              <a:rPr lang="en-US" sz="1400" b="1" dirty="0" err="1">
                <a:solidFill>
                  <a:schemeClr val="tx2"/>
                </a:solidFill>
              </a:rPr>
              <a:t>completamente</a:t>
            </a:r>
            <a:r>
              <a:rPr lang="en-US" sz="1400" b="1" dirty="0">
                <a:solidFill>
                  <a:schemeClr val="tx2"/>
                </a:solidFill>
              </a:rPr>
              <a:t> </a:t>
            </a:r>
            <a:r>
              <a:rPr lang="en-US" sz="1400" b="1" dirty="0" err="1">
                <a:solidFill>
                  <a:schemeClr val="tx2"/>
                </a:solidFill>
              </a:rPr>
              <a:t>este</a:t>
            </a:r>
            <a:r>
              <a:rPr lang="en-US" sz="1400" b="1" dirty="0">
                <a:solidFill>
                  <a:schemeClr val="tx2"/>
                </a:solidFill>
              </a:rPr>
              <a:t> </a:t>
            </a:r>
            <a:r>
              <a:rPr lang="en-US" sz="1400" b="1" dirty="0" err="1">
                <a:solidFill>
                  <a:schemeClr val="tx2"/>
                </a:solidFill>
              </a:rPr>
              <a:t>ejercicio</a:t>
            </a:r>
            <a:r>
              <a:rPr lang="en-US" sz="1400" b="1" dirty="0">
                <a:solidFill>
                  <a:schemeClr val="tx2"/>
                </a:solidFill>
              </a:rPr>
              <a:t> con </a:t>
            </a:r>
            <a:r>
              <a:rPr lang="en-US" sz="1400" b="1" dirty="0" err="1">
                <a:solidFill>
                  <a:schemeClr val="tx2"/>
                </a:solidFill>
              </a:rPr>
              <a:t>el</a:t>
            </a:r>
            <a:r>
              <a:rPr lang="en-US" sz="1400" b="1" dirty="0">
                <a:solidFill>
                  <a:schemeClr val="tx2"/>
                </a:solidFill>
              </a:rPr>
              <a:t> método Simplex.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6183874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dirty="0"/>
              <a:t>Ejercicio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11668125" y="6602413"/>
            <a:ext cx="523875" cy="247650"/>
          </a:xfrm>
        </p:spPr>
        <p:txBody>
          <a:bodyPr/>
          <a:lstStyle/>
          <a:p>
            <a:fld id="{6FFA54E1-8A5A-492B-8D87-772C5A9980B5}" type="slidenum">
              <a:rPr lang="es-ES" smtClean="0"/>
              <a:pPr/>
              <a:t>24</a:t>
            </a:fld>
            <a:endParaRPr lang="es-ES"/>
          </a:p>
        </p:txBody>
      </p:sp>
      <p:graphicFrame>
        <p:nvGraphicFramePr>
          <p:cNvPr id="70662" name="3 Marcador de contenid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231561"/>
              </p:ext>
            </p:extLst>
          </p:nvPr>
        </p:nvGraphicFramePr>
        <p:xfrm>
          <a:off x="1085238" y="2586033"/>
          <a:ext cx="3625850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1739880" imgH="1231560" progId="Equation.3">
                  <p:embed/>
                </p:oleObj>
              </mc:Choice>
              <mc:Fallback>
                <p:oleObj name="Ecuación" r:id="rId2" imgW="1739880" imgH="1231560" progId="Equation.3">
                  <p:embed/>
                  <p:pic>
                    <p:nvPicPr>
                      <p:cNvPr id="70662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238" y="2586033"/>
                        <a:ext cx="3625850" cy="2671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8830578"/>
              </p:ext>
            </p:extLst>
          </p:nvPr>
        </p:nvGraphicFramePr>
        <p:xfrm>
          <a:off x="5811365" y="2508834"/>
          <a:ext cx="3339098" cy="1840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1726920" imgH="914400" progId="Equation.3">
                  <p:embed/>
                </p:oleObj>
              </mc:Choice>
              <mc:Fallback>
                <p:oleObj name="Ecuación" r:id="rId4" imgW="1726920" imgH="914400" progId="Equation.3">
                  <p:embed/>
                  <p:pic>
                    <p:nvPicPr>
                      <p:cNvPr id="819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1365" y="2508834"/>
                        <a:ext cx="3339098" cy="18403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3E69DC-6FEE-6B6F-632B-D6B2E2232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354" y="1600204"/>
            <a:ext cx="10368396" cy="460645"/>
          </a:xfrm>
        </p:spPr>
        <p:txBody>
          <a:bodyPr>
            <a:normAutofit/>
          </a:bodyPr>
          <a:lstStyle/>
          <a:p>
            <a:r>
              <a:rPr lang="en-US" sz="2400" dirty="0" err="1"/>
              <a:t>Resuelva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siguiente</a:t>
            </a:r>
            <a:r>
              <a:rPr lang="en-US" sz="2400" dirty="0"/>
              <a:t> </a:t>
            </a:r>
            <a:r>
              <a:rPr lang="en-US" sz="2400" dirty="0" err="1"/>
              <a:t>ejercicio</a:t>
            </a:r>
            <a:r>
              <a:rPr lang="en-US" sz="2400" dirty="0"/>
              <a:t> de </a:t>
            </a:r>
            <a:r>
              <a:rPr lang="en-US" sz="2400" dirty="0" err="1"/>
              <a:t>minimización</a:t>
            </a:r>
            <a:endParaRPr lang="en-US" sz="2400" dirty="0"/>
          </a:p>
          <a:p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ACECA9-0B2F-881D-EB32-1AE6AF6465AB}"/>
                  </a:ext>
                </a:extLst>
              </p:cNvPr>
              <p:cNvSpPr txBox="1"/>
              <p:nvPr/>
            </p:nvSpPr>
            <p:spPr>
              <a:xfrm>
                <a:off x="6152552" y="4658176"/>
                <a:ext cx="2922493" cy="119923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1400" b="1" dirty="0">
                    <a:solidFill>
                      <a:schemeClr val="tx2"/>
                    </a:solidFill>
                  </a:rPr>
                  <a:t>Un </a:t>
                </a:r>
                <a:r>
                  <a:rPr lang="en-US" sz="1400" b="1" dirty="0" err="1">
                    <a:solidFill>
                      <a:schemeClr val="tx2"/>
                    </a:solidFill>
                  </a:rPr>
                  <a:t>problema</a:t>
                </a:r>
                <a:r>
                  <a:rPr lang="en-US" sz="1400" b="1" dirty="0">
                    <a:solidFill>
                      <a:schemeClr val="tx2"/>
                    </a:solidFill>
                  </a:rPr>
                  <a:t> de </a:t>
                </a:r>
                <a:r>
                  <a:rPr lang="en-US" sz="1400" b="1" dirty="0" err="1">
                    <a:solidFill>
                      <a:schemeClr val="tx2"/>
                    </a:solidFill>
                  </a:rPr>
                  <a:t>minimización</a:t>
                </a:r>
                <a:r>
                  <a:rPr lang="en-US" sz="1400" b="1" dirty="0">
                    <a:solidFill>
                      <a:schemeClr val="tx2"/>
                    </a:solidFill>
                  </a:rPr>
                  <a:t> se </a:t>
                </a:r>
                <a:r>
                  <a:rPr lang="en-US" sz="1400" b="1" dirty="0" err="1">
                    <a:solidFill>
                      <a:schemeClr val="tx2"/>
                    </a:solidFill>
                  </a:rPr>
                  <a:t>convierte</a:t>
                </a:r>
                <a:r>
                  <a:rPr lang="en-US" sz="1400" b="1" dirty="0">
                    <a:solidFill>
                      <a:schemeClr val="tx2"/>
                    </a:solidFill>
                  </a:rPr>
                  <a:t> </a:t>
                </a:r>
                <a:r>
                  <a:rPr lang="en-US" sz="1400" b="1" dirty="0" err="1">
                    <a:solidFill>
                      <a:schemeClr val="tx2"/>
                    </a:solidFill>
                  </a:rPr>
                  <a:t>en</a:t>
                </a:r>
                <a:r>
                  <a:rPr lang="en-US" sz="1400" b="1" dirty="0">
                    <a:solidFill>
                      <a:schemeClr val="tx2"/>
                    </a:solidFill>
                  </a:rPr>
                  <a:t> </a:t>
                </a:r>
                <a:r>
                  <a:rPr lang="en-US" sz="1400" b="1" dirty="0" err="1">
                    <a:solidFill>
                      <a:schemeClr val="tx2"/>
                    </a:solidFill>
                  </a:rPr>
                  <a:t>maximización</a:t>
                </a:r>
                <a:r>
                  <a:rPr lang="en-US" sz="1400" b="1" dirty="0">
                    <a:solidFill>
                      <a:schemeClr val="tx2"/>
                    </a:solidFill>
                  </a:rPr>
                  <a:t> </a:t>
                </a:r>
                <a:r>
                  <a:rPr lang="en-US" sz="1400" b="1" dirty="0" err="1">
                    <a:solidFill>
                      <a:schemeClr val="tx2"/>
                    </a:solidFill>
                  </a:rPr>
                  <a:t>multiplicando</a:t>
                </a:r>
                <a:r>
                  <a:rPr lang="en-US" sz="1400" b="1" dirty="0">
                    <a:solidFill>
                      <a:schemeClr val="tx2"/>
                    </a:solidFill>
                  </a:rPr>
                  <a:t> </a:t>
                </a:r>
                <a:r>
                  <a:rPr lang="en-US" sz="1400" b="1" dirty="0" err="1">
                    <a:solidFill>
                      <a:schemeClr val="tx2"/>
                    </a:solidFill>
                  </a:rPr>
                  <a:t>por</a:t>
                </a:r>
                <a:r>
                  <a:rPr lang="en-US" sz="1400" b="1" dirty="0">
                    <a:solidFill>
                      <a:schemeClr val="tx2"/>
                    </a:solidFill>
                  </a:rPr>
                  <a:t> (-1) la </a:t>
                </a:r>
                <a:r>
                  <a:rPr lang="en-US" sz="1400" b="1" dirty="0" err="1">
                    <a:solidFill>
                      <a:schemeClr val="tx2"/>
                    </a:solidFill>
                  </a:rPr>
                  <a:t>función</a:t>
                </a:r>
                <a:r>
                  <a:rPr lang="en-US" sz="1400" b="1" dirty="0">
                    <a:solidFill>
                      <a:schemeClr val="tx2"/>
                    </a:solidFill>
                  </a:rPr>
                  <a:t> </a:t>
                </a:r>
                <a:r>
                  <a:rPr lang="en-US" sz="1400" b="1" dirty="0" err="1">
                    <a:solidFill>
                      <a:schemeClr val="tx2"/>
                    </a:solidFill>
                  </a:rPr>
                  <a:t>objetivo</a:t>
                </a:r>
                <a:endParaRPr lang="en-US" sz="1400" b="1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MX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MX" sz="140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s-MX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s-MX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s-MX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MX" sz="14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r>
                                <a:rPr lang="es-MX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14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ACECA9-0B2F-881D-EB32-1AE6AF646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552" y="4658176"/>
                <a:ext cx="2922493" cy="1199239"/>
              </a:xfrm>
              <a:prstGeom prst="rect">
                <a:avLst/>
              </a:prstGeom>
              <a:blipFill>
                <a:blip r:embed="rId6"/>
                <a:stretch>
                  <a:fillRect l="-625" t="-1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8"/>
          <p:cNvSpPr>
            <a:spLocks noGrp="1" noChangeArrowheads="1"/>
          </p:cNvSpPr>
          <p:nvPr>
            <p:ph idx="1"/>
          </p:nvPr>
        </p:nvSpPr>
        <p:spPr>
          <a:xfrm>
            <a:off x="968354" y="1600205"/>
            <a:ext cx="10368396" cy="1325564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s-MX" sz="2400" dirty="0"/>
              <a:t>Método 1: Multiplicar Z por (-1) y maximizar</a:t>
            </a:r>
          </a:p>
          <a:p>
            <a:pPr>
              <a:spcBef>
                <a:spcPts val="1800"/>
              </a:spcBef>
            </a:pPr>
            <a:r>
              <a:rPr lang="es-MX" sz="2400" dirty="0"/>
              <a:t>Método 2 – Modificar el algoritmo simplex para resolver problemas de minimización directamente.  </a:t>
            </a: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Método Simplex – Minimización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E30968-AED9-06FE-F94B-0E958EFBBE8B}"/>
                  </a:ext>
                </a:extLst>
              </p:cNvPr>
              <p:cNvSpPr txBox="1"/>
              <p:nvPr/>
            </p:nvSpPr>
            <p:spPr>
              <a:xfrm>
                <a:off x="1566583" y="3092153"/>
                <a:ext cx="6465793" cy="13585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18872"/>
                <a:r>
                  <a:rPr lang="en-US" sz="1800" dirty="0">
                    <a:solidFill>
                      <a:schemeClr val="bg1"/>
                    </a:solidFill>
                  </a:rPr>
                  <a:t>…</a:t>
                </a:r>
              </a:p>
              <a:p>
                <a:pPr marL="461772" indent="-342900">
                  <a:buAutoNum type="arabicPeriod" startAt="2"/>
                </a:pPr>
                <a:r>
                  <a:rPr lang="en-US" sz="1800" dirty="0">
                    <a:solidFill>
                      <a:schemeClr val="bg1"/>
                    </a:solidFill>
                  </a:rPr>
                  <a:t>Sea</a:t>
                </a:r>
                <a14:m>
                  <m:oMath xmlns:m="http://schemas.openxmlformats.org/officeDocument/2006/math">
                    <m:r>
                      <a:rPr lang="es-MX" sz="18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la variable </a:t>
                </a:r>
                <a:r>
                  <a:rPr lang="en-US" sz="1800" dirty="0" err="1">
                    <a:solidFill>
                      <a:schemeClr val="bg1"/>
                    </a:solidFill>
                  </a:rPr>
                  <a:t>entrante</a:t>
                </a:r>
                <a:r>
                  <a:rPr lang="en-US" sz="1800" dirty="0">
                    <a:solidFill>
                      <a:schemeClr val="bg1"/>
                    </a:solidFill>
                  </a:rPr>
                  <a:t>, </a:t>
                </a:r>
                <a:r>
                  <a:rPr lang="en-US" sz="1800" dirty="0" err="1">
                    <a:solidFill>
                      <a:schemeClr val="bg1"/>
                    </a:solidFill>
                  </a:rPr>
                  <a:t>donde</a:t>
                </a:r>
                <a:r>
                  <a:rPr lang="en-US" sz="1800" dirty="0">
                    <a:solidFill>
                      <a:schemeClr val="bg1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s-MX" sz="18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s-MX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s-MX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MX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limLow>
                          <m:limLowPr>
                            <m:ctrlPr>
                              <a:rPr lang="es-MX" sz="1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s-MX" sz="18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es-MX" sz="18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ax</m:t>
                            </m:r>
                          </m:e>
                          <m:lim>
                            <m:r>
                              <a:rPr lang="es-MX" sz="1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s-MX" sz="1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s-MX" sz="1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s-MX" sz="1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MX" sz="1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MX" sz="1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s-MX" sz="1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s-MX" sz="1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MX" sz="1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MX" sz="1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s-MX" sz="1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s-MX" sz="1800" dirty="0">
                  <a:solidFill>
                    <a:schemeClr val="bg1"/>
                  </a:solidFill>
                </a:endParaRPr>
              </a:p>
              <a:p>
                <a:pPr marL="461772" indent="-342900">
                  <a:buAutoNum type="arabicPeriod" startAt="2"/>
                </a:pPr>
                <a:r>
                  <a:rPr lang="en-US" sz="1800" dirty="0">
                    <a:solidFill>
                      <a:schemeClr val="bg1"/>
                    </a:solidFill>
                  </a:rPr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MX" sz="1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s-MX" sz="1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acc>
                        <m:r>
                          <a:rPr lang="es-MX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MX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s-MX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s-MX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s-MX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s-MX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s-MX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s-MX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.  Pare. La SBF actual es </a:t>
                </a:r>
                <a:r>
                  <a:rPr lang="en-US" sz="1800" dirty="0" err="1">
                    <a:solidFill>
                      <a:schemeClr val="bg1"/>
                    </a:solidFill>
                  </a:rPr>
                  <a:t>óptima</a:t>
                </a:r>
                <a:r>
                  <a:rPr lang="en-US" sz="1800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118872"/>
                <a:r>
                  <a:rPr lang="en-US" dirty="0">
                    <a:solidFill>
                      <a:schemeClr val="bg1"/>
                    </a:solidFill>
                  </a:rPr>
                  <a:t>…</a:t>
                </a:r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E30968-AED9-06FE-F94B-0E958EFBB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583" y="3092153"/>
                <a:ext cx="6465793" cy="1358513"/>
              </a:xfrm>
              <a:prstGeom prst="rect">
                <a:avLst/>
              </a:prstGeom>
              <a:blipFill>
                <a:blip r:embed="rId2"/>
                <a:stretch>
                  <a:fillRect t="-1794" b="-6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262703E7-509A-4C60-C2D4-625E92B91BA0}"/>
              </a:ext>
            </a:extLst>
          </p:cNvPr>
          <p:cNvSpPr txBox="1">
            <a:spLocks/>
          </p:cNvSpPr>
          <p:nvPr/>
        </p:nvSpPr>
        <p:spPr>
          <a:xfrm>
            <a:off x="11668125" y="6602413"/>
            <a:ext cx="523875" cy="2476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A54E1-8A5A-492B-8D87-772C5A9980B5}" type="slidenum">
              <a:rPr lang="es-ES" smtClean="0"/>
              <a:pPr/>
              <a:t>25</a:t>
            </a:fld>
            <a:endParaRPr lang="es-E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s-MX" sz="2400" b="1" dirty="0"/>
              <a:t>Paso 1</a:t>
            </a:r>
            <a:r>
              <a:rPr lang="es-MX" sz="2400" dirty="0"/>
              <a:t>  Convertir el LP al formato estándar</a:t>
            </a:r>
          </a:p>
          <a:p>
            <a:r>
              <a:rPr lang="es-MX" sz="2400" b="1" dirty="0"/>
              <a:t>Paso 2</a:t>
            </a:r>
            <a:r>
              <a:rPr lang="es-MX" sz="2400" dirty="0"/>
              <a:t>  Obtener una SBF (si es posible) a partir del formato estándar</a:t>
            </a:r>
          </a:p>
          <a:p>
            <a:r>
              <a:rPr lang="es-MX" sz="2400" b="1" dirty="0"/>
              <a:t>Paso 3</a:t>
            </a:r>
            <a:r>
              <a:rPr lang="es-MX" sz="2400" dirty="0"/>
              <a:t>  Determinar si la SBF actual es óptima</a:t>
            </a:r>
          </a:p>
          <a:p>
            <a:r>
              <a:rPr lang="es-MX" sz="2400" b="1" dirty="0"/>
              <a:t>Paso 4 </a:t>
            </a:r>
            <a:r>
              <a:rPr lang="es-MX" sz="2400" dirty="0"/>
              <a:t> Si la SBF actual no es óptima, determinar que variable no-básica debe convertirse en una variable básica y la variable básica que debe convertirse en una variable no básica para encontrar una SBF con un mejor valor de la función objetivo.</a:t>
            </a:r>
          </a:p>
          <a:p>
            <a:r>
              <a:rPr lang="es-MX" sz="2400" b="1" dirty="0"/>
              <a:t>Paso 5</a:t>
            </a:r>
            <a:r>
              <a:rPr lang="es-MX" sz="2400" dirty="0"/>
              <a:t>   Actualizar la base (Utilizar Operaciones Elementales de Renglón) para encontrar una nueva SBF con un mejor valor de la función objetivo. Volver al paso 3.</a:t>
            </a: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El Algoritmo Simplex (resumen)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B2F39B3B-B02D-BF77-1935-66C2F6621302}"/>
              </a:ext>
            </a:extLst>
          </p:cNvPr>
          <p:cNvSpPr txBox="1">
            <a:spLocks/>
          </p:cNvSpPr>
          <p:nvPr/>
        </p:nvSpPr>
        <p:spPr>
          <a:xfrm>
            <a:off x="11668125" y="6602413"/>
            <a:ext cx="523875" cy="24765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 rtl="0">
              <a:defRPr lang="es-mx"/>
            </a:defPPr>
            <a:lvl1pPr marL="0" algn="l" defTabSz="914400" rtl="0" eaLnBrk="1" latinLnBrk="0" hangingPunct="1">
              <a:defRPr sz="1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FA54E1-8A5A-492B-8D87-772C5A9980B5}" type="slidenum">
              <a:rPr lang="es-ES" smtClean="0"/>
              <a:pPr/>
              <a:t>26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29_TF78853419_Win32.potx" id="{697C08D2-4C4A-4521-8070-5B07DA2F2744}" vid="{B4D4694D-4865-44CB-AD44-43D5DBA7E4D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4F21D10-BD83-491A-AAA6-945C2DB1EB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9EC1AB0-9704-404D-B6D3-819D938AC55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D20B6E4-879E-4E6C-BDE7-261540CD376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{C3E9E1D6-00E4-460C-9279-E60217618BD0}tf78853419_win32</Template>
  <TotalTime>2135</TotalTime>
  <Words>2260</Words>
  <Application>Microsoft Office PowerPoint</Application>
  <PresentationFormat>Widescreen</PresentationFormat>
  <Paragraphs>376</Paragraphs>
  <Slides>26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42" baseType="lpstr">
      <vt:lpstr>Abadi</vt:lpstr>
      <vt:lpstr>Agency FB</vt:lpstr>
      <vt:lpstr>Aptos</vt:lpstr>
      <vt:lpstr>Aptos Black</vt:lpstr>
      <vt:lpstr>Aptos Display</vt:lpstr>
      <vt:lpstr>Arial</vt:lpstr>
      <vt:lpstr>Calibri</vt:lpstr>
      <vt:lpstr>Cambria Math</vt:lpstr>
      <vt:lpstr>Courier New</vt:lpstr>
      <vt:lpstr>Symbol</vt:lpstr>
      <vt:lpstr>Times New Roman</vt:lpstr>
      <vt:lpstr>Wingdings</vt:lpstr>
      <vt:lpstr>Tema1</vt:lpstr>
      <vt:lpstr>Equation</vt:lpstr>
      <vt:lpstr>Graph System</vt:lpstr>
      <vt:lpstr>Ecuación</vt:lpstr>
      <vt:lpstr>Método Simplex Para la solución de problemas lineales</vt:lpstr>
      <vt:lpstr>Métodos de Solución - Contenido</vt:lpstr>
      <vt:lpstr>Un sistema Ax=b de ecuaciones lineales</vt:lpstr>
      <vt:lpstr>Solución Básica</vt:lpstr>
      <vt:lpstr>Solución Básica Factible</vt:lpstr>
      <vt:lpstr>Soluciones factibles adyacentes</vt:lpstr>
      <vt:lpstr>Ejemplo: Valley Wine</vt:lpstr>
      <vt:lpstr>…Ejemplo: Valley Wine</vt:lpstr>
      <vt:lpstr>…Ejemplo: Soluciones Básicas Factibles</vt:lpstr>
      <vt:lpstr>Factibilidad de un PPL</vt:lpstr>
      <vt:lpstr>Región Factible</vt:lpstr>
      <vt:lpstr>Solución Óptima Global</vt:lpstr>
      <vt:lpstr>Soluciones factibles adyacentes</vt:lpstr>
      <vt:lpstr>Grafica el siguiente PPL</vt:lpstr>
      <vt:lpstr>Identifica todas las SBFs</vt:lpstr>
      <vt:lpstr>El Método Simplex</vt:lpstr>
      <vt:lpstr>El Método Simplex …</vt:lpstr>
      <vt:lpstr>Un PPL en forma matricial</vt:lpstr>
      <vt:lpstr>Ejercicio</vt:lpstr>
      <vt:lpstr>Un tablero Simplex</vt:lpstr>
      <vt:lpstr>Una iteración de Simplex (Problemas de maximización)</vt:lpstr>
      <vt:lpstr>Operaciones básicas de una iteración (Matlab)</vt:lpstr>
      <vt:lpstr>Ejercicio</vt:lpstr>
      <vt:lpstr>Ejercicio</vt:lpstr>
      <vt:lpstr>Método Simplex – Minimización</vt:lpstr>
      <vt:lpstr>El Algoritmo Simplex (resumen)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a Linear programming problem</dc:title>
  <dc:creator>Jenny Díaz Ramírez</dc:creator>
  <cp:lastModifiedBy>Jenny Díaz Ramírez</cp:lastModifiedBy>
  <cp:revision>4</cp:revision>
  <dcterms:created xsi:type="dcterms:W3CDTF">2023-10-30T18:22:20Z</dcterms:created>
  <dcterms:modified xsi:type="dcterms:W3CDTF">2025-03-04T21:21:42Z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