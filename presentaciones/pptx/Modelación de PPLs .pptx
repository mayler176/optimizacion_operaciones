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0"/>
  </p:notesMasterIdLst>
  <p:handoutMasterIdLst>
    <p:handoutMasterId r:id="rId21"/>
  </p:handoutMasterIdLst>
  <p:sldIdLst>
    <p:sldId id="350" r:id="rId5"/>
    <p:sldId id="329" r:id="rId6"/>
    <p:sldId id="332" r:id="rId7"/>
    <p:sldId id="462" r:id="rId8"/>
    <p:sldId id="373" r:id="rId9"/>
    <p:sldId id="333" r:id="rId10"/>
    <p:sldId id="374" r:id="rId11"/>
    <p:sldId id="376" r:id="rId12"/>
    <p:sldId id="379" r:id="rId13"/>
    <p:sldId id="390" r:id="rId14"/>
    <p:sldId id="396" r:id="rId15"/>
    <p:sldId id="299" r:id="rId16"/>
    <p:sldId id="399" r:id="rId17"/>
    <p:sldId id="377" r:id="rId18"/>
    <p:sldId id="375" r:id="rId19"/>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C3B9C6-F566-46DB-9CE1-71E6E077D73D}" v="11" dt="2025-02-18T17:13:51.3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26" autoAdjust="0"/>
  </p:normalViewPr>
  <p:slideViewPr>
    <p:cSldViewPr snapToGrid="0">
      <p:cViewPr varScale="1">
        <p:scale>
          <a:sx n="67" d="100"/>
          <a:sy n="67" d="100"/>
        </p:scale>
        <p:origin x="516" y="60"/>
      </p:cViewPr>
      <p:guideLst/>
    </p:cSldViewPr>
  </p:slideViewPr>
  <p:notesTextViewPr>
    <p:cViewPr>
      <p:scale>
        <a:sx n="3" d="2"/>
        <a:sy n="3" d="2"/>
      </p:scale>
      <p:origin x="0" y="0"/>
    </p:cViewPr>
  </p:notesTextViewPr>
  <p:sorterViewPr>
    <p:cViewPr>
      <p:scale>
        <a:sx n="83" d="100"/>
        <a:sy n="83" d="100"/>
      </p:scale>
      <p:origin x="0" y="0"/>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y Díaz Ramírez" userId="df7d83af-54c1-43f9-a4ec-fea9744b3563" providerId="ADAL" clId="{C3C3B9C6-F566-46DB-9CE1-71E6E077D73D}"/>
    <pc:docChg chg="undo custSel addSld delSld modSld sldOrd modMainMaster">
      <pc:chgData name="Jenny Díaz Ramírez" userId="df7d83af-54c1-43f9-a4ec-fea9744b3563" providerId="ADAL" clId="{C3C3B9C6-F566-46DB-9CE1-71E6E077D73D}" dt="2025-02-18T17:23:09.307" v="274" actId="1076"/>
      <pc:docMkLst>
        <pc:docMk/>
      </pc:docMkLst>
      <pc:sldChg chg="del">
        <pc:chgData name="Jenny Díaz Ramírez" userId="df7d83af-54c1-43f9-a4ec-fea9744b3563" providerId="ADAL" clId="{C3C3B9C6-F566-46DB-9CE1-71E6E077D73D}" dt="2025-02-18T16:52:40.469" v="5" actId="47"/>
        <pc:sldMkLst>
          <pc:docMk/>
          <pc:sldMk cId="0" sldId="282"/>
        </pc:sldMkLst>
      </pc:sldChg>
      <pc:sldChg chg="addSp delSp modSp add mod ord">
        <pc:chgData name="Jenny Díaz Ramírez" userId="df7d83af-54c1-43f9-a4ec-fea9744b3563" providerId="ADAL" clId="{C3C3B9C6-F566-46DB-9CE1-71E6E077D73D}" dt="2025-02-18T17:21:39.794" v="255" actId="478"/>
        <pc:sldMkLst>
          <pc:docMk/>
          <pc:sldMk cId="1743222619" sldId="299"/>
        </pc:sldMkLst>
        <pc:spChg chg="mod">
          <ac:chgData name="Jenny Díaz Ramírez" userId="df7d83af-54c1-43f9-a4ec-fea9744b3563" providerId="ADAL" clId="{C3C3B9C6-F566-46DB-9CE1-71E6E077D73D}" dt="2025-02-18T16:57:18.569" v="27" actId="207"/>
          <ac:spMkLst>
            <pc:docMk/>
            <pc:sldMk cId="1743222619" sldId="299"/>
            <ac:spMk id="3" creationId="{EA9F3AA9-9746-D336-6D52-2F3B9E1C29A3}"/>
          </ac:spMkLst>
        </pc:spChg>
        <pc:spChg chg="add mod">
          <ac:chgData name="Jenny Díaz Ramírez" userId="df7d83af-54c1-43f9-a4ec-fea9744b3563" providerId="ADAL" clId="{C3C3B9C6-F566-46DB-9CE1-71E6E077D73D}" dt="2025-02-18T17:09:37.882" v="169"/>
          <ac:spMkLst>
            <pc:docMk/>
            <pc:sldMk cId="1743222619" sldId="299"/>
            <ac:spMk id="4" creationId="{20AC8173-BFCB-98A1-41A5-184A3AFC6366}"/>
          </ac:spMkLst>
        </pc:spChg>
        <pc:spChg chg="mod">
          <ac:chgData name="Jenny Díaz Ramírez" userId="df7d83af-54c1-43f9-a4ec-fea9744b3563" providerId="ADAL" clId="{C3C3B9C6-F566-46DB-9CE1-71E6E077D73D}" dt="2025-02-18T16:57:06.918" v="26" actId="207"/>
          <ac:spMkLst>
            <pc:docMk/>
            <pc:sldMk cId="1743222619" sldId="299"/>
            <ac:spMk id="5" creationId="{00000000-0000-0000-0000-000000000000}"/>
          </ac:spMkLst>
        </pc:spChg>
        <pc:spChg chg="del mod">
          <ac:chgData name="Jenny Díaz Ramírez" userId="df7d83af-54c1-43f9-a4ec-fea9744b3563" providerId="ADAL" clId="{C3C3B9C6-F566-46DB-9CE1-71E6E077D73D}" dt="2025-02-18T17:09:37.484" v="168" actId="478"/>
          <ac:spMkLst>
            <pc:docMk/>
            <pc:sldMk cId="1743222619" sldId="299"/>
            <ac:spMk id="6" creationId="{00000000-0000-0000-0000-000000000000}"/>
          </ac:spMkLst>
        </pc:spChg>
        <pc:spChg chg="del">
          <ac:chgData name="Jenny Díaz Ramírez" userId="df7d83af-54c1-43f9-a4ec-fea9744b3563" providerId="ADAL" clId="{C3C3B9C6-F566-46DB-9CE1-71E6E077D73D}" dt="2025-02-18T17:21:39.794" v="255" actId="478"/>
          <ac:spMkLst>
            <pc:docMk/>
            <pc:sldMk cId="1743222619" sldId="299"/>
            <ac:spMk id="7" creationId="{525B88B2-D5C3-F825-B4B4-016E97A934D6}"/>
          </ac:spMkLst>
        </pc:spChg>
      </pc:sldChg>
      <pc:sldChg chg="add del ord">
        <pc:chgData name="Jenny Díaz Ramírez" userId="df7d83af-54c1-43f9-a4ec-fea9744b3563" providerId="ADAL" clId="{C3C3B9C6-F566-46DB-9CE1-71E6E077D73D}" dt="2025-02-18T17:22:12.986" v="263" actId="47"/>
        <pc:sldMkLst>
          <pc:docMk/>
          <pc:sldMk cId="634287524" sldId="300"/>
        </pc:sldMkLst>
      </pc:sldChg>
      <pc:sldChg chg="delSp add mod ord">
        <pc:chgData name="Jenny Díaz Ramírez" userId="df7d83af-54c1-43f9-a4ec-fea9744b3563" providerId="ADAL" clId="{C3C3B9C6-F566-46DB-9CE1-71E6E077D73D}" dt="2025-02-18T17:22:06.612" v="262" actId="478"/>
        <pc:sldMkLst>
          <pc:docMk/>
          <pc:sldMk cId="1335520051" sldId="329"/>
        </pc:sldMkLst>
        <pc:spChg chg="del">
          <ac:chgData name="Jenny Díaz Ramírez" userId="df7d83af-54c1-43f9-a4ec-fea9744b3563" providerId="ADAL" clId="{C3C3B9C6-F566-46DB-9CE1-71E6E077D73D}" dt="2025-02-18T17:22:06.612" v="262" actId="478"/>
          <ac:spMkLst>
            <pc:docMk/>
            <pc:sldMk cId="1335520051" sldId="329"/>
            <ac:spMk id="5" creationId="{2741C8CC-4469-5CD2-FC6D-ECA6BF9399B9}"/>
          </ac:spMkLst>
        </pc:spChg>
      </pc:sldChg>
      <pc:sldChg chg="addSp delSp modSp add mod ord">
        <pc:chgData name="Jenny Díaz Ramírez" userId="df7d83af-54c1-43f9-a4ec-fea9744b3563" providerId="ADAL" clId="{C3C3B9C6-F566-46DB-9CE1-71E6E077D73D}" dt="2025-02-18T17:14:40.772" v="249" actId="1076"/>
        <pc:sldMkLst>
          <pc:docMk/>
          <pc:sldMk cId="112607220" sldId="332"/>
        </pc:sldMkLst>
        <pc:spChg chg="del">
          <ac:chgData name="Jenny Díaz Ramírez" userId="df7d83af-54c1-43f9-a4ec-fea9744b3563" providerId="ADAL" clId="{C3C3B9C6-F566-46DB-9CE1-71E6E077D73D}" dt="2025-02-18T17:13:10.682" v="232" actId="478"/>
          <ac:spMkLst>
            <pc:docMk/>
            <pc:sldMk cId="112607220" sldId="332"/>
            <ac:spMk id="2" creationId="{8132B621-5D9C-356B-891F-50CE0FE04649}"/>
          </ac:spMkLst>
        </pc:spChg>
        <pc:spChg chg="mod">
          <ac:chgData name="Jenny Díaz Ramírez" userId="df7d83af-54c1-43f9-a4ec-fea9744b3563" providerId="ADAL" clId="{C3C3B9C6-F566-46DB-9CE1-71E6E077D73D}" dt="2025-02-18T17:14:40.772" v="249" actId="1076"/>
          <ac:spMkLst>
            <pc:docMk/>
            <pc:sldMk cId="112607220" sldId="332"/>
            <ac:spMk id="3" creationId="{00000000-0000-0000-0000-000000000000}"/>
          </ac:spMkLst>
        </pc:spChg>
        <pc:spChg chg="add del mod">
          <ac:chgData name="Jenny Díaz Ramírez" userId="df7d83af-54c1-43f9-a4ec-fea9744b3563" providerId="ADAL" clId="{C3C3B9C6-F566-46DB-9CE1-71E6E077D73D}" dt="2025-02-18T17:13:06.103" v="231" actId="478"/>
          <ac:spMkLst>
            <pc:docMk/>
            <pc:sldMk cId="112607220" sldId="332"/>
            <ac:spMk id="4" creationId="{50C0DB28-ABE6-22BB-53D2-3EA80DBB2045}"/>
          </ac:spMkLst>
        </pc:spChg>
        <pc:spChg chg="del mod">
          <ac:chgData name="Jenny Díaz Ramírez" userId="df7d83af-54c1-43f9-a4ec-fea9744b3563" providerId="ADAL" clId="{C3C3B9C6-F566-46DB-9CE1-71E6E077D73D}" dt="2025-02-18T17:13:29.495" v="236" actId="478"/>
          <ac:spMkLst>
            <pc:docMk/>
            <pc:sldMk cId="112607220" sldId="332"/>
            <ac:spMk id="8" creationId="{00000000-0000-0000-0000-000000000000}"/>
          </ac:spMkLst>
        </pc:spChg>
        <pc:spChg chg="del mod">
          <ac:chgData name="Jenny Díaz Ramírez" userId="df7d83af-54c1-43f9-a4ec-fea9744b3563" providerId="ADAL" clId="{C3C3B9C6-F566-46DB-9CE1-71E6E077D73D}" dt="2025-02-18T17:13:29.495" v="236" actId="478"/>
          <ac:spMkLst>
            <pc:docMk/>
            <pc:sldMk cId="112607220" sldId="332"/>
            <ac:spMk id="9" creationId="{00000000-0000-0000-0000-000000000000}"/>
          </ac:spMkLst>
        </pc:spChg>
        <pc:spChg chg="mod">
          <ac:chgData name="Jenny Díaz Ramírez" userId="df7d83af-54c1-43f9-a4ec-fea9744b3563" providerId="ADAL" clId="{C3C3B9C6-F566-46DB-9CE1-71E6E077D73D}" dt="2025-02-18T17:14:36.904" v="248" actId="1076"/>
          <ac:spMkLst>
            <pc:docMk/>
            <pc:sldMk cId="112607220" sldId="332"/>
            <ac:spMk id="11" creationId="{00000000-0000-0000-0000-000000000000}"/>
          </ac:spMkLst>
        </pc:spChg>
        <pc:grpChg chg="mod">
          <ac:chgData name="Jenny Díaz Ramírez" userId="df7d83af-54c1-43f9-a4ec-fea9744b3563" providerId="ADAL" clId="{C3C3B9C6-F566-46DB-9CE1-71E6E077D73D}" dt="2025-02-18T17:14:32.139" v="247" actId="1076"/>
          <ac:grpSpMkLst>
            <pc:docMk/>
            <pc:sldMk cId="112607220" sldId="332"/>
            <ac:grpSpMk id="10" creationId="{00000000-0000-0000-0000-000000000000}"/>
          </ac:grpSpMkLst>
        </pc:grpChg>
        <pc:graphicFrameChg chg="mod">
          <ac:chgData name="Jenny Díaz Ramírez" userId="df7d83af-54c1-43f9-a4ec-fea9744b3563" providerId="ADAL" clId="{C3C3B9C6-F566-46DB-9CE1-71E6E077D73D}" dt="2025-02-18T17:12:59.030" v="227"/>
          <ac:graphicFrameMkLst>
            <pc:docMk/>
            <pc:sldMk cId="112607220" sldId="332"/>
            <ac:graphicFrameMk id="5" creationId="{00000000-0000-0000-0000-000000000000}"/>
          </ac:graphicFrameMkLst>
        </pc:graphicFrameChg>
        <pc:graphicFrameChg chg="mod">
          <ac:chgData name="Jenny Díaz Ramírez" userId="df7d83af-54c1-43f9-a4ec-fea9744b3563" providerId="ADAL" clId="{C3C3B9C6-F566-46DB-9CE1-71E6E077D73D}" dt="2025-02-18T17:14:07.856" v="241" actId="1076"/>
          <ac:graphicFrameMkLst>
            <pc:docMk/>
            <pc:sldMk cId="112607220" sldId="332"/>
            <ac:graphicFrameMk id="6" creationId="{00000000-0000-0000-0000-000000000000}"/>
          </ac:graphicFrameMkLst>
        </pc:graphicFrameChg>
      </pc:sldChg>
      <pc:sldChg chg="delSp modSp add mod ord">
        <pc:chgData name="Jenny Díaz Ramírez" userId="df7d83af-54c1-43f9-a4ec-fea9744b3563" providerId="ADAL" clId="{C3C3B9C6-F566-46DB-9CE1-71E6E077D73D}" dt="2025-02-18T17:21:58.926" v="260" actId="478"/>
        <pc:sldMkLst>
          <pc:docMk/>
          <pc:sldMk cId="1213545033" sldId="333"/>
        </pc:sldMkLst>
        <pc:spChg chg="del">
          <ac:chgData name="Jenny Díaz Ramírez" userId="df7d83af-54c1-43f9-a4ec-fea9744b3563" providerId="ADAL" clId="{C3C3B9C6-F566-46DB-9CE1-71E6E077D73D}" dt="2025-02-18T17:21:58.926" v="260" actId="478"/>
          <ac:spMkLst>
            <pc:docMk/>
            <pc:sldMk cId="1213545033" sldId="333"/>
            <ac:spMk id="3" creationId="{80DBB8F8-F97F-839E-6837-E44C645D7994}"/>
          </ac:spMkLst>
        </pc:spChg>
        <pc:spChg chg="mod">
          <ac:chgData name="Jenny Díaz Ramírez" userId="df7d83af-54c1-43f9-a4ec-fea9744b3563" providerId="ADAL" clId="{C3C3B9C6-F566-46DB-9CE1-71E6E077D73D}" dt="2025-02-18T17:10:25.347" v="182" actId="207"/>
          <ac:spMkLst>
            <pc:docMk/>
            <pc:sldMk cId="1213545033" sldId="333"/>
            <ac:spMk id="6" creationId="{00000000-0000-0000-0000-000000000000}"/>
          </ac:spMkLst>
        </pc:spChg>
      </pc:sldChg>
      <pc:sldChg chg="modSp mod">
        <pc:chgData name="Jenny Díaz Ramírez" userId="df7d83af-54c1-43f9-a4ec-fea9744b3563" providerId="ADAL" clId="{C3C3B9C6-F566-46DB-9CE1-71E6E077D73D}" dt="2025-02-18T16:52:36.229" v="2" actId="6549"/>
        <pc:sldMkLst>
          <pc:docMk/>
          <pc:sldMk cId="2960950710" sldId="350"/>
        </pc:sldMkLst>
        <pc:spChg chg="mod">
          <ac:chgData name="Jenny Díaz Ramírez" userId="df7d83af-54c1-43f9-a4ec-fea9744b3563" providerId="ADAL" clId="{C3C3B9C6-F566-46DB-9CE1-71E6E077D73D}" dt="2025-02-18T16:52:36.229" v="2" actId="6549"/>
          <ac:spMkLst>
            <pc:docMk/>
            <pc:sldMk cId="2960950710" sldId="350"/>
            <ac:spMk id="2" creationId="{293E168C-8042-5B4E-A5A4-A5BF693AE2D6}"/>
          </ac:spMkLst>
        </pc:spChg>
      </pc:sldChg>
      <pc:sldChg chg="delSp modSp add mod ord">
        <pc:chgData name="Jenny Díaz Ramírez" userId="df7d83af-54c1-43f9-a4ec-fea9744b3563" providerId="ADAL" clId="{C3C3B9C6-F566-46DB-9CE1-71E6E077D73D}" dt="2025-02-18T17:22:01.749" v="261" actId="478"/>
        <pc:sldMkLst>
          <pc:docMk/>
          <pc:sldMk cId="1159762980" sldId="373"/>
        </pc:sldMkLst>
        <pc:spChg chg="del">
          <ac:chgData name="Jenny Díaz Ramírez" userId="df7d83af-54c1-43f9-a4ec-fea9744b3563" providerId="ADAL" clId="{C3C3B9C6-F566-46DB-9CE1-71E6E077D73D}" dt="2025-02-18T17:22:01.749" v="261" actId="478"/>
          <ac:spMkLst>
            <pc:docMk/>
            <pc:sldMk cId="1159762980" sldId="373"/>
            <ac:spMk id="3" creationId="{5AE20413-B241-9DE0-2954-6B6C18B19833}"/>
          </ac:spMkLst>
        </pc:spChg>
        <pc:spChg chg="mod">
          <ac:chgData name="Jenny Díaz Ramírez" userId="df7d83af-54c1-43f9-a4ec-fea9744b3563" providerId="ADAL" clId="{C3C3B9C6-F566-46DB-9CE1-71E6E077D73D}" dt="2025-02-18T16:55:34.862" v="12" actId="207"/>
          <ac:spMkLst>
            <pc:docMk/>
            <pc:sldMk cId="1159762980" sldId="373"/>
            <ac:spMk id="5" creationId="{00000000-0000-0000-0000-000000000000}"/>
          </ac:spMkLst>
        </pc:spChg>
        <pc:spChg chg="mod">
          <ac:chgData name="Jenny Díaz Ramírez" userId="df7d83af-54c1-43f9-a4ec-fea9744b3563" providerId="ADAL" clId="{C3C3B9C6-F566-46DB-9CE1-71E6E077D73D}" dt="2025-02-18T17:10:33.289" v="185" actId="208"/>
          <ac:spMkLst>
            <pc:docMk/>
            <pc:sldMk cId="1159762980" sldId="373"/>
            <ac:spMk id="6" creationId="{00000000-0000-0000-0000-000000000000}"/>
          </ac:spMkLst>
        </pc:spChg>
      </pc:sldChg>
      <pc:sldChg chg="delSp modSp add mod ord">
        <pc:chgData name="Jenny Díaz Ramírez" userId="df7d83af-54c1-43f9-a4ec-fea9744b3563" providerId="ADAL" clId="{C3C3B9C6-F566-46DB-9CE1-71E6E077D73D}" dt="2025-02-18T17:21:54.724" v="259" actId="478"/>
        <pc:sldMkLst>
          <pc:docMk/>
          <pc:sldMk cId="2384650095" sldId="374"/>
        </pc:sldMkLst>
        <pc:spChg chg="mod">
          <ac:chgData name="Jenny Díaz Ramírez" userId="df7d83af-54c1-43f9-a4ec-fea9744b3563" providerId="ADAL" clId="{C3C3B9C6-F566-46DB-9CE1-71E6E077D73D}" dt="2025-02-18T16:55:54.741" v="14" actId="207"/>
          <ac:spMkLst>
            <pc:docMk/>
            <pc:sldMk cId="2384650095" sldId="374"/>
            <ac:spMk id="3" creationId="{83471BEC-2857-584F-EE95-430DA2BB88D1}"/>
          </ac:spMkLst>
        </pc:spChg>
        <pc:spChg chg="del">
          <ac:chgData name="Jenny Díaz Ramírez" userId="df7d83af-54c1-43f9-a4ec-fea9744b3563" providerId="ADAL" clId="{C3C3B9C6-F566-46DB-9CE1-71E6E077D73D}" dt="2025-02-18T17:21:54.724" v="259" actId="478"/>
          <ac:spMkLst>
            <pc:docMk/>
            <pc:sldMk cId="2384650095" sldId="374"/>
            <ac:spMk id="4" creationId="{9D0C3677-0B30-7AA4-069A-2F0C504543C5}"/>
          </ac:spMkLst>
        </pc:spChg>
        <pc:spChg chg="mod">
          <ac:chgData name="Jenny Díaz Ramírez" userId="df7d83af-54c1-43f9-a4ec-fea9744b3563" providerId="ADAL" clId="{C3C3B9C6-F566-46DB-9CE1-71E6E077D73D}" dt="2025-02-18T16:55:49.690" v="13" actId="207"/>
          <ac:spMkLst>
            <pc:docMk/>
            <pc:sldMk cId="2384650095" sldId="374"/>
            <ac:spMk id="5" creationId="{00000000-0000-0000-0000-000000000000}"/>
          </ac:spMkLst>
        </pc:spChg>
        <pc:spChg chg="mod">
          <ac:chgData name="Jenny Díaz Ramírez" userId="df7d83af-54c1-43f9-a4ec-fea9744b3563" providerId="ADAL" clId="{C3C3B9C6-F566-46DB-9CE1-71E6E077D73D}" dt="2025-02-18T17:10:13.957" v="179" actId="208"/>
          <ac:spMkLst>
            <pc:docMk/>
            <pc:sldMk cId="2384650095" sldId="374"/>
            <ac:spMk id="6" creationId="{00000000-0000-0000-0000-000000000000}"/>
          </ac:spMkLst>
        </pc:spChg>
      </pc:sldChg>
      <pc:sldChg chg="delSp modSp add mod ord">
        <pc:chgData name="Jenny Díaz Ramírez" userId="df7d83af-54c1-43f9-a4ec-fea9744b3563" providerId="ADAL" clId="{C3C3B9C6-F566-46DB-9CE1-71E6E077D73D}" dt="2025-02-18T17:22:57.938" v="271" actId="478"/>
        <pc:sldMkLst>
          <pc:docMk/>
          <pc:sldMk cId="3354824044" sldId="375"/>
        </pc:sldMkLst>
        <pc:spChg chg="mod">
          <ac:chgData name="Jenny Díaz Ramírez" userId="df7d83af-54c1-43f9-a4ec-fea9744b3563" providerId="ADAL" clId="{C3C3B9C6-F566-46DB-9CE1-71E6E077D73D}" dt="2025-02-18T16:58:30.140" v="43" actId="207"/>
          <ac:spMkLst>
            <pc:docMk/>
            <pc:sldMk cId="3354824044" sldId="375"/>
            <ac:spMk id="3" creationId="{E4F3D633-5061-AA24-3BF5-B7D6C6074C2A}"/>
          </ac:spMkLst>
        </pc:spChg>
        <pc:spChg chg="del">
          <ac:chgData name="Jenny Díaz Ramírez" userId="df7d83af-54c1-43f9-a4ec-fea9744b3563" providerId="ADAL" clId="{C3C3B9C6-F566-46DB-9CE1-71E6E077D73D}" dt="2025-02-18T17:22:57.938" v="271" actId="478"/>
          <ac:spMkLst>
            <pc:docMk/>
            <pc:sldMk cId="3354824044" sldId="375"/>
            <ac:spMk id="4" creationId="{118DF3A9-47ED-786D-3B3E-7BC7F3E73B33}"/>
          </ac:spMkLst>
        </pc:spChg>
        <pc:spChg chg="mod">
          <ac:chgData name="Jenny Díaz Ramírez" userId="df7d83af-54c1-43f9-a4ec-fea9744b3563" providerId="ADAL" clId="{C3C3B9C6-F566-46DB-9CE1-71E6E077D73D}" dt="2025-02-18T16:58:26.828" v="42" actId="207"/>
          <ac:spMkLst>
            <pc:docMk/>
            <pc:sldMk cId="3354824044" sldId="375"/>
            <ac:spMk id="5" creationId="{00000000-0000-0000-0000-000000000000}"/>
          </ac:spMkLst>
        </pc:spChg>
        <pc:spChg chg="mod">
          <ac:chgData name="Jenny Díaz Ramírez" userId="df7d83af-54c1-43f9-a4ec-fea9744b3563" providerId="ADAL" clId="{C3C3B9C6-F566-46DB-9CE1-71E6E077D73D}" dt="2025-02-18T17:08:37.793" v="110" actId="14100"/>
          <ac:spMkLst>
            <pc:docMk/>
            <pc:sldMk cId="3354824044" sldId="375"/>
            <ac:spMk id="6" creationId="{00000000-0000-0000-0000-000000000000}"/>
          </ac:spMkLst>
        </pc:spChg>
      </pc:sldChg>
      <pc:sldChg chg="delSp modSp add mod ord">
        <pc:chgData name="Jenny Díaz Ramírez" userId="df7d83af-54c1-43f9-a4ec-fea9744b3563" providerId="ADAL" clId="{C3C3B9C6-F566-46DB-9CE1-71E6E077D73D}" dt="2025-02-18T17:21:50.841" v="258" actId="478"/>
        <pc:sldMkLst>
          <pc:docMk/>
          <pc:sldMk cId="1559184523" sldId="376"/>
        </pc:sldMkLst>
        <pc:spChg chg="mod">
          <ac:chgData name="Jenny Díaz Ramírez" userId="df7d83af-54c1-43f9-a4ec-fea9744b3563" providerId="ADAL" clId="{C3C3B9C6-F566-46DB-9CE1-71E6E077D73D}" dt="2025-02-18T16:56:23.952" v="19" actId="207"/>
          <ac:spMkLst>
            <pc:docMk/>
            <pc:sldMk cId="1559184523" sldId="376"/>
            <ac:spMk id="3" creationId="{3A591163-BCBB-6458-1FE8-D0CD3C2B1B32}"/>
          </ac:spMkLst>
        </pc:spChg>
        <pc:spChg chg="del">
          <ac:chgData name="Jenny Díaz Ramírez" userId="df7d83af-54c1-43f9-a4ec-fea9744b3563" providerId="ADAL" clId="{C3C3B9C6-F566-46DB-9CE1-71E6E077D73D}" dt="2025-02-18T17:21:50.841" v="258" actId="478"/>
          <ac:spMkLst>
            <pc:docMk/>
            <pc:sldMk cId="1559184523" sldId="376"/>
            <ac:spMk id="4" creationId="{27DA0870-80D4-8F01-F1AE-83FE8130CF3C}"/>
          </ac:spMkLst>
        </pc:spChg>
        <pc:spChg chg="mod">
          <ac:chgData name="Jenny Díaz Ramírez" userId="df7d83af-54c1-43f9-a4ec-fea9744b3563" providerId="ADAL" clId="{C3C3B9C6-F566-46DB-9CE1-71E6E077D73D}" dt="2025-02-18T16:56:26.925" v="20" actId="207"/>
          <ac:spMkLst>
            <pc:docMk/>
            <pc:sldMk cId="1559184523" sldId="376"/>
            <ac:spMk id="5" creationId="{00000000-0000-0000-0000-000000000000}"/>
          </ac:spMkLst>
        </pc:spChg>
        <pc:spChg chg="mod">
          <ac:chgData name="Jenny Díaz Ramírez" userId="df7d83af-54c1-43f9-a4ec-fea9744b3563" providerId="ADAL" clId="{C3C3B9C6-F566-46DB-9CE1-71E6E077D73D}" dt="2025-02-18T17:10:06.734" v="176" actId="208"/>
          <ac:spMkLst>
            <pc:docMk/>
            <pc:sldMk cId="1559184523" sldId="376"/>
            <ac:spMk id="6" creationId="{00000000-0000-0000-0000-000000000000}"/>
          </ac:spMkLst>
        </pc:spChg>
      </pc:sldChg>
      <pc:sldChg chg="delSp modSp add mod ord">
        <pc:chgData name="Jenny Díaz Ramírez" userId="df7d83af-54c1-43f9-a4ec-fea9744b3563" providerId="ADAL" clId="{C3C3B9C6-F566-46DB-9CE1-71E6E077D73D}" dt="2025-02-18T17:22:55.208" v="270" actId="478"/>
        <pc:sldMkLst>
          <pc:docMk/>
          <pc:sldMk cId="3591529012" sldId="377"/>
        </pc:sldMkLst>
        <pc:spChg chg="mod">
          <ac:chgData name="Jenny Díaz Ramírez" userId="df7d83af-54c1-43f9-a4ec-fea9744b3563" providerId="ADAL" clId="{C3C3B9C6-F566-46DB-9CE1-71E6E077D73D}" dt="2025-02-18T16:58:21.361" v="41" actId="207"/>
          <ac:spMkLst>
            <pc:docMk/>
            <pc:sldMk cId="3591529012" sldId="377"/>
            <ac:spMk id="3" creationId="{2895476E-1792-A765-5A3B-D2F2FC59206A}"/>
          </ac:spMkLst>
        </pc:spChg>
        <pc:spChg chg="del">
          <ac:chgData name="Jenny Díaz Ramírez" userId="df7d83af-54c1-43f9-a4ec-fea9744b3563" providerId="ADAL" clId="{C3C3B9C6-F566-46DB-9CE1-71E6E077D73D}" dt="2025-02-18T17:22:55.208" v="270" actId="478"/>
          <ac:spMkLst>
            <pc:docMk/>
            <pc:sldMk cId="3591529012" sldId="377"/>
            <ac:spMk id="4" creationId="{0EE391C4-B278-CBD4-1EA2-F159EF09FAB8}"/>
          </ac:spMkLst>
        </pc:spChg>
        <pc:spChg chg="mod">
          <ac:chgData name="Jenny Díaz Ramírez" userId="df7d83af-54c1-43f9-a4ec-fea9744b3563" providerId="ADAL" clId="{C3C3B9C6-F566-46DB-9CE1-71E6E077D73D}" dt="2025-02-18T16:58:18.659" v="40" actId="207"/>
          <ac:spMkLst>
            <pc:docMk/>
            <pc:sldMk cId="3591529012" sldId="377"/>
            <ac:spMk id="5" creationId="{00000000-0000-0000-0000-000000000000}"/>
          </ac:spMkLst>
        </pc:spChg>
        <pc:spChg chg="mod">
          <ac:chgData name="Jenny Díaz Ramírez" userId="df7d83af-54c1-43f9-a4ec-fea9744b3563" providerId="ADAL" clId="{C3C3B9C6-F566-46DB-9CE1-71E6E077D73D}" dt="2025-02-18T17:09:03.445" v="166" actId="404"/>
          <ac:spMkLst>
            <pc:docMk/>
            <pc:sldMk cId="3591529012" sldId="377"/>
            <ac:spMk id="6" creationId="{00000000-0000-0000-0000-000000000000}"/>
          </ac:spMkLst>
        </pc:spChg>
      </pc:sldChg>
      <pc:sldChg chg="delSp modSp add mod ord">
        <pc:chgData name="Jenny Díaz Ramírez" userId="df7d83af-54c1-43f9-a4ec-fea9744b3563" providerId="ADAL" clId="{C3C3B9C6-F566-46DB-9CE1-71E6E077D73D}" dt="2025-02-18T17:21:47.937" v="257" actId="478"/>
        <pc:sldMkLst>
          <pc:docMk/>
          <pc:sldMk cId="3641036487" sldId="379"/>
        </pc:sldMkLst>
        <pc:spChg chg="mod">
          <ac:chgData name="Jenny Díaz Ramírez" userId="df7d83af-54c1-43f9-a4ec-fea9744b3563" providerId="ADAL" clId="{C3C3B9C6-F566-46DB-9CE1-71E6E077D73D}" dt="2025-02-18T16:56:34.016" v="21" actId="207"/>
          <ac:spMkLst>
            <pc:docMk/>
            <pc:sldMk cId="3641036487" sldId="379"/>
            <ac:spMk id="3" creationId="{FFEB05F6-593D-E9D4-94DA-F61CA6A46696}"/>
          </ac:spMkLst>
        </pc:spChg>
        <pc:spChg chg="del">
          <ac:chgData name="Jenny Díaz Ramírez" userId="df7d83af-54c1-43f9-a4ec-fea9744b3563" providerId="ADAL" clId="{C3C3B9C6-F566-46DB-9CE1-71E6E077D73D}" dt="2025-02-18T17:21:47.937" v="257" actId="478"/>
          <ac:spMkLst>
            <pc:docMk/>
            <pc:sldMk cId="3641036487" sldId="379"/>
            <ac:spMk id="4" creationId="{0DAE1C9E-4C14-D9BB-D60B-9636FBF32950}"/>
          </ac:spMkLst>
        </pc:spChg>
        <pc:spChg chg="mod">
          <ac:chgData name="Jenny Díaz Ramírez" userId="df7d83af-54c1-43f9-a4ec-fea9744b3563" providerId="ADAL" clId="{C3C3B9C6-F566-46DB-9CE1-71E6E077D73D}" dt="2025-02-18T16:56:37.011" v="22" actId="207"/>
          <ac:spMkLst>
            <pc:docMk/>
            <pc:sldMk cId="3641036487" sldId="379"/>
            <ac:spMk id="5" creationId="{00000000-0000-0000-0000-000000000000}"/>
          </ac:spMkLst>
        </pc:spChg>
        <pc:spChg chg="mod">
          <ac:chgData name="Jenny Díaz Ramírez" userId="df7d83af-54c1-43f9-a4ec-fea9744b3563" providerId="ADAL" clId="{C3C3B9C6-F566-46DB-9CE1-71E6E077D73D}" dt="2025-02-18T17:09:56.633" v="173" actId="404"/>
          <ac:spMkLst>
            <pc:docMk/>
            <pc:sldMk cId="3641036487" sldId="379"/>
            <ac:spMk id="6" creationId="{00000000-0000-0000-0000-000000000000}"/>
          </ac:spMkLst>
        </pc:spChg>
      </pc:sldChg>
      <pc:sldChg chg="modSp add del mod ord">
        <pc:chgData name="Jenny Díaz Ramírez" userId="df7d83af-54c1-43f9-a4ec-fea9744b3563" providerId="ADAL" clId="{C3C3B9C6-F566-46DB-9CE1-71E6E077D73D}" dt="2025-02-18T17:22:42.028" v="268" actId="207"/>
        <pc:sldMkLst>
          <pc:docMk/>
          <pc:sldMk cId="368075579" sldId="390"/>
        </pc:sldMkLst>
        <pc:spChg chg="mod">
          <ac:chgData name="Jenny Díaz Ramírez" userId="df7d83af-54c1-43f9-a4ec-fea9744b3563" providerId="ADAL" clId="{C3C3B9C6-F566-46DB-9CE1-71E6E077D73D}" dt="2025-02-18T17:22:42.028" v="268" actId="207"/>
          <ac:spMkLst>
            <pc:docMk/>
            <pc:sldMk cId="368075579" sldId="390"/>
            <ac:spMk id="4" creationId="{23C178E1-341C-53E7-9CC5-A1E702AD982E}"/>
          </ac:spMkLst>
        </pc:spChg>
        <pc:spChg chg="mod">
          <ac:chgData name="Jenny Díaz Ramírez" userId="df7d83af-54c1-43f9-a4ec-fea9744b3563" providerId="ADAL" clId="{C3C3B9C6-F566-46DB-9CE1-71E6E077D73D}" dt="2025-02-18T17:22:42.028" v="268" actId="207"/>
          <ac:spMkLst>
            <pc:docMk/>
            <pc:sldMk cId="368075579" sldId="390"/>
            <ac:spMk id="7" creationId="{904B59E5-7984-B0A0-A4D5-D1DC0F4C8B0E}"/>
          </ac:spMkLst>
        </pc:spChg>
        <pc:spChg chg="mod">
          <ac:chgData name="Jenny Díaz Ramírez" userId="df7d83af-54c1-43f9-a4ec-fea9744b3563" providerId="ADAL" clId="{C3C3B9C6-F566-46DB-9CE1-71E6E077D73D}" dt="2025-02-18T17:22:42.028" v="268" actId="207"/>
          <ac:spMkLst>
            <pc:docMk/>
            <pc:sldMk cId="368075579" sldId="390"/>
            <ac:spMk id="9" creationId="{7E469ACA-EF33-7781-7BF6-064CA58A6D4F}"/>
          </ac:spMkLst>
        </pc:spChg>
        <pc:spChg chg="mod">
          <ac:chgData name="Jenny Díaz Ramírez" userId="df7d83af-54c1-43f9-a4ec-fea9744b3563" providerId="ADAL" clId="{C3C3B9C6-F566-46DB-9CE1-71E6E077D73D}" dt="2025-02-18T17:22:42.028" v="268" actId="207"/>
          <ac:spMkLst>
            <pc:docMk/>
            <pc:sldMk cId="368075579" sldId="390"/>
            <ac:spMk id="10" creationId="{CBC3F186-8509-FF90-44DA-3BFE66BB54B6}"/>
          </ac:spMkLst>
        </pc:spChg>
        <pc:spChg chg="mod">
          <ac:chgData name="Jenny Díaz Ramírez" userId="df7d83af-54c1-43f9-a4ec-fea9744b3563" providerId="ADAL" clId="{C3C3B9C6-F566-46DB-9CE1-71E6E077D73D}" dt="2025-02-18T17:22:42.028" v="268" actId="207"/>
          <ac:spMkLst>
            <pc:docMk/>
            <pc:sldMk cId="368075579" sldId="390"/>
            <ac:spMk id="11" creationId="{5D058BB9-9820-02DB-BF6E-81085A781691}"/>
          </ac:spMkLst>
        </pc:spChg>
        <pc:spChg chg="mod">
          <ac:chgData name="Jenny Díaz Ramírez" userId="df7d83af-54c1-43f9-a4ec-fea9744b3563" providerId="ADAL" clId="{C3C3B9C6-F566-46DB-9CE1-71E6E077D73D}" dt="2025-02-18T17:22:42.028" v="268" actId="207"/>
          <ac:spMkLst>
            <pc:docMk/>
            <pc:sldMk cId="368075579" sldId="390"/>
            <ac:spMk id="33" creationId="{1D412957-1BD2-F365-A492-59A95E13546A}"/>
          </ac:spMkLst>
        </pc:spChg>
        <pc:spChg chg="mod">
          <ac:chgData name="Jenny Díaz Ramírez" userId="df7d83af-54c1-43f9-a4ec-fea9744b3563" providerId="ADAL" clId="{C3C3B9C6-F566-46DB-9CE1-71E6E077D73D}" dt="2025-02-18T17:22:42.028" v="268" actId="207"/>
          <ac:spMkLst>
            <pc:docMk/>
            <pc:sldMk cId="368075579" sldId="390"/>
            <ac:spMk id="35" creationId="{7ACB2ACC-4CD0-540B-E1F9-FAC5525B8064}"/>
          </ac:spMkLst>
        </pc:spChg>
        <pc:spChg chg="mod">
          <ac:chgData name="Jenny Díaz Ramírez" userId="df7d83af-54c1-43f9-a4ec-fea9744b3563" providerId="ADAL" clId="{C3C3B9C6-F566-46DB-9CE1-71E6E077D73D}" dt="2025-02-18T17:22:42.028" v="268" actId="207"/>
          <ac:spMkLst>
            <pc:docMk/>
            <pc:sldMk cId="368075579" sldId="390"/>
            <ac:spMk id="36" creationId="{7D3E396F-5DFD-1CDB-9B0A-16422932BBC4}"/>
          </ac:spMkLst>
        </pc:spChg>
        <pc:spChg chg="mod">
          <ac:chgData name="Jenny Díaz Ramírez" userId="df7d83af-54c1-43f9-a4ec-fea9744b3563" providerId="ADAL" clId="{C3C3B9C6-F566-46DB-9CE1-71E6E077D73D}" dt="2025-02-18T17:22:42.028" v="268" actId="207"/>
          <ac:spMkLst>
            <pc:docMk/>
            <pc:sldMk cId="368075579" sldId="390"/>
            <ac:spMk id="37" creationId="{8C4FEF18-C6A9-8997-60B6-863ED977A830}"/>
          </ac:spMkLst>
        </pc:spChg>
        <pc:spChg chg="mod">
          <ac:chgData name="Jenny Díaz Ramírez" userId="df7d83af-54c1-43f9-a4ec-fea9744b3563" providerId="ADAL" clId="{C3C3B9C6-F566-46DB-9CE1-71E6E077D73D}" dt="2025-02-18T17:22:42.028" v="268" actId="207"/>
          <ac:spMkLst>
            <pc:docMk/>
            <pc:sldMk cId="368075579" sldId="390"/>
            <ac:spMk id="40" creationId="{3B56612F-2182-58C5-AE22-4D9EB3D3CCC3}"/>
          </ac:spMkLst>
        </pc:spChg>
        <pc:spChg chg="mod">
          <ac:chgData name="Jenny Díaz Ramírez" userId="df7d83af-54c1-43f9-a4ec-fea9744b3563" providerId="ADAL" clId="{C3C3B9C6-F566-46DB-9CE1-71E6E077D73D}" dt="2025-02-18T17:22:36.601" v="267" actId="207"/>
          <ac:spMkLst>
            <pc:docMk/>
            <pc:sldMk cId="368075579" sldId="390"/>
            <ac:spMk id="44" creationId="{3108C8E0-9F6C-0306-0AC4-BE479FC31931}"/>
          </ac:spMkLst>
        </pc:spChg>
        <pc:spChg chg="mod">
          <ac:chgData name="Jenny Díaz Ramírez" userId="df7d83af-54c1-43f9-a4ec-fea9744b3563" providerId="ADAL" clId="{C3C3B9C6-F566-46DB-9CE1-71E6E077D73D}" dt="2025-02-18T17:22:33.359" v="266" actId="1076"/>
          <ac:spMkLst>
            <pc:docMk/>
            <pc:sldMk cId="368075579" sldId="390"/>
            <ac:spMk id="45" creationId="{EF36B292-3182-64B9-F853-4F29D6CC89D6}"/>
          </ac:spMkLst>
        </pc:spChg>
      </pc:sldChg>
      <pc:sldChg chg="modSp add del mod ord">
        <pc:chgData name="Jenny Díaz Ramírez" userId="df7d83af-54c1-43f9-a4ec-fea9744b3563" providerId="ADAL" clId="{C3C3B9C6-F566-46DB-9CE1-71E6E077D73D}" dt="2025-02-18T17:21:14.646" v="253" actId="47"/>
        <pc:sldMkLst>
          <pc:docMk/>
          <pc:sldMk cId="3709131254" sldId="391"/>
        </pc:sldMkLst>
        <pc:spChg chg="mod">
          <ac:chgData name="Jenny Díaz Ramírez" userId="df7d83af-54c1-43f9-a4ec-fea9744b3563" providerId="ADAL" clId="{C3C3B9C6-F566-46DB-9CE1-71E6E077D73D}" dt="2025-02-18T17:21:04.011" v="252" actId="207"/>
          <ac:spMkLst>
            <pc:docMk/>
            <pc:sldMk cId="3709131254" sldId="391"/>
            <ac:spMk id="5" creationId="{7D967D8A-E5D1-F4D1-B0A6-0AA8C215E8E4}"/>
          </ac:spMkLst>
        </pc:spChg>
        <pc:spChg chg="mod">
          <ac:chgData name="Jenny Díaz Ramírez" userId="df7d83af-54c1-43f9-a4ec-fea9744b3563" providerId="ADAL" clId="{C3C3B9C6-F566-46DB-9CE1-71E6E077D73D}" dt="2025-02-18T17:21:04.011" v="252" actId="207"/>
          <ac:spMkLst>
            <pc:docMk/>
            <pc:sldMk cId="3709131254" sldId="391"/>
            <ac:spMk id="6" creationId="{3FFAFEA6-9125-9296-559B-BCEA578C197B}"/>
          </ac:spMkLst>
        </pc:spChg>
        <pc:spChg chg="mod">
          <ac:chgData name="Jenny Díaz Ramírez" userId="df7d83af-54c1-43f9-a4ec-fea9744b3563" providerId="ADAL" clId="{C3C3B9C6-F566-46DB-9CE1-71E6E077D73D}" dt="2025-02-18T17:21:04.011" v="252" actId="207"/>
          <ac:spMkLst>
            <pc:docMk/>
            <pc:sldMk cId="3709131254" sldId="391"/>
            <ac:spMk id="8" creationId="{70FFD6C1-E906-D4E8-76B9-55E24EE1C1DD}"/>
          </ac:spMkLst>
        </pc:spChg>
        <pc:spChg chg="mod">
          <ac:chgData name="Jenny Díaz Ramírez" userId="df7d83af-54c1-43f9-a4ec-fea9744b3563" providerId="ADAL" clId="{C3C3B9C6-F566-46DB-9CE1-71E6E077D73D}" dt="2025-02-18T17:21:04.011" v="252" actId="207"/>
          <ac:spMkLst>
            <pc:docMk/>
            <pc:sldMk cId="3709131254" sldId="391"/>
            <ac:spMk id="14" creationId="{ECD8B6AD-C029-2BDC-6FCF-DB1FC310923A}"/>
          </ac:spMkLst>
        </pc:spChg>
        <pc:spChg chg="mod">
          <ac:chgData name="Jenny Díaz Ramírez" userId="df7d83af-54c1-43f9-a4ec-fea9744b3563" providerId="ADAL" clId="{C3C3B9C6-F566-46DB-9CE1-71E6E077D73D}" dt="2025-02-18T17:21:04.011" v="252" actId="207"/>
          <ac:spMkLst>
            <pc:docMk/>
            <pc:sldMk cId="3709131254" sldId="391"/>
            <ac:spMk id="15" creationId="{CAA9CB49-1DC5-02F7-A203-A42FF31F823E}"/>
          </ac:spMkLst>
        </pc:spChg>
        <pc:spChg chg="mod">
          <ac:chgData name="Jenny Díaz Ramírez" userId="df7d83af-54c1-43f9-a4ec-fea9744b3563" providerId="ADAL" clId="{C3C3B9C6-F566-46DB-9CE1-71E6E077D73D}" dt="2025-02-18T17:21:04.011" v="252" actId="207"/>
          <ac:spMkLst>
            <pc:docMk/>
            <pc:sldMk cId="3709131254" sldId="391"/>
            <ac:spMk id="16" creationId="{1F0B6AD5-4028-4D5A-9948-6C230AD4E90C}"/>
          </ac:spMkLst>
        </pc:spChg>
        <pc:spChg chg="mod">
          <ac:chgData name="Jenny Díaz Ramírez" userId="df7d83af-54c1-43f9-a4ec-fea9744b3563" providerId="ADAL" clId="{C3C3B9C6-F566-46DB-9CE1-71E6E077D73D}" dt="2025-02-18T17:21:04.011" v="252" actId="207"/>
          <ac:spMkLst>
            <pc:docMk/>
            <pc:sldMk cId="3709131254" sldId="391"/>
            <ac:spMk id="20" creationId="{909FFB50-D1A0-7E00-BD24-218D8AF0DF5E}"/>
          </ac:spMkLst>
        </pc:spChg>
        <pc:spChg chg="mod">
          <ac:chgData name="Jenny Díaz Ramírez" userId="df7d83af-54c1-43f9-a4ec-fea9744b3563" providerId="ADAL" clId="{C3C3B9C6-F566-46DB-9CE1-71E6E077D73D}" dt="2025-02-18T17:21:04.011" v="252" actId="207"/>
          <ac:spMkLst>
            <pc:docMk/>
            <pc:sldMk cId="3709131254" sldId="391"/>
            <ac:spMk id="21" creationId="{4AAAABDD-803A-D99B-9604-51F94B8B9937}"/>
          </ac:spMkLst>
        </pc:spChg>
        <pc:spChg chg="mod">
          <ac:chgData name="Jenny Díaz Ramírez" userId="df7d83af-54c1-43f9-a4ec-fea9744b3563" providerId="ADAL" clId="{C3C3B9C6-F566-46DB-9CE1-71E6E077D73D}" dt="2025-02-18T17:21:04.011" v="252" actId="207"/>
          <ac:spMkLst>
            <pc:docMk/>
            <pc:sldMk cId="3709131254" sldId="391"/>
            <ac:spMk id="22" creationId="{04072312-FC06-0148-1716-07D863573FDE}"/>
          </ac:spMkLst>
        </pc:spChg>
        <pc:spChg chg="mod">
          <ac:chgData name="Jenny Díaz Ramírez" userId="df7d83af-54c1-43f9-a4ec-fea9744b3563" providerId="ADAL" clId="{C3C3B9C6-F566-46DB-9CE1-71E6E077D73D}" dt="2025-02-18T17:21:04.011" v="252" actId="207"/>
          <ac:spMkLst>
            <pc:docMk/>
            <pc:sldMk cId="3709131254" sldId="391"/>
            <ac:spMk id="26" creationId="{0CC19D68-7C8A-A0FE-7EA7-A5C566D8BEA1}"/>
          </ac:spMkLst>
        </pc:spChg>
      </pc:sldChg>
      <pc:sldChg chg="add del ord">
        <pc:chgData name="Jenny Díaz Ramírez" userId="df7d83af-54c1-43f9-a4ec-fea9744b3563" providerId="ADAL" clId="{C3C3B9C6-F566-46DB-9CE1-71E6E077D73D}" dt="2025-02-18T17:21:34.183" v="254" actId="47"/>
        <pc:sldMkLst>
          <pc:docMk/>
          <pc:sldMk cId="558160989" sldId="392"/>
        </pc:sldMkLst>
      </pc:sldChg>
      <pc:sldChg chg="modSp add del mod ord">
        <pc:chgData name="Jenny Díaz Ramírez" userId="df7d83af-54c1-43f9-a4ec-fea9744b3563" providerId="ADAL" clId="{C3C3B9C6-F566-46DB-9CE1-71E6E077D73D}" dt="2025-02-18T17:09:22.045" v="167" actId="47"/>
        <pc:sldMkLst>
          <pc:docMk/>
          <pc:sldMk cId="1987927426" sldId="394"/>
        </pc:sldMkLst>
        <pc:spChg chg="mod">
          <ac:chgData name="Jenny Díaz Ramírez" userId="df7d83af-54c1-43f9-a4ec-fea9744b3563" providerId="ADAL" clId="{C3C3B9C6-F566-46DB-9CE1-71E6E077D73D}" dt="2025-02-18T16:58:35.357" v="44" actId="207"/>
          <ac:spMkLst>
            <pc:docMk/>
            <pc:sldMk cId="1987927426" sldId="394"/>
            <ac:spMk id="3" creationId="{B489AD3B-3913-2CAE-FAD1-A761D6CFF027}"/>
          </ac:spMkLst>
        </pc:spChg>
        <pc:spChg chg="mod">
          <ac:chgData name="Jenny Díaz Ramírez" userId="df7d83af-54c1-43f9-a4ec-fea9744b3563" providerId="ADAL" clId="{C3C3B9C6-F566-46DB-9CE1-71E6E077D73D}" dt="2025-02-18T16:58:38.577" v="46" actId="208"/>
          <ac:spMkLst>
            <pc:docMk/>
            <pc:sldMk cId="1987927426" sldId="394"/>
            <ac:spMk id="5" creationId="{00000000-0000-0000-0000-000000000000}"/>
          </ac:spMkLst>
        </pc:spChg>
        <pc:spChg chg="mod">
          <ac:chgData name="Jenny Díaz Ramírez" userId="df7d83af-54c1-43f9-a4ec-fea9744b3563" providerId="ADAL" clId="{C3C3B9C6-F566-46DB-9CE1-71E6E077D73D}" dt="2025-02-18T16:59:21.799" v="51" actId="207"/>
          <ac:spMkLst>
            <pc:docMk/>
            <pc:sldMk cId="1987927426" sldId="394"/>
            <ac:spMk id="6" creationId="{00000000-0000-0000-0000-000000000000}"/>
          </ac:spMkLst>
        </pc:spChg>
      </pc:sldChg>
      <pc:sldChg chg="delSp add mod ord">
        <pc:chgData name="Jenny Díaz Ramírez" userId="df7d83af-54c1-43f9-a4ec-fea9744b3563" providerId="ADAL" clId="{C3C3B9C6-F566-46DB-9CE1-71E6E077D73D}" dt="2025-02-18T17:21:43.282" v="256" actId="478"/>
        <pc:sldMkLst>
          <pc:docMk/>
          <pc:sldMk cId="3155253159" sldId="396"/>
        </pc:sldMkLst>
        <pc:spChg chg="del">
          <ac:chgData name="Jenny Díaz Ramírez" userId="df7d83af-54c1-43f9-a4ec-fea9744b3563" providerId="ADAL" clId="{C3C3B9C6-F566-46DB-9CE1-71E6E077D73D}" dt="2025-02-18T17:21:43.282" v="256" actId="478"/>
          <ac:spMkLst>
            <pc:docMk/>
            <pc:sldMk cId="3155253159" sldId="396"/>
            <ac:spMk id="3" creationId="{CCC6159E-544A-F468-1267-3CD5A8BFB484}"/>
          </ac:spMkLst>
        </pc:spChg>
      </pc:sldChg>
      <pc:sldChg chg="delSp modSp add mod ord">
        <pc:chgData name="Jenny Díaz Ramírez" userId="df7d83af-54c1-43f9-a4ec-fea9744b3563" providerId="ADAL" clId="{C3C3B9C6-F566-46DB-9CE1-71E6E077D73D}" dt="2025-02-18T17:22:51.740" v="269" actId="478"/>
        <pc:sldMkLst>
          <pc:docMk/>
          <pc:sldMk cId="852066821" sldId="399"/>
        </pc:sldMkLst>
        <pc:spChg chg="mod">
          <ac:chgData name="Jenny Díaz Ramírez" userId="df7d83af-54c1-43f9-a4ec-fea9744b3563" providerId="ADAL" clId="{C3C3B9C6-F566-46DB-9CE1-71E6E077D73D}" dt="2025-02-18T16:57:33.998" v="29" actId="207"/>
          <ac:spMkLst>
            <pc:docMk/>
            <pc:sldMk cId="852066821" sldId="399"/>
            <ac:spMk id="3" creationId="{EA9F3AA9-9746-D336-6D52-2F3B9E1C29A3}"/>
          </ac:spMkLst>
        </pc:spChg>
        <pc:spChg chg="mod">
          <ac:chgData name="Jenny Díaz Ramírez" userId="df7d83af-54c1-43f9-a4ec-fea9744b3563" providerId="ADAL" clId="{C3C3B9C6-F566-46DB-9CE1-71E6E077D73D}" dt="2025-02-18T16:57:26.548" v="28" actId="207"/>
          <ac:spMkLst>
            <pc:docMk/>
            <pc:sldMk cId="852066821" sldId="399"/>
            <ac:spMk id="5" creationId="{00000000-0000-0000-0000-000000000000}"/>
          </ac:spMkLst>
        </pc:spChg>
        <pc:spChg chg="mod">
          <ac:chgData name="Jenny Díaz Ramírez" userId="df7d83af-54c1-43f9-a4ec-fea9744b3563" providerId="ADAL" clId="{C3C3B9C6-F566-46DB-9CE1-71E6E077D73D}" dt="2025-02-18T17:08:18.827" v="85" actId="20577"/>
          <ac:spMkLst>
            <pc:docMk/>
            <pc:sldMk cId="852066821" sldId="399"/>
            <ac:spMk id="6" creationId="{00000000-0000-0000-0000-000000000000}"/>
          </ac:spMkLst>
        </pc:spChg>
        <pc:spChg chg="del">
          <ac:chgData name="Jenny Díaz Ramírez" userId="df7d83af-54c1-43f9-a4ec-fea9744b3563" providerId="ADAL" clId="{C3C3B9C6-F566-46DB-9CE1-71E6E077D73D}" dt="2025-02-18T17:22:51.740" v="269" actId="478"/>
          <ac:spMkLst>
            <pc:docMk/>
            <pc:sldMk cId="852066821" sldId="399"/>
            <ac:spMk id="7" creationId="{525B88B2-D5C3-F825-B4B4-016E97A934D6}"/>
          </ac:spMkLst>
        </pc:spChg>
        <pc:spChg chg="mod">
          <ac:chgData name="Jenny Díaz Ramírez" userId="df7d83af-54c1-43f9-a4ec-fea9744b3563" providerId="ADAL" clId="{C3C3B9C6-F566-46DB-9CE1-71E6E077D73D}" dt="2025-02-18T16:57:55.375" v="34" actId="1076"/>
          <ac:spMkLst>
            <pc:docMk/>
            <pc:sldMk cId="852066821" sldId="399"/>
            <ac:spMk id="8" creationId="{7A65B1CE-F77D-8871-9B2C-52E371673B30}"/>
          </ac:spMkLst>
        </pc:spChg>
        <pc:spChg chg="mod">
          <ac:chgData name="Jenny Díaz Ramírez" userId="df7d83af-54c1-43f9-a4ec-fea9744b3563" providerId="ADAL" clId="{C3C3B9C6-F566-46DB-9CE1-71E6E077D73D}" dt="2025-02-18T16:58:09.252" v="39" actId="1076"/>
          <ac:spMkLst>
            <pc:docMk/>
            <pc:sldMk cId="852066821" sldId="399"/>
            <ac:spMk id="10" creationId="{9BAA9050-F265-99D8-AD20-9AF32F67D380}"/>
          </ac:spMkLst>
        </pc:spChg>
      </pc:sldChg>
      <pc:sldChg chg="del">
        <pc:chgData name="Jenny Díaz Ramírez" userId="df7d83af-54c1-43f9-a4ec-fea9744b3563" providerId="ADAL" clId="{C3C3B9C6-F566-46DB-9CE1-71E6E077D73D}" dt="2025-02-18T16:52:39.163" v="4" actId="47"/>
        <pc:sldMkLst>
          <pc:docMk/>
          <pc:sldMk cId="0" sldId="457"/>
        </pc:sldMkLst>
      </pc:sldChg>
      <pc:sldChg chg="del">
        <pc:chgData name="Jenny Díaz Ramírez" userId="df7d83af-54c1-43f9-a4ec-fea9744b3563" providerId="ADAL" clId="{C3C3B9C6-F566-46DB-9CE1-71E6E077D73D}" dt="2025-02-18T16:52:37.831" v="3" actId="47"/>
        <pc:sldMkLst>
          <pc:docMk/>
          <pc:sldMk cId="0" sldId="460"/>
        </pc:sldMkLst>
      </pc:sldChg>
      <pc:sldChg chg="modSp mod ord">
        <pc:chgData name="Jenny Díaz Ramírez" userId="df7d83af-54c1-43f9-a4ec-fea9744b3563" providerId="ADAL" clId="{C3C3B9C6-F566-46DB-9CE1-71E6E077D73D}" dt="2025-02-18T17:23:09.307" v="274" actId="1076"/>
        <pc:sldMkLst>
          <pc:docMk/>
          <pc:sldMk cId="1908809420" sldId="462"/>
        </pc:sldMkLst>
        <pc:spChg chg="mod">
          <ac:chgData name="Jenny Díaz Ramírez" userId="df7d83af-54c1-43f9-a4ec-fea9744b3563" providerId="ADAL" clId="{C3C3B9C6-F566-46DB-9CE1-71E6E077D73D}" dt="2025-02-18T17:23:09.307" v="274" actId="1076"/>
          <ac:spMkLst>
            <pc:docMk/>
            <pc:sldMk cId="1908809420" sldId="462"/>
            <ac:spMk id="5" creationId="{00000000-0000-0000-0000-000000000000}"/>
          </ac:spMkLst>
        </pc:spChg>
      </pc:sldChg>
      <pc:sldMasterChg chg="modSldLayout">
        <pc:chgData name="Jenny Díaz Ramírez" userId="df7d83af-54c1-43f9-a4ec-fea9744b3563" providerId="ADAL" clId="{C3C3B9C6-F566-46DB-9CE1-71E6E077D73D}" dt="2025-02-18T16:53:48.636" v="11" actId="478"/>
        <pc:sldMasterMkLst>
          <pc:docMk/>
          <pc:sldMasterMk cId="3515892240" sldId="2147483658"/>
        </pc:sldMasterMkLst>
        <pc:sldLayoutChg chg="addSp delSp modSp mod">
          <pc:chgData name="Jenny Díaz Ramírez" userId="df7d83af-54c1-43f9-a4ec-fea9744b3563" providerId="ADAL" clId="{C3C3B9C6-F566-46DB-9CE1-71E6E077D73D}" dt="2025-02-18T16:53:48.636" v="11" actId="478"/>
          <pc:sldLayoutMkLst>
            <pc:docMk/>
            <pc:sldMasterMk cId="3515892240" sldId="2147483658"/>
            <pc:sldLayoutMk cId="2473457088" sldId="2147483699"/>
          </pc:sldLayoutMkLst>
          <pc:spChg chg="del">
            <ac:chgData name="Jenny Díaz Ramírez" userId="df7d83af-54c1-43f9-a4ec-fea9744b3563" providerId="ADAL" clId="{C3C3B9C6-F566-46DB-9CE1-71E6E077D73D}" dt="2025-02-18T16:53:48.636" v="11" actId="478"/>
            <ac:spMkLst>
              <pc:docMk/>
              <pc:sldMasterMk cId="3515892240" sldId="2147483658"/>
              <pc:sldLayoutMk cId="2473457088" sldId="2147483699"/>
              <ac:spMk id="2" creationId="{00000000-0000-0000-0000-000000000000}"/>
            </ac:spMkLst>
          </pc:spChg>
          <pc:spChg chg="mod">
            <ac:chgData name="Jenny Díaz Ramírez" userId="df7d83af-54c1-43f9-a4ec-fea9744b3563" providerId="ADAL" clId="{C3C3B9C6-F566-46DB-9CE1-71E6E077D73D}" dt="2025-02-18T16:53:45.634" v="9"/>
            <ac:spMkLst>
              <pc:docMk/>
              <pc:sldMasterMk cId="3515892240" sldId="2147483658"/>
              <pc:sldLayoutMk cId="2473457088" sldId="2147483699"/>
              <ac:spMk id="6" creationId="{475C71C1-A07C-E3BB-DBD4-92EAE60ED891}"/>
            </ac:spMkLst>
          </pc:spChg>
          <pc:spChg chg="mod">
            <ac:chgData name="Jenny Díaz Ramírez" userId="df7d83af-54c1-43f9-a4ec-fea9744b3563" providerId="ADAL" clId="{C3C3B9C6-F566-46DB-9CE1-71E6E077D73D}" dt="2025-02-18T16:53:45.634" v="9"/>
            <ac:spMkLst>
              <pc:docMk/>
              <pc:sldMasterMk cId="3515892240" sldId="2147483658"/>
              <pc:sldLayoutMk cId="2473457088" sldId="2147483699"/>
              <ac:spMk id="7" creationId="{6C14B503-619D-FECA-B1C8-EC84086F4DE6}"/>
            </ac:spMkLst>
          </pc:spChg>
          <pc:spChg chg="mod">
            <ac:chgData name="Jenny Díaz Ramírez" userId="df7d83af-54c1-43f9-a4ec-fea9744b3563" providerId="ADAL" clId="{C3C3B9C6-F566-46DB-9CE1-71E6E077D73D}" dt="2025-02-18T16:53:45.634" v="9"/>
            <ac:spMkLst>
              <pc:docMk/>
              <pc:sldMasterMk cId="3515892240" sldId="2147483658"/>
              <pc:sldLayoutMk cId="2473457088" sldId="2147483699"/>
              <ac:spMk id="8" creationId="{9E146600-CCBF-BB5A-C6C7-078580464DB8}"/>
            </ac:spMkLst>
          </pc:spChg>
          <pc:grpChg chg="add mod">
            <ac:chgData name="Jenny Díaz Ramírez" userId="df7d83af-54c1-43f9-a4ec-fea9744b3563" providerId="ADAL" clId="{C3C3B9C6-F566-46DB-9CE1-71E6E077D73D}" dt="2025-02-18T16:53:45.836" v="10" actId="27636"/>
            <ac:grpSpMkLst>
              <pc:docMk/>
              <pc:sldMasterMk cId="3515892240" sldId="2147483658"/>
              <pc:sldLayoutMk cId="2473457088" sldId="2147483699"/>
              <ac:grpSpMk id="5" creationId="{7D8AEB83-A51E-A53E-BBF2-56B38BD61F61}"/>
            </ac:grpSpMkLst>
          </pc:gr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Documents%20and%20Settings\Jenny\Mis%20documentos\ITESM%20Jenny\IN2007%20IDO%20I%20AD09\IN00841%20IDO1%20EM09\IN00841%20IDOI%20AD08\malla%20grafica%202dim.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2173228346456827E-2"/>
          <c:y val="3.4996130624555456E-2"/>
          <c:w val="0.91698015748031492"/>
          <c:h val="0.9300077387508896"/>
        </c:manualLayout>
      </c:layout>
      <c:scatterChart>
        <c:scatterStyle val="lineMarker"/>
        <c:varyColors val="0"/>
        <c:ser>
          <c:idx val="0"/>
          <c:order val="0"/>
          <c:spPr>
            <a:ln w="28575">
              <a:noFill/>
            </a:ln>
          </c:spPr>
          <c:trendline>
            <c:trendlineType val="linear"/>
            <c:dispRSqr val="0"/>
            <c:dispEq val="0"/>
          </c:trendline>
          <c:xVal>
            <c:numRef>
              <c:f>Hoja1!$B$4:$C$4</c:f>
              <c:numCache>
                <c:formatCode>General</c:formatCode>
                <c:ptCount val="2"/>
                <c:pt idx="0">
                  <c:v>0</c:v>
                </c:pt>
                <c:pt idx="1">
                  <c:v>6</c:v>
                </c:pt>
              </c:numCache>
            </c:numRef>
          </c:xVal>
          <c:yVal>
            <c:numRef>
              <c:f>Hoja1!$B$5:$C$5</c:f>
              <c:numCache>
                <c:formatCode>General</c:formatCode>
                <c:ptCount val="2"/>
              </c:numCache>
            </c:numRef>
          </c:yVal>
          <c:smooth val="0"/>
          <c:extLst>
            <c:ext xmlns:c16="http://schemas.microsoft.com/office/drawing/2014/chart" uri="{C3380CC4-5D6E-409C-BE32-E72D297353CC}">
              <c16:uniqueId val="{00000000-D43F-4986-B7B5-0CFB82D95227}"/>
            </c:ext>
          </c:extLst>
        </c:ser>
        <c:ser>
          <c:idx val="1"/>
          <c:order val="1"/>
          <c:spPr>
            <a:ln w="28575">
              <a:noFill/>
            </a:ln>
          </c:spPr>
          <c:marker>
            <c:symbol val="none"/>
          </c:marker>
          <c:xVal>
            <c:numRef>
              <c:f>Hoja1!$E$4:$E$5</c:f>
              <c:numCache>
                <c:formatCode>General</c:formatCode>
                <c:ptCount val="2"/>
                <c:pt idx="0">
                  <c:v>-0.5</c:v>
                </c:pt>
                <c:pt idx="1">
                  <c:v>8</c:v>
                </c:pt>
              </c:numCache>
            </c:numRef>
          </c:xVal>
          <c:yVal>
            <c:numRef>
              <c:f>Hoja1!$F$4:$F$5</c:f>
              <c:numCache>
                <c:formatCode>General</c:formatCode>
                <c:ptCount val="2"/>
                <c:pt idx="0">
                  <c:v>8</c:v>
                </c:pt>
                <c:pt idx="1">
                  <c:v>-0.5</c:v>
                </c:pt>
              </c:numCache>
            </c:numRef>
          </c:yVal>
          <c:smooth val="0"/>
          <c:extLst>
            <c:ext xmlns:c16="http://schemas.microsoft.com/office/drawing/2014/chart" uri="{C3380CC4-5D6E-409C-BE32-E72D297353CC}">
              <c16:uniqueId val="{00000001-D43F-4986-B7B5-0CFB82D95227}"/>
            </c:ext>
          </c:extLst>
        </c:ser>
        <c:ser>
          <c:idx val="2"/>
          <c:order val="2"/>
          <c:spPr>
            <a:ln w="28575">
              <a:solidFill>
                <a:schemeClr val="accent1"/>
              </a:solidFill>
            </a:ln>
          </c:spPr>
          <c:marker>
            <c:symbol val="none"/>
          </c:marker>
          <c:xVal>
            <c:numRef>
              <c:f>Hoja1!$H$2:$H$3</c:f>
              <c:numCache>
                <c:formatCode>General</c:formatCode>
                <c:ptCount val="2"/>
                <c:pt idx="0">
                  <c:v>-0.5</c:v>
                </c:pt>
                <c:pt idx="1">
                  <c:v>9</c:v>
                </c:pt>
              </c:numCache>
            </c:numRef>
          </c:xVal>
          <c:yVal>
            <c:numRef>
              <c:f>Hoja1!$I$2:$I$3</c:f>
              <c:numCache>
                <c:formatCode>General</c:formatCode>
                <c:ptCount val="2"/>
                <c:pt idx="0">
                  <c:v>0</c:v>
                </c:pt>
                <c:pt idx="1">
                  <c:v>0</c:v>
                </c:pt>
              </c:numCache>
            </c:numRef>
          </c:yVal>
          <c:smooth val="0"/>
          <c:extLst>
            <c:ext xmlns:c16="http://schemas.microsoft.com/office/drawing/2014/chart" uri="{C3380CC4-5D6E-409C-BE32-E72D297353CC}">
              <c16:uniqueId val="{00000002-D43F-4986-B7B5-0CFB82D95227}"/>
            </c:ext>
          </c:extLst>
        </c:ser>
        <c:ser>
          <c:idx val="3"/>
          <c:order val="3"/>
          <c:spPr>
            <a:ln w="28575">
              <a:solidFill>
                <a:srgbClr val="4F81BD"/>
              </a:solidFill>
            </a:ln>
          </c:spPr>
          <c:marker>
            <c:symbol val="none"/>
          </c:marker>
          <c:xVal>
            <c:numRef>
              <c:f>Hoja1!$H$4:$H$5</c:f>
              <c:numCache>
                <c:formatCode>General</c:formatCode>
                <c:ptCount val="2"/>
                <c:pt idx="0">
                  <c:v>0</c:v>
                </c:pt>
                <c:pt idx="1">
                  <c:v>0</c:v>
                </c:pt>
              </c:numCache>
            </c:numRef>
          </c:xVal>
          <c:yVal>
            <c:numRef>
              <c:f>Hoja1!$I$4:$I$5</c:f>
              <c:numCache>
                <c:formatCode>General</c:formatCode>
                <c:ptCount val="2"/>
                <c:pt idx="0">
                  <c:v>-0.5</c:v>
                </c:pt>
                <c:pt idx="1">
                  <c:v>10</c:v>
                </c:pt>
              </c:numCache>
            </c:numRef>
          </c:yVal>
          <c:smooth val="0"/>
          <c:extLst>
            <c:ext xmlns:c16="http://schemas.microsoft.com/office/drawing/2014/chart" uri="{C3380CC4-5D6E-409C-BE32-E72D297353CC}">
              <c16:uniqueId val="{00000003-D43F-4986-B7B5-0CFB82D95227}"/>
            </c:ext>
          </c:extLst>
        </c:ser>
        <c:dLbls>
          <c:showLegendKey val="0"/>
          <c:showVal val="0"/>
          <c:showCatName val="0"/>
          <c:showSerName val="0"/>
          <c:showPercent val="0"/>
          <c:showBubbleSize val="0"/>
        </c:dLbls>
        <c:axId val="776859032"/>
        <c:axId val="776859424"/>
      </c:scatterChart>
      <c:valAx>
        <c:axId val="776859032"/>
        <c:scaling>
          <c:orientation val="minMax"/>
          <c:max val="9"/>
          <c:min val="-1"/>
        </c:scaling>
        <c:delete val="0"/>
        <c:axPos val="b"/>
        <c:majorGridlines/>
        <c:minorGridlines/>
        <c:numFmt formatCode="General" sourceLinked="1"/>
        <c:majorTickMark val="out"/>
        <c:minorTickMark val="none"/>
        <c:tickLblPos val="nextTo"/>
        <c:crossAx val="776859424"/>
        <c:crosses val="autoZero"/>
        <c:crossBetween val="midCat"/>
        <c:majorUnit val="1"/>
      </c:valAx>
      <c:valAx>
        <c:axId val="776859424"/>
        <c:scaling>
          <c:orientation val="minMax"/>
          <c:max val="5"/>
          <c:min val="-1"/>
        </c:scaling>
        <c:delete val="0"/>
        <c:axPos val="l"/>
        <c:majorGridlines/>
        <c:minorGridlines/>
        <c:numFmt formatCode="General" sourceLinked="1"/>
        <c:majorTickMark val="out"/>
        <c:minorTickMark val="none"/>
        <c:tickLblPos val="nextTo"/>
        <c:crossAx val="776859032"/>
        <c:crosses val="autoZero"/>
        <c:crossBetween val="midCat"/>
      </c:valAx>
    </c:plotArea>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868E8B-A8A1-4F66-8650-8D492B43BF3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MX"/>
        </a:p>
      </dgm:t>
    </dgm:pt>
    <dgm:pt modelId="{ACCD8B99-7399-47E2-B653-807126694503}">
      <dgm:prSet phldrT="[Texto]"/>
      <dgm:spPr/>
      <dgm:t>
        <a:bodyPr/>
        <a:lstStyle/>
        <a:p>
          <a:pPr algn="ctr"/>
          <a:r>
            <a:rPr lang="es-MX" dirty="0"/>
            <a:t>Programación Lineal</a:t>
          </a:r>
        </a:p>
      </dgm:t>
    </dgm:pt>
    <dgm:pt modelId="{D6F0B027-46ED-4175-96EF-B332C5F23DC7}" type="parTrans" cxnId="{EF5BFBCA-2117-437A-91F1-E4FC506772CD}">
      <dgm:prSet/>
      <dgm:spPr/>
      <dgm:t>
        <a:bodyPr/>
        <a:lstStyle/>
        <a:p>
          <a:pPr algn="ctr"/>
          <a:endParaRPr lang="es-MX"/>
        </a:p>
      </dgm:t>
    </dgm:pt>
    <dgm:pt modelId="{8E4F5A85-7C46-4C34-A1B0-9DF122956C2B}" type="sibTrans" cxnId="{EF5BFBCA-2117-437A-91F1-E4FC506772CD}">
      <dgm:prSet/>
      <dgm:spPr/>
      <dgm:t>
        <a:bodyPr/>
        <a:lstStyle/>
        <a:p>
          <a:pPr algn="ctr"/>
          <a:endParaRPr lang="es-MX"/>
        </a:p>
      </dgm:t>
    </dgm:pt>
    <dgm:pt modelId="{4E1BB8B6-6C24-486D-A95F-E9481B8BBAE3}" type="pres">
      <dgm:prSet presAssocID="{B1868E8B-A8A1-4F66-8650-8D492B43BF3C}" presName="linear" presStyleCnt="0">
        <dgm:presLayoutVars>
          <dgm:animLvl val="lvl"/>
          <dgm:resizeHandles val="exact"/>
        </dgm:presLayoutVars>
      </dgm:prSet>
      <dgm:spPr/>
    </dgm:pt>
    <dgm:pt modelId="{302AA262-F945-46A6-9A45-068D4F479795}" type="pres">
      <dgm:prSet presAssocID="{ACCD8B99-7399-47E2-B653-807126694503}" presName="parentText" presStyleLbl="node1" presStyleIdx="0" presStyleCnt="1" custLinFactNeighborX="20676" custLinFactNeighborY="6101">
        <dgm:presLayoutVars>
          <dgm:chMax val="0"/>
          <dgm:bulletEnabled val="1"/>
        </dgm:presLayoutVars>
      </dgm:prSet>
      <dgm:spPr/>
    </dgm:pt>
  </dgm:ptLst>
  <dgm:cxnLst>
    <dgm:cxn modelId="{60902CC8-5344-46CC-A486-985A460EB8F6}" type="presOf" srcId="{ACCD8B99-7399-47E2-B653-807126694503}" destId="{302AA262-F945-46A6-9A45-068D4F479795}" srcOrd="0" destOrd="0" presId="urn:microsoft.com/office/officeart/2005/8/layout/vList2"/>
    <dgm:cxn modelId="{EF5BFBCA-2117-437A-91F1-E4FC506772CD}" srcId="{B1868E8B-A8A1-4F66-8650-8D492B43BF3C}" destId="{ACCD8B99-7399-47E2-B653-807126694503}" srcOrd="0" destOrd="0" parTransId="{D6F0B027-46ED-4175-96EF-B332C5F23DC7}" sibTransId="{8E4F5A85-7C46-4C34-A1B0-9DF122956C2B}"/>
    <dgm:cxn modelId="{7848FAE6-B556-4689-B551-6AEF00EC240C}" type="presOf" srcId="{B1868E8B-A8A1-4F66-8650-8D492B43BF3C}" destId="{4E1BB8B6-6C24-486D-A95F-E9481B8BBAE3}" srcOrd="0" destOrd="0" presId="urn:microsoft.com/office/officeart/2005/8/layout/vList2"/>
    <dgm:cxn modelId="{7584F770-56C8-446D-AA79-D1B173C52BB7}" type="presParOf" srcId="{4E1BB8B6-6C24-486D-A95F-E9481B8BBAE3}" destId="{302AA262-F945-46A6-9A45-068D4F47979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57EC35-8829-4FE4-93C0-07AED1CF63EE}" type="doc">
      <dgm:prSet loTypeId="urn:microsoft.com/office/officeart/2005/8/layout/chevron1" loCatId="process" qsTypeId="urn:microsoft.com/office/officeart/2005/8/quickstyle/simple1" qsCatId="simple" csTypeId="urn:microsoft.com/office/officeart/2005/8/colors/colorful5" csCatId="colorful" phldr="1"/>
      <dgm:spPr/>
    </dgm:pt>
    <dgm:pt modelId="{648FBF1C-06CB-4A48-81D1-74697257C5F4}">
      <dgm:prSet phldrT="[Texto]"/>
      <dgm:spPr/>
      <dgm:t>
        <a:bodyPr/>
        <a:lstStyle/>
        <a:p>
          <a:r>
            <a:rPr lang="es-MX" dirty="0"/>
            <a:t>Modelación problemas típicos</a:t>
          </a:r>
        </a:p>
      </dgm:t>
    </dgm:pt>
    <dgm:pt modelId="{3BC28E4E-ECBB-4476-A04C-06147BD1EDB0}" type="parTrans" cxnId="{720BD4B3-88D4-4A3F-8BA4-7B142079F3CA}">
      <dgm:prSet/>
      <dgm:spPr/>
      <dgm:t>
        <a:bodyPr/>
        <a:lstStyle/>
        <a:p>
          <a:endParaRPr lang="es-MX"/>
        </a:p>
      </dgm:t>
    </dgm:pt>
    <dgm:pt modelId="{A4F4A9E0-5DD3-4941-952E-788F2B06EF04}" type="sibTrans" cxnId="{720BD4B3-88D4-4A3F-8BA4-7B142079F3CA}">
      <dgm:prSet/>
      <dgm:spPr/>
      <dgm:t>
        <a:bodyPr/>
        <a:lstStyle/>
        <a:p>
          <a:endParaRPr lang="es-MX"/>
        </a:p>
      </dgm:t>
    </dgm:pt>
    <dgm:pt modelId="{94DE7338-A63D-4A30-8700-F8A55C167B5C}">
      <dgm:prSet phldrT="[Texto]"/>
      <dgm:spPr/>
      <dgm:t>
        <a:bodyPr/>
        <a:lstStyle/>
        <a:p>
          <a:r>
            <a:rPr lang="es-MX" dirty="0"/>
            <a:t>Solución e interpretación</a:t>
          </a:r>
        </a:p>
      </dgm:t>
    </dgm:pt>
    <dgm:pt modelId="{5382B8FE-608B-42B0-8E45-AD183BF0E636}" type="parTrans" cxnId="{16B1A25F-F9EE-4592-9057-B1A0A81DB01B}">
      <dgm:prSet/>
      <dgm:spPr/>
      <dgm:t>
        <a:bodyPr/>
        <a:lstStyle/>
        <a:p>
          <a:endParaRPr lang="es-MX"/>
        </a:p>
      </dgm:t>
    </dgm:pt>
    <dgm:pt modelId="{EDC129BC-A833-4C7A-8A3E-144101CD2DCA}" type="sibTrans" cxnId="{16B1A25F-F9EE-4592-9057-B1A0A81DB01B}">
      <dgm:prSet/>
      <dgm:spPr/>
      <dgm:t>
        <a:bodyPr/>
        <a:lstStyle/>
        <a:p>
          <a:endParaRPr lang="es-MX"/>
        </a:p>
      </dgm:t>
    </dgm:pt>
    <dgm:pt modelId="{3CF7AD1A-B7AE-4A6A-8645-B568E1B90E93}" type="pres">
      <dgm:prSet presAssocID="{0B57EC35-8829-4FE4-93C0-07AED1CF63EE}" presName="Name0" presStyleCnt="0">
        <dgm:presLayoutVars>
          <dgm:dir/>
          <dgm:animLvl val="lvl"/>
          <dgm:resizeHandles val="exact"/>
        </dgm:presLayoutVars>
      </dgm:prSet>
      <dgm:spPr/>
    </dgm:pt>
    <dgm:pt modelId="{0436B8C0-BB62-4AEB-8532-01FB5D4FE7EE}" type="pres">
      <dgm:prSet presAssocID="{648FBF1C-06CB-4A48-81D1-74697257C5F4}" presName="parTxOnly" presStyleLbl="node1" presStyleIdx="0" presStyleCnt="2">
        <dgm:presLayoutVars>
          <dgm:chMax val="0"/>
          <dgm:chPref val="0"/>
          <dgm:bulletEnabled val="1"/>
        </dgm:presLayoutVars>
      </dgm:prSet>
      <dgm:spPr/>
    </dgm:pt>
    <dgm:pt modelId="{C84787C6-D73D-465C-BA97-C068C1416A72}" type="pres">
      <dgm:prSet presAssocID="{A4F4A9E0-5DD3-4941-952E-788F2B06EF04}" presName="parTxOnlySpace" presStyleCnt="0"/>
      <dgm:spPr/>
    </dgm:pt>
    <dgm:pt modelId="{4AC5A6F6-02E2-424E-BE50-A5882A4CC59E}" type="pres">
      <dgm:prSet presAssocID="{94DE7338-A63D-4A30-8700-F8A55C167B5C}" presName="parTxOnly" presStyleLbl="node1" presStyleIdx="1" presStyleCnt="2">
        <dgm:presLayoutVars>
          <dgm:chMax val="0"/>
          <dgm:chPref val="0"/>
          <dgm:bulletEnabled val="1"/>
        </dgm:presLayoutVars>
      </dgm:prSet>
      <dgm:spPr/>
    </dgm:pt>
  </dgm:ptLst>
  <dgm:cxnLst>
    <dgm:cxn modelId="{16B1A25F-F9EE-4592-9057-B1A0A81DB01B}" srcId="{0B57EC35-8829-4FE4-93C0-07AED1CF63EE}" destId="{94DE7338-A63D-4A30-8700-F8A55C167B5C}" srcOrd="1" destOrd="0" parTransId="{5382B8FE-608B-42B0-8E45-AD183BF0E636}" sibTransId="{EDC129BC-A833-4C7A-8A3E-144101CD2DCA}"/>
    <dgm:cxn modelId="{6823C679-4A52-457C-AC57-AB2C8C368B53}" type="presOf" srcId="{0B57EC35-8829-4FE4-93C0-07AED1CF63EE}" destId="{3CF7AD1A-B7AE-4A6A-8645-B568E1B90E93}" srcOrd="0" destOrd="0" presId="urn:microsoft.com/office/officeart/2005/8/layout/chevron1"/>
    <dgm:cxn modelId="{6112C39D-C533-4DFB-8627-DF13DDD9FDFE}" type="presOf" srcId="{648FBF1C-06CB-4A48-81D1-74697257C5F4}" destId="{0436B8C0-BB62-4AEB-8532-01FB5D4FE7EE}" srcOrd="0" destOrd="0" presId="urn:microsoft.com/office/officeart/2005/8/layout/chevron1"/>
    <dgm:cxn modelId="{720BD4B3-88D4-4A3F-8BA4-7B142079F3CA}" srcId="{0B57EC35-8829-4FE4-93C0-07AED1CF63EE}" destId="{648FBF1C-06CB-4A48-81D1-74697257C5F4}" srcOrd="0" destOrd="0" parTransId="{3BC28E4E-ECBB-4476-A04C-06147BD1EDB0}" sibTransId="{A4F4A9E0-5DD3-4941-952E-788F2B06EF04}"/>
    <dgm:cxn modelId="{1D683EB4-E297-4E2E-9961-F78F479D9CFD}" type="presOf" srcId="{94DE7338-A63D-4A30-8700-F8A55C167B5C}" destId="{4AC5A6F6-02E2-424E-BE50-A5882A4CC59E}" srcOrd="0" destOrd="0" presId="urn:microsoft.com/office/officeart/2005/8/layout/chevron1"/>
    <dgm:cxn modelId="{3040BFDF-403C-44E7-9C38-947F1BB780EE}" type="presParOf" srcId="{3CF7AD1A-B7AE-4A6A-8645-B568E1B90E93}" destId="{0436B8C0-BB62-4AEB-8532-01FB5D4FE7EE}" srcOrd="0" destOrd="0" presId="urn:microsoft.com/office/officeart/2005/8/layout/chevron1"/>
    <dgm:cxn modelId="{94FF64B5-B78E-4A0B-A10D-0EE6FA09146B}" type="presParOf" srcId="{3CF7AD1A-B7AE-4A6A-8645-B568E1B90E93}" destId="{C84787C6-D73D-465C-BA97-C068C1416A72}" srcOrd="1" destOrd="0" presId="urn:microsoft.com/office/officeart/2005/8/layout/chevron1"/>
    <dgm:cxn modelId="{30D90507-AF67-4457-9F51-ADB616E79ACE}" type="presParOf" srcId="{3CF7AD1A-B7AE-4A6A-8645-B568E1B90E93}" destId="{4AC5A6F6-02E2-424E-BE50-A5882A4CC59E}" srcOrd="2"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AA262-F945-46A6-9A45-068D4F479795}">
      <dsp:nvSpPr>
        <dsp:cNvPr id="0" name=""/>
        <dsp:cNvSpPr/>
      </dsp:nvSpPr>
      <dsp:spPr>
        <a:xfrm>
          <a:off x="0" y="7720"/>
          <a:ext cx="7435642" cy="7125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MX" sz="2900" kern="1200" dirty="0"/>
            <a:t>Programación Lineal</a:t>
          </a:r>
        </a:p>
      </dsp:txBody>
      <dsp:txXfrm>
        <a:off x="34783" y="42503"/>
        <a:ext cx="7366076" cy="642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36B8C0-BB62-4AEB-8532-01FB5D4FE7EE}">
      <dsp:nvSpPr>
        <dsp:cNvPr id="0" name=""/>
        <dsp:cNvSpPr/>
      </dsp:nvSpPr>
      <dsp:spPr>
        <a:xfrm>
          <a:off x="6559" y="0"/>
          <a:ext cx="3921207" cy="884310"/>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s-MX" sz="2800" kern="1200" dirty="0"/>
            <a:t>Modelación problemas típicos</a:t>
          </a:r>
        </a:p>
      </dsp:txBody>
      <dsp:txXfrm>
        <a:off x="448714" y="0"/>
        <a:ext cx="3036897" cy="884310"/>
      </dsp:txXfrm>
    </dsp:sp>
    <dsp:sp modelId="{4AC5A6F6-02E2-424E-BE50-A5882A4CC59E}">
      <dsp:nvSpPr>
        <dsp:cNvPr id="0" name=""/>
        <dsp:cNvSpPr/>
      </dsp:nvSpPr>
      <dsp:spPr>
        <a:xfrm>
          <a:off x="3535646" y="0"/>
          <a:ext cx="3921207" cy="884310"/>
        </a:xfrm>
        <a:prstGeom prst="chevron">
          <a:avLst/>
        </a:prstGeom>
        <a:solidFill>
          <a:schemeClr val="accent5">
            <a:hueOff val="2004428"/>
            <a:satOff val="21833"/>
            <a:lumOff val="6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s-MX" sz="2800" kern="1200" dirty="0"/>
            <a:t>Solución e interpretación</a:t>
          </a:r>
        </a:p>
      </dsp:txBody>
      <dsp:txXfrm>
        <a:off x="3977801" y="0"/>
        <a:ext cx="3036897" cy="8843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4" name="Marcador de pie de pá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s-MX" smtClean="0"/>
              <a:t>‹#›</a:t>
            </a:fld>
            <a:endParaRPr lang="es-MX"/>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6DDD5-62CD-490F-AED1-A4E3DCB5364D}" type="datetime1">
              <a:rPr lang="es-MX" smtClean="0"/>
              <a:pPr/>
              <a:t>18/02/2025</a:t>
            </a:fld>
            <a:endParaRPr lang="es-MX"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MX" noProof="0" smtClean="0"/>
              <a:t>‹#›</a:t>
            </a:fld>
            <a:endParaRPr lang="es-MX"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a:t>
            </a:fld>
            <a:endParaRPr lang="es-MX"/>
          </a:p>
        </p:txBody>
      </p:sp>
    </p:spTree>
    <p:extLst>
      <p:ext uri="{BB962C8B-B14F-4D97-AF65-F5344CB8AC3E}">
        <p14:creationId xmlns:p14="http://schemas.microsoft.com/office/powerpoint/2010/main" val="333406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484188" y="731838"/>
            <a:ext cx="6508750" cy="3660775"/>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562A13FD-97A8-4A30-9A5A-F2D0AB17A06A}" type="slidenum">
              <a:rPr lang="es-ES" smtClean="0"/>
              <a:pPr/>
              <a:t>2</a:t>
            </a:fld>
            <a:endParaRPr lang="es-ES"/>
          </a:p>
        </p:txBody>
      </p:sp>
    </p:spTree>
    <p:extLst>
      <p:ext uri="{BB962C8B-B14F-4D97-AF65-F5344CB8AC3E}">
        <p14:creationId xmlns:p14="http://schemas.microsoft.com/office/powerpoint/2010/main" val="2971106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5</a:t>
            </a:fld>
            <a:endParaRPr lang="en-US"/>
          </a:p>
        </p:txBody>
      </p:sp>
    </p:spTree>
    <p:extLst>
      <p:ext uri="{BB962C8B-B14F-4D97-AF65-F5344CB8AC3E}">
        <p14:creationId xmlns:p14="http://schemas.microsoft.com/office/powerpoint/2010/main" val="2553282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7</a:t>
            </a:fld>
            <a:endParaRPr lang="en-US"/>
          </a:p>
        </p:txBody>
      </p:sp>
    </p:spTree>
    <p:extLst>
      <p:ext uri="{BB962C8B-B14F-4D97-AF65-F5344CB8AC3E}">
        <p14:creationId xmlns:p14="http://schemas.microsoft.com/office/powerpoint/2010/main" val="2800520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8</a:t>
            </a:fld>
            <a:endParaRPr lang="en-US"/>
          </a:p>
        </p:txBody>
      </p:sp>
    </p:spTree>
    <p:extLst>
      <p:ext uri="{BB962C8B-B14F-4D97-AF65-F5344CB8AC3E}">
        <p14:creationId xmlns:p14="http://schemas.microsoft.com/office/powerpoint/2010/main" val="693916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9</a:t>
            </a:fld>
            <a:endParaRPr lang="en-US"/>
          </a:p>
        </p:txBody>
      </p:sp>
    </p:spTree>
    <p:extLst>
      <p:ext uri="{BB962C8B-B14F-4D97-AF65-F5344CB8AC3E}">
        <p14:creationId xmlns:p14="http://schemas.microsoft.com/office/powerpoint/2010/main" val="3123241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10</a:t>
            </a:fld>
            <a:endParaRPr lang="en-US"/>
          </a:p>
        </p:txBody>
      </p:sp>
    </p:spTree>
    <p:extLst>
      <p:ext uri="{BB962C8B-B14F-4D97-AF65-F5344CB8AC3E}">
        <p14:creationId xmlns:p14="http://schemas.microsoft.com/office/powerpoint/2010/main" val="3298542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12</a:t>
            </a:fld>
            <a:endParaRPr lang="en-US"/>
          </a:p>
        </p:txBody>
      </p:sp>
    </p:spTree>
    <p:extLst>
      <p:ext uri="{BB962C8B-B14F-4D97-AF65-F5344CB8AC3E}">
        <p14:creationId xmlns:p14="http://schemas.microsoft.com/office/powerpoint/2010/main" val="3078396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13</a:t>
            </a:fld>
            <a:endParaRPr lang="en-US"/>
          </a:p>
        </p:txBody>
      </p:sp>
    </p:spTree>
    <p:extLst>
      <p:ext uri="{BB962C8B-B14F-4D97-AF65-F5344CB8AC3E}">
        <p14:creationId xmlns:p14="http://schemas.microsoft.com/office/powerpoint/2010/main" val="1296509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14</a:t>
            </a:fld>
            <a:endParaRPr lang="en-US"/>
          </a:p>
        </p:txBody>
      </p:sp>
    </p:spTree>
    <p:extLst>
      <p:ext uri="{BB962C8B-B14F-4D97-AF65-F5344CB8AC3E}">
        <p14:creationId xmlns:p14="http://schemas.microsoft.com/office/powerpoint/2010/main" val="1767078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4E3A7F30-9D1A-4F69-B462-041F90EFBDBD}" type="slidenum">
              <a:rPr lang="en-US" smtClean="0"/>
              <a:t>15</a:t>
            </a:fld>
            <a:endParaRPr lang="en-US"/>
          </a:p>
        </p:txBody>
      </p:sp>
    </p:spTree>
    <p:extLst>
      <p:ext uri="{BB962C8B-B14F-4D97-AF65-F5344CB8AC3E}">
        <p14:creationId xmlns:p14="http://schemas.microsoft.com/office/powerpoint/2010/main" val="3487500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s-MX"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8" name="Marcador de posición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s-MX"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posición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Marcador de posición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posición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Marcador de posición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posición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Marcador de posición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posición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Marcador de posición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posición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Marcador de posición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a:xfrm>
            <a:off x="6745412" y="6492875"/>
            <a:ext cx="1562125" cy="247651"/>
          </a:xfrm>
          <a:prstGeom prst="rect">
            <a:avLst/>
          </a:prstGeom>
        </p:spPr>
        <p:txBody>
          <a:bodyPr rtlCol="0"/>
          <a:lstStyle/>
          <a:p>
            <a:pPr rtl="0"/>
            <a:fld id="{029A217F-D76A-49DF-A17D-DFD53CAD5FA9}"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es-MX"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posición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Aptos" panose="020B0004020202020204" pitchFamily="34" charset="0"/>
              </a:defRPr>
            </a:lvl1pPr>
            <a:lvl2pPr>
              <a:defRPr sz="4000"/>
            </a:lvl2pPr>
            <a:lvl3pPr>
              <a:defRPr sz="4000"/>
            </a:lvl3pPr>
            <a:lvl4pPr>
              <a:defRPr sz="4000"/>
            </a:lvl4pPr>
            <a:lvl5pPr>
              <a:defRPr sz="4000"/>
            </a:lvl5pPr>
          </a:lstStyle>
          <a:p>
            <a:pPr lvl="0" rtl="0"/>
            <a:r>
              <a:rPr lang="en-US" noProof="0" dirty="0"/>
              <a:t>Click to edit Master text styles</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a:xfrm>
            <a:off x="6745413" y="6610348"/>
            <a:ext cx="1562125" cy="247651"/>
          </a:xfrm>
          <a:prstGeom prst="rect">
            <a:avLst/>
          </a:prstGeom>
        </p:spPr>
        <p:txBody>
          <a:bodyPr rtlCol="0"/>
          <a:lstStyle/>
          <a:p>
            <a:pPr rtl="0"/>
            <a:fld id="{7D785354-D3F9-4F56-8BC7-7DFCD291EBBB}"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a:xfrm>
            <a:off x="4931216" y="6632892"/>
            <a:ext cx="2324569" cy="247651"/>
          </a:xfrm>
        </p:spPr>
        <p:txBody>
          <a:bodyPr rtlCol="0"/>
          <a:lstStyle/>
          <a:p>
            <a:pPr rtl="0"/>
            <a:r>
              <a:rPr lang="es-MX" noProof="0" dirty="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a:xfrm>
            <a:off x="11668760" y="6610347"/>
            <a:ext cx="523240" cy="247651"/>
          </a:xfr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s-MX"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s-MX"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latin typeface="Aptos" panose="020B0004020202020204" pitchFamily="34" charset="0"/>
              </a:defRPr>
            </a:lvl1pPr>
          </a:lstStyle>
          <a:p>
            <a:pPr rtl="0"/>
            <a:r>
              <a:rPr lang="en-US" noProof="0"/>
              <a:t>Click icon to add chart</a:t>
            </a:r>
            <a:endParaRPr lang="es-MX" noProof="0"/>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Aptos Black" panose="020B0004020202020204" pitchFamily="34" charset="0"/>
              </a:defRPr>
            </a:lvl1pPr>
          </a:lstStyle>
          <a:p>
            <a:pPr rtl="0"/>
            <a:r>
              <a:rPr lang="es-MX" noProof="0" dirty="0"/>
              <a:t>Haz clic para editar </a:t>
            </a:r>
          </a:p>
        </p:txBody>
      </p:sp>
      <p:sp>
        <p:nvSpPr>
          <p:cNvPr id="4" name="Marcador de posición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a:xfrm>
            <a:off x="11668760" y="6624589"/>
            <a:ext cx="523240" cy="247651"/>
          </a:xfrm>
        </p:spPr>
        <p:txBody>
          <a:bodyPr rtlCol="0"/>
          <a:lstStyle/>
          <a:p>
            <a:pPr rtl="0"/>
            <a:fld id="{294A09A9-5501-47C1-A89A-A340965A2BE2}" type="slidenum">
              <a:rPr lang="es-MX" noProof="0" smtClean="0"/>
              <a:pPr rtl="0"/>
              <a:t>‹#›</a:t>
            </a:fld>
            <a:endParaRPr lang="es-MX" noProof="0" dirty="0">
              <a:latin typeface="+mn-lt"/>
            </a:endParaRPr>
          </a:p>
        </p:txBody>
      </p:sp>
      <p:sp>
        <p:nvSpPr>
          <p:cNvPr id="7" name="Marcador de posición de pie de página 4">
            <a:extLst>
              <a:ext uri="{FF2B5EF4-FFF2-40B4-BE49-F238E27FC236}">
                <a16:creationId xmlns:a16="http://schemas.microsoft.com/office/drawing/2014/main" id="{F88E2CE6-D902-5A33-C844-8A40B1779D5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es-MX" noProof="0"/>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a:xfrm>
            <a:off x="6745412" y="6492875"/>
            <a:ext cx="1562125" cy="247651"/>
          </a:xfrm>
          <a:prstGeom prst="rect">
            <a:avLst/>
          </a:prstGeom>
        </p:spPr>
        <p:txBody>
          <a:bodyPr rtlCol="0"/>
          <a:lstStyle/>
          <a:p>
            <a:pPr rtl="0"/>
            <a:fld id="{1AF7F2CA-0EC8-471B-8885-070EE2CC5612}" type="datetimeyyyy">
              <a:rPr lang="es-MX" noProof="0" smtClean="0">
                <a:latin typeface="+mn-lt"/>
              </a:rPr>
              <a:t>2025</a:t>
            </a:fld>
            <a:endParaRPr lang="es-MX" noProof="0">
              <a:latin typeface="+mn-lt"/>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s-MX" noProof="0"/>
              <a:t>OPTIMIZACIÓN DE OPERACIONES</a:t>
            </a:r>
            <a:endParaRPr lang="es-MX" b="0" noProof="0"/>
          </a:p>
        </p:txBody>
      </p:sp>
      <p:sp>
        <p:nvSpPr>
          <p:cNvPr id="4" name="Marcador de posición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s-MX"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s-MX" sz="20000" b="1" noProof="0" dirty="0">
                <a:solidFill>
                  <a:schemeClr val="bg1"/>
                </a:solidFill>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 name="Marcador de posición de pie de página 4">
            <a:extLst>
              <a:ext uri="{FF2B5EF4-FFF2-40B4-BE49-F238E27FC236}">
                <a16:creationId xmlns:a16="http://schemas.microsoft.com/office/drawing/2014/main" id="{9CFD7E6B-8BA7-35DB-BE61-5DF2483E56D9}"/>
              </a:ext>
            </a:extLst>
          </p:cNvPr>
          <p:cNvSpPr>
            <a:spLocks noGrp="1"/>
          </p:cNvSpPr>
          <p:nvPr>
            <p:ph type="ftr" sz="quarter" idx="3"/>
          </p:nvPr>
        </p:nvSpPr>
        <p:spPr>
          <a:xfrm>
            <a:off x="5362113" y="6610347"/>
            <a:ext cx="2148534" cy="247651"/>
          </a:xfrm>
          <a:prstGeom prst="rect">
            <a:avLst/>
          </a:prstGeom>
        </p:spPr>
        <p:txBody>
          <a:bodyPr vert="horz" lIns="0" tIns="0" rIns="0" bIns="0" rtlCol="0" anchor="t" anchorCtr="0"/>
          <a:lstStyle>
            <a:lvl1pPr algn="l">
              <a:defRPr sz="1100" b="0" i="0">
                <a:solidFill>
                  <a:schemeClr val="bg2">
                    <a:lumMod val="50000"/>
                  </a:schemeClr>
                </a:solidFill>
                <a:latin typeface="+mj-lt"/>
              </a:defRPr>
            </a:lvl1pPr>
          </a:lstStyle>
          <a:p>
            <a:r>
              <a:rPr lang="es-MX" dirty="0"/>
              <a:t>OPTIMIZACIÓN DE OPERACIONES</a:t>
            </a:r>
          </a:p>
        </p:txBody>
      </p:sp>
      <p:sp>
        <p:nvSpPr>
          <p:cNvPr id="4" name="Marcador de posición de número de diapositiva 5">
            <a:extLst>
              <a:ext uri="{FF2B5EF4-FFF2-40B4-BE49-F238E27FC236}">
                <a16:creationId xmlns:a16="http://schemas.microsoft.com/office/drawing/2014/main" id="{43FD86DC-D2BD-AECC-1A0A-3CE74BEE57C9}"/>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Aptos" panose="020B0004020202020204" pitchFamily="34" charset="0"/>
              </a:defRPr>
            </a:lvl1pPr>
          </a:lstStyle>
          <a:p>
            <a:pPr rtl="0"/>
            <a:r>
              <a:rPr lang="en-US" noProof="0"/>
              <a:t>Click to edit Master title style</a:t>
            </a:r>
            <a:endParaRPr lang="es-MX" noProof="0" dirty="0"/>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5" name="Marcador de posición de pie de página 4">
            <a:extLst>
              <a:ext uri="{FF2B5EF4-FFF2-40B4-BE49-F238E27FC236}">
                <a16:creationId xmlns:a16="http://schemas.microsoft.com/office/drawing/2014/main" id="{8B6548D6-A880-04F4-F832-A1B39206F240}"/>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8843598B-FC54-B745-3054-795FE6B8A9C1}"/>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779080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s-MX"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dirty="0"/>
              <a:t>Click to edit Master title style</a:t>
            </a:r>
            <a:endParaRPr lang="es-MX"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s-MX" noProof="0" dirty="0"/>
          </a:p>
        </p:txBody>
      </p:sp>
      <p:sp>
        <p:nvSpPr>
          <p:cNvPr id="72" name="Marcador de posición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Marcador de posición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Marcador de posición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Marcador de posición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Marcador de posición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Marcador de posición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Marcador de posición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Marcador de posición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s-MX"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s-MX"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a:xfrm>
            <a:off x="6745412" y="6492875"/>
            <a:ext cx="1562125" cy="247651"/>
          </a:xfrm>
          <a:prstGeom prst="rect">
            <a:avLst/>
          </a:prstGeom>
        </p:spPr>
        <p:txBody>
          <a:bodyPr rtlCol="0"/>
          <a:lstStyle/>
          <a:p>
            <a:pPr rtl="0"/>
            <a:fld id="{872648EB-A801-47E7-B664-3AFE98633453}" type="datetimeyyyy">
              <a:rPr lang="es-MX" noProof="0" smtClean="0">
                <a:latin typeface="+mn-lt"/>
              </a:rPr>
              <a:t>2025</a:t>
            </a:fld>
            <a:endParaRPr lang="es-MX" noProof="0" dirty="0">
              <a:latin typeface="+mn-lt"/>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s-MX" noProof="0"/>
              <a:t>OPTIMIZACIÓN DE OPERACIONES</a:t>
            </a:r>
            <a:endParaRPr lang="es-MX" b="0" noProof="0" dirty="0"/>
          </a:p>
        </p:txBody>
      </p:sp>
      <p:sp>
        <p:nvSpPr>
          <p:cNvPr id="4" name="Marcador de posición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íne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6" name="Marcador de posición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97" name="Marcador de posición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sp>
        <p:nvSpPr>
          <p:cNvPr id="102" name="Marcador de posición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3" name="Marcador de posición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6" name="Marcador de posición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7" name="Marcador de posición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8" name="Marcador de posición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9" name="Marcador de posición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5" name="Marcador de posición de pie de página 4">
            <a:extLst>
              <a:ext uri="{FF2B5EF4-FFF2-40B4-BE49-F238E27FC236}">
                <a16:creationId xmlns:a16="http://schemas.microsoft.com/office/drawing/2014/main" id="{23F1A244-DFA6-8C44-BF95-8851B5A76AB8}"/>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19E1CAB4-A60C-2959-8605-86F431A58C13}"/>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Aptos Black" panose="020B0004020202020204" pitchFamily="34" charset="0"/>
              </a:defRPr>
            </a:lvl1pPr>
          </a:lstStyle>
          <a:p>
            <a:pPr rtl="0"/>
            <a:r>
              <a:rPr lang="en-US" noProof="0" dirty="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Aptos Black"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Aptos" panose="020B0004020202020204" pitchFamily="34" charset="0"/>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F94C5751-D7B6-785B-559F-3B3AF0781146}"/>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32D17B95-1D7F-FF57-3E13-0B36D861BAEE}"/>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Marcador de posición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Marcador de posición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Marcador de posición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5" name="Marcador de posición de pie de página 4">
            <a:extLst>
              <a:ext uri="{FF2B5EF4-FFF2-40B4-BE49-F238E27FC236}">
                <a16:creationId xmlns:a16="http://schemas.microsoft.com/office/drawing/2014/main" id="{8CEC982C-CBC7-82F8-DD9C-CEC7134E4694}"/>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6" name="Marcador de posición de número de diapositiva 5">
            <a:extLst>
              <a:ext uri="{FF2B5EF4-FFF2-40B4-BE49-F238E27FC236}">
                <a16:creationId xmlns:a16="http://schemas.microsoft.com/office/drawing/2014/main" id="{4B831637-7548-7CD1-8B74-EAFCD709322A}"/>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posición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4" name="Marcador de posición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Marcador de posición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Marcador de posición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Marcador de posición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Marcador de posición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Marcador de posición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Marcador de posición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Marcador de posición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Marcador de posición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a:xfrm>
            <a:off x="6756044" y="6610349"/>
            <a:ext cx="1562125" cy="247651"/>
          </a:xfrm>
          <a:prstGeom prst="rect">
            <a:avLst/>
          </a:prstGeom>
        </p:spPr>
        <p:txBody>
          <a:bodyPr rtlCol="0"/>
          <a:lstStyle/>
          <a:p>
            <a:pPr rtl="0"/>
            <a:fld id="{CFE3EC8D-01B2-4AEC-ABF0-D7812BDA46DB}" type="datetimeyyyy">
              <a:rPr lang="es-MX" noProof="0" smtClean="0">
                <a:latin typeface="+mn-lt"/>
              </a:rPr>
              <a:t>2025</a:t>
            </a:fld>
            <a:endParaRPr lang="es-MX" noProof="0" dirty="0">
              <a:latin typeface="+mn-lt"/>
            </a:endParaRPr>
          </a:p>
        </p:txBody>
      </p:sp>
      <p:sp>
        <p:nvSpPr>
          <p:cNvPr id="5" name="Marcador de posición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a:xfrm>
            <a:off x="5258715" y="6610349"/>
            <a:ext cx="1497330" cy="247651"/>
          </a:xfrm>
        </p:spPr>
        <p:txBody>
          <a:bodyPr rtlCol="0"/>
          <a:lstStyle/>
          <a:p>
            <a:pPr rtl="0"/>
            <a:r>
              <a:rPr lang="es-MX" noProof="0"/>
              <a:t>OPTIMIZACIÓN DE OPERACIONES</a:t>
            </a:r>
            <a:endParaRPr lang="es-MX" b="0" noProof="0" dirty="0"/>
          </a:p>
        </p:txBody>
      </p:sp>
      <p:sp>
        <p:nvSpPr>
          <p:cNvPr id="6" name="Marcador de posición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a:xfrm>
            <a:off x="4735475" y="6610349"/>
            <a:ext cx="523240" cy="247651"/>
          </a:xfrm>
        </p:spPr>
        <p:txBody>
          <a:bodyPr rtlCol="0"/>
          <a:lstStyle/>
          <a:p>
            <a:pPr rtl="0"/>
            <a:fld id="{294A09A9-5501-47C1-A89A-A340965A2BE2}" type="slidenum">
              <a:rPr lang="es-MX" noProof="0" smtClean="0"/>
              <a:pPr rtl="0"/>
              <a:t>‹#›</a:t>
            </a:fld>
            <a:endParaRPr lang="es-MX"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posición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s-MX"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s-MX"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es-MX"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2" name="Marcador de posición de fecha 3">
            <a:extLst>
              <a:ext uri="{FF2B5EF4-FFF2-40B4-BE49-F238E27FC236}">
                <a16:creationId xmlns:a16="http://schemas.microsoft.com/office/drawing/2014/main" id="{B8E7A9BD-F162-7384-3111-26CE7D4945AF}"/>
              </a:ext>
            </a:extLst>
          </p:cNvPr>
          <p:cNvSpPr>
            <a:spLocks noGrp="1"/>
          </p:cNvSpPr>
          <p:nvPr>
            <p:ph type="dt" sz="half" idx="2"/>
          </p:nvPr>
        </p:nvSpPr>
        <p:spPr>
          <a:xfrm>
            <a:off x="6725272" y="6610349"/>
            <a:ext cx="1562125"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3A46D4A6-4781-4A63-977A-75931475B334}" type="datetimeyyyy">
              <a:rPr lang="es-MX" noProof="0" smtClean="0">
                <a:latin typeface="+mn-lt"/>
              </a:rPr>
              <a:t>2025</a:t>
            </a:fld>
            <a:endParaRPr lang="es-MX" noProof="0" dirty="0">
              <a:latin typeface="+mn-lt"/>
            </a:endParaRPr>
          </a:p>
        </p:txBody>
      </p:sp>
      <p:sp>
        <p:nvSpPr>
          <p:cNvPr id="3" name="Marcador de posición de pie de página 4">
            <a:extLst>
              <a:ext uri="{FF2B5EF4-FFF2-40B4-BE49-F238E27FC236}">
                <a16:creationId xmlns:a16="http://schemas.microsoft.com/office/drawing/2014/main" id="{D3659ACD-AA93-F09D-1EA3-C961DA2E29D5}"/>
              </a:ext>
            </a:extLst>
          </p:cNvPr>
          <p:cNvSpPr>
            <a:spLocks noGrp="1"/>
          </p:cNvSpPr>
          <p:nvPr>
            <p:ph type="ftr" sz="quarter" idx="3"/>
          </p:nvPr>
        </p:nvSpPr>
        <p:spPr>
          <a:xfrm>
            <a:off x="5227943" y="6610349"/>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s-MX" noProof="0"/>
              <a:t>OPTIMIZACIÓN DE OPERACIONES</a:t>
            </a:r>
            <a:endParaRPr lang="es-MX" b="0" noProof="0" dirty="0"/>
          </a:p>
        </p:txBody>
      </p:sp>
      <p:sp>
        <p:nvSpPr>
          <p:cNvPr id="4" name="Marcador de posición de número de diapositiva 5">
            <a:extLst>
              <a:ext uri="{FF2B5EF4-FFF2-40B4-BE49-F238E27FC236}">
                <a16:creationId xmlns:a16="http://schemas.microsoft.com/office/drawing/2014/main" id="{61A49C7E-58DD-E07A-BB14-2F2606BA9D67}"/>
              </a:ext>
            </a:extLst>
          </p:cNvPr>
          <p:cNvSpPr>
            <a:spLocks noGrp="1"/>
          </p:cNvSpPr>
          <p:nvPr>
            <p:ph type="sldNum" sz="quarter" idx="4"/>
          </p:nvPr>
        </p:nvSpPr>
        <p:spPr>
          <a:xfrm>
            <a:off x="4704703" y="6610349"/>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3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F8C642-49FB-4E16-A3A0-B2ACBEABFFD6}"/>
              </a:ext>
            </a:extLst>
          </p:cNvPr>
          <p:cNvSpPr>
            <a:spLocks noGrp="1"/>
          </p:cNvSpPr>
          <p:nvPr>
            <p:ph type="title"/>
          </p:nvPr>
        </p:nvSpPr>
        <p:spPr/>
        <p:txBody>
          <a:bodyPr rtlCol="0"/>
          <a:lstStyle/>
          <a:p>
            <a:pPr rtl="0"/>
            <a:r>
              <a:rPr lang="en-US" noProof="0"/>
              <a:t>Click to edit Master title style</a:t>
            </a:r>
            <a:endParaRPr lang="es-MX" noProof="0"/>
          </a:p>
        </p:txBody>
      </p:sp>
      <p:sp>
        <p:nvSpPr>
          <p:cNvPr id="6" name="Marcador de posición de pie de página 4">
            <a:extLst>
              <a:ext uri="{FF2B5EF4-FFF2-40B4-BE49-F238E27FC236}">
                <a16:creationId xmlns:a16="http://schemas.microsoft.com/office/drawing/2014/main" id="{D2277398-E71C-9E18-6FA2-AF0656698E4B}"/>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7" name="Marcador de posición de número de diapositiva 5">
            <a:extLst>
              <a:ext uri="{FF2B5EF4-FFF2-40B4-BE49-F238E27FC236}">
                <a16:creationId xmlns:a16="http://schemas.microsoft.com/office/drawing/2014/main" id="{B84FCA9A-3098-8020-E608-4F4F97405E44}"/>
              </a:ext>
            </a:extLst>
          </p:cNvPr>
          <p:cNvSpPr>
            <a:spLocks noGrp="1"/>
          </p:cNvSpPr>
          <p:nvPr>
            <p:ph type="sldNum" sz="quarter" idx="4"/>
          </p:nvPr>
        </p:nvSpPr>
        <p:spPr>
          <a:xfrm>
            <a:off x="11668758" y="6610348"/>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Tree>
    <p:extLst>
      <p:ext uri="{BB962C8B-B14F-4D97-AF65-F5344CB8AC3E}">
        <p14:creationId xmlns:p14="http://schemas.microsoft.com/office/powerpoint/2010/main" val="4161254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63951" y="1600204"/>
            <a:ext cx="10972800" cy="4525963"/>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4" name="Marcador de pie de página 7">
            <a:extLst>
              <a:ext uri="{FF2B5EF4-FFF2-40B4-BE49-F238E27FC236}">
                <a16:creationId xmlns:a16="http://schemas.microsoft.com/office/drawing/2014/main" id="{74CCCADC-C18E-4A57-4483-B393D6366491}"/>
              </a:ext>
            </a:extLst>
          </p:cNvPr>
          <p:cNvSpPr>
            <a:spLocks noGrp="1"/>
          </p:cNvSpPr>
          <p:nvPr>
            <p:ph type="ftr" sz="quarter" idx="3"/>
          </p:nvPr>
        </p:nvSpPr>
        <p:spPr>
          <a:xfrm rot="16200000">
            <a:off x="10789007" y="3246437"/>
            <a:ext cx="2711330" cy="365125"/>
          </a:xfrm>
          <a:prstGeom prst="rect">
            <a:avLst/>
          </a:prstGeom>
        </p:spPr>
        <p:txBody>
          <a:bodyPr/>
          <a:lstStyle>
            <a:lvl1pPr>
              <a:defRPr sz="1050">
                <a:solidFill>
                  <a:schemeClr val="bg1">
                    <a:lumMod val="65000"/>
                  </a:schemeClr>
                </a:solidFill>
                <a:latin typeface="Aptos Display" panose="020B0004020202020204" pitchFamily="34" charset="0"/>
                <a:cs typeface="Cavolini" panose="020B0502040204020203" pitchFamily="66" charset="0"/>
              </a:defRPr>
            </a:lvl1pPr>
          </a:lstStyle>
          <a:p>
            <a:r>
              <a:rPr lang="pl-PL"/>
              <a:t>Jenny Díaz Ramírez PhD - 2023</a:t>
            </a:r>
            <a:endParaRPr lang="es-MX" dirty="0"/>
          </a:p>
        </p:txBody>
      </p:sp>
      <p:grpSp>
        <p:nvGrpSpPr>
          <p:cNvPr id="5" name="Grupo 36">
            <a:extLst>
              <a:ext uri="{FF2B5EF4-FFF2-40B4-BE49-F238E27FC236}">
                <a16:creationId xmlns:a16="http://schemas.microsoft.com/office/drawing/2014/main" id="{7D8AEB83-A51E-A53E-BBF2-56B38BD61F61}"/>
              </a:ext>
            </a:extLst>
          </p:cNvPr>
          <p:cNvGrpSpPr>
            <a:grpSpLocks/>
          </p:cNvGrpSpPr>
          <p:nvPr userDrawn="1"/>
        </p:nvGrpSpPr>
        <p:grpSpPr bwMode="auto">
          <a:xfrm rot="16200000" flipV="1">
            <a:off x="0" y="3900132"/>
            <a:ext cx="2959226" cy="2959226"/>
            <a:chOff x="0" y="12289"/>
            <a:chExt cx="3550" cy="3551"/>
          </a:xfrm>
        </p:grpSpPr>
        <p:sp>
          <p:nvSpPr>
            <p:cNvPr id="6" name="Forma libre 37">
              <a:extLst>
                <a:ext uri="{FF2B5EF4-FFF2-40B4-BE49-F238E27FC236}">
                  <a16:creationId xmlns:a16="http://schemas.microsoft.com/office/drawing/2014/main" id="{475C71C1-A07C-E3BB-DBD4-92EAE60ED89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7" name="Forma libre 38">
              <a:extLst>
                <a:ext uri="{FF2B5EF4-FFF2-40B4-BE49-F238E27FC236}">
                  <a16:creationId xmlns:a16="http://schemas.microsoft.com/office/drawing/2014/main" id="{6C14B503-619D-FECA-B1C8-EC84086F4DE6}"/>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39">
              <a:extLst>
                <a:ext uri="{FF2B5EF4-FFF2-40B4-BE49-F238E27FC236}">
                  <a16:creationId xmlns:a16="http://schemas.microsoft.com/office/drawing/2014/main" id="{9E146600-CCBF-BB5A-C6C7-078580464DB8}"/>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473457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MX" noProof="0" dirty="0"/>
              <a:t>Haz clic para modificar el estilo de título del patrón</a:t>
            </a:r>
          </a:p>
        </p:txBody>
      </p:sp>
      <p:sp>
        <p:nvSpPr>
          <p:cNvPr id="31" name="Marcador de posición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4773917" y="6610349"/>
            <a:ext cx="2644166" cy="247651"/>
          </a:xfrm>
          <a:prstGeom prst="rect">
            <a:avLst/>
          </a:prstGeom>
        </p:spPr>
        <p:txBody>
          <a:bodyPr vert="horz" lIns="0" tIns="0" rIns="0" bIns="0" rtlCol="0" anchor="t" anchorCtr="0"/>
          <a:lstStyle>
            <a:lvl1pPr algn="ctr">
              <a:defRPr sz="1100" b="0" i="0">
                <a:solidFill>
                  <a:schemeClr val="bg2">
                    <a:lumMod val="50000"/>
                  </a:schemeClr>
                </a:solidFill>
                <a:latin typeface="+mj-lt"/>
              </a:defRPr>
            </a:lvl1pPr>
          </a:lstStyle>
          <a:p>
            <a:r>
              <a:rPr lang="es-MX"/>
              <a:t>OPTIMIZACIÓN DE OPERACIONES</a:t>
            </a:r>
            <a:endParaRPr lang="es-MX" dirty="0"/>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11668760" y="6602243"/>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a:t>
            </a:fld>
            <a:endParaRPr lang="es-MX" noProof="0">
              <a:latin typeface="+mn-lt"/>
            </a:endParaRPr>
          </a:p>
        </p:txBody>
      </p:sp>
      <p:sp>
        <p:nvSpPr>
          <p:cNvPr id="4" name="Marcador de posición de fecha 3">
            <a:extLst>
              <a:ext uri="{FF2B5EF4-FFF2-40B4-BE49-F238E27FC236}">
                <a16:creationId xmlns:a16="http://schemas.microsoft.com/office/drawing/2014/main" id="{8AC6FE46-170E-0F6C-06F0-D7F69117A30F}"/>
              </a:ext>
            </a:extLst>
          </p:cNvPr>
          <p:cNvSpPr txBox="1">
            <a:spLocks/>
          </p:cNvSpPr>
          <p:nvPr userDrawn="1"/>
        </p:nvSpPr>
        <p:spPr>
          <a:xfrm rot="16200000">
            <a:off x="11304868" y="3812442"/>
            <a:ext cx="1562125" cy="247651"/>
          </a:xfrm>
          <a:prstGeom prst="rect">
            <a:avLst/>
          </a:prstGeom>
        </p:spPr>
        <p:txBody>
          <a:bodyPr vert="horz" lIns="0" tIns="0" rIns="0" bIns="0" rtlCol="0" anchor="t" anchorCtr="0"/>
          <a:lstStyle>
            <a:defPPr rtl="0">
              <a:defRPr lang="es-mx"/>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000" dirty="0">
                <a:solidFill>
                  <a:schemeClr val="tx1">
                    <a:lumMod val="50000"/>
                  </a:schemeClr>
                </a:solidFill>
              </a:rPr>
              <a:t>Jenny Díaz Ramírez  PhD</a:t>
            </a: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98" r:id="rId8"/>
    <p:sldLayoutId id="2147483676" r:id="rId9"/>
    <p:sldLayoutId id="2147483677" r:id="rId10"/>
    <p:sldLayoutId id="2147483685" r:id="rId11"/>
    <p:sldLayoutId id="2147483688" r:id="rId12"/>
    <p:sldLayoutId id="2147483692" r:id="rId13"/>
    <p:sldLayoutId id="2147483682" r:id="rId14"/>
    <p:sldLayoutId id="2147483697" r:id="rId15"/>
    <p:sldLayoutId id="2147483699" r:id="rId16"/>
  </p:sldLayoutIdLst>
  <p:hf hdr="0"/>
  <p:txStyles>
    <p:titleStyle>
      <a:lvl1pPr algn="l" defTabSz="914400" rtl="0" eaLnBrk="1" latinLnBrk="0" hangingPunct="1">
        <a:lnSpc>
          <a:spcPct val="90000"/>
        </a:lnSpc>
        <a:spcBef>
          <a:spcPct val="0"/>
        </a:spcBef>
        <a:buNone/>
        <a:defRPr sz="4000" b="0" i="0" kern="1200" spc="100" baseline="0">
          <a:solidFill>
            <a:schemeClr val="bg1"/>
          </a:solidFill>
          <a:latin typeface="Aptos Black" panose="020B00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4831976" y="1483744"/>
            <a:ext cx="6320118" cy="2146458"/>
          </a:xfrm>
        </p:spPr>
        <p:txBody>
          <a:bodyPr rtlCol="0"/>
          <a:lstStyle/>
          <a:p>
            <a:pPr rtl="0"/>
            <a:r>
              <a:rPr lang="es-MX" sz="4000" dirty="0">
                <a:latin typeface="Abadi" panose="020B0604020104020204" pitchFamily="34" charset="0"/>
              </a:rPr>
              <a:t>Modelación de problemas lineales</a:t>
            </a:r>
            <a:br>
              <a:rPr lang="es-MX" sz="4000" dirty="0">
                <a:latin typeface="Abadi" panose="020B0604020104020204" pitchFamily="34" charset="0"/>
              </a:rPr>
            </a:br>
            <a:endParaRPr lang="es-MX" sz="4000" dirty="0">
              <a:latin typeface="Abadi" panose="020B0604020104020204" pitchFamily="34" charset="0"/>
            </a:endParaRPr>
          </a:p>
        </p:txBody>
      </p:sp>
      <p:sp>
        <p:nvSpPr>
          <p:cNvPr id="3" name="Marcador de posición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s-MX" dirty="0">
                <a:latin typeface="+mj-lt"/>
              </a:rPr>
              <a:t>Profesor </a:t>
            </a:r>
            <a:r>
              <a:rPr lang="es-MX" dirty="0" err="1">
                <a:latin typeface="+mj-lt"/>
              </a:rPr>
              <a:t>name</a:t>
            </a:r>
            <a:endParaRPr lang="es-MX" dirty="0">
              <a:latin typeface="+mj-lt"/>
            </a:endParaRPr>
          </a:p>
          <a:p>
            <a:pPr rtl="0"/>
            <a:r>
              <a:rPr lang="es-MX" dirty="0">
                <a:latin typeface="+mj-lt"/>
              </a:rPr>
              <a:t>Optimización de Procesos Industriales</a:t>
            </a:r>
          </a:p>
          <a:p>
            <a:pPr rtl="0"/>
            <a:r>
              <a:rPr lang="es-MX" dirty="0">
                <a:latin typeface="+mj-lt"/>
              </a:rPr>
              <a:t>Escuela de Ingeniería y Ciencias</a:t>
            </a:r>
          </a:p>
          <a:p>
            <a:pPr rtl="0"/>
            <a:r>
              <a:rPr lang="es-MX" dirty="0">
                <a:latin typeface="+mj-lt"/>
              </a:rPr>
              <a:t>Tecnológico de Monterrey</a:t>
            </a:r>
            <a:endParaRPr lang="es-MX" dirty="0"/>
          </a:p>
          <a:p>
            <a:pPr rtl="0"/>
            <a:endParaRPr lang="es-MX" dirty="0"/>
          </a:p>
        </p:txBody>
      </p:sp>
      <p:pic>
        <p:nvPicPr>
          <p:cNvPr id="1026" name="Picture 2" descr="ITESM + Tec de Monterrey Artwork – javier arturo rodríguez">
            <a:extLst>
              <a:ext uri="{FF2B5EF4-FFF2-40B4-BE49-F238E27FC236}">
                <a16:creationId xmlns:a16="http://schemas.microsoft.com/office/drawing/2014/main" id="{81EE2347-21B2-2241-0047-FCE86C38F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66" y="218795"/>
            <a:ext cx="1693319" cy="44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402816" y="295562"/>
            <a:ext cx="11093859" cy="685166"/>
          </a:xfrm>
        </p:spPr>
        <p:txBody>
          <a:bodyPr/>
          <a:lstStyle/>
          <a:p>
            <a:r>
              <a:rPr lang="es-MX" dirty="0"/>
              <a:t>A linear </a:t>
            </a:r>
            <a:r>
              <a:rPr lang="es-MX" dirty="0" err="1"/>
              <a:t>programming</a:t>
            </a:r>
            <a:r>
              <a:rPr lang="es-MX" dirty="0"/>
              <a:t> </a:t>
            </a:r>
            <a:r>
              <a:rPr lang="es-MX" dirty="0" err="1"/>
              <a:t>model</a:t>
            </a:r>
            <a:endParaRPr lang="es-ES" dirty="0"/>
          </a:p>
        </p:txBody>
      </p:sp>
      <p:sp>
        <p:nvSpPr>
          <p:cNvPr id="3" name="2 Marcador de contenido"/>
          <p:cNvSpPr>
            <a:spLocks noGrp="1"/>
          </p:cNvSpPr>
          <p:nvPr>
            <p:ph idx="4294967295"/>
          </p:nvPr>
        </p:nvSpPr>
        <p:spPr>
          <a:xfrm>
            <a:off x="681908" y="1981201"/>
            <a:ext cx="5300001" cy="1214614"/>
          </a:xfrm>
        </p:spPr>
        <p:txBody>
          <a:bodyPr>
            <a:normAutofit lnSpcReduction="10000"/>
          </a:bodyPr>
          <a:lstStyle/>
          <a:p>
            <a:r>
              <a:rPr lang="es-MX" sz="2000" dirty="0"/>
              <a:t>A linear </a:t>
            </a:r>
            <a:r>
              <a:rPr lang="es-MX" sz="2000" dirty="0" err="1"/>
              <a:t>function</a:t>
            </a:r>
            <a:endParaRPr lang="es-MX" sz="2000" dirty="0"/>
          </a:p>
          <a:p>
            <a:r>
              <a:rPr lang="es-MX" sz="2000" dirty="0" err="1"/>
              <a:t>Its</a:t>
            </a:r>
            <a:r>
              <a:rPr lang="es-MX" sz="2000" dirty="0"/>
              <a:t> </a:t>
            </a:r>
            <a:r>
              <a:rPr lang="es-MX" sz="2000" dirty="0" err="1"/>
              <a:t>value</a:t>
            </a:r>
            <a:r>
              <a:rPr lang="es-MX" sz="2000" dirty="0"/>
              <a:t> </a:t>
            </a:r>
            <a:r>
              <a:rPr lang="es-MX" sz="2000" dirty="0" err="1"/>
              <a:t>is</a:t>
            </a:r>
            <a:r>
              <a:rPr lang="es-MX" sz="2000" dirty="0"/>
              <a:t> </a:t>
            </a:r>
            <a:r>
              <a:rPr lang="es-MX" sz="2000" dirty="0" err="1"/>
              <a:t>assigned</a:t>
            </a:r>
            <a:r>
              <a:rPr lang="es-MX" sz="2000" dirty="0"/>
              <a:t> to a new </a:t>
            </a:r>
            <a:r>
              <a:rPr lang="es-MX" sz="2000" dirty="0" err="1"/>
              <a:t>decision</a:t>
            </a:r>
            <a:r>
              <a:rPr lang="es-MX" sz="2000" dirty="0"/>
              <a:t> variable, </a:t>
            </a:r>
            <a:r>
              <a:rPr lang="es-MX" sz="2000" dirty="0" err="1"/>
              <a:t>usually</a:t>
            </a:r>
            <a:r>
              <a:rPr lang="es-MX" sz="2000" dirty="0"/>
              <a:t> “z”, </a:t>
            </a:r>
            <a:r>
              <a:rPr lang="es-MX" sz="2000" dirty="0" err="1"/>
              <a:t>but</a:t>
            </a:r>
            <a:r>
              <a:rPr lang="es-MX" sz="2000" dirty="0"/>
              <a:t>, </a:t>
            </a:r>
            <a:r>
              <a:rPr lang="es-MX" sz="2000" dirty="0" err="1"/>
              <a:t>you</a:t>
            </a:r>
            <a:r>
              <a:rPr lang="es-MX" sz="2000" dirty="0"/>
              <a:t> can use </a:t>
            </a:r>
            <a:r>
              <a:rPr lang="es-MX" sz="2000" dirty="0" err="1"/>
              <a:t>any</a:t>
            </a:r>
            <a:r>
              <a:rPr lang="es-MX" sz="2000" dirty="0"/>
              <a:t> </a:t>
            </a:r>
            <a:r>
              <a:rPr lang="es-MX" sz="2000" dirty="0" err="1"/>
              <a:t>name</a:t>
            </a:r>
            <a:r>
              <a:rPr lang="es-MX" sz="2000" dirty="0"/>
              <a:t>.</a:t>
            </a:r>
            <a:endParaRPr lang="es-ES" sz="2000" dirty="0"/>
          </a:p>
          <a:p>
            <a:endParaRPr lang="es-MX" sz="2000" dirty="0"/>
          </a:p>
        </p:txBody>
      </p:sp>
      <p:sp>
        <p:nvSpPr>
          <p:cNvPr id="6" name="Marcador de texto 5"/>
          <p:cNvSpPr>
            <a:spLocks noGrp="1"/>
          </p:cNvSpPr>
          <p:nvPr>
            <p:ph type="body" idx="4294967295"/>
          </p:nvPr>
        </p:nvSpPr>
        <p:spPr>
          <a:xfrm>
            <a:off x="514779" y="1385759"/>
            <a:ext cx="5386388" cy="639762"/>
          </a:xfrm>
        </p:spPr>
        <p:txBody>
          <a:bodyPr/>
          <a:lstStyle/>
          <a:p>
            <a:pPr marL="0" indent="0">
              <a:buNone/>
            </a:pPr>
            <a:r>
              <a:rPr lang="es-MX" b="1" dirty="0">
                <a:solidFill>
                  <a:srgbClr val="FF0000"/>
                </a:solidFill>
              </a:rPr>
              <a:t>OF: </a:t>
            </a:r>
            <a:r>
              <a:rPr lang="es-MX" b="1" dirty="0" err="1">
                <a:solidFill>
                  <a:srgbClr val="FF0000"/>
                </a:solidFill>
              </a:rPr>
              <a:t>max</a:t>
            </a:r>
            <a:r>
              <a:rPr lang="es-MX" b="1" dirty="0">
                <a:solidFill>
                  <a:srgbClr val="FF0000"/>
                </a:solidFill>
              </a:rPr>
              <a:t>/min</a:t>
            </a:r>
          </a:p>
          <a:p>
            <a:endParaRPr lang="en-US" b="1" dirty="0"/>
          </a:p>
        </p:txBody>
      </p:sp>
      <p:sp>
        <p:nvSpPr>
          <p:cNvPr id="7" name="Marcador de texto 6"/>
          <p:cNvSpPr>
            <a:spLocks noGrp="1"/>
          </p:cNvSpPr>
          <p:nvPr>
            <p:ph type="body" sz="quarter" idx="4294967295"/>
          </p:nvPr>
        </p:nvSpPr>
        <p:spPr>
          <a:xfrm>
            <a:off x="7864452" y="1442908"/>
            <a:ext cx="2912068" cy="639762"/>
          </a:xfrm>
        </p:spPr>
        <p:txBody>
          <a:bodyPr>
            <a:normAutofit/>
          </a:bodyPr>
          <a:lstStyle/>
          <a:p>
            <a:pPr marL="0" indent="0" defTabSz="914400">
              <a:spcBef>
                <a:spcPts val="0"/>
              </a:spcBef>
              <a:buClr>
                <a:schemeClr val="accent1"/>
              </a:buClr>
              <a:buSzPct val="80000"/>
              <a:buNone/>
            </a:pPr>
            <a:r>
              <a:rPr lang="en-US" sz="2300" b="1" cap="all" dirty="0">
                <a:solidFill>
                  <a:srgbClr val="FF0000"/>
                </a:solidFill>
                <a:latin typeface="Calibri" panose="020F0502020204030204" pitchFamily="34" charset="0"/>
                <a:ea typeface="Verdana" pitchFamily="34" charset="0"/>
                <a:cs typeface="Verdana" pitchFamily="34" charset="0"/>
              </a:rPr>
              <a:t>Decision variables</a:t>
            </a:r>
          </a:p>
        </p:txBody>
      </p:sp>
      <p:sp>
        <p:nvSpPr>
          <p:cNvPr id="8" name="Marcador de contenido 7"/>
          <p:cNvSpPr>
            <a:spLocks noGrp="1"/>
          </p:cNvSpPr>
          <p:nvPr>
            <p:ph sz="quarter" idx="4294967295"/>
          </p:nvPr>
        </p:nvSpPr>
        <p:spPr>
          <a:xfrm>
            <a:off x="7945194" y="1981201"/>
            <a:ext cx="3381070" cy="2815690"/>
          </a:xfrm>
        </p:spPr>
        <p:txBody>
          <a:bodyPr>
            <a:normAutofit/>
          </a:bodyPr>
          <a:lstStyle/>
          <a:p>
            <a:r>
              <a:rPr lang="en-US" sz="2000" dirty="0"/>
              <a:t>Meaning, units</a:t>
            </a:r>
          </a:p>
          <a:p>
            <a:r>
              <a:rPr lang="en-US" sz="2000" dirty="0"/>
              <a:t>Domain, continuity</a:t>
            </a:r>
          </a:p>
          <a:p>
            <a:r>
              <a:rPr lang="en-US" sz="2000" dirty="0"/>
              <a:t>No negativity</a:t>
            </a:r>
          </a:p>
          <a:p>
            <a:r>
              <a:rPr lang="en-US" sz="2000" dirty="0"/>
              <a:t>Grouped with an index: when the same kind of decision is applied to a set (or subset) of elements.</a:t>
            </a:r>
          </a:p>
          <a:p>
            <a:r>
              <a:rPr lang="en-US" sz="2000" dirty="0"/>
              <a:t>Number of variables: finite</a:t>
            </a:r>
          </a:p>
          <a:p>
            <a:endParaRPr lang="en-US" sz="2000" dirty="0"/>
          </a:p>
        </p:txBody>
      </p:sp>
      <p:sp>
        <p:nvSpPr>
          <p:cNvPr id="9" name="2 Marcador de contenido"/>
          <p:cNvSpPr txBox="1">
            <a:spLocks/>
          </p:cNvSpPr>
          <p:nvPr/>
        </p:nvSpPr>
        <p:spPr>
          <a:xfrm>
            <a:off x="444692" y="3389046"/>
            <a:ext cx="5774432" cy="1754285"/>
          </a:xfrm>
          <a:prstGeom prst="rect">
            <a:avLst/>
          </a:prstGeom>
        </p:spPr>
        <p:txBody>
          <a:bodyPr vert="horz" lIns="146304" tIns="91440" rtlCol="0" anchor="ctr">
            <a:normAutofit/>
          </a:bodyPr>
          <a:lstStyle>
            <a:lvl1pPr marL="0" indent="0" algn="l" rtl="0" eaLnBrk="1" latinLnBrk="0" hangingPunct="1">
              <a:spcBef>
                <a:spcPts val="0"/>
              </a:spcBef>
              <a:buClr>
                <a:schemeClr val="accent1"/>
              </a:buClr>
              <a:buSzPct val="80000"/>
              <a:buFont typeface="Wingdings 2"/>
              <a:buNone/>
              <a:defRPr kumimoji="0" sz="2300" b="1" kern="1200" cap="all" baseline="0">
                <a:solidFill>
                  <a:schemeClr val="tx1"/>
                </a:solidFill>
                <a:latin typeface="Calibri" panose="020F0502020204030204" pitchFamily="34" charset="0"/>
                <a:ea typeface="Verdana" pitchFamily="34" charset="0"/>
                <a:cs typeface="Verdana" pitchFamily="34" charset="0"/>
              </a:defRPr>
            </a:lvl1pPr>
            <a:lvl2pPr marL="457200" indent="0" algn="l" rtl="0" eaLnBrk="1" latinLnBrk="0" hangingPunct="1">
              <a:spcBef>
                <a:spcPct val="20000"/>
              </a:spcBef>
              <a:buClr>
                <a:schemeClr val="accent2"/>
              </a:buClr>
              <a:buSzPct val="90000"/>
              <a:buFont typeface="Wingdings"/>
              <a:buNone/>
              <a:defRPr kumimoji="0" sz="2000" b="1" kern="1200">
                <a:solidFill>
                  <a:schemeClr val="tx1"/>
                </a:solidFill>
                <a:latin typeface="Calibri" panose="020F0502020204030204" pitchFamily="34" charset="0"/>
                <a:ea typeface="Verdana" pitchFamily="34" charset="0"/>
                <a:cs typeface="Verdana" pitchFamily="34" charset="0"/>
              </a:defRPr>
            </a:lvl2pPr>
            <a:lvl3pPr marL="914400" indent="0" algn="l" rtl="0" eaLnBrk="1" latinLnBrk="0" hangingPunct="1">
              <a:spcBef>
                <a:spcPct val="20000"/>
              </a:spcBef>
              <a:buClr>
                <a:schemeClr val="accent3"/>
              </a:buClr>
              <a:buFont typeface="Arial"/>
              <a:buNone/>
              <a:defRPr kumimoji="0" sz="1800" b="1" kern="1200">
                <a:solidFill>
                  <a:schemeClr val="tx1"/>
                </a:solidFill>
                <a:latin typeface="Calibri" panose="020F0502020204030204" pitchFamily="34" charset="0"/>
                <a:ea typeface="Verdana" pitchFamily="34" charset="0"/>
                <a:cs typeface="Verdana" pitchFamily="34" charset="0"/>
              </a:defRPr>
            </a:lvl3pPr>
            <a:lvl4pPr marL="1371600" indent="0" algn="l" rtl="0" eaLnBrk="1" latinLnBrk="0" hangingPunct="1">
              <a:spcBef>
                <a:spcPct val="20000"/>
              </a:spcBef>
              <a:buClr>
                <a:schemeClr val="accent4"/>
              </a:buClr>
              <a:buFont typeface="Arial"/>
              <a:buNone/>
              <a:defRPr kumimoji="0" sz="1600" b="1" kern="1200">
                <a:solidFill>
                  <a:schemeClr val="tx1"/>
                </a:solidFill>
                <a:latin typeface="Calibri" panose="020F0502020204030204" pitchFamily="34" charset="0"/>
                <a:ea typeface="Verdana" pitchFamily="34" charset="0"/>
                <a:cs typeface="Verdana" pitchFamily="34" charset="0"/>
              </a:defRPr>
            </a:lvl4pPr>
            <a:lvl5pPr marL="1828800" indent="0" algn="l" rtl="0" eaLnBrk="1" latinLnBrk="0" hangingPunct="1">
              <a:spcBef>
                <a:spcPct val="20000"/>
              </a:spcBef>
              <a:buClr>
                <a:schemeClr val="accent5"/>
              </a:buClr>
              <a:buFont typeface="Wingdings 3"/>
              <a:buNone/>
              <a:defRPr kumimoji="0" lang="en-US" sz="1600" b="1" kern="1200">
                <a:solidFill>
                  <a:schemeClr val="tx1"/>
                </a:solidFill>
                <a:latin typeface="Calibri" panose="020F0502020204030204" pitchFamily="34" charset="0"/>
                <a:ea typeface="Verdana" pitchFamily="34" charset="0"/>
                <a:cs typeface="Verdana" pitchFamily="34" charset="0"/>
              </a:defRPr>
            </a:lvl5pPr>
            <a:lvl6pPr marL="2286000" indent="0" algn="l" rtl="0" eaLnBrk="1" latinLnBrk="0" hangingPunct="1">
              <a:spcBef>
                <a:spcPct val="20000"/>
              </a:spcBef>
              <a:buClr>
                <a:schemeClr val="accent6"/>
              </a:buClr>
              <a:buSzPct val="100000"/>
              <a:buFont typeface="Wingdings 2"/>
              <a:buNone/>
              <a:defRPr kumimoji="0" sz="1600" b="1" kern="1200">
                <a:solidFill>
                  <a:schemeClr val="tx1"/>
                </a:solidFill>
                <a:latin typeface="+mn-lt"/>
                <a:ea typeface="+mn-ea"/>
                <a:cs typeface="+mn-cs"/>
              </a:defRPr>
            </a:lvl6pPr>
            <a:lvl7pPr marL="2743200" indent="0" algn="l" rtl="0" eaLnBrk="1" latinLnBrk="0" hangingPunct="1">
              <a:spcBef>
                <a:spcPct val="20000"/>
              </a:spcBef>
              <a:buClr>
                <a:schemeClr val="accent1"/>
              </a:buClr>
              <a:buSzPct val="100000"/>
              <a:buFont typeface="Wingdings 2"/>
              <a:buNone/>
              <a:defRPr kumimoji="0" sz="1600" b="1" kern="1200">
                <a:solidFill>
                  <a:schemeClr val="tx1"/>
                </a:solidFill>
                <a:latin typeface="+mn-lt"/>
                <a:ea typeface="+mn-ea"/>
                <a:cs typeface="+mn-cs"/>
              </a:defRPr>
            </a:lvl7pPr>
            <a:lvl8pPr marL="3200400" indent="0" algn="l" rtl="0" eaLnBrk="1" latinLnBrk="0" hangingPunct="1">
              <a:spcBef>
                <a:spcPct val="20000"/>
              </a:spcBef>
              <a:buClr>
                <a:schemeClr val="accent2"/>
              </a:buClr>
              <a:buFont typeface="Wingdings 2" pitchFamily="18" charset="2"/>
              <a:buNone/>
              <a:defRPr kumimoji="0" sz="1600" b="1" kern="1200">
                <a:solidFill>
                  <a:schemeClr val="tx1"/>
                </a:solidFill>
                <a:latin typeface="+mn-lt"/>
                <a:ea typeface="+mn-ea"/>
                <a:cs typeface="+mn-cs"/>
              </a:defRPr>
            </a:lvl8pPr>
            <a:lvl9pPr marL="3657600" indent="0" algn="l" rtl="0" eaLnBrk="1" latinLnBrk="0" hangingPunct="1">
              <a:spcBef>
                <a:spcPct val="20000"/>
              </a:spcBef>
              <a:buClr>
                <a:schemeClr val="accent3"/>
              </a:buClr>
              <a:buFont typeface="Wingdings 2" pitchFamily="18" charset="2"/>
              <a:buNone/>
              <a:defRPr kumimoji="0" sz="1600" b="1" kern="1200" baseline="0">
                <a:solidFill>
                  <a:schemeClr val="tx1"/>
                </a:solidFill>
                <a:latin typeface="+mn-lt"/>
                <a:ea typeface="+mn-ea"/>
                <a:cs typeface="+mn-cs"/>
              </a:defRPr>
            </a:lvl9pPr>
            <a:extLst/>
          </a:lstStyle>
          <a:p>
            <a:r>
              <a:rPr lang="en-US" dirty="0">
                <a:solidFill>
                  <a:srgbClr val="FF0000"/>
                </a:solidFill>
              </a:rPr>
              <a:t>Constraints</a:t>
            </a:r>
          </a:p>
          <a:p>
            <a:pPr marL="342900" indent="-342900">
              <a:buFont typeface="Arial" panose="020B0604020202020204" pitchFamily="34" charset="0"/>
              <a:buChar char="•"/>
            </a:pPr>
            <a:r>
              <a:rPr lang="en-US" sz="2000" b="0" cap="none" dirty="0"/>
              <a:t>Equalities or inequalities (=, ≥, ≤)</a:t>
            </a:r>
          </a:p>
          <a:p>
            <a:pPr marL="342900" indent="-342900">
              <a:buFont typeface="Arial" panose="020B0604020202020204" pitchFamily="34" charset="0"/>
              <a:buChar char="•"/>
            </a:pPr>
            <a:r>
              <a:rPr lang="en-US" sz="2000" b="0" cap="none" dirty="0"/>
              <a:t>Left hand side (LHS): a linear expression</a:t>
            </a:r>
          </a:p>
          <a:p>
            <a:pPr marL="342900" indent="-342900">
              <a:buFont typeface="Arial" panose="020B0604020202020204" pitchFamily="34" charset="0"/>
              <a:buChar char="•"/>
            </a:pPr>
            <a:r>
              <a:rPr lang="en-US" sz="2000" b="0" cap="none" dirty="0"/>
              <a:t>Right hand side (RHS): a parameter</a:t>
            </a:r>
          </a:p>
        </p:txBody>
      </p:sp>
      <mc:AlternateContent xmlns:mc="http://schemas.openxmlformats.org/markup-compatibility/2006" xmlns:a14="http://schemas.microsoft.com/office/drawing/2010/main">
        <mc:Choice Requires="a14">
          <p:sp>
            <p:nvSpPr>
              <p:cNvPr id="10" name="Rectángulo 9"/>
              <p:cNvSpPr/>
              <p:nvPr/>
            </p:nvSpPr>
            <p:spPr>
              <a:xfrm>
                <a:off x="5481023" y="3203455"/>
                <a:ext cx="2226955" cy="2083391"/>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func>
                        <m:funcPr>
                          <m:ctrlPr>
                            <a:rPr lang="es-MX" sz="2400" i="1" smtClean="0">
                              <a:solidFill>
                                <a:srgbClr val="545454"/>
                              </a:solidFill>
                              <a:latin typeface="Cambria Math" panose="02040503050406030204" pitchFamily="18" charset="0"/>
                              <a:ea typeface="Calibri" panose="020F0502020204030204" pitchFamily="34" charset="0"/>
                              <a:cs typeface="Arial" panose="020B0604020202020204" pitchFamily="34" charset="0"/>
                            </a:rPr>
                          </m:ctrlPr>
                        </m:funcPr>
                        <m:fName>
                          <m:r>
                            <m:rPr>
                              <m:sty m:val="p"/>
                            </m:rPr>
                            <a:rPr lang="en-US" sz="2400">
                              <a:solidFill>
                                <a:srgbClr val="545454"/>
                              </a:solidFill>
                              <a:effectLst/>
                              <a:latin typeface="Cambria Math" panose="02040503050406030204" pitchFamily="18" charset="0"/>
                              <a:ea typeface="Calibri" panose="020F0502020204030204" pitchFamily="34" charset="0"/>
                              <a:cs typeface="Arial" panose="020B0604020202020204" pitchFamily="34" charset="0"/>
                            </a:rPr>
                            <m:t>m</m:t>
                          </m:r>
                          <m:r>
                            <a:rPr lang="es-MX" sz="2400" b="0" i="1" smtClean="0">
                              <a:solidFill>
                                <a:srgbClr val="545454"/>
                              </a:solidFill>
                              <a:effectLst/>
                              <a:latin typeface="Cambria Math" panose="02040503050406030204" pitchFamily="18" charset="0"/>
                              <a:ea typeface="Calibri" panose="020F0502020204030204" pitchFamily="34" charset="0"/>
                              <a:cs typeface="Arial" panose="020B0604020202020204" pitchFamily="34" charset="0"/>
                            </a:rPr>
                            <m:t>𝑎𝑥</m:t>
                          </m:r>
                        </m:fName>
                        <m:e>
                          <m:r>
                            <a:rPr lang="en-US" sz="2400" i="1">
                              <a:solidFill>
                                <a:srgbClr val="545454"/>
                              </a:solidFill>
                              <a:effectLst/>
                              <a:latin typeface="Cambria Math" panose="02040503050406030204" pitchFamily="18" charset="0"/>
                              <a:ea typeface="Calibri" panose="020F0502020204030204" pitchFamily="34" charset="0"/>
                              <a:cs typeface="Arial" panose="020B0604020202020204" pitchFamily="34" charset="0"/>
                            </a:rPr>
                            <m:t>𝑍</m:t>
                          </m:r>
                          <m:r>
                            <a:rPr lang="en-US" sz="2400" i="1">
                              <a:solidFill>
                                <a:srgbClr val="545454"/>
                              </a:solidFill>
                              <a:effectLst/>
                              <a:latin typeface="Cambria Math" panose="02040503050406030204" pitchFamily="18" charset="0"/>
                              <a:ea typeface="Calibri" panose="020F0502020204030204" pitchFamily="34" charset="0"/>
                              <a:cs typeface="Arial" panose="020B0604020202020204" pitchFamily="34" charset="0"/>
                            </a:rPr>
                            <m:t>=</m:t>
                          </m:r>
                          <m:r>
                            <a:rPr lang="en-US" sz="2400" i="1">
                              <a:solidFill>
                                <a:srgbClr val="545454"/>
                              </a:solidFill>
                              <a:effectLst/>
                              <a:latin typeface="Cambria Math" panose="02040503050406030204" pitchFamily="18" charset="0"/>
                              <a:ea typeface="Calibri" panose="020F0502020204030204" pitchFamily="34" charset="0"/>
                              <a:cs typeface="Arial" panose="020B0604020202020204" pitchFamily="34" charset="0"/>
                            </a:rPr>
                            <m:t>𝕔</m:t>
                          </m:r>
                          <m:r>
                            <a:rPr lang="en-US" sz="2400" i="1">
                              <a:solidFill>
                                <a:srgbClr val="545454"/>
                              </a:solidFill>
                              <a:effectLst/>
                              <a:latin typeface="Cambria Math" panose="02040503050406030204" pitchFamily="18" charset="0"/>
                              <a:ea typeface="Calibri" panose="020F0502020204030204" pitchFamily="34" charset="0"/>
                              <a:cs typeface="Arial" panose="020B0604020202020204" pitchFamily="34" charset="0"/>
                            </a:rPr>
                            <m:t>′</m:t>
                          </m:r>
                          <m:r>
                            <a:rPr lang="en-US" sz="2400" i="1">
                              <a:solidFill>
                                <a:srgbClr val="545454"/>
                              </a:solidFill>
                              <a:effectLst/>
                              <a:latin typeface="Cambria Math" panose="02040503050406030204" pitchFamily="18" charset="0"/>
                              <a:ea typeface="Calibri" panose="020F0502020204030204" pitchFamily="34" charset="0"/>
                              <a:cs typeface="Arial" panose="020B0604020202020204" pitchFamily="34" charset="0"/>
                            </a:rPr>
                            <m:t>𝕩</m:t>
                          </m:r>
                        </m:e>
                      </m:func>
                    </m:oMath>
                  </m:oMathPara>
                </a14:m>
                <a:endParaRPr lang="es-MX" sz="2400" i="1" dirty="0">
                  <a:solidFill>
                    <a:srgbClr val="545454"/>
                  </a:solidFill>
                  <a:effectLst/>
                  <a:latin typeface="Cambria Math" panose="02040503050406030204" pitchFamily="18" charset="0"/>
                  <a:ea typeface="Calibri" panose="020F0502020204030204" pitchFamily="34" charset="0"/>
                  <a:cs typeface="Arial" panose="020B0604020202020204" pitchFamily="34" charset="0"/>
                </a:endParaRPr>
              </a:p>
              <a:p>
                <a:pPr>
                  <a:lnSpc>
                    <a:spcPct val="107000"/>
                  </a:lnSpc>
                  <a:spcAft>
                    <a:spcPts val="800"/>
                  </a:spcAft>
                </a:pPr>
                <a:r>
                  <a:rPr lang="es-MX" sz="2400" i="1" dirty="0">
                    <a:solidFill>
                      <a:srgbClr val="545454"/>
                    </a:solidFill>
                    <a:effectLst/>
                    <a:latin typeface="Cambria Math" panose="02040503050406030204" pitchFamily="18" charset="0"/>
                    <a:ea typeface="Times New Roman" panose="02020603050405020304" pitchFamily="18" charset="0"/>
                    <a:cs typeface="Arial" panose="020B0604020202020204" pitchFamily="34" charset="0"/>
                  </a:rPr>
                  <a:t>      </a:t>
                </a:r>
                <a:r>
                  <a:rPr lang="es-MX" sz="2400" i="1" dirty="0" err="1">
                    <a:solidFill>
                      <a:srgbClr val="545454"/>
                    </a:solidFill>
                    <a:effectLst/>
                    <a:latin typeface="Cambria Math" panose="02040503050406030204" pitchFamily="18" charset="0"/>
                    <a:ea typeface="Times New Roman" panose="02020603050405020304" pitchFamily="18" charset="0"/>
                    <a:cs typeface="Arial" panose="020B0604020202020204" pitchFamily="34" charset="0"/>
                  </a:rPr>
                  <a:t>Subject</a:t>
                </a:r>
                <a:r>
                  <a:rPr lang="es-MX" sz="2400" i="1" dirty="0">
                    <a:solidFill>
                      <a:srgbClr val="545454"/>
                    </a:solidFill>
                    <a:effectLst/>
                    <a:latin typeface="Cambria Math" panose="02040503050406030204" pitchFamily="18" charset="0"/>
                    <a:ea typeface="Times New Roman" panose="02020603050405020304" pitchFamily="18" charset="0"/>
                    <a:cs typeface="Arial" panose="020B0604020202020204" pitchFamily="34" charset="0"/>
                  </a:rPr>
                  <a:t> </a:t>
                </a:r>
                <a:r>
                  <a:rPr lang="es-MX" sz="2400" i="1" dirty="0" err="1">
                    <a:solidFill>
                      <a:srgbClr val="545454"/>
                    </a:solidFill>
                    <a:effectLst/>
                    <a:latin typeface="Cambria Math" panose="02040503050406030204" pitchFamily="18" charset="0"/>
                    <a:ea typeface="Times New Roman" panose="02020603050405020304" pitchFamily="18" charset="0"/>
                    <a:cs typeface="Arial" panose="020B0604020202020204" pitchFamily="34" charset="0"/>
                  </a:rPr>
                  <a:t>to</a:t>
                </a:r>
                <a:r>
                  <a:rPr lang="es-MX" sz="2400" i="1" dirty="0">
                    <a:solidFill>
                      <a:srgbClr val="545454"/>
                    </a:solidFill>
                    <a:effectLst/>
                    <a:latin typeface="Cambria Math" panose="02040503050406030204" pitchFamily="18" charset="0"/>
                    <a:ea typeface="Times New Roman" panose="02020603050405020304" pitchFamily="18" charset="0"/>
                    <a:cs typeface="Arial" panose="020B0604020202020204" pitchFamily="34" charset="0"/>
                  </a:rPr>
                  <a:t>:</a:t>
                </a:r>
                <a:endParaRPr lang="es-MX"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s-MX" sz="2400" i="1">
                          <a:solidFill>
                            <a:srgbClr val="545454"/>
                          </a:solidFill>
                          <a:effectLst/>
                          <a:latin typeface="Cambria Math" panose="02040503050406030204" pitchFamily="18" charset="0"/>
                          <a:ea typeface="Calibri" panose="020F0502020204030204" pitchFamily="34" charset="0"/>
                          <a:cs typeface="Arial" panose="020B0604020202020204" pitchFamily="34" charset="0"/>
                        </a:rPr>
                        <m:t>𝔸𝕩</m:t>
                      </m:r>
                      <m:r>
                        <a:rPr lang="es-MX" sz="2400" i="1" smtClean="0">
                          <a:solidFill>
                            <a:srgbClr val="545454"/>
                          </a:solidFill>
                          <a:effectLst/>
                          <a:latin typeface="Cambria Math" panose="02040503050406030204" pitchFamily="18" charset="0"/>
                          <a:ea typeface="Cambria Math" panose="02040503050406030204" pitchFamily="18" charset="0"/>
                          <a:cs typeface="Arial" panose="020B0604020202020204" pitchFamily="34" charset="0"/>
                        </a:rPr>
                        <m:t>≤</m:t>
                      </m:r>
                      <m:r>
                        <a:rPr lang="es-MX" sz="2400" i="1">
                          <a:solidFill>
                            <a:srgbClr val="545454"/>
                          </a:solidFill>
                          <a:effectLst/>
                          <a:latin typeface="Cambria Math" panose="02040503050406030204" pitchFamily="18" charset="0"/>
                          <a:ea typeface="Calibri" panose="020F0502020204030204" pitchFamily="34" charset="0"/>
                          <a:cs typeface="Arial" panose="020B0604020202020204" pitchFamily="34" charset="0"/>
                        </a:rPr>
                        <m:t>𝕓</m:t>
                      </m:r>
                    </m:oMath>
                  </m:oMathPara>
                </a14:m>
                <a:endParaRPr lang="es-MX"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s-MX" sz="2400" i="1">
                          <a:solidFill>
                            <a:srgbClr val="545454"/>
                          </a:solidFill>
                          <a:latin typeface="Cambria Math" panose="02040503050406030204" pitchFamily="18" charset="0"/>
                          <a:ea typeface="Calibri" panose="020F0502020204030204" pitchFamily="34" charset="0"/>
                          <a:cs typeface="Arial" panose="020B0604020202020204" pitchFamily="34" charset="0"/>
                        </a:rPr>
                        <m:t>𝕩</m:t>
                      </m:r>
                      <m:r>
                        <a:rPr lang="es-MX" sz="2400" i="1" smtClean="0">
                          <a:solidFill>
                            <a:srgbClr val="545454"/>
                          </a:solidFill>
                          <a:latin typeface="Cambria Math" panose="02040503050406030204" pitchFamily="18" charset="0"/>
                          <a:ea typeface="Cambria Math" panose="02040503050406030204" pitchFamily="18" charset="0"/>
                          <a:cs typeface="Arial" panose="020B0604020202020204" pitchFamily="34" charset="0"/>
                        </a:rPr>
                        <m:t>≥</m:t>
                      </m:r>
                      <m:r>
                        <a:rPr lang="es-MX" sz="2400" b="0" i="1" smtClean="0">
                          <a:solidFill>
                            <a:srgbClr val="545454"/>
                          </a:solidFill>
                          <a:latin typeface="Cambria Math" panose="02040503050406030204" pitchFamily="18" charset="0"/>
                          <a:ea typeface="Cambria Math" panose="02040503050406030204" pitchFamily="18" charset="0"/>
                          <a:cs typeface="Arial" panose="020B0604020202020204" pitchFamily="34" charset="0"/>
                        </a:rPr>
                        <m:t>0</m:t>
                      </m:r>
                    </m:oMath>
                  </m:oMathPara>
                </a14:m>
                <a:endParaRPr lang="es-MX" sz="2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 name="Rectángulo 9"/>
              <p:cNvSpPr>
                <a:spLocks noRot="1" noChangeAspect="1" noMove="1" noResize="1" noEditPoints="1" noAdjustHandles="1" noChangeArrowheads="1" noChangeShapeType="1" noTextEdit="1"/>
              </p:cNvSpPr>
              <p:nvPr/>
            </p:nvSpPr>
            <p:spPr>
              <a:xfrm>
                <a:off x="5481023" y="3203455"/>
                <a:ext cx="2226955" cy="2083391"/>
              </a:xfrm>
              <a:prstGeom prst="rect">
                <a:avLst/>
              </a:prstGeom>
              <a:blipFill>
                <a:blip r:embed="rId3"/>
                <a:stretch>
                  <a:fillRect/>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33552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P spid="9" grpId="0"/>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4294967295"/>
          </p:nvPr>
        </p:nvSpPr>
        <p:spPr>
          <a:xfrm>
            <a:off x="5546284" y="2613643"/>
            <a:ext cx="4440679" cy="3391983"/>
          </a:xfrm>
        </p:spPr>
        <p:txBody>
          <a:bodyPr>
            <a:noAutofit/>
          </a:bodyPr>
          <a:lstStyle/>
          <a:p>
            <a:pPr lvl="0"/>
            <a:r>
              <a:rPr lang="es-MX" sz="1800" dirty="0"/>
              <a:t>Planificación y gestión de la producción</a:t>
            </a:r>
          </a:p>
          <a:p>
            <a:pPr lvl="1"/>
            <a:r>
              <a:rPr lang="es-MX" sz="1800" dirty="0"/>
              <a:t>Mezcla de producción</a:t>
            </a:r>
          </a:p>
          <a:p>
            <a:pPr lvl="1"/>
            <a:r>
              <a:rPr lang="es-MX" sz="1800" dirty="0"/>
              <a:t>Programación</a:t>
            </a:r>
          </a:p>
          <a:p>
            <a:pPr lvl="1"/>
            <a:r>
              <a:rPr lang="es-MX" sz="1800" dirty="0"/>
              <a:t>Asignación de recursos</a:t>
            </a:r>
          </a:p>
          <a:p>
            <a:pPr lvl="0"/>
            <a:r>
              <a:rPr lang="es-MX" sz="1800" dirty="0"/>
              <a:t>Gestión de inventarios</a:t>
            </a:r>
          </a:p>
          <a:p>
            <a:pPr lvl="0"/>
            <a:r>
              <a:rPr lang="es-MX" sz="1800" dirty="0"/>
              <a:t>Transporte y logística</a:t>
            </a:r>
          </a:p>
          <a:p>
            <a:pPr lvl="0"/>
            <a:r>
              <a:rPr lang="es-MX" sz="1800" dirty="0"/>
              <a:t>Asignación de recursos</a:t>
            </a:r>
          </a:p>
          <a:p>
            <a:pPr lvl="1"/>
            <a:r>
              <a:rPr lang="es-MX" sz="1800" dirty="0"/>
              <a:t>Optimización de portafolio</a:t>
            </a:r>
          </a:p>
          <a:p>
            <a:pPr lvl="1"/>
            <a:r>
              <a:rPr lang="es-MX" sz="1800" dirty="0"/>
              <a:t>Programación de personal</a:t>
            </a:r>
          </a:p>
          <a:p>
            <a:pPr lvl="1"/>
            <a:r>
              <a:rPr lang="es-MX" sz="1800" dirty="0"/>
              <a:t>Marketing y publicidad</a:t>
            </a:r>
            <a:endParaRPr lang="es-MX" sz="3200" dirty="0"/>
          </a:p>
          <a:p>
            <a:endParaRPr lang="en-US" dirty="0"/>
          </a:p>
        </p:txBody>
      </p:sp>
      <p:grpSp>
        <p:nvGrpSpPr>
          <p:cNvPr id="10" name="Grupo 9"/>
          <p:cNvGrpSpPr/>
          <p:nvPr/>
        </p:nvGrpSpPr>
        <p:grpSpPr>
          <a:xfrm>
            <a:off x="2364293" y="352959"/>
            <a:ext cx="7463414" cy="1740888"/>
            <a:chOff x="3215680" y="1988840"/>
            <a:chExt cx="5832648" cy="1820287"/>
          </a:xfrm>
        </p:grpSpPr>
        <p:graphicFrame>
          <p:nvGraphicFramePr>
            <p:cNvPr id="5" name="Diagrama 4"/>
            <p:cNvGraphicFramePr/>
            <p:nvPr>
              <p:extLst>
                <p:ext uri="{D42A27DB-BD31-4B8C-83A1-F6EECF244321}">
                  <p14:modId xmlns:p14="http://schemas.microsoft.com/office/powerpoint/2010/main" val="1434805850"/>
                </p:ext>
              </p:extLst>
            </p:nvPr>
          </p:nvGraphicFramePr>
          <p:xfrm>
            <a:off x="3215680" y="1988840"/>
            <a:ext cx="5810944" cy="753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a 5"/>
            <p:cNvGraphicFramePr/>
            <p:nvPr>
              <p:extLst>
                <p:ext uri="{D42A27DB-BD31-4B8C-83A1-F6EECF244321}">
                  <p14:modId xmlns:p14="http://schemas.microsoft.com/office/powerpoint/2010/main" val="2736889463"/>
                </p:ext>
              </p:extLst>
            </p:nvPr>
          </p:nvGraphicFramePr>
          <p:xfrm>
            <a:off x="3215680" y="2884485"/>
            <a:ext cx="5832648" cy="9246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sp>
        <p:nvSpPr>
          <p:cNvPr id="7" name="Rectangle 3"/>
          <p:cNvSpPr>
            <a:spLocks noChangeArrowheads="1"/>
          </p:cNvSpPr>
          <p:nvPr/>
        </p:nvSpPr>
        <p:spPr bwMode="auto">
          <a:xfrm>
            <a:off x="3215680" y="1988840"/>
            <a:ext cx="6192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1" name="Llamada de flecha a la derecha 10"/>
          <p:cNvSpPr/>
          <p:nvPr/>
        </p:nvSpPr>
        <p:spPr>
          <a:xfrm>
            <a:off x="2364293" y="2970807"/>
            <a:ext cx="3024337" cy="2677656"/>
          </a:xfrm>
          <a:prstGeom prst="rightArrowCallout">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endParaRPr lang="es-MX" sz="2000" b="1" dirty="0">
              <a:solidFill>
                <a:schemeClr val="tx2">
                  <a:lumMod val="50000"/>
                </a:schemeClr>
              </a:solidFill>
            </a:endParaRPr>
          </a:p>
          <a:p>
            <a:pPr algn="r"/>
            <a:endParaRPr lang="es-MX" sz="2000" b="1" dirty="0">
              <a:solidFill>
                <a:schemeClr val="tx2">
                  <a:lumMod val="50000"/>
                </a:schemeClr>
              </a:solidFill>
            </a:endParaRPr>
          </a:p>
          <a:p>
            <a:pPr algn="r"/>
            <a:r>
              <a:rPr lang="es-MX" sz="2000" b="1" dirty="0">
                <a:solidFill>
                  <a:schemeClr val="tx2">
                    <a:lumMod val="50000"/>
                  </a:schemeClr>
                </a:solidFill>
              </a:rPr>
              <a:t>Aplicaciones típicas de Programación Lineal</a:t>
            </a:r>
          </a:p>
          <a:p>
            <a:pPr algn="r"/>
            <a:endParaRPr lang="es-MX" sz="2400" b="1" dirty="0">
              <a:solidFill>
                <a:schemeClr val="tx2">
                  <a:lumMod val="50000"/>
                </a:schemeClr>
              </a:solidFill>
            </a:endParaRPr>
          </a:p>
          <a:p>
            <a:pPr algn="r"/>
            <a:endParaRPr lang="es-MX" sz="2400" dirty="0">
              <a:solidFill>
                <a:schemeClr val="tx2">
                  <a:lumMod val="50000"/>
                </a:schemeClr>
              </a:solidFill>
            </a:endParaRPr>
          </a:p>
        </p:txBody>
      </p:sp>
    </p:spTree>
    <p:extLst>
      <p:ext uri="{BB962C8B-B14F-4D97-AF65-F5344CB8AC3E}">
        <p14:creationId xmlns:p14="http://schemas.microsoft.com/office/powerpoint/2010/main" val="112607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71550" y="691515"/>
            <a:ext cx="7724215" cy="610863"/>
          </a:xfrm>
        </p:spPr>
        <p:txBody>
          <a:bodyPr>
            <a:noAutofit/>
          </a:bodyPr>
          <a:lstStyle/>
          <a:p>
            <a:r>
              <a:rPr lang="en-US" sz="3200" dirty="0" err="1"/>
              <a:t>Responda</a:t>
            </a:r>
            <a:r>
              <a:rPr lang="en-US" sz="3200" dirty="0"/>
              <a:t> </a:t>
            </a:r>
            <a:r>
              <a:rPr lang="en-US" sz="3200" dirty="0" err="1"/>
              <a:t>las</a:t>
            </a:r>
            <a:r>
              <a:rPr lang="en-US" sz="3200" dirty="0"/>
              <a:t> </a:t>
            </a:r>
            <a:r>
              <a:rPr lang="en-US" sz="3200" dirty="0" err="1"/>
              <a:t>siguientes</a:t>
            </a:r>
            <a:r>
              <a:rPr lang="en-US" sz="3200" dirty="0"/>
              <a:t> </a:t>
            </a:r>
            <a:r>
              <a:rPr lang="en-US" sz="3200" dirty="0" err="1"/>
              <a:t>preguntas</a:t>
            </a:r>
            <a:endParaRPr lang="en-US" sz="3200" dirty="0"/>
          </a:p>
        </p:txBody>
      </p:sp>
      <p:sp>
        <p:nvSpPr>
          <p:cNvPr id="3" name="2 Marcador de contenido"/>
          <p:cNvSpPr>
            <a:spLocks noGrp="1"/>
          </p:cNvSpPr>
          <p:nvPr>
            <p:ph type="body" sz="quarter" idx="10"/>
          </p:nvPr>
        </p:nvSpPr>
        <p:spPr/>
        <p:txBody>
          <a:bodyPr>
            <a:noAutofit/>
          </a:bodyPr>
          <a:lstStyle/>
          <a:p>
            <a:pPr algn="r">
              <a:spcBef>
                <a:spcPts val="2160"/>
              </a:spcBef>
            </a:pPr>
            <a:r>
              <a:rPr lang="en-US" sz="2800" dirty="0">
                <a:latin typeface="Aptos" panose="020B0004020202020204" pitchFamily="34" charset="0"/>
              </a:rPr>
              <a:t>          </a:t>
            </a:r>
            <a:endParaRPr lang="en-US" sz="2000" dirty="0">
              <a:solidFill>
                <a:srgbClr val="7030A0"/>
              </a:solidFill>
              <a:latin typeface="Aptos" panose="020B0004020202020204" pitchFamily="34" charset="0"/>
            </a:endParaRPr>
          </a:p>
          <a:p>
            <a:pPr algn="r">
              <a:spcBef>
                <a:spcPts val="2160"/>
              </a:spcBef>
            </a:pPr>
            <a:r>
              <a:rPr lang="en-US" sz="2800" dirty="0">
                <a:latin typeface="Aptos" panose="020B0004020202020204" pitchFamily="34" charset="0"/>
              </a:rPr>
              <a:t>	</a:t>
            </a:r>
          </a:p>
          <a:p>
            <a:pPr algn="r">
              <a:spcBef>
                <a:spcPts val="2160"/>
              </a:spcBef>
            </a:pPr>
            <a:r>
              <a:rPr lang="en-US" sz="2800" dirty="0">
                <a:latin typeface="Aptos" panose="020B0004020202020204" pitchFamily="34" charset="0"/>
              </a:rPr>
              <a:t>				</a:t>
            </a:r>
            <a:endParaRPr lang="en-US" sz="2000" dirty="0">
              <a:solidFill>
                <a:srgbClr val="7030A0"/>
              </a:solidFill>
              <a:latin typeface="Aptos" panose="020B0004020202020204" pitchFamily="34" charset="0"/>
            </a:endParaRPr>
          </a:p>
        </p:txBody>
      </p:sp>
      <p:sp>
        <p:nvSpPr>
          <p:cNvPr id="15" name="Text Placeholder 14">
            <a:extLst>
              <a:ext uri="{FF2B5EF4-FFF2-40B4-BE49-F238E27FC236}">
                <a16:creationId xmlns:a16="http://schemas.microsoft.com/office/drawing/2014/main" id="{6C4529F0-8304-A02D-4C94-02E90CEC69D6}"/>
              </a:ext>
            </a:extLst>
          </p:cNvPr>
          <p:cNvSpPr>
            <a:spLocks noGrp="1"/>
          </p:cNvSpPr>
          <p:nvPr>
            <p:ph type="body" sz="quarter" idx="12"/>
          </p:nvPr>
        </p:nvSpPr>
        <p:spPr>
          <a:xfrm>
            <a:off x="1613890" y="2286659"/>
            <a:ext cx="4040841" cy="315915"/>
          </a:xfrm>
        </p:spPr>
        <p:txBody>
          <a:bodyPr/>
          <a:lstStyle/>
          <a:p>
            <a:pPr algn="r"/>
            <a:r>
              <a:rPr lang="en-US" sz="2000" dirty="0" err="1">
                <a:latin typeface="Aptos" panose="020B0004020202020204" pitchFamily="34" charset="0"/>
              </a:rPr>
              <a:t>Elementos</a:t>
            </a:r>
            <a:r>
              <a:rPr lang="en-US" sz="2000" dirty="0">
                <a:latin typeface="Aptos" panose="020B0004020202020204" pitchFamily="34" charset="0"/>
              </a:rPr>
              <a:t>?  </a:t>
            </a:r>
            <a:r>
              <a:rPr lang="en-US" sz="2000" dirty="0" err="1">
                <a:latin typeface="Aptos" panose="020B0004020202020204" pitchFamily="34" charset="0"/>
              </a:rPr>
              <a:t>Contables</a:t>
            </a:r>
            <a:r>
              <a:rPr lang="en-US" sz="2000" dirty="0">
                <a:latin typeface="Aptos" panose="020B0004020202020204" pitchFamily="34" charset="0"/>
              </a:rPr>
              <a:t>, </a:t>
            </a:r>
            <a:r>
              <a:rPr lang="en-US" sz="2000" dirty="0" err="1">
                <a:latin typeface="Aptos" panose="020B0004020202020204" pitchFamily="34" charset="0"/>
              </a:rPr>
              <a:t>finitos</a:t>
            </a:r>
            <a:endParaRPr lang="en-US" sz="2000" dirty="0">
              <a:latin typeface="Aptos" panose="020B0004020202020204" pitchFamily="34" charset="0"/>
            </a:endParaRPr>
          </a:p>
        </p:txBody>
      </p:sp>
      <p:sp>
        <p:nvSpPr>
          <p:cNvPr id="17" name="Text Placeholder 16">
            <a:extLst>
              <a:ext uri="{FF2B5EF4-FFF2-40B4-BE49-F238E27FC236}">
                <a16:creationId xmlns:a16="http://schemas.microsoft.com/office/drawing/2014/main" id="{DBF20A31-6B7A-4F41-1CF4-EE2AEDB345C0}"/>
              </a:ext>
            </a:extLst>
          </p:cNvPr>
          <p:cNvSpPr>
            <a:spLocks noGrp="1"/>
          </p:cNvSpPr>
          <p:nvPr>
            <p:ph type="body" sz="quarter" idx="14"/>
          </p:nvPr>
        </p:nvSpPr>
        <p:spPr>
          <a:xfrm>
            <a:off x="873560" y="2800561"/>
            <a:ext cx="4838700" cy="315915"/>
          </a:xfrm>
        </p:spPr>
        <p:txBody>
          <a:bodyPr/>
          <a:lstStyle/>
          <a:p>
            <a:pPr algn="r"/>
            <a:r>
              <a:rPr lang="en-US" sz="2000" dirty="0">
                <a:latin typeface="Aptos" panose="020B0004020202020204" pitchFamily="34" charset="0"/>
              </a:rPr>
              <a:t>¿</a:t>
            </a:r>
            <a:r>
              <a:rPr lang="en-US" sz="2000" dirty="0" err="1">
                <a:latin typeface="Aptos" panose="020B0004020202020204" pitchFamily="34" charset="0"/>
              </a:rPr>
              <a:t>Qué</a:t>
            </a:r>
            <a:r>
              <a:rPr lang="en-US" sz="2000" dirty="0">
                <a:latin typeface="Aptos" panose="020B0004020202020204" pitchFamily="34" charset="0"/>
              </a:rPr>
              <a:t> </a:t>
            </a:r>
            <a:r>
              <a:rPr lang="en-US" sz="2000" dirty="0" err="1">
                <a:latin typeface="Aptos" panose="020B0004020202020204" pitchFamily="34" charset="0"/>
              </a:rPr>
              <a:t>sé</a:t>
            </a:r>
            <a:r>
              <a:rPr lang="en-US" sz="2000" dirty="0">
                <a:latin typeface="Aptos" panose="020B0004020202020204" pitchFamily="34" charset="0"/>
              </a:rPr>
              <a:t> de </a:t>
            </a:r>
            <a:r>
              <a:rPr lang="en-US" sz="2000" dirty="0" err="1">
                <a:latin typeface="Aptos" panose="020B0004020202020204" pitchFamily="34" charset="0"/>
              </a:rPr>
              <a:t>cada</a:t>
            </a:r>
            <a:r>
              <a:rPr lang="en-US" sz="2000" dirty="0">
                <a:latin typeface="Aptos" panose="020B0004020202020204" pitchFamily="34" charset="0"/>
              </a:rPr>
              <a:t> </a:t>
            </a:r>
            <a:r>
              <a:rPr lang="en-US" sz="2000" dirty="0" err="1">
                <a:latin typeface="Aptos" panose="020B0004020202020204" pitchFamily="34" charset="0"/>
              </a:rPr>
              <a:t>elemento</a:t>
            </a:r>
            <a:r>
              <a:rPr lang="en-US" sz="2000" dirty="0">
                <a:latin typeface="Aptos" panose="020B0004020202020204" pitchFamily="34" charset="0"/>
              </a:rPr>
              <a:t>?</a:t>
            </a:r>
          </a:p>
          <a:p>
            <a:pPr algn="r"/>
            <a:endParaRPr lang="en-US" sz="2000" dirty="0">
              <a:latin typeface="Aptos" panose="020B0004020202020204" pitchFamily="34" charset="0"/>
            </a:endParaRPr>
          </a:p>
        </p:txBody>
      </p:sp>
      <p:sp>
        <p:nvSpPr>
          <p:cNvPr id="19" name="Text Placeholder 18">
            <a:extLst>
              <a:ext uri="{FF2B5EF4-FFF2-40B4-BE49-F238E27FC236}">
                <a16:creationId xmlns:a16="http://schemas.microsoft.com/office/drawing/2014/main" id="{A5954035-679E-23AB-98DD-F3EBB2D345FC}"/>
              </a:ext>
            </a:extLst>
          </p:cNvPr>
          <p:cNvSpPr>
            <a:spLocks noGrp="1"/>
          </p:cNvSpPr>
          <p:nvPr>
            <p:ph type="body" sz="quarter" idx="16"/>
          </p:nvPr>
        </p:nvSpPr>
        <p:spPr>
          <a:xfrm>
            <a:off x="875216" y="3400018"/>
            <a:ext cx="4838701" cy="251509"/>
          </a:xfrm>
        </p:spPr>
        <p:txBody>
          <a:bodyPr/>
          <a:lstStyle/>
          <a:p>
            <a:pPr algn="r"/>
            <a:r>
              <a:rPr lang="en-US" sz="2000" dirty="0">
                <a:latin typeface="Aptos" panose="020B0004020202020204" pitchFamily="34" charset="0"/>
              </a:rPr>
              <a:t>¿</a:t>
            </a:r>
            <a:r>
              <a:rPr lang="en-US" sz="2000" dirty="0" err="1">
                <a:latin typeface="Aptos" panose="020B0004020202020204" pitchFamily="34" charset="0"/>
              </a:rPr>
              <a:t>Qué</a:t>
            </a:r>
            <a:r>
              <a:rPr lang="en-US" sz="2000" dirty="0">
                <a:latin typeface="Aptos" panose="020B0004020202020204" pitchFamily="34" charset="0"/>
              </a:rPr>
              <a:t> no </a:t>
            </a:r>
            <a:r>
              <a:rPr lang="en-US" sz="2000" dirty="0" err="1">
                <a:latin typeface="Aptos" panose="020B0004020202020204" pitchFamily="34" charset="0"/>
              </a:rPr>
              <a:t>sé</a:t>
            </a:r>
            <a:r>
              <a:rPr lang="en-US" sz="2000" dirty="0">
                <a:latin typeface="Aptos" panose="020B0004020202020204" pitchFamily="34" charset="0"/>
              </a:rPr>
              <a:t> (y </a:t>
            </a:r>
            <a:r>
              <a:rPr lang="en-US" sz="2000" dirty="0" err="1">
                <a:latin typeface="Aptos" panose="020B0004020202020204" pitchFamily="34" charset="0"/>
              </a:rPr>
              <a:t>quiero</a:t>
            </a:r>
            <a:r>
              <a:rPr lang="en-US" sz="2000" dirty="0">
                <a:latin typeface="Aptos" panose="020B0004020202020204" pitchFamily="34" charset="0"/>
              </a:rPr>
              <a:t> saber) de </a:t>
            </a:r>
            <a:r>
              <a:rPr lang="en-US" sz="2000" dirty="0" err="1">
                <a:latin typeface="Aptos" panose="020B0004020202020204" pitchFamily="34" charset="0"/>
              </a:rPr>
              <a:t>cada</a:t>
            </a:r>
            <a:r>
              <a:rPr lang="en-US" sz="2000" dirty="0">
                <a:latin typeface="Aptos" panose="020B0004020202020204" pitchFamily="34" charset="0"/>
              </a:rPr>
              <a:t> </a:t>
            </a:r>
            <a:r>
              <a:rPr lang="en-US" sz="2000" dirty="0" err="1">
                <a:latin typeface="Aptos" panose="020B0004020202020204" pitchFamily="34" charset="0"/>
              </a:rPr>
              <a:t>elemento</a:t>
            </a:r>
            <a:r>
              <a:rPr lang="en-US" sz="2000" dirty="0">
                <a:latin typeface="Aptos" panose="020B0004020202020204" pitchFamily="34" charset="0"/>
              </a:rPr>
              <a:t>?</a:t>
            </a:r>
          </a:p>
        </p:txBody>
      </p:sp>
      <p:sp>
        <p:nvSpPr>
          <p:cNvPr id="4" name="Footer Placeholder 3"/>
          <p:cNvSpPr>
            <a:spLocks noGrp="1"/>
          </p:cNvSpPr>
          <p:nvPr>
            <p:ph type="ftr" sz="quarter" idx="22"/>
          </p:nvPr>
        </p:nvSpPr>
        <p:spPr>
          <a:xfrm>
            <a:off x="4944353" y="6570295"/>
            <a:ext cx="2303293" cy="254525"/>
          </a:xfrm>
        </p:spPr>
        <p:txBody>
          <a:bodyPr/>
          <a:lstStyle/>
          <a:p>
            <a:r>
              <a:rPr lang="es-ES" dirty="0"/>
              <a:t>OPTIMIZACIÓN DE OPERACIONES</a:t>
            </a:r>
          </a:p>
        </p:txBody>
      </p:sp>
      <p:sp>
        <p:nvSpPr>
          <p:cNvPr id="5" name="4 Marcador de número de diapositiva"/>
          <p:cNvSpPr>
            <a:spLocks noGrp="1"/>
          </p:cNvSpPr>
          <p:nvPr>
            <p:ph type="sldNum" sz="quarter" idx="23"/>
          </p:nvPr>
        </p:nvSpPr>
        <p:spPr>
          <a:xfrm>
            <a:off x="3634310" y="6565531"/>
            <a:ext cx="523240" cy="247651"/>
          </a:xfrm>
          <a:ln>
            <a:noFill/>
          </a:ln>
        </p:spPr>
        <p:style>
          <a:lnRef idx="2">
            <a:schemeClr val="accent1"/>
          </a:lnRef>
          <a:fillRef idx="1">
            <a:schemeClr val="lt1"/>
          </a:fillRef>
          <a:effectRef idx="0">
            <a:schemeClr val="accent1"/>
          </a:effectRef>
          <a:fontRef idx="minor">
            <a:schemeClr val="dk1"/>
          </a:fontRef>
        </p:style>
        <p:txBody>
          <a:bodyPr/>
          <a:lstStyle/>
          <a:p>
            <a:fld id="{6FFA54E1-8A5A-492B-8D87-772C5A9980B5}" type="slidenum">
              <a:rPr lang="es-ES" smtClean="0"/>
              <a:pPr/>
              <a:t>4</a:t>
            </a:fld>
            <a:endParaRPr lang="es-ES"/>
          </a:p>
        </p:txBody>
      </p:sp>
      <p:sp>
        <p:nvSpPr>
          <p:cNvPr id="6" name="5 Rectángulo"/>
          <p:cNvSpPr/>
          <p:nvPr/>
        </p:nvSpPr>
        <p:spPr>
          <a:xfrm>
            <a:off x="5856864" y="2197673"/>
            <a:ext cx="1189749"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a:spAutoFit/>
          </a:bodyPr>
          <a:lstStyle/>
          <a:p>
            <a:r>
              <a:rPr lang="en-US" sz="2000" b="1" dirty="0">
                <a:solidFill>
                  <a:srgbClr val="002060"/>
                </a:solidFill>
                <a:latin typeface="Aptos" panose="020B0004020202020204" pitchFamily="34" charset="0"/>
              </a:rPr>
              <a:t>(</a:t>
            </a:r>
            <a:r>
              <a:rPr lang="en-US" sz="2000" b="1" dirty="0" err="1">
                <a:solidFill>
                  <a:srgbClr val="002060"/>
                </a:solidFill>
                <a:latin typeface="Aptos" panose="020B0004020202020204" pitchFamily="34" charset="0"/>
              </a:rPr>
              <a:t>índices</a:t>
            </a:r>
            <a:r>
              <a:rPr lang="en-US" sz="2000" b="1" dirty="0">
                <a:solidFill>
                  <a:srgbClr val="002060"/>
                </a:solidFill>
                <a:latin typeface="Aptos" panose="020B0004020202020204" pitchFamily="34" charset="0"/>
              </a:rPr>
              <a:t>)</a:t>
            </a:r>
            <a:endParaRPr lang="es-MX" b="1" dirty="0">
              <a:solidFill>
                <a:srgbClr val="002060"/>
              </a:solidFill>
              <a:latin typeface="Aptos" panose="020B0004020202020204" pitchFamily="34" charset="0"/>
            </a:endParaRPr>
          </a:p>
        </p:txBody>
      </p:sp>
      <p:sp>
        <p:nvSpPr>
          <p:cNvPr id="7" name="6 Rectángulo"/>
          <p:cNvSpPr/>
          <p:nvPr/>
        </p:nvSpPr>
        <p:spPr>
          <a:xfrm>
            <a:off x="5728749" y="2743513"/>
            <a:ext cx="1833259"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a:spAutoFit/>
          </a:bodyPr>
          <a:lstStyle/>
          <a:p>
            <a:pPr marL="142646">
              <a:buClr>
                <a:srgbClr val="F0AD00"/>
              </a:buClr>
              <a:buSzPct val="80000"/>
            </a:pPr>
            <a:r>
              <a:rPr lang="en-US" sz="2000" b="1" dirty="0">
                <a:solidFill>
                  <a:srgbClr val="002060"/>
                </a:solidFill>
                <a:latin typeface="Aptos" panose="020B0004020202020204" pitchFamily="34" charset="0"/>
              </a:rPr>
              <a:t>(</a:t>
            </a:r>
            <a:r>
              <a:rPr lang="en-US" sz="2000" b="1" dirty="0" err="1">
                <a:solidFill>
                  <a:srgbClr val="002060"/>
                </a:solidFill>
                <a:latin typeface="Aptos" panose="020B0004020202020204" pitchFamily="34" charset="0"/>
              </a:rPr>
              <a:t>parámetros</a:t>
            </a:r>
            <a:r>
              <a:rPr lang="en-US" sz="2000" b="1" dirty="0">
                <a:solidFill>
                  <a:srgbClr val="002060"/>
                </a:solidFill>
                <a:latin typeface="Aptos" panose="020B0004020202020204" pitchFamily="34" charset="0"/>
              </a:rPr>
              <a:t>)</a:t>
            </a:r>
          </a:p>
        </p:txBody>
      </p:sp>
      <p:sp>
        <p:nvSpPr>
          <p:cNvPr id="8" name="7 Rectángulo"/>
          <p:cNvSpPr/>
          <p:nvPr/>
        </p:nvSpPr>
        <p:spPr>
          <a:xfrm>
            <a:off x="5773905" y="3463232"/>
            <a:ext cx="3505330"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142646">
              <a:buClr>
                <a:srgbClr val="F0AD00"/>
              </a:buClr>
              <a:buSzPct val="80000"/>
            </a:pPr>
            <a:r>
              <a:rPr lang="en-US" sz="2000" b="1" dirty="0">
                <a:solidFill>
                  <a:srgbClr val="002060"/>
                </a:solidFill>
                <a:latin typeface="Aptos" panose="020B0004020202020204" pitchFamily="34" charset="0"/>
              </a:rPr>
              <a:t>(variables de </a:t>
            </a:r>
            <a:r>
              <a:rPr lang="en-US" sz="2000" b="1" dirty="0" err="1">
                <a:solidFill>
                  <a:srgbClr val="002060"/>
                </a:solidFill>
                <a:latin typeface="Aptos" panose="020B0004020202020204" pitchFamily="34" charset="0"/>
              </a:rPr>
              <a:t>decisión</a:t>
            </a:r>
            <a:r>
              <a:rPr lang="en-US" sz="2000" b="1" dirty="0">
                <a:solidFill>
                  <a:srgbClr val="002060"/>
                </a:solidFill>
                <a:latin typeface="Aptos" panose="020B0004020202020204" pitchFamily="34" charset="0"/>
              </a:rPr>
              <a:t>)</a:t>
            </a:r>
          </a:p>
        </p:txBody>
      </p:sp>
      <p:sp>
        <p:nvSpPr>
          <p:cNvPr id="9" name="8 Rectángulo"/>
          <p:cNvSpPr/>
          <p:nvPr/>
        </p:nvSpPr>
        <p:spPr>
          <a:xfrm>
            <a:off x="5773905" y="4112206"/>
            <a:ext cx="3207730"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142646">
              <a:buClr>
                <a:srgbClr val="F0AD00"/>
              </a:buClr>
              <a:buSzPct val="80000"/>
            </a:pPr>
            <a:r>
              <a:rPr lang="en-US" sz="2000" b="1" dirty="0">
                <a:solidFill>
                  <a:srgbClr val="002060"/>
                </a:solidFill>
                <a:latin typeface="Aptos" panose="020B0004020202020204" pitchFamily="34" charset="0"/>
              </a:rPr>
              <a:t>(</a:t>
            </a:r>
            <a:r>
              <a:rPr lang="en-US" sz="2000" b="1" dirty="0" err="1">
                <a:solidFill>
                  <a:srgbClr val="002060"/>
                </a:solidFill>
                <a:latin typeface="Aptos" panose="020B0004020202020204" pitchFamily="34" charset="0"/>
              </a:rPr>
              <a:t>función</a:t>
            </a:r>
            <a:r>
              <a:rPr lang="en-US" sz="2000" b="1" dirty="0">
                <a:solidFill>
                  <a:srgbClr val="002060"/>
                </a:solidFill>
                <a:latin typeface="Aptos" panose="020B0004020202020204" pitchFamily="34" charset="0"/>
              </a:rPr>
              <a:t> </a:t>
            </a:r>
            <a:r>
              <a:rPr lang="en-US" sz="2000" b="1" dirty="0" err="1">
                <a:solidFill>
                  <a:srgbClr val="002060"/>
                </a:solidFill>
                <a:latin typeface="Aptos" panose="020B0004020202020204" pitchFamily="34" charset="0"/>
              </a:rPr>
              <a:t>objetivo</a:t>
            </a:r>
            <a:r>
              <a:rPr lang="en-US" sz="2000" b="1" dirty="0">
                <a:solidFill>
                  <a:srgbClr val="002060"/>
                </a:solidFill>
                <a:latin typeface="Aptos" panose="020B0004020202020204" pitchFamily="34" charset="0"/>
              </a:rPr>
              <a:t>)</a:t>
            </a:r>
          </a:p>
        </p:txBody>
      </p:sp>
      <p:sp>
        <p:nvSpPr>
          <p:cNvPr id="10" name="9 Rectángulo"/>
          <p:cNvSpPr/>
          <p:nvPr/>
        </p:nvSpPr>
        <p:spPr>
          <a:xfrm>
            <a:off x="5810250" y="4686288"/>
            <a:ext cx="2023118"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a:spAutoFit/>
          </a:bodyPr>
          <a:lstStyle/>
          <a:p>
            <a:pPr marL="142646">
              <a:buClr>
                <a:srgbClr val="F0AD00"/>
              </a:buClr>
              <a:buSzPct val="80000"/>
            </a:pPr>
            <a:r>
              <a:rPr lang="en-US" sz="2000" b="1" dirty="0">
                <a:solidFill>
                  <a:srgbClr val="002060"/>
                </a:solidFill>
                <a:latin typeface="Aptos" panose="020B0004020202020204" pitchFamily="34" charset="0"/>
              </a:rPr>
              <a:t>(</a:t>
            </a:r>
            <a:r>
              <a:rPr lang="en-US" sz="2000" b="1" dirty="0" err="1">
                <a:solidFill>
                  <a:srgbClr val="002060"/>
                </a:solidFill>
                <a:latin typeface="Aptos" panose="020B0004020202020204" pitchFamily="34" charset="0"/>
              </a:rPr>
              <a:t>restricciones</a:t>
            </a:r>
            <a:r>
              <a:rPr lang="en-US" sz="2000" b="1" dirty="0">
                <a:solidFill>
                  <a:srgbClr val="002060"/>
                </a:solidFill>
                <a:latin typeface="Aptos" panose="020B0004020202020204" pitchFamily="34" charset="0"/>
              </a:rPr>
              <a:t>)</a:t>
            </a:r>
          </a:p>
        </p:txBody>
      </p:sp>
      <p:sp>
        <p:nvSpPr>
          <p:cNvPr id="11" name="10 Rectángulo"/>
          <p:cNvSpPr/>
          <p:nvPr/>
        </p:nvSpPr>
        <p:spPr>
          <a:xfrm>
            <a:off x="5829968" y="5189303"/>
            <a:ext cx="3715613"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142646">
              <a:buClr>
                <a:srgbClr val="F0AD00"/>
              </a:buClr>
              <a:buSzPct val="80000"/>
            </a:pPr>
            <a:r>
              <a:rPr lang="en-US" sz="2000" b="1" dirty="0">
                <a:solidFill>
                  <a:srgbClr val="002060"/>
                </a:solidFill>
                <a:latin typeface="Aptos" panose="020B0004020202020204" pitchFamily="34" charset="0"/>
              </a:rPr>
              <a:t>(</a:t>
            </a:r>
            <a:r>
              <a:rPr lang="en-US" sz="2000" b="1" dirty="0" err="1">
                <a:solidFill>
                  <a:srgbClr val="002060"/>
                </a:solidFill>
                <a:latin typeface="Aptos" panose="020B0004020202020204" pitchFamily="34" charset="0"/>
              </a:rPr>
              <a:t>valores</a:t>
            </a:r>
            <a:r>
              <a:rPr lang="en-US" sz="2000" b="1" dirty="0">
                <a:solidFill>
                  <a:srgbClr val="002060"/>
                </a:solidFill>
                <a:latin typeface="Aptos" panose="020B0004020202020204" pitchFamily="34" charset="0"/>
              </a:rPr>
              <a:t> no </a:t>
            </a:r>
            <a:r>
              <a:rPr lang="en-US" sz="2000" b="1" dirty="0" err="1">
                <a:solidFill>
                  <a:srgbClr val="002060"/>
                </a:solidFill>
                <a:latin typeface="Aptos" panose="020B0004020202020204" pitchFamily="34" charset="0"/>
              </a:rPr>
              <a:t>negativos</a:t>
            </a:r>
            <a:r>
              <a:rPr lang="en-US" sz="2000" b="1" dirty="0">
                <a:solidFill>
                  <a:srgbClr val="002060"/>
                </a:solidFill>
                <a:latin typeface="Aptos" panose="020B0004020202020204" pitchFamily="34" charset="0"/>
              </a:rPr>
              <a:t>)</a:t>
            </a:r>
          </a:p>
        </p:txBody>
      </p:sp>
      <p:sp>
        <p:nvSpPr>
          <p:cNvPr id="12" name="10 Rectángulo"/>
          <p:cNvSpPr/>
          <p:nvPr/>
        </p:nvSpPr>
        <p:spPr>
          <a:xfrm>
            <a:off x="5654731" y="5775581"/>
            <a:ext cx="6653809"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142646" algn="ctr">
              <a:buClr>
                <a:srgbClr val="F0AD00"/>
              </a:buClr>
              <a:buSzPct val="80000"/>
            </a:pPr>
            <a:r>
              <a:rPr lang="en-US" sz="2000" b="1" dirty="0" err="1">
                <a:solidFill>
                  <a:srgbClr val="002060"/>
                </a:solidFill>
                <a:latin typeface="Aptos" panose="020B0004020202020204" pitchFamily="34" charset="0"/>
              </a:rPr>
              <a:t>Esa</a:t>
            </a:r>
            <a:r>
              <a:rPr lang="en-US" sz="2000" b="1" dirty="0">
                <a:solidFill>
                  <a:srgbClr val="002060"/>
                </a:solidFill>
                <a:latin typeface="Aptos" panose="020B0004020202020204" pitchFamily="34" charset="0"/>
              </a:rPr>
              <a:t> </a:t>
            </a:r>
            <a:r>
              <a:rPr lang="en-US" sz="2000" b="1" dirty="0" err="1">
                <a:solidFill>
                  <a:srgbClr val="002060"/>
                </a:solidFill>
                <a:latin typeface="Aptos" panose="020B0004020202020204" pitchFamily="34" charset="0"/>
              </a:rPr>
              <a:t>es</a:t>
            </a:r>
            <a:r>
              <a:rPr lang="en-US" sz="2000" b="1" dirty="0">
                <a:solidFill>
                  <a:srgbClr val="002060"/>
                </a:solidFill>
                <a:latin typeface="Aptos" panose="020B0004020202020204" pitchFamily="34" charset="0"/>
              </a:rPr>
              <a:t> la idea! </a:t>
            </a:r>
            <a:r>
              <a:rPr lang="en-US" sz="2000" b="1" dirty="0" err="1">
                <a:solidFill>
                  <a:srgbClr val="002060"/>
                </a:solidFill>
                <a:latin typeface="Aptos" panose="020B0004020202020204" pitchFamily="34" charset="0"/>
              </a:rPr>
              <a:t>Averiguar</a:t>
            </a:r>
            <a:r>
              <a:rPr lang="en-US" sz="2000" b="1" dirty="0">
                <a:solidFill>
                  <a:srgbClr val="002060"/>
                </a:solidFill>
                <a:latin typeface="Aptos" panose="020B0004020202020204" pitchFamily="34" charset="0"/>
              </a:rPr>
              <a:t> </a:t>
            </a:r>
            <a:r>
              <a:rPr lang="en-US" sz="2000" b="1" dirty="0" err="1">
                <a:solidFill>
                  <a:srgbClr val="002060"/>
                </a:solidFill>
                <a:latin typeface="Aptos" panose="020B0004020202020204" pitchFamily="34" charset="0"/>
              </a:rPr>
              <a:t>cuánto</a:t>
            </a:r>
            <a:r>
              <a:rPr lang="en-US" sz="2000" b="1" dirty="0">
                <a:solidFill>
                  <a:srgbClr val="002060"/>
                </a:solidFill>
                <a:latin typeface="Aptos" panose="020B0004020202020204" pitchFamily="34" charset="0"/>
              </a:rPr>
              <a:t> </a:t>
            </a:r>
            <a:r>
              <a:rPr lang="en-US" sz="2000" b="1" dirty="0" err="1">
                <a:solidFill>
                  <a:srgbClr val="002060"/>
                </a:solidFill>
                <a:latin typeface="Aptos" panose="020B0004020202020204" pitchFamily="34" charset="0"/>
              </a:rPr>
              <a:t>valen</a:t>
            </a:r>
            <a:r>
              <a:rPr lang="en-US" sz="2000" b="1" dirty="0">
                <a:solidFill>
                  <a:srgbClr val="002060"/>
                </a:solidFill>
                <a:latin typeface="Aptos" panose="020B0004020202020204" pitchFamily="34" charset="0"/>
              </a:rPr>
              <a:t> las variables</a:t>
            </a:r>
          </a:p>
        </p:txBody>
      </p:sp>
      <p:sp>
        <p:nvSpPr>
          <p:cNvPr id="24" name="Text Placeholder 18">
            <a:extLst>
              <a:ext uri="{FF2B5EF4-FFF2-40B4-BE49-F238E27FC236}">
                <a16:creationId xmlns:a16="http://schemas.microsoft.com/office/drawing/2014/main" id="{202AE2BE-B1E5-BD6A-8C15-9D592319B8D8}"/>
              </a:ext>
            </a:extLst>
          </p:cNvPr>
          <p:cNvSpPr txBox="1">
            <a:spLocks/>
          </p:cNvSpPr>
          <p:nvPr/>
        </p:nvSpPr>
        <p:spPr>
          <a:xfrm>
            <a:off x="987701" y="4186421"/>
            <a:ext cx="4838700" cy="3159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800" b="0" i="0" kern="1200" spc="0" baseline="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000" dirty="0">
                <a:latin typeface="Aptos" panose="020B0004020202020204" pitchFamily="34" charset="0"/>
              </a:rPr>
              <a:t>¿</a:t>
            </a:r>
            <a:r>
              <a:rPr lang="en-US" sz="2000" dirty="0" err="1">
                <a:latin typeface="Aptos" panose="020B0004020202020204" pitchFamily="34" charset="0"/>
              </a:rPr>
              <a:t>Qué</a:t>
            </a:r>
            <a:r>
              <a:rPr lang="en-US" sz="2000" dirty="0">
                <a:latin typeface="Aptos" panose="020B0004020202020204" pitchFamily="34" charset="0"/>
              </a:rPr>
              <a:t> </a:t>
            </a:r>
            <a:r>
              <a:rPr lang="en-US" sz="2000" dirty="0" err="1">
                <a:latin typeface="Aptos" panose="020B0004020202020204" pitchFamily="34" charset="0"/>
              </a:rPr>
              <a:t>quiero</a:t>
            </a:r>
            <a:r>
              <a:rPr lang="en-US" sz="2000" dirty="0">
                <a:latin typeface="Aptos" panose="020B0004020202020204" pitchFamily="34" charset="0"/>
              </a:rPr>
              <a:t>?</a:t>
            </a:r>
          </a:p>
        </p:txBody>
      </p:sp>
      <p:sp>
        <p:nvSpPr>
          <p:cNvPr id="25" name="Text Placeholder 18">
            <a:extLst>
              <a:ext uri="{FF2B5EF4-FFF2-40B4-BE49-F238E27FC236}">
                <a16:creationId xmlns:a16="http://schemas.microsoft.com/office/drawing/2014/main" id="{EA743558-7427-0A85-690C-F114A2543E6E}"/>
              </a:ext>
            </a:extLst>
          </p:cNvPr>
          <p:cNvSpPr txBox="1">
            <a:spLocks/>
          </p:cNvSpPr>
          <p:nvPr/>
        </p:nvSpPr>
        <p:spPr>
          <a:xfrm>
            <a:off x="973671" y="5182944"/>
            <a:ext cx="4838700" cy="3159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800" b="0" i="0" kern="1200" spc="0" baseline="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r>
              <a:rPr lang="en-US" sz="2000" dirty="0">
                <a:latin typeface="Aptos" panose="020B0004020202020204" pitchFamily="34" charset="0"/>
              </a:rPr>
              <a:t>¿</a:t>
            </a:r>
            <a:r>
              <a:rPr lang="en-US" sz="2000" dirty="0" err="1">
                <a:latin typeface="Aptos" panose="020B0004020202020204" pitchFamily="34" charset="0"/>
              </a:rPr>
              <a:t>Cuál</a:t>
            </a:r>
            <a:r>
              <a:rPr lang="en-US" sz="2000" dirty="0">
                <a:latin typeface="Aptos" panose="020B0004020202020204" pitchFamily="34" charset="0"/>
              </a:rPr>
              <a:t> es </a:t>
            </a:r>
            <a:r>
              <a:rPr lang="en-US" sz="2000" dirty="0" err="1">
                <a:latin typeface="Aptos" panose="020B0004020202020204" pitchFamily="34" charset="0"/>
              </a:rPr>
              <a:t>el</a:t>
            </a:r>
            <a:r>
              <a:rPr lang="en-US" sz="2000" dirty="0">
                <a:latin typeface="Aptos" panose="020B0004020202020204" pitchFamily="34" charset="0"/>
              </a:rPr>
              <a:t> </a:t>
            </a:r>
            <a:r>
              <a:rPr lang="en-US" sz="2000" dirty="0" err="1">
                <a:latin typeface="Aptos" panose="020B0004020202020204" pitchFamily="34" charset="0"/>
              </a:rPr>
              <a:t>rango</a:t>
            </a:r>
            <a:r>
              <a:rPr lang="en-US" sz="2000" dirty="0">
                <a:latin typeface="Aptos" panose="020B0004020202020204" pitchFamily="34" charset="0"/>
              </a:rPr>
              <a:t> de las </a:t>
            </a:r>
            <a:r>
              <a:rPr lang="en-US" sz="2000" dirty="0" err="1">
                <a:latin typeface="Aptos" panose="020B0004020202020204" pitchFamily="34" charset="0"/>
              </a:rPr>
              <a:t>posibles</a:t>
            </a:r>
            <a:r>
              <a:rPr lang="en-US" sz="2000" dirty="0">
                <a:latin typeface="Aptos" panose="020B0004020202020204" pitchFamily="34" charset="0"/>
              </a:rPr>
              <a:t> </a:t>
            </a:r>
            <a:r>
              <a:rPr lang="en-US" sz="2000" dirty="0" err="1">
                <a:latin typeface="Aptos" panose="020B0004020202020204" pitchFamily="34" charset="0"/>
              </a:rPr>
              <a:t>soluciones</a:t>
            </a:r>
            <a:r>
              <a:rPr lang="en-US" sz="2000" dirty="0">
                <a:latin typeface="Aptos" panose="020B0004020202020204" pitchFamily="34" charset="0"/>
              </a:rPr>
              <a:t>? (</a:t>
            </a:r>
            <a:r>
              <a:rPr lang="en-US" sz="2000" dirty="0" err="1">
                <a:latin typeface="Aptos" panose="020B0004020202020204" pitchFamily="34" charset="0"/>
              </a:rPr>
              <a:t>dominio</a:t>
            </a:r>
            <a:r>
              <a:rPr lang="en-US" sz="2000" dirty="0">
                <a:latin typeface="Aptos" panose="020B0004020202020204" pitchFamily="34" charset="0"/>
              </a:rPr>
              <a:t> de las variables)</a:t>
            </a:r>
          </a:p>
        </p:txBody>
      </p:sp>
      <p:sp>
        <p:nvSpPr>
          <p:cNvPr id="26" name="Text Placeholder 18">
            <a:extLst>
              <a:ext uri="{FF2B5EF4-FFF2-40B4-BE49-F238E27FC236}">
                <a16:creationId xmlns:a16="http://schemas.microsoft.com/office/drawing/2014/main" id="{C9990D55-E26B-3B63-CCFB-56A2A5B0724B}"/>
              </a:ext>
            </a:extLst>
          </p:cNvPr>
          <p:cNvSpPr txBox="1">
            <a:spLocks/>
          </p:cNvSpPr>
          <p:nvPr/>
        </p:nvSpPr>
        <p:spPr>
          <a:xfrm>
            <a:off x="973671" y="5850570"/>
            <a:ext cx="4838700" cy="3159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800" b="0" i="0" kern="1200" spc="0" baseline="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000" dirty="0">
                <a:latin typeface="Aptos" panose="020B0004020202020204" pitchFamily="34" charset="0"/>
              </a:rPr>
              <a:t>¿</a:t>
            </a:r>
            <a:r>
              <a:rPr lang="en-US" sz="2000" dirty="0" err="1">
                <a:latin typeface="Aptos" panose="020B0004020202020204" pitchFamily="34" charset="0"/>
              </a:rPr>
              <a:t>Cuál</a:t>
            </a:r>
            <a:r>
              <a:rPr lang="en-US" sz="2000" dirty="0">
                <a:latin typeface="Aptos" panose="020B0004020202020204" pitchFamily="34" charset="0"/>
              </a:rPr>
              <a:t> es la </a:t>
            </a:r>
            <a:r>
              <a:rPr lang="en-US" sz="2000" dirty="0" err="1">
                <a:latin typeface="Aptos" panose="020B0004020202020204" pitchFamily="34" charset="0"/>
              </a:rPr>
              <a:t>solución</a:t>
            </a:r>
            <a:r>
              <a:rPr lang="en-US" sz="2000" dirty="0">
                <a:latin typeface="Aptos" panose="020B0004020202020204" pitchFamily="34" charset="0"/>
              </a:rPr>
              <a:t> de </a:t>
            </a:r>
            <a:r>
              <a:rPr lang="en-US" sz="2000" dirty="0" err="1">
                <a:latin typeface="Aptos" panose="020B0004020202020204" pitchFamily="34" charset="0"/>
              </a:rPr>
              <a:t>este</a:t>
            </a:r>
            <a:r>
              <a:rPr lang="en-US" sz="2000" dirty="0">
                <a:latin typeface="Aptos" panose="020B0004020202020204" pitchFamily="34" charset="0"/>
              </a:rPr>
              <a:t> </a:t>
            </a:r>
            <a:r>
              <a:rPr lang="en-US" sz="2000" dirty="0" err="1">
                <a:latin typeface="Aptos" panose="020B0004020202020204" pitchFamily="34" charset="0"/>
              </a:rPr>
              <a:t>problema</a:t>
            </a:r>
            <a:r>
              <a:rPr lang="en-US" sz="2000" dirty="0">
                <a:latin typeface="Aptos" panose="020B0004020202020204" pitchFamily="34" charset="0"/>
              </a:rPr>
              <a:t>?</a:t>
            </a:r>
          </a:p>
        </p:txBody>
      </p:sp>
      <p:sp>
        <p:nvSpPr>
          <p:cNvPr id="27" name="Text Placeholder 18">
            <a:extLst>
              <a:ext uri="{FF2B5EF4-FFF2-40B4-BE49-F238E27FC236}">
                <a16:creationId xmlns:a16="http://schemas.microsoft.com/office/drawing/2014/main" id="{B2B0644D-067F-905C-38E3-331A4322F0BB}"/>
              </a:ext>
            </a:extLst>
          </p:cNvPr>
          <p:cNvSpPr txBox="1">
            <a:spLocks/>
          </p:cNvSpPr>
          <p:nvPr/>
        </p:nvSpPr>
        <p:spPr>
          <a:xfrm>
            <a:off x="973671" y="4684061"/>
            <a:ext cx="4838700" cy="3159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800" b="0" i="0" kern="1200" spc="0" baseline="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2000" dirty="0">
                <a:latin typeface="Aptos" panose="020B0004020202020204" pitchFamily="34" charset="0"/>
              </a:rPr>
              <a:t>¿</a:t>
            </a:r>
            <a:r>
              <a:rPr lang="en-US" sz="2000" dirty="0" err="1">
                <a:latin typeface="Aptos" panose="020B0004020202020204" pitchFamily="34" charset="0"/>
              </a:rPr>
              <a:t>Qué</a:t>
            </a:r>
            <a:r>
              <a:rPr lang="en-US" sz="2000" dirty="0">
                <a:latin typeface="Aptos" panose="020B0004020202020204" pitchFamily="34" charset="0"/>
              </a:rPr>
              <a:t> </a:t>
            </a:r>
            <a:r>
              <a:rPr lang="en-US" sz="2000" dirty="0" err="1">
                <a:latin typeface="Aptos" panose="020B0004020202020204" pitchFamily="34" charset="0"/>
              </a:rPr>
              <a:t>condiciones</a:t>
            </a:r>
            <a:r>
              <a:rPr lang="en-US" sz="2000" dirty="0">
                <a:latin typeface="Aptos" panose="020B0004020202020204" pitchFamily="34" charset="0"/>
              </a:rPr>
              <a:t> </a:t>
            </a:r>
            <a:r>
              <a:rPr lang="en-US" sz="2000" dirty="0" err="1">
                <a:latin typeface="Aptos" panose="020B0004020202020204" pitchFamily="34" charset="0"/>
              </a:rPr>
              <a:t>debo</a:t>
            </a:r>
            <a:r>
              <a:rPr lang="en-US" sz="2000" dirty="0">
                <a:latin typeface="Aptos" panose="020B0004020202020204" pitchFamily="34" charset="0"/>
              </a:rPr>
              <a:t> </a:t>
            </a:r>
            <a:r>
              <a:rPr lang="en-US" sz="2000" dirty="0" err="1">
                <a:latin typeface="Aptos" panose="020B0004020202020204" pitchFamily="34" charset="0"/>
              </a:rPr>
              <a:t>satisfacer</a:t>
            </a:r>
            <a:r>
              <a:rPr lang="en-US" sz="2000" dirty="0">
                <a:latin typeface="Aptos" panose="020B0004020202020204" pitchFamily="34" charset="0"/>
              </a:rPr>
              <a:t>?</a:t>
            </a:r>
          </a:p>
        </p:txBody>
      </p:sp>
    </p:spTree>
    <p:extLst>
      <p:ext uri="{BB962C8B-B14F-4D97-AF65-F5344CB8AC3E}">
        <p14:creationId xmlns:p14="http://schemas.microsoft.com/office/powerpoint/2010/main" val="190880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animEffect transition="in" filter="fade">
                                      <p:cBhvr>
                                        <p:cTn id="17" dur="500"/>
                                        <p:tgtEl>
                                          <p:spTgt spid="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animEffect transition="in" filter="fade">
                                      <p:cBhvr>
                                        <p:cTn id="27" dur="500"/>
                                        <p:tgtEl>
                                          <p:spTgt spid="1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7" grpId="0" build="p"/>
      <p:bldP spid="19" grpId="0" build="p"/>
      <p:bldP spid="6" grpId="0" uiExpand="1"/>
      <p:bldP spid="7" grpId="0" uiExpand="1"/>
      <p:bldP spid="8" grpId="0" uiExpand="1"/>
      <p:bldP spid="9" grpId="0" uiExpand="1"/>
      <p:bldP spid="10" grpId="0" uiExpand="1"/>
      <p:bldP spid="11" grpId="0" uiExpand="1"/>
      <p:bldP spid="12" grpId="0"/>
      <p:bldP spid="24" grpId="0"/>
      <p:bldP spid="25" grpId="0"/>
      <p:bldP spid="26" grpId="0"/>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a:t>
            </a:r>
            <a:r>
              <a:rPr lang="en-US" dirty="0" err="1"/>
              <a:t>Programación</a:t>
            </a:r>
            <a:r>
              <a:rPr lang="en-US" dirty="0"/>
              <a:t> Lineal </a:t>
            </a:r>
          </a:p>
        </p:txBody>
      </p:sp>
      <p:sp>
        <p:nvSpPr>
          <p:cNvPr id="5" name="Llamada rectangular redondeada 4"/>
          <p:cNvSpPr/>
          <p:nvPr/>
        </p:nvSpPr>
        <p:spPr>
          <a:xfrm>
            <a:off x="2351584" y="1124744"/>
            <a:ext cx="8807477" cy="4752528"/>
          </a:xfrm>
          <a:prstGeom prst="wedgeRoundRectCallout">
            <a:avLst>
              <a:gd name="adj1" fmla="val -21428"/>
              <a:gd name="adj2" fmla="val 49409"/>
              <a:gd name="adj3" fmla="val 16667"/>
            </a:avLst>
          </a:prstGeom>
          <a:solidFill>
            <a:schemeClr val="accent2">
              <a:lumMod val="20000"/>
              <a:lumOff val="80000"/>
            </a:schemeClr>
          </a:solidFill>
          <a:effectLst>
            <a:glow rad="101600">
              <a:schemeClr val="accent1">
                <a:satMod val="175000"/>
                <a:alpha val="40000"/>
              </a:schemeClr>
            </a:glow>
            <a:innerShdw blurRad="63500" dist="50800" dir="2700000">
              <a:prstClr val="black">
                <a:alpha val="50000"/>
              </a:prstClr>
            </a:innerShdw>
          </a:effectLst>
          <a:scene3d>
            <a:camera prst="obliqueTopRight"/>
            <a:lightRig rig="threePt" dir="t"/>
          </a:scene3d>
          <a:sp3d>
            <a:bevelT prst="angle"/>
          </a:sp3d>
        </p:spPr>
        <p:style>
          <a:lnRef idx="2">
            <a:schemeClr val="accent5"/>
          </a:lnRef>
          <a:fillRef idx="1">
            <a:schemeClr val="lt1"/>
          </a:fillRef>
          <a:effectRef idx="0">
            <a:schemeClr val="accent5"/>
          </a:effectRef>
          <a:fontRef idx="minor">
            <a:schemeClr val="dk1"/>
          </a:fontRef>
        </p:style>
        <p:txBody>
          <a:bodyPr rtlCol="0" anchor="ctr"/>
          <a:lstStyle/>
          <a:p>
            <a:pPr algn="just">
              <a:spcBef>
                <a:spcPts val="600"/>
              </a:spcBef>
            </a:pPr>
            <a:r>
              <a:rPr lang="es-ES" sz="2400" dirty="0">
                <a:effectLst/>
                <a:latin typeface="Calibri" panose="020F0502020204030204" pitchFamily="34" charset="0"/>
                <a:ea typeface="Times New Roman" panose="02020603050405020304" pitchFamily="18" charset="0"/>
                <a:cs typeface="Times New Roman" panose="02020603050405020304" pitchFamily="18" charset="0"/>
              </a:rPr>
              <a:t>La cervecería </a:t>
            </a:r>
            <a:r>
              <a:rPr lang="es-ES" sz="2400" dirty="0" err="1">
                <a:effectLst/>
                <a:latin typeface="Calibri" panose="020F0502020204030204" pitchFamily="34" charset="0"/>
                <a:ea typeface="Times New Roman" panose="02020603050405020304" pitchFamily="18" charset="0"/>
                <a:cs typeface="Times New Roman" panose="02020603050405020304" pitchFamily="18" charset="0"/>
              </a:rPr>
              <a:t>Bloominton</a:t>
            </a:r>
            <a:r>
              <a:rPr lang="es-ES" sz="2400" dirty="0">
                <a:effectLst/>
                <a:latin typeface="Calibri" panose="020F0502020204030204" pitchFamily="34" charset="0"/>
                <a:ea typeface="Times New Roman" panose="02020603050405020304" pitchFamily="18" charset="0"/>
                <a:cs typeface="Times New Roman" panose="02020603050405020304" pitchFamily="18" charset="0"/>
              </a:rPr>
              <a:t> produce cerveza común y la de tipo Ale. La cerveza se vende a 5 dólares el barril, y el de ale a 2 dólares el barril. La producción de un barril de cerveza requiere 5 lb de cebada y 2 lb de lúpulo. La producción de un barril de ale requiere 2 lb de cebada y 1 lb de lúpulo. Se dispone de 60 lb de cebada y de 25 lb de lúpulo. Formule un PL que se pueda utilizar para maximizar los ingresos.</a:t>
            </a:r>
            <a:endParaRPr lang="es-MX" sz="2400" dirty="0">
              <a:effectLst/>
              <a:latin typeface="Times New Roman" panose="02020603050405020304" pitchFamily="18" charset="0"/>
              <a:ea typeface="Times New Roman" panose="02020603050405020304" pitchFamily="18" charset="0"/>
            </a:endParaRPr>
          </a:p>
        </p:txBody>
      </p:sp>
      <p:sp>
        <p:nvSpPr>
          <p:cNvPr id="6" name="Llamada de flecha a la derecha 5"/>
          <p:cNvSpPr/>
          <p:nvPr/>
        </p:nvSpPr>
        <p:spPr>
          <a:xfrm>
            <a:off x="191345" y="2770980"/>
            <a:ext cx="2088231" cy="707886"/>
          </a:xfrm>
          <a:prstGeom prst="rightArrowCallout">
            <a:avLst>
              <a:gd name="adj1" fmla="val 25000"/>
              <a:gd name="adj2" fmla="val 25000"/>
              <a:gd name="adj3" fmla="val 25000"/>
              <a:gd name="adj4" fmla="val 77694"/>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sz="2000" b="1" dirty="0">
                <a:solidFill>
                  <a:schemeClr val="tx2">
                    <a:lumMod val="50000"/>
                  </a:schemeClr>
                </a:solidFill>
              </a:rPr>
              <a:t>Mezcla de producción</a:t>
            </a:r>
          </a:p>
        </p:txBody>
      </p:sp>
    </p:spTree>
    <p:extLst>
      <p:ext uri="{BB962C8B-B14F-4D97-AF65-F5344CB8AC3E}">
        <p14:creationId xmlns:p14="http://schemas.microsoft.com/office/powerpoint/2010/main" val="1159762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a:t>Let’s graph it!</a:t>
            </a:r>
          </a:p>
        </p:txBody>
      </p:sp>
      <p:sp>
        <p:nvSpPr>
          <p:cNvPr id="4" name="Marcador de contenido 3"/>
          <p:cNvSpPr>
            <a:spLocks noGrp="1"/>
          </p:cNvSpPr>
          <p:nvPr>
            <p:ph idx="1"/>
          </p:nvPr>
        </p:nvSpPr>
        <p:spPr/>
        <p:txBody>
          <a:bodyPr/>
          <a:lstStyle/>
          <a:p>
            <a:endParaRPr lang="es-MX" dirty="0"/>
          </a:p>
        </p:txBody>
      </p:sp>
      <p:sp>
        <p:nvSpPr>
          <p:cNvPr id="6" name="Llamada de flecha a la derecha 5"/>
          <p:cNvSpPr/>
          <p:nvPr/>
        </p:nvSpPr>
        <p:spPr>
          <a:xfrm>
            <a:off x="374832" y="2770980"/>
            <a:ext cx="2331842" cy="707886"/>
          </a:xfrm>
          <a:prstGeom prst="rightArrowCallout">
            <a:avLst>
              <a:gd name="adj1" fmla="val 25000"/>
              <a:gd name="adj2" fmla="val 25000"/>
              <a:gd name="adj3" fmla="val 25000"/>
              <a:gd name="adj4" fmla="val 73222"/>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sz="2000" b="1" dirty="0">
                <a:solidFill>
                  <a:schemeClr val="tx2">
                    <a:lumMod val="50000"/>
                  </a:schemeClr>
                </a:solidFill>
              </a:rPr>
              <a:t>Mezcla de producción</a:t>
            </a:r>
          </a:p>
        </p:txBody>
      </p:sp>
      <p:graphicFrame>
        <p:nvGraphicFramePr>
          <p:cNvPr id="7" name="Gráfico 6"/>
          <p:cNvGraphicFramePr/>
          <p:nvPr/>
        </p:nvGraphicFramePr>
        <p:xfrm>
          <a:off x="2855640" y="1196752"/>
          <a:ext cx="8640959" cy="50405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3545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a:t>
            </a:r>
            <a:r>
              <a:rPr lang="en-US" dirty="0" err="1"/>
              <a:t>Programación</a:t>
            </a:r>
            <a:r>
              <a:rPr lang="en-US" dirty="0"/>
              <a:t> Lineal </a:t>
            </a:r>
          </a:p>
        </p:txBody>
      </p:sp>
      <p:sp>
        <p:nvSpPr>
          <p:cNvPr id="5" name="Llamada rectangular redondeada 4"/>
          <p:cNvSpPr/>
          <p:nvPr/>
        </p:nvSpPr>
        <p:spPr>
          <a:xfrm>
            <a:off x="2303768" y="1225713"/>
            <a:ext cx="8807477" cy="4752528"/>
          </a:xfrm>
          <a:prstGeom prst="wedgeRoundRectCallout">
            <a:avLst>
              <a:gd name="adj1" fmla="val -21428"/>
              <a:gd name="adj2" fmla="val 49409"/>
              <a:gd name="adj3" fmla="val 16667"/>
            </a:avLst>
          </a:prstGeom>
          <a:solidFill>
            <a:schemeClr val="accent2">
              <a:lumMod val="20000"/>
              <a:lumOff val="80000"/>
            </a:schemeClr>
          </a:solidFill>
          <a:effectLst>
            <a:glow rad="101600">
              <a:schemeClr val="accent1">
                <a:satMod val="175000"/>
                <a:alpha val="40000"/>
              </a:schemeClr>
            </a:glow>
            <a:innerShdw blurRad="63500" dist="50800" dir="2700000">
              <a:prstClr val="black">
                <a:alpha val="50000"/>
              </a:prstClr>
            </a:innerShdw>
          </a:effectLst>
          <a:scene3d>
            <a:camera prst="obliqueTopRight"/>
            <a:lightRig rig="threePt" dir="t"/>
          </a:scene3d>
          <a:sp3d>
            <a:bevelT prst="angle"/>
          </a:sp3d>
        </p:spPr>
        <p:style>
          <a:lnRef idx="2">
            <a:schemeClr val="accent5"/>
          </a:lnRef>
          <a:fillRef idx="1">
            <a:schemeClr val="lt1"/>
          </a:fillRef>
          <a:effectRef idx="0">
            <a:schemeClr val="accent5"/>
          </a:effectRef>
          <a:fontRef idx="minor">
            <a:schemeClr val="dk1"/>
          </a:fontRef>
        </p:style>
        <p:txBody>
          <a:bodyPr rtlCol="0" anchor="ctr"/>
          <a:lstStyle/>
          <a:p>
            <a:pPr algn="just">
              <a:spcBef>
                <a:spcPts val="600"/>
              </a:spcBef>
            </a:pPr>
            <a:r>
              <a:rPr lang="es-ES" sz="2000" dirty="0">
                <a:effectLst/>
                <a:latin typeface="Calibri" panose="020F0502020204030204" pitchFamily="34" charset="0"/>
                <a:ea typeface="Times New Roman" panose="02020603050405020304" pitchFamily="18" charset="0"/>
                <a:cs typeface="Times New Roman" panose="02020603050405020304" pitchFamily="18" charset="0"/>
              </a:rPr>
              <a:t>La Maine </a:t>
            </a:r>
            <a:r>
              <a:rPr lang="es-ES" sz="2000" dirty="0" err="1">
                <a:effectLst/>
                <a:latin typeface="Calibri" panose="020F0502020204030204" pitchFamily="34" charset="0"/>
                <a:ea typeface="Times New Roman" panose="02020603050405020304" pitchFamily="18" charset="0"/>
                <a:cs typeface="Times New Roman" panose="02020603050405020304" pitchFamily="18" charset="0"/>
              </a:rPr>
              <a:t>Snowmobile</a:t>
            </a:r>
            <a:r>
              <a:rPr lang="es-ES" sz="2000" dirty="0">
                <a:effectLst/>
                <a:latin typeface="Calibri" panose="020F0502020204030204" pitchFamily="34" charset="0"/>
                <a:ea typeface="Times New Roman" panose="02020603050405020304" pitchFamily="18" charset="0"/>
                <a:cs typeface="Times New Roman" panose="02020603050405020304" pitchFamily="18" charset="0"/>
              </a:rPr>
              <a:t> Company fabrica dos clases de máquinas, cada una requiere de una técnica diferente de fabricación. La máquina de lujo requiere de 18 horas de mano de obra, 9 horas de prueba y produce una utilidad de $400. La máquina estándar requiere 3 horas de mano de obra, 4 horas de prueba y produce una utilidad de $200. Se dispone de 800 horas para mano de obra y 600 horas para prueba cada mes.</a:t>
            </a:r>
            <a:endParaRPr lang="es-MX" sz="2000" dirty="0">
              <a:effectLst/>
              <a:latin typeface="Times New Roman" panose="02020603050405020304" pitchFamily="18" charset="0"/>
              <a:ea typeface="Times New Roman" panose="02020603050405020304" pitchFamily="18" charset="0"/>
            </a:endParaRPr>
          </a:p>
          <a:p>
            <a:pPr algn="just">
              <a:spcBef>
                <a:spcPts val="600"/>
              </a:spcBef>
            </a:pPr>
            <a:r>
              <a:rPr lang="es-ES" sz="2000" dirty="0">
                <a:effectLst/>
                <a:latin typeface="Calibri" panose="020F0502020204030204" pitchFamily="34" charset="0"/>
                <a:ea typeface="Times New Roman" panose="02020603050405020304" pitchFamily="18" charset="0"/>
                <a:cs typeface="Times New Roman" panose="02020603050405020304" pitchFamily="18" charset="0"/>
              </a:rPr>
              <a:t>Se ha pronosticado que la demanda mensual para el modelo de lujo no es más de 80 y de la máquina estándar no es más de 150. La gerencia desea saber el número de máquinas de cada modelo, que deberá producirse para maximizar la utilidad total. Formule este problema como un modelo de programación lineal.</a:t>
            </a:r>
            <a:endParaRPr lang="es-MX" sz="2000" dirty="0">
              <a:effectLst/>
              <a:latin typeface="Times New Roman" panose="02020603050405020304" pitchFamily="18" charset="0"/>
              <a:ea typeface="Times New Roman" panose="02020603050405020304" pitchFamily="18" charset="0"/>
            </a:endParaRPr>
          </a:p>
        </p:txBody>
      </p:sp>
      <p:sp>
        <p:nvSpPr>
          <p:cNvPr id="6" name="Llamada de flecha a la derecha 5"/>
          <p:cNvSpPr/>
          <p:nvPr/>
        </p:nvSpPr>
        <p:spPr>
          <a:xfrm>
            <a:off x="215537" y="3186478"/>
            <a:ext cx="2088231" cy="707886"/>
          </a:xfrm>
          <a:prstGeom prst="rightArrowCallout">
            <a:avLst>
              <a:gd name="adj1" fmla="val 25000"/>
              <a:gd name="adj2" fmla="val 25000"/>
              <a:gd name="adj3" fmla="val 25000"/>
              <a:gd name="adj4" fmla="val 77694"/>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sz="2000" b="1" dirty="0">
                <a:solidFill>
                  <a:schemeClr val="tx2">
                    <a:lumMod val="50000"/>
                  </a:schemeClr>
                </a:solidFill>
              </a:rPr>
              <a:t>Mezcla de producción</a:t>
            </a:r>
          </a:p>
        </p:txBody>
      </p:sp>
      <p:sp>
        <p:nvSpPr>
          <p:cNvPr id="3" name="TextBox 2">
            <a:extLst>
              <a:ext uri="{FF2B5EF4-FFF2-40B4-BE49-F238E27FC236}">
                <a16:creationId xmlns:a16="http://schemas.microsoft.com/office/drawing/2014/main" id="{83471BEC-2857-584F-EE95-430DA2BB88D1}"/>
              </a:ext>
            </a:extLst>
          </p:cNvPr>
          <p:cNvSpPr txBox="1"/>
          <p:nvPr/>
        </p:nvSpPr>
        <p:spPr>
          <a:xfrm>
            <a:off x="384926" y="1398295"/>
            <a:ext cx="1809502" cy="955117"/>
          </a:xfrm>
          <a:prstGeom prst="rect">
            <a:avLst/>
          </a:prstGeom>
          <a:noFill/>
        </p:spPr>
        <p:txBody>
          <a:bodyPr wrap="square" rtlCol="0">
            <a:spAutoFit/>
          </a:bodyPr>
          <a:lstStyle/>
          <a:p>
            <a:pPr algn="ctr"/>
            <a:r>
              <a:rPr lang="en-US" b="1" dirty="0">
                <a:solidFill>
                  <a:sysClr val="windowText" lastClr="000000"/>
                </a:solidFill>
              </a:rPr>
              <a:t>Formula, </a:t>
            </a:r>
            <a:r>
              <a:rPr lang="en-US" b="1" dirty="0" err="1">
                <a:solidFill>
                  <a:sysClr val="windowText" lastClr="000000"/>
                </a:solidFill>
              </a:rPr>
              <a:t>resuelve</a:t>
            </a:r>
            <a:r>
              <a:rPr lang="en-US" b="1" dirty="0">
                <a:solidFill>
                  <a:sysClr val="windowText" lastClr="000000"/>
                </a:solidFill>
              </a:rPr>
              <a:t> e </a:t>
            </a:r>
            <a:r>
              <a:rPr lang="en-US" b="1" dirty="0" err="1">
                <a:solidFill>
                  <a:sysClr val="windowText" lastClr="000000"/>
                </a:solidFill>
              </a:rPr>
              <a:t>interpreta</a:t>
            </a:r>
            <a:r>
              <a:rPr lang="en-US" b="1" dirty="0">
                <a:solidFill>
                  <a:sysClr val="windowText" lastClr="000000"/>
                </a:solidFill>
              </a:rPr>
              <a:t>:</a:t>
            </a:r>
          </a:p>
        </p:txBody>
      </p:sp>
    </p:spTree>
    <p:extLst>
      <p:ext uri="{BB962C8B-B14F-4D97-AF65-F5344CB8AC3E}">
        <p14:creationId xmlns:p14="http://schemas.microsoft.com/office/powerpoint/2010/main" val="2384650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a:t>
            </a:r>
            <a:r>
              <a:rPr lang="en-US" dirty="0" err="1"/>
              <a:t>Programación</a:t>
            </a:r>
            <a:r>
              <a:rPr lang="en-US" dirty="0"/>
              <a:t> Lineal </a:t>
            </a:r>
          </a:p>
        </p:txBody>
      </p:sp>
      <p:sp>
        <p:nvSpPr>
          <p:cNvPr id="5" name="Llamada rectangular redondeada 4"/>
          <p:cNvSpPr/>
          <p:nvPr/>
        </p:nvSpPr>
        <p:spPr>
          <a:xfrm>
            <a:off x="2423592" y="1340768"/>
            <a:ext cx="8807477" cy="4752528"/>
          </a:xfrm>
          <a:prstGeom prst="wedgeRoundRectCallout">
            <a:avLst>
              <a:gd name="adj1" fmla="val -21428"/>
              <a:gd name="adj2" fmla="val 49409"/>
              <a:gd name="adj3" fmla="val 16667"/>
            </a:avLst>
          </a:prstGeom>
          <a:solidFill>
            <a:schemeClr val="accent2">
              <a:lumMod val="20000"/>
              <a:lumOff val="80000"/>
            </a:schemeClr>
          </a:solidFill>
          <a:effectLst>
            <a:glow rad="101600">
              <a:schemeClr val="accent1">
                <a:satMod val="175000"/>
                <a:alpha val="40000"/>
              </a:schemeClr>
            </a:glow>
            <a:innerShdw blurRad="63500" dist="50800" dir="2700000">
              <a:prstClr val="black">
                <a:alpha val="50000"/>
              </a:prstClr>
            </a:innerShdw>
          </a:effectLst>
          <a:scene3d>
            <a:camera prst="obliqueTopRight"/>
            <a:lightRig rig="threePt" dir="t"/>
          </a:scene3d>
          <a:sp3d>
            <a:bevelT prst="angle"/>
          </a:sp3d>
        </p:spPr>
        <p:style>
          <a:lnRef idx="2">
            <a:schemeClr val="accent5"/>
          </a:lnRef>
          <a:fillRef idx="1">
            <a:schemeClr val="lt1"/>
          </a:fillRef>
          <a:effectRef idx="0">
            <a:schemeClr val="accent5"/>
          </a:effectRef>
          <a:fontRef idx="minor">
            <a:schemeClr val="dk1"/>
          </a:fontRef>
        </p:style>
        <p:txBody>
          <a:bodyPr rtlCol="0" anchor="ctr"/>
          <a:lstStyle/>
          <a:p>
            <a:pPr algn="just">
              <a:spcBef>
                <a:spcPts val="600"/>
              </a:spcBef>
            </a:pP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La Texas </a:t>
            </a:r>
            <a:r>
              <a:rPr lang="es-ES" sz="1800" dirty="0" err="1">
                <a:effectLst/>
                <a:latin typeface="Calibri" panose="020F0502020204030204" pitchFamily="34" charset="0"/>
                <a:ea typeface="Times New Roman" panose="02020603050405020304" pitchFamily="18" charset="0"/>
                <a:cs typeface="Times New Roman" panose="02020603050405020304" pitchFamily="18" charset="0"/>
              </a:rPr>
              <a:t>Electronics</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 Inc. está estudiando la posibilidad de agregar nuevos minicomputadores a su línea con el fin de incrementar sus utilidades. Tres nuevos computadores han sido diseñados y evaluados. El computador 1 tiene un valor esperado en las ventas de 50,000 unidades por año, con una contribución en las utilidades de $20 por unidad. Los computadores 2 y 3 tienen un valor esperado de ventas de 300,000 y 100,000 unidades, respectivamente, con contribuciones en la utilidad de $5 y $10. La TEI ha asignado 800 horas mensuales de tiempo de la planta técnica para estos nuevos productos. Los computadores 1, 2, 3 requieren 1, 0,2 y 0,5 horas técnicas por unidad respectivamente. El sistema de empaque y despachos serán los usados actualmente por la compañía. Este sistema puede empacar y despachar como máximo 20,000 cajas semanales de los minicomputadores 1, 2 y 3. El computador 1 es empacado en 1 caja, los computadores 2 y 3 son empacados, cada uno, 4 computadores por caja. Formule un modelo de programación lineal para determinar las decisiones que aporten la máxima utilidad a la TEI.</a:t>
            </a:r>
            <a:endParaRPr lang="es-MX" sz="1800" dirty="0">
              <a:effectLst/>
              <a:latin typeface="Times New Roman" panose="02020603050405020304" pitchFamily="18" charset="0"/>
              <a:ea typeface="Times New Roman" panose="02020603050405020304" pitchFamily="18" charset="0"/>
            </a:endParaRPr>
          </a:p>
        </p:txBody>
      </p:sp>
      <p:sp>
        <p:nvSpPr>
          <p:cNvPr id="6" name="Llamada de flecha a la derecha 5"/>
          <p:cNvSpPr/>
          <p:nvPr/>
        </p:nvSpPr>
        <p:spPr>
          <a:xfrm>
            <a:off x="191345" y="2770980"/>
            <a:ext cx="2088231" cy="707886"/>
          </a:xfrm>
          <a:prstGeom prst="rightArrowCallout">
            <a:avLst>
              <a:gd name="adj1" fmla="val 25000"/>
              <a:gd name="adj2" fmla="val 25000"/>
              <a:gd name="adj3" fmla="val 25000"/>
              <a:gd name="adj4" fmla="val 77694"/>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sz="2000" b="1" dirty="0">
                <a:solidFill>
                  <a:schemeClr val="tx2">
                    <a:lumMod val="50000"/>
                  </a:schemeClr>
                </a:solidFill>
              </a:rPr>
              <a:t>Mezcla de producción</a:t>
            </a:r>
          </a:p>
        </p:txBody>
      </p:sp>
      <p:sp>
        <p:nvSpPr>
          <p:cNvPr id="3" name="TextBox 2">
            <a:extLst>
              <a:ext uri="{FF2B5EF4-FFF2-40B4-BE49-F238E27FC236}">
                <a16:creationId xmlns:a16="http://schemas.microsoft.com/office/drawing/2014/main" id="{3A591163-BCBB-6458-1FE8-D0CD3C2B1B32}"/>
              </a:ext>
            </a:extLst>
          </p:cNvPr>
          <p:cNvSpPr txBox="1"/>
          <p:nvPr/>
        </p:nvSpPr>
        <p:spPr>
          <a:xfrm>
            <a:off x="384926" y="1398295"/>
            <a:ext cx="1809502" cy="955117"/>
          </a:xfrm>
          <a:prstGeom prst="rect">
            <a:avLst/>
          </a:prstGeom>
          <a:noFill/>
        </p:spPr>
        <p:txBody>
          <a:bodyPr wrap="square" rtlCol="0">
            <a:spAutoFit/>
          </a:bodyPr>
          <a:lstStyle/>
          <a:p>
            <a:pPr algn="ctr"/>
            <a:r>
              <a:rPr lang="en-US" b="1" dirty="0">
                <a:solidFill>
                  <a:sysClr val="windowText" lastClr="000000"/>
                </a:solidFill>
              </a:rPr>
              <a:t>Formula, </a:t>
            </a:r>
            <a:r>
              <a:rPr lang="en-US" b="1" dirty="0" err="1">
                <a:solidFill>
                  <a:sysClr val="windowText" lastClr="000000"/>
                </a:solidFill>
              </a:rPr>
              <a:t>resuelve</a:t>
            </a:r>
            <a:r>
              <a:rPr lang="en-US" b="1" dirty="0">
                <a:solidFill>
                  <a:sysClr val="windowText" lastClr="000000"/>
                </a:solidFill>
              </a:rPr>
              <a:t> e </a:t>
            </a:r>
            <a:r>
              <a:rPr lang="en-US" b="1" dirty="0" err="1">
                <a:solidFill>
                  <a:sysClr val="windowText" lastClr="000000"/>
                </a:solidFill>
              </a:rPr>
              <a:t>interpreta</a:t>
            </a:r>
            <a:r>
              <a:rPr lang="en-US" b="1" dirty="0">
                <a:solidFill>
                  <a:sysClr val="windowText" lastClr="000000"/>
                </a:solidFill>
              </a:rPr>
              <a:t>:</a:t>
            </a:r>
          </a:p>
        </p:txBody>
      </p:sp>
    </p:spTree>
    <p:extLst>
      <p:ext uri="{BB962C8B-B14F-4D97-AF65-F5344CB8AC3E}">
        <p14:creationId xmlns:p14="http://schemas.microsoft.com/office/powerpoint/2010/main" val="1559184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a:t>
            </a:r>
            <a:r>
              <a:rPr lang="en-US" dirty="0" err="1"/>
              <a:t>Programación</a:t>
            </a:r>
            <a:r>
              <a:rPr lang="en-US" dirty="0"/>
              <a:t> Lineal </a:t>
            </a:r>
          </a:p>
        </p:txBody>
      </p:sp>
      <p:sp>
        <p:nvSpPr>
          <p:cNvPr id="5" name="Llamada rectangular redondeada 4"/>
          <p:cNvSpPr/>
          <p:nvPr/>
        </p:nvSpPr>
        <p:spPr>
          <a:xfrm>
            <a:off x="2351584" y="1124744"/>
            <a:ext cx="8807477" cy="4752528"/>
          </a:xfrm>
          <a:prstGeom prst="wedgeRoundRectCallout">
            <a:avLst>
              <a:gd name="adj1" fmla="val -21428"/>
              <a:gd name="adj2" fmla="val 49409"/>
              <a:gd name="adj3" fmla="val 16667"/>
            </a:avLst>
          </a:prstGeom>
          <a:solidFill>
            <a:schemeClr val="accent2">
              <a:lumMod val="20000"/>
              <a:lumOff val="80000"/>
            </a:schemeClr>
          </a:solidFill>
          <a:effectLst>
            <a:glow rad="101600">
              <a:schemeClr val="accent1">
                <a:satMod val="175000"/>
                <a:alpha val="40000"/>
              </a:schemeClr>
            </a:glow>
            <a:innerShdw blurRad="63500" dist="50800" dir="2700000">
              <a:prstClr val="black">
                <a:alpha val="50000"/>
              </a:prstClr>
            </a:innerShdw>
          </a:effectLst>
          <a:scene3d>
            <a:camera prst="obliqueTopRight"/>
            <a:lightRig rig="threePt" dir="t"/>
          </a:scene3d>
          <a:sp3d>
            <a:bevelT prst="angle"/>
          </a:sp3d>
        </p:spPr>
        <p:style>
          <a:lnRef idx="2">
            <a:schemeClr val="accent5"/>
          </a:lnRef>
          <a:fillRef idx="1">
            <a:schemeClr val="lt1"/>
          </a:fillRef>
          <a:effectRef idx="0">
            <a:schemeClr val="accent5"/>
          </a:effectRef>
          <a:fontRef idx="minor">
            <a:schemeClr val="dk1"/>
          </a:fontRef>
        </p:style>
        <p:txBody>
          <a:bodyPr rtlCol="0" anchor="ctr"/>
          <a:lstStyle/>
          <a:p>
            <a:pPr algn="just">
              <a:spcBef>
                <a:spcPts val="600"/>
              </a:spcBef>
            </a:pP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La Fargo </a:t>
            </a:r>
            <a:r>
              <a:rPr lang="es-ES" sz="1800" dirty="0" err="1">
                <a:effectLst/>
                <a:latin typeface="Calibri" panose="020F0502020204030204" pitchFamily="34" charset="0"/>
                <a:ea typeface="Times New Roman" panose="02020603050405020304" pitchFamily="18" charset="0"/>
                <a:cs typeface="Times New Roman" panose="02020603050405020304" pitchFamily="18" charset="0"/>
              </a:rPr>
              <a:t>Water</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 Co. Tiene tres depósitos con una entrada diaria estimada de 15, 20 y 25 millones de litros de agua fresca, respectivamente. Diariamente tiene que abastecer cuatro áreas A, B, C y D, las cuales tienen una demanda esperada de 8, 10, 12 y 15 millones de litros, respectivamente. El costo de bombeo por millón de litros es como sigue:</a:t>
            </a:r>
            <a:endParaRPr lang="es-MX" sz="1800" dirty="0">
              <a:effectLst/>
              <a:latin typeface="Times New Roman" panose="02020603050405020304" pitchFamily="18" charset="0"/>
              <a:ea typeface="Times New Roman" panose="02020603050405020304" pitchFamily="18" charset="0"/>
            </a:endParaRPr>
          </a:p>
          <a:p>
            <a:pPr algn="just">
              <a:spcBef>
                <a:spcPts val="600"/>
              </a:spcBef>
            </a:pP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                                              AREA</a:t>
            </a: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Depósitos 	A 	B 	C 	D</a:t>
            </a: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1 		2 	3 	4 	5</a:t>
            </a: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2 		3 	2 	5 	2 </a:t>
            </a: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3 		4 	1 	2 	3</a:t>
            </a: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Formular el problema de la Fargo </a:t>
            </a:r>
            <a:r>
              <a:rPr lang="es-ES" sz="1800" dirty="0" err="1">
                <a:effectLst/>
                <a:latin typeface="Calibri" panose="020F0502020204030204" pitchFamily="34" charset="0"/>
                <a:ea typeface="Times New Roman" panose="02020603050405020304" pitchFamily="18" charset="0"/>
                <a:cs typeface="Times New Roman" panose="02020603050405020304" pitchFamily="18" charset="0"/>
              </a:rPr>
              <a:t>Water</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 Co. Como un modelo de programación lineal. Asuma que el exceso de agua no representa un costo para la compañía.</a:t>
            </a:r>
            <a:endParaRPr lang="es-MX" sz="1800" dirty="0">
              <a:effectLst/>
              <a:latin typeface="Times New Roman" panose="02020603050405020304" pitchFamily="18" charset="0"/>
              <a:ea typeface="Times New Roman" panose="02020603050405020304" pitchFamily="18" charset="0"/>
            </a:endParaRPr>
          </a:p>
        </p:txBody>
      </p:sp>
      <p:sp>
        <p:nvSpPr>
          <p:cNvPr id="6" name="Llamada de flecha a la derecha 5"/>
          <p:cNvSpPr/>
          <p:nvPr/>
        </p:nvSpPr>
        <p:spPr>
          <a:xfrm>
            <a:off x="245561" y="2900843"/>
            <a:ext cx="2088231" cy="646331"/>
          </a:xfrm>
          <a:prstGeom prst="rightArrowCallout">
            <a:avLst>
              <a:gd name="adj1" fmla="val 25000"/>
              <a:gd name="adj2" fmla="val 25000"/>
              <a:gd name="adj3" fmla="val 25000"/>
              <a:gd name="adj4" fmla="val 77694"/>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b="1" dirty="0">
                <a:solidFill>
                  <a:schemeClr val="tx2">
                    <a:lumMod val="50000"/>
                  </a:schemeClr>
                </a:solidFill>
              </a:rPr>
              <a:t>Problema de transporte</a:t>
            </a:r>
          </a:p>
        </p:txBody>
      </p:sp>
      <p:sp>
        <p:nvSpPr>
          <p:cNvPr id="3" name="TextBox 2">
            <a:extLst>
              <a:ext uri="{FF2B5EF4-FFF2-40B4-BE49-F238E27FC236}">
                <a16:creationId xmlns:a16="http://schemas.microsoft.com/office/drawing/2014/main" id="{FFEB05F6-593D-E9D4-94DA-F61CA6A46696}"/>
              </a:ext>
            </a:extLst>
          </p:cNvPr>
          <p:cNvSpPr txBox="1"/>
          <p:nvPr/>
        </p:nvSpPr>
        <p:spPr>
          <a:xfrm>
            <a:off x="384926" y="1398295"/>
            <a:ext cx="1809502" cy="955117"/>
          </a:xfrm>
          <a:prstGeom prst="rect">
            <a:avLst/>
          </a:prstGeom>
          <a:noFill/>
        </p:spPr>
        <p:txBody>
          <a:bodyPr wrap="square" rtlCol="0">
            <a:spAutoFit/>
          </a:bodyPr>
          <a:lstStyle/>
          <a:p>
            <a:pPr algn="ctr"/>
            <a:r>
              <a:rPr lang="en-US" b="1" dirty="0">
                <a:solidFill>
                  <a:sysClr val="windowText" lastClr="000000"/>
                </a:solidFill>
              </a:rPr>
              <a:t>Formula, </a:t>
            </a:r>
            <a:r>
              <a:rPr lang="en-US" b="1" dirty="0" err="1">
                <a:solidFill>
                  <a:sysClr val="windowText" lastClr="000000"/>
                </a:solidFill>
              </a:rPr>
              <a:t>resuelve</a:t>
            </a:r>
            <a:r>
              <a:rPr lang="en-US" b="1" dirty="0">
                <a:solidFill>
                  <a:sysClr val="windowText" lastClr="000000"/>
                </a:solidFill>
              </a:rPr>
              <a:t> e </a:t>
            </a:r>
            <a:r>
              <a:rPr lang="en-US" b="1" dirty="0" err="1">
                <a:solidFill>
                  <a:sysClr val="windowText" lastClr="000000"/>
                </a:solidFill>
              </a:rPr>
              <a:t>interpreta</a:t>
            </a:r>
            <a:r>
              <a:rPr lang="en-US" b="1" dirty="0">
                <a:solidFill>
                  <a:sysClr val="windowText" lastClr="000000"/>
                </a:solidFill>
              </a:rPr>
              <a:t>:</a:t>
            </a:r>
          </a:p>
        </p:txBody>
      </p:sp>
    </p:spTree>
    <p:extLst>
      <p:ext uri="{BB962C8B-B14F-4D97-AF65-F5344CB8AC3E}">
        <p14:creationId xmlns:p14="http://schemas.microsoft.com/office/powerpoint/2010/main" val="3641036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PL: </a:t>
            </a:r>
            <a:r>
              <a:rPr lang="en-US" dirty="0" err="1"/>
              <a:t>Transporte</a:t>
            </a:r>
            <a:endParaRPr lang="en-US" dirty="0"/>
          </a:p>
        </p:txBody>
      </p:sp>
      <p:grpSp>
        <p:nvGrpSpPr>
          <p:cNvPr id="3" name="Grupo 3">
            <a:extLst>
              <a:ext uri="{FF2B5EF4-FFF2-40B4-BE49-F238E27FC236}">
                <a16:creationId xmlns:a16="http://schemas.microsoft.com/office/drawing/2014/main" id="{F8DE0873-F1D3-8DAA-1CFF-833345082208}"/>
              </a:ext>
            </a:extLst>
          </p:cNvPr>
          <p:cNvGrpSpPr/>
          <p:nvPr/>
        </p:nvGrpSpPr>
        <p:grpSpPr>
          <a:xfrm>
            <a:off x="3287150" y="1938692"/>
            <a:ext cx="3861003" cy="3580365"/>
            <a:chOff x="2524100" y="1928802"/>
            <a:chExt cx="2659062" cy="2500330"/>
          </a:xfrm>
        </p:grpSpPr>
        <p:sp>
          <p:nvSpPr>
            <p:cNvPr id="4" name="6 Elipse">
              <a:extLst>
                <a:ext uri="{FF2B5EF4-FFF2-40B4-BE49-F238E27FC236}">
                  <a16:creationId xmlns:a16="http://schemas.microsoft.com/office/drawing/2014/main" id="{23C178E1-341C-53E7-9CC5-A1E702AD982E}"/>
                </a:ext>
              </a:extLst>
            </p:cNvPr>
            <p:cNvSpPr/>
            <p:nvPr/>
          </p:nvSpPr>
          <p:spPr>
            <a:xfrm>
              <a:off x="3095604" y="2714620"/>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bg1"/>
                  </a:solidFill>
                </a:rPr>
                <a:t>1</a:t>
              </a:r>
            </a:p>
          </p:txBody>
        </p:sp>
        <p:sp>
          <p:nvSpPr>
            <p:cNvPr id="7" name="7 Elipse">
              <a:extLst>
                <a:ext uri="{FF2B5EF4-FFF2-40B4-BE49-F238E27FC236}">
                  <a16:creationId xmlns:a16="http://schemas.microsoft.com/office/drawing/2014/main" id="{904B59E5-7984-B0A0-A4D5-D1DC0F4C8B0E}"/>
                </a:ext>
              </a:extLst>
            </p:cNvPr>
            <p:cNvSpPr/>
            <p:nvPr/>
          </p:nvSpPr>
          <p:spPr>
            <a:xfrm>
              <a:off x="3095604" y="3214686"/>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bg1"/>
                  </a:solidFill>
                </a:rPr>
                <a:t>2</a:t>
              </a:r>
            </a:p>
          </p:txBody>
        </p:sp>
        <p:sp>
          <p:nvSpPr>
            <p:cNvPr id="8" name="8 Elipse">
              <a:extLst>
                <a:ext uri="{FF2B5EF4-FFF2-40B4-BE49-F238E27FC236}">
                  <a16:creationId xmlns:a16="http://schemas.microsoft.com/office/drawing/2014/main" id="{66640CC3-1D82-9D60-A399-B8418C672EEE}"/>
                </a:ext>
              </a:extLst>
            </p:cNvPr>
            <p:cNvSpPr/>
            <p:nvPr/>
          </p:nvSpPr>
          <p:spPr>
            <a:xfrm>
              <a:off x="3095604" y="3714752"/>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bg1"/>
                  </a:solidFill>
                </a:rPr>
                <a:t>3</a:t>
              </a:r>
            </a:p>
          </p:txBody>
        </p:sp>
        <p:sp>
          <p:nvSpPr>
            <p:cNvPr id="9" name="9 Elipse">
              <a:extLst>
                <a:ext uri="{FF2B5EF4-FFF2-40B4-BE49-F238E27FC236}">
                  <a16:creationId xmlns:a16="http://schemas.microsoft.com/office/drawing/2014/main" id="{7E469ACA-EF33-7781-7BF6-064CA58A6D4F}"/>
                </a:ext>
              </a:extLst>
            </p:cNvPr>
            <p:cNvSpPr/>
            <p:nvPr/>
          </p:nvSpPr>
          <p:spPr>
            <a:xfrm>
              <a:off x="4238612" y="2571744"/>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bg1"/>
                  </a:solidFill>
                </a:rPr>
                <a:t>1</a:t>
              </a:r>
            </a:p>
          </p:txBody>
        </p:sp>
        <p:sp>
          <p:nvSpPr>
            <p:cNvPr id="10" name="10 Elipse">
              <a:extLst>
                <a:ext uri="{FF2B5EF4-FFF2-40B4-BE49-F238E27FC236}">
                  <a16:creationId xmlns:a16="http://schemas.microsoft.com/office/drawing/2014/main" id="{CBC3F186-8509-FF90-44DA-3BFE66BB54B6}"/>
                </a:ext>
              </a:extLst>
            </p:cNvPr>
            <p:cNvSpPr/>
            <p:nvPr/>
          </p:nvSpPr>
          <p:spPr>
            <a:xfrm>
              <a:off x="4238612" y="3071810"/>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bg1"/>
                  </a:solidFill>
                </a:rPr>
                <a:t>2</a:t>
              </a:r>
            </a:p>
          </p:txBody>
        </p:sp>
        <p:sp>
          <p:nvSpPr>
            <p:cNvPr id="11" name="11 Elipse">
              <a:extLst>
                <a:ext uri="{FF2B5EF4-FFF2-40B4-BE49-F238E27FC236}">
                  <a16:creationId xmlns:a16="http://schemas.microsoft.com/office/drawing/2014/main" id="{5D058BB9-9820-02DB-BF6E-81085A781691}"/>
                </a:ext>
              </a:extLst>
            </p:cNvPr>
            <p:cNvSpPr/>
            <p:nvPr/>
          </p:nvSpPr>
          <p:spPr>
            <a:xfrm>
              <a:off x="4238612" y="3571876"/>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bg1"/>
                  </a:solidFill>
                </a:rPr>
                <a:t>3</a:t>
              </a:r>
            </a:p>
          </p:txBody>
        </p:sp>
        <p:sp>
          <p:nvSpPr>
            <p:cNvPr id="12" name="12 Elipse">
              <a:extLst>
                <a:ext uri="{FF2B5EF4-FFF2-40B4-BE49-F238E27FC236}">
                  <a16:creationId xmlns:a16="http://schemas.microsoft.com/office/drawing/2014/main" id="{0A7AFEA5-341D-121C-CFB7-DF13F5A3865F}"/>
                </a:ext>
              </a:extLst>
            </p:cNvPr>
            <p:cNvSpPr/>
            <p:nvPr/>
          </p:nvSpPr>
          <p:spPr>
            <a:xfrm>
              <a:off x="4238612" y="4071942"/>
              <a:ext cx="357190"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solidFill>
                    <a:schemeClr val="bg1"/>
                  </a:solidFill>
                </a:rPr>
                <a:t>4</a:t>
              </a:r>
            </a:p>
          </p:txBody>
        </p:sp>
        <p:cxnSp>
          <p:nvCxnSpPr>
            <p:cNvPr id="13" name="14 Conector recto de flecha">
              <a:extLst>
                <a:ext uri="{FF2B5EF4-FFF2-40B4-BE49-F238E27FC236}">
                  <a16:creationId xmlns:a16="http://schemas.microsoft.com/office/drawing/2014/main" id="{65C51E98-005C-FEE2-F1D6-89D59C282353}"/>
                </a:ext>
              </a:extLst>
            </p:cNvPr>
            <p:cNvCxnSpPr>
              <a:stCxn id="4" idx="6"/>
              <a:endCxn id="9" idx="2"/>
            </p:cNvCxnSpPr>
            <p:nvPr/>
          </p:nvCxnSpPr>
          <p:spPr>
            <a:xfrm flipV="1">
              <a:off x="3452794" y="2750339"/>
              <a:ext cx="785818"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6 Conector recto de flecha">
              <a:extLst>
                <a:ext uri="{FF2B5EF4-FFF2-40B4-BE49-F238E27FC236}">
                  <a16:creationId xmlns:a16="http://schemas.microsoft.com/office/drawing/2014/main" id="{97065B71-E877-4044-133A-C36C145197E2}"/>
                </a:ext>
              </a:extLst>
            </p:cNvPr>
            <p:cNvCxnSpPr>
              <a:stCxn id="4" idx="6"/>
              <a:endCxn id="10" idx="2"/>
            </p:cNvCxnSpPr>
            <p:nvPr/>
          </p:nvCxnSpPr>
          <p:spPr>
            <a:xfrm>
              <a:off x="3452794" y="2893215"/>
              <a:ext cx="785818" cy="3571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18 Conector recto de flecha">
              <a:extLst>
                <a:ext uri="{FF2B5EF4-FFF2-40B4-BE49-F238E27FC236}">
                  <a16:creationId xmlns:a16="http://schemas.microsoft.com/office/drawing/2014/main" id="{5E7084F0-EDB0-1500-6DEF-900BB2D080AE}"/>
                </a:ext>
              </a:extLst>
            </p:cNvPr>
            <p:cNvCxnSpPr>
              <a:stCxn id="4" idx="6"/>
              <a:endCxn id="11" idx="2"/>
            </p:cNvCxnSpPr>
            <p:nvPr/>
          </p:nvCxnSpPr>
          <p:spPr>
            <a:xfrm>
              <a:off x="3452794" y="2893215"/>
              <a:ext cx="785818" cy="857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20 Conector recto de flecha">
              <a:extLst>
                <a:ext uri="{FF2B5EF4-FFF2-40B4-BE49-F238E27FC236}">
                  <a16:creationId xmlns:a16="http://schemas.microsoft.com/office/drawing/2014/main" id="{8EBF1962-E602-B13E-3999-93EFA5FC0834}"/>
                </a:ext>
              </a:extLst>
            </p:cNvPr>
            <p:cNvCxnSpPr>
              <a:stCxn id="4" idx="6"/>
              <a:endCxn id="12" idx="2"/>
            </p:cNvCxnSpPr>
            <p:nvPr/>
          </p:nvCxnSpPr>
          <p:spPr>
            <a:xfrm>
              <a:off x="3452794" y="2893215"/>
              <a:ext cx="785818" cy="13573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22 Conector recto de flecha">
              <a:extLst>
                <a:ext uri="{FF2B5EF4-FFF2-40B4-BE49-F238E27FC236}">
                  <a16:creationId xmlns:a16="http://schemas.microsoft.com/office/drawing/2014/main" id="{DC0F4FB0-A821-9C40-DC2D-5442351637AF}"/>
                </a:ext>
              </a:extLst>
            </p:cNvPr>
            <p:cNvCxnSpPr>
              <a:stCxn id="7" idx="6"/>
              <a:endCxn id="9" idx="2"/>
            </p:cNvCxnSpPr>
            <p:nvPr/>
          </p:nvCxnSpPr>
          <p:spPr>
            <a:xfrm flipV="1">
              <a:off x="3452794" y="2750339"/>
              <a:ext cx="785818"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24 Conector recto de flecha">
              <a:extLst>
                <a:ext uri="{FF2B5EF4-FFF2-40B4-BE49-F238E27FC236}">
                  <a16:creationId xmlns:a16="http://schemas.microsoft.com/office/drawing/2014/main" id="{84ED7ACF-F2A5-66C8-6002-113B3A39DFD7}"/>
                </a:ext>
              </a:extLst>
            </p:cNvPr>
            <p:cNvCxnSpPr>
              <a:stCxn id="7" idx="6"/>
            </p:cNvCxnSpPr>
            <p:nvPr/>
          </p:nvCxnSpPr>
          <p:spPr>
            <a:xfrm flipV="1">
              <a:off x="3452794" y="3286125"/>
              <a:ext cx="714380" cy="1071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26 Conector recto de flecha">
              <a:extLst>
                <a:ext uri="{FF2B5EF4-FFF2-40B4-BE49-F238E27FC236}">
                  <a16:creationId xmlns:a16="http://schemas.microsoft.com/office/drawing/2014/main" id="{C3D4FA95-FB4B-38F7-E621-7B5E8087C119}"/>
                </a:ext>
              </a:extLst>
            </p:cNvPr>
            <p:cNvCxnSpPr>
              <a:stCxn id="7" idx="6"/>
              <a:endCxn id="11" idx="2"/>
            </p:cNvCxnSpPr>
            <p:nvPr/>
          </p:nvCxnSpPr>
          <p:spPr>
            <a:xfrm>
              <a:off x="3452794" y="3393281"/>
              <a:ext cx="785818" cy="3571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28 Conector recto de flecha">
              <a:extLst>
                <a:ext uri="{FF2B5EF4-FFF2-40B4-BE49-F238E27FC236}">
                  <a16:creationId xmlns:a16="http://schemas.microsoft.com/office/drawing/2014/main" id="{0C0B76D3-65B5-9CAB-2248-4AEC8EC14C45}"/>
                </a:ext>
              </a:extLst>
            </p:cNvPr>
            <p:cNvCxnSpPr>
              <a:stCxn id="7" idx="6"/>
              <a:endCxn id="12" idx="2"/>
            </p:cNvCxnSpPr>
            <p:nvPr/>
          </p:nvCxnSpPr>
          <p:spPr>
            <a:xfrm>
              <a:off x="3452794" y="3393281"/>
              <a:ext cx="785818" cy="857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30 Conector recto de flecha">
              <a:extLst>
                <a:ext uri="{FF2B5EF4-FFF2-40B4-BE49-F238E27FC236}">
                  <a16:creationId xmlns:a16="http://schemas.microsoft.com/office/drawing/2014/main" id="{F670F6EE-578E-31B4-125F-3CEDD72907F1}"/>
                </a:ext>
              </a:extLst>
            </p:cNvPr>
            <p:cNvCxnSpPr>
              <a:stCxn id="8" idx="6"/>
              <a:endCxn id="9" idx="2"/>
            </p:cNvCxnSpPr>
            <p:nvPr/>
          </p:nvCxnSpPr>
          <p:spPr>
            <a:xfrm flipV="1">
              <a:off x="3452794" y="2750339"/>
              <a:ext cx="785818" cy="1143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32 Conector recto de flecha">
              <a:extLst>
                <a:ext uri="{FF2B5EF4-FFF2-40B4-BE49-F238E27FC236}">
                  <a16:creationId xmlns:a16="http://schemas.microsoft.com/office/drawing/2014/main" id="{666821F1-8878-3511-A857-330CC51E47CB}"/>
                </a:ext>
              </a:extLst>
            </p:cNvPr>
            <p:cNvCxnSpPr>
              <a:stCxn id="8" idx="6"/>
              <a:endCxn id="10" idx="2"/>
            </p:cNvCxnSpPr>
            <p:nvPr/>
          </p:nvCxnSpPr>
          <p:spPr>
            <a:xfrm flipV="1">
              <a:off x="3452794" y="3250405"/>
              <a:ext cx="785818"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34 Conector recto de flecha">
              <a:extLst>
                <a:ext uri="{FF2B5EF4-FFF2-40B4-BE49-F238E27FC236}">
                  <a16:creationId xmlns:a16="http://schemas.microsoft.com/office/drawing/2014/main" id="{EB1316FD-E21C-6BCE-96D1-CA23F394D03A}"/>
                </a:ext>
              </a:extLst>
            </p:cNvPr>
            <p:cNvCxnSpPr>
              <a:stCxn id="8" idx="6"/>
              <a:endCxn id="11" idx="2"/>
            </p:cNvCxnSpPr>
            <p:nvPr/>
          </p:nvCxnSpPr>
          <p:spPr>
            <a:xfrm flipV="1">
              <a:off x="3452794" y="3750471"/>
              <a:ext cx="785818"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36 Conector recto de flecha">
              <a:extLst>
                <a:ext uri="{FF2B5EF4-FFF2-40B4-BE49-F238E27FC236}">
                  <a16:creationId xmlns:a16="http://schemas.microsoft.com/office/drawing/2014/main" id="{0C785F86-F5B9-7407-BED5-AF67E8DDFE61}"/>
                </a:ext>
              </a:extLst>
            </p:cNvPr>
            <p:cNvCxnSpPr>
              <a:stCxn id="8" idx="6"/>
              <a:endCxn id="12" idx="2"/>
            </p:cNvCxnSpPr>
            <p:nvPr/>
          </p:nvCxnSpPr>
          <p:spPr>
            <a:xfrm>
              <a:off x="3452794" y="3893347"/>
              <a:ext cx="785818" cy="3571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38 Conector recto de flecha">
              <a:extLst>
                <a:ext uri="{FF2B5EF4-FFF2-40B4-BE49-F238E27FC236}">
                  <a16:creationId xmlns:a16="http://schemas.microsoft.com/office/drawing/2014/main" id="{DD0CF0B6-7A34-FC85-419C-A698E71F8B03}"/>
                </a:ext>
              </a:extLst>
            </p:cNvPr>
            <p:cNvCxnSpPr>
              <a:endCxn id="4" idx="2"/>
            </p:cNvCxnSpPr>
            <p:nvPr/>
          </p:nvCxnSpPr>
          <p:spPr>
            <a:xfrm>
              <a:off x="2881290" y="2857497"/>
              <a:ext cx="214314"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40 Conector recto de flecha">
              <a:extLst>
                <a:ext uri="{FF2B5EF4-FFF2-40B4-BE49-F238E27FC236}">
                  <a16:creationId xmlns:a16="http://schemas.microsoft.com/office/drawing/2014/main" id="{12FEA62B-BE15-0C71-E34E-CEA89717FC85}"/>
                </a:ext>
              </a:extLst>
            </p:cNvPr>
            <p:cNvCxnSpPr>
              <a:endCxn id="7" idx="2"/>
            </p:cNvCxnSpPr>
            <p:nvPr/>
          </p:nvCxnSpPr>
          <p:spPr>
            <a:xfrm flipV="1">
              <a:off x="2881290" y="3393282"/>
              <a:ext cx="214314"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42 Conector recto de flecha">
              <a:extLst>
                <a:ext uri="{FF2B5EF4-FFF2-40B4-BE49-F238E27FC236}">
                  <a16:creationId xmlns:a16="http://schemas.microsoft.com/office/drawing/2014/main" id="{52BAB5FF-A5F6-B06D-AF70-B880126196D6}"/>
                </a:ext>
              </a:extLst>
            </p:cNvPr>
            <p:cNvCxnSpPr>
              <a:endCxn id="8" idx="2"/>
            </p:cNvCxnSpPr>
            <p:nvPr/>
          </p:nvCxnSpPr>
          <p:spPr>
            <a:xfrm>
              <a:off x="2881290" y="3857629"/>
              <a:ext cx="214314"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44 Conector recto de flecha">
              <a:extLst>
                <a:ext uri="{FF2B5EF4-FFF2-40B4-BE49-F238E27FC236}">
                  <a16:creationId xmlns:a16="http://schemas.microsoft.com/office/drawing/2014/main" id="{ED22C412-D9E7-8FE7-00BD-5B160F5B7329}"/>
                </a:ext>
              </a:extLst>
            </p:cNvPr>
            <p:cNvCxnSpPr>
              <a:stCxn id="9" idx="6"/>
            </p:cNvCxnSpPr>
            <p:nvPr/>
          </p:nvCxnSpPr>
          <p:spPr>
            <a:xfrm flipV="1">
              <a:off x="4595802" y="2714621"/>
              <a:ext cx="214314"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46 Conector recto de flecha">
              <a:extLst>
                <a:ext uri="{FF2B5EF4-FFF2-40B4-BE49-F238E27FC236}">
                  <a16:creationId xmlns:a16="http://schemas.microsoft.com/office/drawing/2014/main" id="{DA41FE70-5DD7-2226-5843-4504250E09FD}"/>
                </a:ext>
              </a:extLst>
            </p:cNvPr>
            <p:cNvCxnSpPr>
              <a:stCxn id="10" idx="6"/>
            </p:cNvCxnSpPr>
            <p:nvPr/>
          </p:nvCxnSpPr>
          <p:spPr>
            <a:xfrm flipV="1">
              <a:off x="4595802" y="3214687"/>
              <a:ext cx="214314"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48 Conector recto de flecha">
              <a:extLst>
                <a:ext uri="{FF2B5EF4-FFF2-40B4-BE49-F238E27FC236}">
                  <a16:creationId xmlns:a16="http://schemas.microsoft.com/office/drawing/2014/main" id="{A76DEE68-A76C-C5B0-BFB2-EC358A8A8327}"/>
                </a:ext>
              </a:extLst>
            </p:cNvPr>
            <p:cNvCxnSpPr>
              <a:stCxn id="11" idx="6"/>
            </p:cNvCxnSpPr>
            <p:nvPr/>
          </p:nvCxnSpPr>
          <p:spPr>
            <a:xfrm>
              <a:off x="4595802" y="3750472"/>
              <a:ext cx="214314"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50 Conector recto de flecha">
              <a:extLst>
                <a:ext uri="{FF2B5EF4-FFF2-40B4-BE49-F238E27FC236}">
                  <a16:creationId xmlns:a16="http://schemas.microsoft.com/office/drawing/2014/main" id="{24336EB4-7477-3651-0F3C-469486E1AFF9}"/>
                </a:ext>
              </a:extLst>
            </p:cNvPr>
            <p:cNvCxnSpPr>
              <a:stCxn id="12" idx="6"/>
            </p:cNvCxnSpPr>
            <p:nvPr/>
          </p:nvCxnSpPr>
          <p:spPr>
            <a:xfrm>
              <a:off x="4595802" y="4250538"/>
              <a:ext cx="214314"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57 CuadroTexto">
              <a:extLst>
                <a:ext uri="{FF2B5EF4-FFF2-40B4-BE49-F238E27FC236}">
                  <a16:creationId xmlns:a16="http://schemas.microsoft.com/office/drawing/2014/main" id="{CCD8DE99-6ED6-83F6-5C0D-B49353390489}"/>
                </a:ext>
              </a:extLst>
            </p:cNvPr>
            <p:cNvSpPr txBox="1"/>
            <p:nvPr/>
          </p:nvSpPr>
          <p:spPr>
            <a:xfrm>
              <a:off x="2666976" y="1928802"/>
              <a:ext cx="844283" cy="257921"/>
            </a:xfrm>
            <a:prstGeom prst="rect">
              <a:avLst/>
            </a:prstGeom>
            <a:noFill/>
          </p:spPr>
          <p:txBody>
            <a:bodyPr wrap="none" rtlCol="0">
              <a:spAutoFit/>
            </a:bodyPr>
            <a:lstStyle/>
            <a:p>
              <a:r>
                <a:rPr lang="es-MX" dirty="0">
                  <a:solidFill>
                    <a:schemeClr val="bg1"/>
                  </a:solidFill>
                </a:rPr>
                <a:t>Fuentes (i)</a:t>
              </a:r>
            </a:p>
          </p:txBody>
        </p:sp>
        <p:sp>
          <p:nvSpPr>
            <p:cNvPr id="33" name="58 CuadroTexto">
              <a:extLst>
                <a:ext uri="{FF2B5EF4-FFF2-40B4-BE49-F238E27FC236}">
                  <a16:creationId xmlns:a16="http://schemas.microsoft.com/office/drawing/2014/main" id="{1D412957-1BD2-F365-A492-59A95E13546A}"/>
                </a:ext>
              </a:extLst>
            </p:cNvPr>
            <p:cNvSpPr txBox="1"/>
            <p:nvPr/>
          </p:nvSpPr>
          <p:spPr>
            <a:xfrm>
              <a:off x="3952860" y="1928802"/>
              <a:ext cx="900144" cy="257921"/>
            </a:xfrm>
            <a:prstGeom prst="rect">
              <a:avLst/>
            </a:prstGeom>
            <a:noFill/>
          </p:spPr>
          <p:txBody>
            <a:bodyPr wrap="none" rtlCol="0">
              <a:spAutoFit/>
            </a:bodyPr>
            <a:lstStyle/>
            <a:p>
              <a:r>
                <a:rPr lang="es-MX" dirty="0">
                  <a:solidFill>
                    <a:schemeClr val="bg1"/>
                  </a:solidFill>
                </a:rPr>
                <a:t>Destinos (j)</a:t>
              </a:r>
            </a:p>
          </p:txBody>
        </p:sp>
        <p:sp>
          <p:nvSpPr>
            <p:cNvPr id="34" name="59 CuadroTexto">
              <a:extLst>
                <a:ext uri="{FF2B5EF4-FFF2-40B4-BE49-F238E27FC236}">
                  <a16:creationId xmlns:a16="http://schemas.microsoft.com/office/drawing/2014/main" id="{505F7F61-1F08-C2D3-92E9-32BD36F56014}"/>
                </a:ext>
              </a:extLst>
            </p:cNvPr>
            <p:cNvSpPr txBox="1"/>
            <p:nvPr/>
          </p:nvSpPr>
          <p:spPr>
            <a:xfrm>
              <a:off x="2524100" y="2643182"/>
              <a:ext cx="289465" cy="257921"/>
            </a:xfrm>
            <a:prstGeom prst="rect">
              <a:avLst/>
            </a:prstGeom>
            <a:noFill/>
          </p:spPr>
          <p:txBody>
            <a:bodyPr wrap="none" rtlCol="0">
              <a:spAutoFit/>
            </a:bodyPr>
            <a:lstStyle/>
            <a:p>
              <a:r>
                <a:rPr lang="es-MX" dirty="0">
                  <a:solidFill>
                    <a:schemeClr val="bg1"/>
                  </a:solidFill>
                </a:rPr>
                <a:t>s1</a:t>
              </a:r>
            </a:p>
          </p:txBody>
        </p:sp>
        <p:sp>
          <p:nvSpPr>
            <p:cNvPr id="35" name="60 CuadroTexto">
              <a:extLst>
                <a:ext uri="{FF2B5EF4-FFF2-40B4-BE49-F238E27FC236}">
                  <a16:creationId xmlns:a16="http://schemas.microsoft.com/office/drawing/2014/main" id="{7ACB2ACC-4CD0-540B-E1F9-FAC5525B8064}"/>
                </a:ext>
              </a:extLst>
            </p:cNvPr>
            <p:cNvSpPr txBox="1"/>
            <p:nvPr/>
          </p:nvSpPr>
          <p:spPr>
            <a:xfrm>
              <a:off x="2524100" y="3214686"/>
              <a:ext cx="289465" cy="257921"/>
            </a:xfrm>
            <a:prstGeom prst="rect">
              <a:avLst/>
            </a:prstGeom>
            <a:noFill/>
          </p:spPr>
          <p:txBody>
            <a:bodyPr wrap="none" rtlCol="0">
              <a:spAutoFit/>
            </a:bodyPr>
            <a:lstStyle/>
            <a:p>
              <a:r>
                <a:rPr lang="es-MX" dirty="0">
                  <a:solidFill>
                    <a:schemeClr val="bg1"/>
                  </a:solidFill>
                </a:rPr>
                <a:t>s2</a:t>
              </a:r>
            </a:p>
          </p:txBody>
        </p:sp>
        <p:sp>
          <p:nvSpPr>
            <p:cNvPr id="36" name="61 CuadroTexto">
              <a:extLst>
                <a:ext uri="{FF2B5EF4-FFF2-40B4-BE49-F238E27FC236}">
                  <a16:creationId xmlns:a16="http://schemas.microsoft.com/office/drawing/2014/main" id="{7D3E396F-5DFD-1CDB-9B0A-16422932BBC4}"/>
                </a:ext>
              </a:extLst>
            </p:cNvPr>
            <p:cNvSpPr txBox="1"/>
            <p:nvPr/>
          </p:nvSpPr>
          <p:spPr>
            <a:xfrm>
              <a:off x="2524100" y="3702610"/>
              <a:ext cx="289465" cy="257921"/>
            </a:xfrm>
            <a:prstGeom prst="rect">
              <a:avLst/>
            </a:prstGeom>
            <a:noFill/>
          </p:spPr>
          <p:txBody>
            <a:bodyPr wrap="none" rtlCol="0">
              <a:spAutoFit/>
            </a:bodyPr>
            <a:lstStyle/>
            <a:p>
              <a:r>
                <a:rPr lang="es-MX" dirty="0">
                  <a:solidFill>
                    <a:schemeClr val="bg1"/>
                  </a:solidFill>
                </a:rPr>
                <a:t>s3</a:t>
              </a:r>
            </a:p>
          </p:txBody>
        </p:sp>
        <p:sp>
          <p:nvSpPr>
            <p:cNvPr id="37" name="62 CuadroTexto">
              <a:extLst>
                <a:ext uri="{FF2B5EF4-FFF2-40B4-BE49-F238E27FC236}">
                  <a16:creationId xmlns:a16="http://schemas.microsoft.com/office/drawing/2014/main" id="{8C4FEF18-C6A9-8997-60B6-863ED977A830}"/>
                </a:ext>
              </a:extLst>
            </p:cNvPr>
            <p:cNvSpPr txBox="1"/>
            <p:nvPr/>
          </p:nvSpPr>
          <p:spPr>
            <a:xfrm>
              <a:off x="4881554" y="2500306"/>
              <a:ext cx="301608" cy="257921"/>
            </a:xfrm>
            <a:prstGeom prst="rect">
              <a:avLst/>
            </a:prstGeom>
            <a:noFill/>
          </p:spPr>
          <p:txBody>
            <a:bodyPr wrap="none" rtlCol="0">
              <a:spAutoFit/>
            </a:bodyPr>
            <a:lstStyle/>
            <a:p>
              <a:r>
                <a:rPr lang="es-MX" dirty="0">
                  <a:solidFill>
                    <a:schemeClr val="bg1"/>
                  </a:solidFill>
                </a:rPr>
                <a:t>d1</a:t>
              </a:r>
            </a:p>
          </p:txBody>
        </p:sp>
        <p:sp>
          <p:nvSpPr>
            <p:cNvPr id="38" name="63 CuadroTexto">
              <a:extLst>
                <a:ext uri="{FF2B5EF4-FFF2-40B4-BE49-F238E27FC236}">
                  <a16:creationId xmlns:a16="http://schemas.microsoft.com/office/drawing/2014/main" id="{6A6631AF-747D-B56D-A03B-78D4AA4B74F8}"/>
                </a:ext>
              </a:extLst>
            </p:cNvPr>
            <p:cNvSpPr txBox="1"/>
            <p:nvPr/>
          </p:nvSpPr>
          <p:spPr>
            <a:xfrm>
              <a:off x="4881554" y="3059668"/>
              <a:ext cx="301608" cy="257921"/>
            </a:xfrm>
            <a:prstGeom prst="rect">
              <a:avLst/>
            </a:prstGeom>
            <a:noFill/>
          </p:spPr>
          <p:txBody>
            <a:bodyPr wrap="none" rtlCol="0">
              <a:spAutoFit/>
            </a:bodyPr>
            <a:lstStyle/>
            <a:p>
              <a:r>
                <a:rPr lang="es-MX" dirty="0">
                  <a:solidFill>
                    <a:schemeClr val="bg1"/>
                  </a:solidFill>
                </a:rPr>
                <a:t>d2</a:t>
              </a:r>
            </a:p>
          </p:txBody>
        </p:sp>
        <p:sp>
          <p:nvSpPr>
            <p:cNvPr id="39" name="64 CuadroTexto">
              <a:extLst>
                <a:ext uri="{FF2B5EF4-FFF2-40B4-BE49-F238E27FC236}">
                  <a16:creationId xmlns:a16="http://schemas.microsoft.com/office/drawing/2014/main" id="{D2630292-A5ED-C429-A7DE-92149C50EA5D}"/>
                </a:ext>
              </a:extLst>
            </p:cNvPr>
            <p:cNvSpPr txBox="1"/>
            <p:nvPr/>
          </p:nvSpPr>
          <p:spPr>
            <a:xfrm>
              <a:off x="4881554" y="3571876"/>
              <a:ext cx="301608" cy="257921"/>
            </a:xfrm>
            <a:prstGeom prst="rect">
              <a:avLst/>
            </a:prstGeom>
            <a:noFill/>
          </p:spPr>
          <p:txBody>
            <a:bodyPr wrap="none" rtlCol="0">
              <a:spAutoFit/>
            </a:bodyPr>
            <a:lstStyle/>
            <a:p>
              <a:r>
                <a:rPr lang="es-MX" dirty="0">
                  <a:solidFill>
                    <a:schemeClr val="bg1"/>
                  </a:solidFill>
                </a:rPr>
                <a:t>d3</a:t>
              </a:r>
            </a:p>
          </p:txBody>
        </p:sp>
        <p:sp>
          <p:nvSpPr>
            <p:cNvPr id="40" name="65 CuadroTexto">
              <a:extLst>
                <a:ext uri="{FF2B5EF4-FFF2-40B4-BE49-F238E27FC236}">
                  <a16:creationId xmlns:a16="http://schemas.microsoft.com/office/drawing/2014/main" id="{3B56612F-2182-58C5-AE22-4D9EB3D3CCC3}"/>
                </a:ext>
              </a:extLst>
            </p:cNvPr>
            <p:cNvSpPr txBox="1"/>
            <p:nvPr/>
          </p:nvSpPr>
          <p:spPr>
            <a:xfrm>
              <a:off x="4881554" y="4059800"/>
              <a:ext cx="301608" cy="257921"/>
            </a:xfrm>
            <a:prstGeom prst="rect">
              <a:avLst/>
            </a:prstGeom>
            <a:noFill/>
          </p:spPr>
          <p:txBody>
            <a:bodyPr wrap="none" rtlCol="0">
              <a:spAutoFit/>
            </a:bodyPr>
            <a:lstStyle/>
            <a:p>
              <a:r>
                <a:rPr lang="es-MX" dirty="0">
                  <a:solidFill>
                    <a:schemeClr val="bg1"/>
                  </a:solidFill>
                </a:rPr>
                <a:t>d4</a:t>
              </a:r>
            </a:p>
          </p:txBody>
        </p:sp>
      </p:grpSp>
      <p:graphicFrame>
        <p:nvGraphicFramePr>
          <p:cNvPr id="41" name="66 Marcador de contenido">
            <a:extLst>
              <a:ext uri="{FF2B5EF4-FFF2-40B4-BE49-F238E27FC236}">
                <a16:creationId xmlns:a16="http://schemas.microsoft.com/office/drawing/2014/main" id="{CBC47482-099F-3073-DDD2-73238266298E}"/>
              </a:ext>
            </a:extLst>
          </p:cNvPr>
          <p:cNvGraphicFramePr>
            <a:graphicFrameLocks noChangeAspect="1"/>
          </p:cNvGraphicFramePr>
          <p:nvPr/>
        </p:nvGraphicFramePr>
        <p:xfrm>
          <a:off x="4138373" y="5894585"/>
          <a:ext cx="1822450" cy="796925"/>
        </p:xfrm>
        <a:graphic>
          <a:graphicData uri="http://schemas.openxmlformats.org/presentationml/2006/ole">
            <mc:AlternateContent xmlns:mc="http://schemas.openxmlformats.org/markup-compatibility/2006">
              <mc:Choice xmlns:v="urn:schemas-microsoft-com:vml" Requires="v">
                <p:oleObj name="Ecuación" r:id="rId3" imgW="812520" imgH="355320" progId="Equation.3">
                  <p:embed/>
                </p:oleObj>
              </mc:Choice>
              <mc:Fallback>
                <p:oleObj name="Ecuación" r:id="rId3" imgW="812520" imgH="355320" progId="Equation.3">
                  <p:embed/>
                  <p:pic>
                    <p:nvPicPr>
                      <p:cNvPr id="41" name="66 Marcador de contenido">
                        <a:extLst>
                          <a:ext uri="{FF2B5EF4-FFF2-40B4-BE49-F238E27FC236}">
                            <a16:creationId xmlns:a16="http://schemas.microsoft.com/office/drawing/2014/main" id="{CBC47482-099F-3073-DDD2-73238266298E}"/>
                          </a:ext>
                        </a:extLst>
                      </p:cNvPr>
                      <p:cNvPicPr>
                        <a:picLocks noChangeAspect="1" noChangeArrowheads="1"/>
                      </p:cNvPicPr>
                      <p:nvPr/>
                    </p:nvPicPr>
                    <p:blipFill>
                      <a:blip r:embed="rId4"/>
                      <a:srcRect/>
                      <a:stretch>
                        <a:fillRect/>
                      </a:stretch>
                    </p:blipFill>
                    <p:spPr bwMode="auto">
                      <a:xfrm>
                        <a:off x="4138373" y="5894585"/>
                        <a:ext cx="1822450" cy="79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67 CuadroTexto">
            <a:extLst>
              <a:ext uri="{FF2B5EF4-FFF2-40B4-BE49-F238E27FC236}">
                <a16:creationId xmlns:a16="http://schemas.microsoft.com/office/drawing/2014/main" id="{17E1DADA-DFC2-94BB-6D48-EC23A32FA53B}"/>
              </a:ext>
            </a:extLst>
          </p:cNvPr>
          <p:cNvSpPr txBox="1"/>
          <p:nvPr/>
        </p:nvSpPr>
        <p:spPr>
          <a:xfrm>
            <a:off x="6261104" y="5979391"/>
            <a:ext cx="1514703" cy="646331"/>
          </a:xfrm>
          <a:prstGeom prst="rect">
            <a:avLst/>
          </a:prstGeom>
          <a:noFill/>
        </p:spPr>
        <p:txBody>
          <a:bodyPr wrap="square" rtlCol="0">
            <a:spAutoFit/>
          </a:bodyPr>
          <a:lstStyle/>
          <a:p>
            <a:r>
              <a:rPr lang="es-MX" dirty="0"/>
              <a:t>Problema balanceado:</a:t>
            </a:r>
          </a:p>
        </p:txBody>
      </p:sp>
      <p:graphicFrame>
        <p:nvGraphicFramePr>
          <p:cNvPr id="43" name="70 Tabla">
            <a:extLst>
              <a:ext uri="{FF2B5EF4-FFF2-40B4-BE49-F238E27FC236}">
                <a16:creationId xmlns:a16="http://schemas.microsoft.com/office/drawing/2014/main" id="{96715630-6998-3914-248B-55E5A6F2C031}"/>
              </a:ext>
            </a:extLst>
          </p:cNvPr>
          <p:cNvGraphicFramePr>
            <a:graphicFrameLocks noGrp="1"/>
          </p:cNvGraphicFramePr>
          <p:nvPr/>
        </p:nvGraphicFramePr>
        <p:xfrm>
          <a:off x="212767" y="2480750"/>
          <a:ext cx="2723514" cy="1485428"/>
        </p:xfrm>
        <a:graphic>
          <a:graphicData uri="http://schemas.openxmlformats.org/drawingml/2006/table">
            <a:tbl>
              <a:tblPr/>
              <a:tblGrid>
                <a:gridCol w="453919">
                  <a:extLst>
                    <a:ext uri="{9D8B030D-6E8A-4147-A177-3AD203B41FA5}">
                      <a16:colId xmlns:a16="http://schemas.microsoft.com/office/drawing/2014/main" val="20000"/>
                    </a:ext>
                  </a:extLst>
                </a:gridCol>
                <a:gridCol w="453919">
                  <a:extLst>
                    <a:ext uri="{9D8B030D-6E8A-4147-A177-3AD203B41FA5}">
                      <a16:colId xmlns:a16="http://schemas.microsoft.com/office/drawing/2014/main" val="20001"/>
                    </a:ext>
                  </a:extLst>
                </a:gridCol>
                <a:gridCol w="453919">
                  <a:extLst>
                    <a:ext uri="{9D8B030D-6E8A-4147-A177-3AD203B41FA5}">
                      <a16:colId xmlns:a16="http://schemas.microsoft.com/office/drawing/2014/main" val="20002"/>
                    </a:ext>
                  </a:extLst>
                </a:gridCol>
                <a:gridCol w="453919">
                  <a:extLst>
                    <a:ext uri="{9D8B030D-6E8A-4147-A177-3AD203B41FA5}">
                      <a16:colId xmlns:a16="http://schemas.microsoft.com/office/drawing/2014/main" val="20003"/>
                    </a:ext>
                  </a:extLst>
                </a:gridCol>
                <a:gridCol w="453919">
                  <a:extLst>
                    <a:ext uri="{9D8B030D-6E8A-4147-A177-3AD203B41FA5}">
                      <a16:colId xmlns:a16="http://schemas.microsoft.com/office/drawing/2014/main" val="20004"/>
                    </a:ext>
                  </a:extLst>
                </a:gridCol>
                <a:gridCol w="453919">
                  <a:extLst>
                    <a:ext uri="{9D8B030D-6E8A-4147-A177-3AD203B41FA5}">
                      <a16:colId xmlns:a16="http://schemas.microsoft.com/office/drawing/2014/main" val="20005"/>
                    </a:ext>
                  </a:extLst>
                </a:gridCol>
              </a:tblGrid>
              <a:tr h="371357">
                <a:tc>
                  <a:txBody>
                    <a:bodyPr/>
                    <a:lstStyle/>
                    <a:p>
                      <a:pPr algn="l" fontAlgn="b"/>
                      <a:r>
                        <a:rPr lang="es-MX" sz="1600" b="0" i="1" u="none" strike="noStrike" dirty="0">
                          <a:solidFill>
                            <a:srgbClr val="000000"/>
                          </a:solidFill>
                          <a:latin typeface="Arial"/>
                        </a:rPr>
                        <a:t> </a:t>
                      </a:r>
                    </a:p>
                  </a:txBody>
                  <a:tcPr marL="9523" marR="9523" marT="9523" marB="0" anchor="b">
                    <a:lnL>
                      <a:noFill/>
                    </a:lnL>
                    <a:lnR>
                      <a:noFill/>
                    </a:lnR>
                    <a:lnT>
                      <a:noFill/>
                    </a:lnT>
                    <a:lnB>
                      <a:noFill/>
                    </a:lnB>
                    <a:solidFill>
                      <a:srgbClr val="FFFFFF"/>
                    </a:solidFill>
                  </a:tcPr>
                </a:tc>
                <a:tc>
                  <a:txBody>
                    <a:bodyPr/>
                    <a:lstStyle/>
                    <a:p>
                      <a:pPr algn="ctr" fontAlgn="ctr"/>
                      <a:r>
                        <a:rPr lang="es-MX" sz="1600" b="0" i="1" u="none" strike="noStrike" dirty="0">
                          <a:solidFill>
                            <a:srgbClr val="000000"/>
                          </a:solidFill>
                          <a:latin typeface="Arial"/>
                        </a:rPr>
                        <a:t>j=</a:t>
                      </a:r>
                    </a:p>
                  </a:txBody>
                  <a:tcPr marL="9523" marR="9523" marT="9523" marB="0" anchor="ctr">
                    <a:lnL>
                      <a:noFill/>
                    </a:lnL>
                    <a:lnR>
                      <a:noFill/>
                    </a:lnR>
                    <a:lnT>
                      <a:noFill/>
                    </a:lnT>
                    <a:lnB>
                      <a:noFill/>
                    </a:lnB>
                    <a:solidFill>
                      <a:srgbClr val="FFFFFF"/>
                    </a:solidFill>
                  </a:tcPr>
                </a:tc>
                <a:tc>
                  <a:txBody>
                    <a:bodyPr/>
                    <a:lstStyle/>
                    <a:p>
                      <a:pPr algn="r" fontAlgn="ctr"/>
                      <a:r>
                        <a:rPr lang="es-MX" sz="1600" b="0" i="0" u="none" strike="noStrike">
                          <a:solidFill>
                            <a:srgbClr val="000000"/>
                          </a:solidFill>
                          <a:latin typeface="Arial"/>
                        </a:rPr>
                        <a:t>1</a:t>
                      </a:r>
                    </a:p>
                  </a:txBody>
                  <a:tcPr marL="9523" marR="9523" marT="9523"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MX" sz="1600" b="0" i="0" u="none" strike="noStrike" dirty="0">
                          <a:solidFill>
                            <a:srgbClr val="000000"/>
                          </a:solidFill>
                          <a:latin typeface="Arial"/>
                        </a:rPr>
                        <a:t>2</a:t>
                      </a:r>
                    </a:p>
                  </a:txBody>
                  <a:tcPr marL="9523" marR="9523" marT="9523"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MX" sz="1600" b="0" i="0" u="none" strike="noStrike" dirty="0">
                          <a:solidFill>
                            <a:srgbClr val="000000"/>
                          </a:solidFill>
                          <a:latin typeface="Arial"/>
                        </a:rPr>
                        <a:t>3</a:t>
                      </a:r>
                    </a:p>
                  </a:txBody>
                  <a:tcPr marL="9523" marR="9523" marT="9523"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MX" sz="1600" b="0" i="0" u="none" strike="noStrike">
                          <a:solidFill>
                            <a:srgbClr val="000000"/>
                          </a:solidFill>
                          <a:latin typeface="Arial"/>
                        </a:rPr>
                        <a:t>4</a:t>
                      </a:r>
                    </a:p>
                  </a:txBody>
                  <a:tcPr marL="9523" marR="9523" marT="9523"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1357">
                <a:tc>
                  <a:txBody>
                    <a:bodyPr/>
                    <a:lstStyle/>
                    <a:p>
                      <a:pPr algn="l" fontAlgn="b"/>
                      <a:r>
                        <a:rPr lang="es-MX" sz="1600" b="0" i="0" u="none" strike="noStrike" dirty="0">
                          <a:solidFill>
                            <a:srgbClr val="000000"/>
                          </a:solidFill>
                          <a:latin typeface="Arial"/>
                        </a:rPr>
                        <a:t> </a:t>
                      </a:r>
                    </a:p>
                  </a:txBody>
                  <a:tcPr marL="9523" marR="9523" marT="9523" marB="0" anchor="b">
                    <a:lnL>
                      <a:noFill/>
                    </a:lnL>
                    <a:lnR>
                      <a:noFill/>
                    </a:lnR>
                    <a:lnT>
                      <a:noFill/>
                    </a:lnT>
                    <a:lnB>
                      <a:noFill/>
                    </a:lnB>
                    <a:solidFill>
                      <a:srgbClr val="FFFFFF"/>
                    </a:solidFill>
                  </a:tcPr>
                </a:tc>
                <a:tc>
                  <a:txBody>
                    <a:bodyPr/>
                    <a:lstStyle/>
                    <a:p>
                      <a:pPr algn="ctr" fontAlgn="ctr"/>
                      <a:r>
                        <a:rPr lang="es-MX" sz="1600" b="0" i="0" u="none" strike="noStrike">
                          <a:solidFill>
                            <a:srgbClr val="000000"/>
                          </a:solidFill>
                          <a:latin typeface="Arial"/>
                        </a:rPr>
                        <a:t>1</a:t>
                      </a:r>
                    </a:p>
                  </a:txBody>
                  <a:tcPr marL="9523" marR="9523" marT="9523"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s-MX" sz="1600" b="0" i="0" u="none" strike="noStrike">
                          <a:solidFill>
                            <a:srgbClr val="000000"/>
                          </a:solidFill>
                          <a:latin typeface="Arial"/>
                        </a:rPr>
                        <a:t>C11</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a:solidFill>
                            <a:srgbClr val="000000"/>
                          </a:solidFill>
                          <a:latin typeface="Arial"/>
                        </a:rPr>
                        <a:t>C12</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a:solidFill>
                            <a:srgbClr val="000000"/>
                          </a:solidFill>
                          <a:latin typeface="Arial"/>
                        </a:rPr>
                        <a:t>C13</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a:solidFill>
                            <a:srgbClr val="000000"/>
                          </a:solidFill>
                          <a:latin typeface="Arial"/>
                        </a:rPr>
                        <a:t>C14</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1"/>
                  </a:ext>
                </a:extLst>
              </a:tr>
              <a:tr h="371357">
                <a:tc>
                  <a:txBody>
                    <a:bodyPr/>
                    <a:lstStyle/>
                    <a:p>
                      <a:pPr algn="l" fontAlgn="b"/>
                      <a:r>
                        <a:rPr lang="es-MX" sz="1600" b="0" i="1" u="none" strike="noStrike" dirty="0">
                          <a:solidFill>
                            <a:srgbClr val="000000"/>
                          </a:solidFill>
                          <a:latin typeface="Arial"/>
                        </a:rPr>
                        <a:t>i=</a:t>
                      </a:r>
                    </a:p>
                  </a:txBody>
                  <a:tcPr marL="9523" marR="9523" marT="9523" marB="0" anchor="b">
                    <a:lnL>
                      <a:noFill/>
                    </a:lnL>
                    <a:lnR>
                      <a:noFill/>
                    </a:lnR>
                    <a:lnT>
                      <a:noFill/>
                    </a:lnT>
                    <a:lnB>
                      <a:noFill/>
                    </a:lnB>
                    <a:solidFill>
                      <a:srgbClr val="FFFFFF"/>
                    </a:solidFill>
                  </a:tcPr>
                </a:tc>
                <a:tc>
                  <a:txBody>
                    <a:bodyPr/>
                    <a:lstStyle/>
                    <a:p>
                      <a:pPr algn="ctr" fontAlgn="ctr"/>
                      <a:r>
                        <a:rPr lang="es-MX" sz="1600" b="0" i="0" u="none" strike="noStrike">
                          <a:solidFill>
                            <a:srgbClr val="000000"/>
                          </a:solidFill>
                          <a:latin typeface="Arial"/>
                        </a:rPr>
                        <a:t>2</a:t>
                      </a:r>
                    </a:p>
                  </a:txBody>
                  <a:tcPr marL="9523" marR="9523" marT="9523"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s-MX" sz="1600" b="0" i="0" u="none" strike="noStrike" dirty="0">
                          <a:solidFill>
                            <a:srgbClr val="000000"/>
                          </a:solidFill>
                          <a:latin typeface="Arial"/>
                        </a:rPr>
                        <a:t>C21</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a:solidFill>
                            <a:srgbClr val="000000"/>
                          </a:solidFill>
                          <a:latin typeface="Arial"/>
                        </a:rPr>
                        <a:t>C22</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dirty="0">
                          <a:solidFill>
                            <a:srgbClr val="000000"/>
                          </a:solidFill>
                          <a:latin typeface="Arial"/>
                        </a:rPr>
                        <a:t>C23</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dirty="0">
                          <a:solidFill>
                            <a:srgbClr val="000000"/>
                          </a:solidFill>
                          <a:latin typeface="Arial"/>
                        </a:rPr>
                        <a:t>C24</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2"/>
                  </a:ext>
                </a:extLst>
              </a:tr>
              <a:tr h="371357">
                <a:tc>
                  <a:txBody>
                    <a:bodyPr/>
                    <a:lstStyle/>
                    <a:p>
                      <a:pPr algn="l" fontAlgn="b"/>
                      <a:r>
                        <a:rPr lang="es-MX" sz="1600" b="0" i="0" u="none" strike="noStrike">
                          <a:solidFill>
                            <a:srgbClr val="000000"/>
                          </a:solidFill>
                          <a:latin typeface="Arial"/>
                        </a:rPr>
                        <a:t> </a:t>
                      </a:r>
                    </a:p>
                  </a:txBody>
                  <a:tcPr marL="9523" marR="9523" marT="9523" marB="0" anchor="b">
                    <a:lnL>
                      <a:noFill/>
                    </a:lnL>
                    <a:lnR>
                      <a:noFill/>
                    </a:lnR>
                    <a:lnT>
                      <a:noFill/>
                    </a:lnT>
                    <a:lnB>
                      <a:noFill/>
                    </a:lnB>
                    <a:solidFill>
                      <a:srgbClr val="FFFFFF"/>
                    </a:solidFill>
                  </a:tcPr>
                </a:tc>
                <a:tc>
                  <a:txBody>
                    <a:bodyPr/>
                    <a:lstStyle/>
                    <a:p>
                      <a:pPr algn="ctr" fontAlgn="ctr"/>
                      <a:r>
                        <a:rPr lang="es-MX" sz="1600" b="0" i="0" u="none" strike="noStrike">
                          <a:solidFill>
                            <a:srgbClr val="000000"/>
                          </a:solidFill>
                          <a:latin typeface="Arial"/>
                        </a:rPr>
                        <a:t>3</a:t>
                      </a:r>
                    </a:p>
                  </a:txBody>
                  <a:tcPr marL="9523" marR="9523" marT="9523"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s-MX" sz="1600" b="0" i="0" u="none" strike="noStrike">
                          <a:solidFill>
                            <a:srgbClr val="000000"/>
                          </a:solidFill>
                          <a:latin typeface="Arial"/>
                        </a:rPr>
                        <a:t>C31</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dirty="0">
                          <a:solidFill>
                            <a:srgbClr val="000000"/>
                          </a:solidFill>
                          <a:latin typeface="Arial"/>
                        </a:rPr>
                        <a:t>C32</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dirty="0">
                          <a:solidFill>
                            <a:srgbClr val="000000"/>
                          </a:solidFill>
                          <a:latin typeface="Arial"/>
                        </a:rPr>
                        <a:t>C33</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s-MX" sz="1600" b="0" i="0" u="none" strike="noStrike" dirty="0">
                          <a:solidFill>
                            <a:srgbClr val="000000"/>
                          </a:solidFill>
                          <a:latin typeface="Arial"/>
                        </a:rPr>
                        <a:t>C34</a:t>
                      </a:r>
                    </a:p>
                  </a:txBody>
                  <a:tcPr marL="9523" marR="9523" marT="95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0003"/>
                  </a:ext>
                </a:extLst>
              </a:tr>
            </a:tbl>
          </a:graphicData>
        </a:graphic>
      </p:graphicFrame>
      <p:sp>
        <p:nvSpPr>
          <p:cNvPr id="44" name="71 CuadroTexto">
            <a:extLst>
              <a:ext uri="{FF2B5EF4-FFF2-40B4-BE49-F238E27FC236}">
                <a16:creationId xmlns:a16="http://schemas.microsoft.com/office/drawing/2014/main" id="{3108C8E0-9F6C-0306-0AC4-BE479FC31931}"/>
              </a:ext>
            </a:extLst>
          </p:cNvPr>
          <p:cNvSpPr txBox="1"/>
          <p:nvPr/>
        </p:nvSpPr>
        <p:spPr>
          <a:xfrm>
            <a:off x="836733" y="1784940"/>
            <a:ext cx="2345636" cy="646331"/>
          </a:xfrm>
          <a:prstGeom prst="rect">
            <a:avLst/>
          </a:prstGeom>
          <a:noFill/>
        </p:spPr>
        <p:txBody>
          <a:bodyPr wrap="square" rtlCol="0">
            <a:spAutoFit/>
          </a:bodyPr>
          <a:lstStyle/>
          <a:p>
            <a:pPr algn="ctr"/>
            <a:r>
              <a:rPr lang="es-MX" dirty="0">
                <a:solidFill>
                  <a:schemeClr val="bg1"/>
                </a:solidFill>
              </a:rPr>
              <a:t>Matriz de costos de transporte C:</a:t>
            </a:r>
          </a:p>
        </p:txBody>
      </p:sp>
      <p:sp>
        <p:nvSpPr>
          <p:cNvPr id="45" name="73 CuadroTexto">
            <a:extLst>
              <a:ext uri="{FF2B5EF4-FFF2-40B4-BE49-F238E27FC236}">
                <a16:creationId xmlns:a16="http://schemas.microsoft.com/office/drawing/2014/main" id="{EF36B292-3182-64B9-F853-4F29D6CC89D6}"/>
              </a:ext>
            </a:extLst>
          </p:cNvPr>
          <p:cNvSpPr txBox="1"/>
          <p:nvPr/>
        </p:nvSpPr>
        <p:spPr>
          <a:xfrm>
            <a:off x="7303752" y="1639102"/>
            <a:ext cx="3026982" cy="646331"/>
          </a:xfrm>
          <a:prstGeom prst="rect">
            <a:avLst/>
          </a:prstGeom>
          <a:noFill/>
        </p:spPr>
        <p:txBody>
          <a:bodyPr wrap="none" rtlCol="0">
            <a:spAutoFit/>
          </a:bodyPr>
          <a:lstStyle/>
          <a:p>
            <a:r>
              <a:rPr lang="es-MX" dirty="0">
                <a:solidFill>
                  <a:schemeClr val="bg1"/>
                </a:solidFill>
              </a:rPr>
              <a:t>Problema de flujo: </a:t>
            </a:r>
          </a:p>
          <a:p>
            <a:r>
              <a:rPr lang="es-MX" dirty="0">
                <a:solidFill>
                  <a:schemeClr val="bg1"/>
                </a:solidFill>
              </a:rPr>
              <a:t>Cuánto envío por cada arco?</a:t>
            </a:r>
          </a:p>
        </p:txBody>
      </p:sp>
      <p:graphicFrame>
        <p:nvGraphicFramePr>
          <p:cNvPr id="46" name="66 Marcador de contenido">
            <a:extLst>
              <a:ext uri="{FF2B5EF4-FFF2-40B4-BE49-F238E27FC236}">
                <a16:creationId xmlns:a16="http://schemas.microsoft.com/office/drawing/2014/main" id="{172B392F-803F-4F23-117A-375DCB0378A9}"/>
              </a:ext>
            </a:extLst>
          </p:cNvPr>
          <p:cNvGraphicFramePr>
            <a:graphicFrameLocks noChangeAspect="1"/>
          </p:cNvGraphicFramePr>
          <p:nvPr/>
        </p:nvGraphicFramePr>
        <p:xfrm>
          <a:off x="10561644" y="1713448"/>
          <a:ext cx="417403" cy="549113"/>
        </p:xfrm>
        <a:graphic>
          <a:graphicData uri="http://schemas.openxmlformats.org/presentationml/2006/ole">
            <mc:AlternateContent xmlns:mc="http://schemas.openxmlformats.org/markup-compatibility/2006">
              <mc:Choice xmlns:v="urn:schemas-microsoft-com:vml" Requires="v">
                <p:oleObj name="Ecuación" r:id="rId5" imgW="177480" imgH="228600" progId="Equation.3">
                  <p:embed/>
                </p:oleObj>
              </mc:Choice>
              <mc:Fallback>
                <p:oleObj name="Ecuación" r:id="rId5" imgW="177480" imgH="228600" progId="Equation.3">
                  <p:embed/>
                  <p:pic>
                    <p:nvPicPr>
                      <p:cNvPr id="46" name="66 Marcador de contenido">
                        <a:extLst>
                          <a:ext uri="{FF2B5EF4-FFF2-40B4-BE49-F238E27FC236}">
                            <a16:creationId xmlns:a16="http://schemas.microsoft.com/office/drawing/2014/main" id="{172B392F-803F-4F23-117A-375DCB0378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1644" y="1713448"/>
                        <a:ext cx="417403" cy="54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7" name="Imagen 2">
            <a:extLst>
              <a:ext uri="{FF2B5EF4-FFF2-40B4-BE49-F238E27FC236}">
                <a16:creationId xmlns:a16="http://schemas.microsoft.com/office/drawing/2014/main" id="{2BDE5407-460C-5115-4809-1B7C49C9771D}"/>
              </a:ext>
            </a:extLst>
          </p:cNvPr>
          <p:cNvPicPr>
            <a:picLocks noChangeAspect="1"/>
          </p:cNvPicPr>
          <p:nvPr/>
        </p:nvPicPr>
        <p:blipFill rotWithShape="1">
          <a:blip r:embed="rId7"/>
          <a:srcRect l="11225" r="46647" b="13266"/>
          <a:stretch/>
        </p:blipFill>
        <p:spPr>
          <a:xfrm>
            <a:off x="7772733" y="3241687"/>
            <a:ext cx="4010002" cy="2695946"/>
          </a:xfrm>
          <a:prstGeom prst="rect">
            <a:avLst/>
          </a:prstGeom>
        </p:spPr>
      </p:pic>
      <p:sp>
        <p:nvSpPr>
          <p:cNvPr id="48" name="Rectangle: Rounded Corners 47">
            <a:extLst>
              <a:ext uri="{FF2B5EF4-FFF2-40B4-BE49-F238E27FC236}">
                <a16:creationId xmlns:a16="http://schemas.microsoft.com/office/drawing/2014/main" id="{7F2729D1-BBEE-8395-940B-3888A742C717}"/>
              </a:ext>
            </a:extLst>
          </p:cNvPr>
          <p:cNvSpPr/>
          <p:nvPr/>
        </p:nvSpPr>
        <p:spPr>
          <a:xfrm>
            <a:off x="7772733" y="2832642"/>
            <a:ext cx="4010002" cy="3297340"/>
          </a:xfrm>
          <a:prstGeom prst="round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9" name="TextBox 48">
            <a:extLst>
              <a:ext uri="{FF2B5EF4-FFF2-40B4-BE49-F238E27FC236}">
                <a16:creationId xmlns:a16="http://schemas.microsoft.com/office/drawing/2014/main" id="{96175BB7-6970-B2F7-DD69-E99CB995AE73}"/>
              </a:ext>
            </a:extLst>
          </p:cNvPr>
          <p:cNvSpPr txBox="1"/>
          <p:nvPr/>
        </p:nvSpPr>
        <p:spPr>
          <a:xfrm>
            <a:off x="8685853" y="2549757"/>
            <a:ext cx="2022901" cy="523220"/>
          </a:xfrm>
          <a:prstGeom prst="rect">
            <a:avLst/>
          </a:prstGeom>
          <a:solidFill>
            <a:schemeClr val="bg1"/>
          </a:solidFill>
        </p:spPr>
        <p:txBody>
          <a:bodyPr wrap="square">
            <a:spAutoFit/>
          </a:bodyPr>
          <a:lstStyle/>
          <a:p>
            <a:pPr algn="ctr"/>
            <a:r>
              <a:rPr lang="es-MX" sz="2800" b="1" dirty="0">
                <a:latin typeface="Calibri" panose="020F0502020204030204" pitchFamily="34" charset="0"/>
                <a:cs typeface="Calibri" panose="020F0502020204030204" pitchFamily="34" charset="0"/>
              </a:rPr>
              <a:t>El Modelo</a:t>
            </a:r>
            <a:endParaRPr lang="en-US" sz="2800" b="1" dirty="0"/>
          </a:p>
        </p:txBody>
      </p:sp>
    </p:spTree>
    <p:extLst>
      <p:ext uri="{BB962C8B-B14F-4D97-AF65-F5344CB8AC3E}">
        <p14:creationId xmlns:p14="http://schemas.microsoft.com/office/powerpoint/2010/main" val="36807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C1F81-CECA-1E38-63F1-4891CF320B5A}"/>
              </a:ext>
            </a:extLst>
          </p:cNvPr>
          <p:cNvSpPr>
            <a:spLocks noGrp="1"/>
          </p:cNvSpPr>
          <p:nvPr>
            <p:ph type="title" idx="4294967295"/>
          </p:nvPr>
        </p:nvSpPr>
        <p:spPr>
          <a:xfrm>
            <a:off x="402816" y="295562"/>
            <a:ext cx="11237800" cy="685166"/>
          </a:xfrm>
        </p:spPr>
        <p:txBody>
          <a:bodyPr/>
          <a:lstStyle/>
          <a:p>
            <a:r>
              <a:rPr lang="en-US" dirty="0" err="1"/>
              <a:t>Problema</a:t>
            </a:r>
            <a:r>
              <a:rPr lang="en-US" dirty="0"/>
              <a:t> de </a:t>
            </a:r>
            <a:r>
              <a:rPr lang="en-US" dirty="0" err="1"/>
              <a:t>Transporte</a:t>
            </a:r>
            <a:r>
              <a:rPr lang="en-US" dirty="0"/>
              <a:t>. </a:t>
            </a:r>
            <a:r>
              <a:rPr lang="en-US" dirty="0" err="1"/>
              <a:t>Solución</a:t>
            </a:r>
            <a:r>
              <a:rPr lang="en-US" dirty="0"/>
              <a:t> </a:t>
            </a:r>
            <a:r>
              <a:rPr lang="en-US" dirty="0" err="1"/>
              <a:t>en</a:t>
            </a:r>
            <a:r>
              <a:rPr lang="en-US" dirty="0"/>
              <a:t> Excel</a:t>
            </a:r>
          </a:p>
        </p:txBody>
      </p:sp>
      <p:pic>
        <p:nvPicPr>
          <p:cNvPr id="4" name="Picture 3">
            <a:extLst>
              <a:ext uri="{FF2B5EF4-FFF2-40B4-BE49-F238E27FC236}">
                <a16:creationId xmlns:a16="http://schemas.microsoft.com/office/drawing/2014/main" id="{1E42EFAB-B18B-81BE-19AA-E85398ACDE1B}"/>
              </a:ext>
            </a:extLst>
          </p:cNvPr>
          <p:cNvPicPr>
            <a:picLocks noChangeAspect="1"/>
          </p:cNvPicPr>
          <p:nvPr/>
        </p:nvPicPr>
        <p:blipFill>
          <a:blip r:embed="rId2"/>
          <a:stretch>
            <a:fillRect/>
          </a:stretch>
        </p:blipFill>
        <p:spPr>
          <a:xfrm>
            <a:off x="1108164" y="1124744"/>
            <a:ext cx="9975671" cy="5300143"/>
          </a:xfrm>
          <a:prstGeom prst="rect">
            <a:avLst/>
          </a:prstGeom>
        </p:spPr>
      </p:pic>
    </p:spTree>
    <p:extLst>
      <p:ext uri="{BB962C8B-B14F-4D97-AF65-F5344CB8AC3E}">
        <p14:creationId xmlns:p14="http://schemas.microsoft.com/office/powerpoint/2010/main" val="3155253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a:t>
            </a:r>
            <a:r>
              <a:rPr lang="en-US" dirty="0" err="1"/>
              <a:t>Programación</a:t>
            </a:r>
            <a:r>
              <a:rPr lang="en-US" dirty="0"/>
              <a:t> Lineal </a:t>
            </a:r>
          </a:p>
        </p:txBody>
      </p:sp>
      <p:sp>
        <p:nvSpPr>
          <p:cNvPr id="5" name="Llamada rectangular redondeada 4"/>
          <p:cNvSpPr/>
          <p:nvPr/>
        </p:nvSpPr>
        <p:spPr>
          <a:xfrm>
            <a:off x="2351584" y="1124744"/>
            <a:ext cx="8807477" cy="4752528"/>
          </a:xfrm>
          <a:prstGeom prst="wedgeRoundRectCallout">
            <a:avLst>
              <a:gd name="adj1" fmla="val -21428"/>
              <a:gd name="adj2" fmla="val 49409"/>
              <a:gd name="adj3" fmla="val 16667"/>
            </a:avLst>
          </a:prstGeom>
          <a:solidFill>
            <a:schemeClr val="accent2">
              <a:lumMod val="20000"/>
              <a:lumOff val="80000"/>
            </a:schemeClr>
          </a:solidFill>
          <a:effectLst>
            <a:glow rad="101600">
              <a:schemeClr val="accent1">
                <a:satMod val="175000"/>
                <a:alpha val="40000"/>
              </a:schemeClr>
            </a:glow>
            <a:innerShdw blurRad="63500" dist="50800" dir="2700000">
              <a:prstClr val="black">
                <a:alpha val="50000"/>
              </a:prstClr>
            </a:innerShdw>
          </a:effectLst>
          <a:scene3d>
            <a:camera prst="obliqueTopRight"/>
            <a:lightRig rig="threePt" dir="t"/>
          </a:scene3d>
          <a:sp3d>
            <a:bevelT prst="angle"/>
          </a:sp3d>
        </p:spPr>
        <p:style>
          <a:lnRef idx="2">
            <a:schemeClr val="accent5"/>
          </a:lnRef>
          <a:fillRef idx="1">
            <a:schemeClr val="lt1"/>
          </a:fillRef>
          <a:effectRef idx="0">
            <a:schemeClr val="accent5"/>
          </a:effectRef>
          <a:fontRef idx="minor">
            <a:schemeClr val="dk1"/>
          </a:fontRef>
        </p:style>
        <p:txBody>
          <a:bodyPr rtlCol="0" anchor="ctr"/>
          <a:lstStyle/>
          <a:p>
            <a:pPr algn="just">
              <a:spcBef>
                <a:spcPts val="600"/>
              </a:spcBef>
            </a:pPr>
            <a:r>
              <a:rPr lang="es-ES" sz="2000" dirty="0">
                <a:effectLst/>
                <a:latin typeface="Calibri" panose="020F0502020204030204" pitchFamily="34" charset="0"/>
                <a:ea typeface="Times New Roman" panose="02020603050405020304" pitchFamily="18" charset="0"/>
                <a:cs typeface="Times New Roman" panose="02020603050405020304" pitchFamily="18" charset="0"/>
              </a:rPr>
              <a:t>Considere el problema de programación de la producción de un producto para cada una de las próximas 4 semanas. El costo de la producción de una unidad es $100 para las 2 primeras semanas y $150 para las últimas 2. Las demandas semanales son 7, 8, 9 y 10 unidades y tienen que ser satisfechas. La planta puede producir un máximo de 9 unidades semanales. Además, se pueden emplear horas extras durante la tercera y cuarta semanas, esto incrementa la producción semanal en 2 unidades más, pero el costo de producción también sube en $58 por unidad en hora extra. El exceso de producción puede ser almacenado a un costo unitario de $3. ¿Cómo programar la producción de tal manera que minimice los costos totales? Formule este problema como un modelo de programación lineal.</a:t>
            </a:r>
            <a:endParaRPr lang="es-MX" sz="2000" dirty="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EA9F3AA9-9746-D336-6D52-2F3B9E1C29A3}"/>
              </a:ext>
            </a:extLst>
          </p:cNvPr>
          <p:cNvSpPr txBox="1"/>
          <p:nvPr/>
        </p:nvSpPr>
        <p:spPr>
          <a:xfrm>
            <a:off x="384926" y="1465771"/>
            <a:ext cx="1809502" cy="955117"/>
          </a:xfrm>
          <a:prstGeom prst="rect">
            <a:avLst/>
          </a:prstGeom>
          <a:noFill/>
        </p:spPr>
        <p:txBody>
          <a:bodyPr wrap="square" rtlCol="0">
            <a:spAutoFit/>
          </a:bodyPr>
          <a:lstStyle/>
          <a:p>
            <a:pPr algn="ctr"/>
            <a:r>
              <a:rPr lang="en-US" b="1" dirty="0">
                <a:solidFill>
                  <a:sysClr val="windowText" lastClr="000000"/>
                </a:solidFill>
              </a:rPr>
              <a:t>Formula, </a:t>
            </a:r>
            <a:r>
              <a:rPr lang="en-US" b="1" dirty="0" err="1">
                <a:solidFill>
                  <a:sysClr val="windowText" lastClr="000000"/>
                </a:solidFill>
              </a:rPr>
              <a:t>resuelve</a:t>
            </a:r>
            <a:r>
              <a:rPr lang="en-US" b="1" dirty="0">
                <a:solidFill>
                  <a:sysClr val="windowText" lastClr="000000"/>
                </a:solidFill>
              </a:rPr>
              <a:t> e </a:t>
            </a:r>
            <a:r>
              <a:rPr lang="en-US" b="1" dirty="0" err="1">
                <a:solidFill>
                  <a:sysClr val="windowText" lastClr="000000"/>
                </a:solidFill>
              </a:rPr>
              <a:t>interpreta</a:t>
            </a:r>
            <a:r>
              <a:rPr lang="en-US" b="1" dirty="0">
                <a:solidFill>
                  <a:sysClr val="windowText" lastClr="000000"/>
                </a:solidFill>
              </a:rPr>
              <a:t>:</a:t>
            </a:r>
          </a:p>
        </p:txBody>
      </p:sp>
      <p:sp>
        <p:nvSpPr>
          <p:cNvPr id="4" name="Llamada de flecha a la derecha 5">
            <a:extLst>
              <a:ext uri="{FF2B5EF4-FFF2-40B4-BE49-F238E27FC236}">
                <a16:creationId xmlns:a16="http://schemas.microsoft.com/office/drawing/2014/main" id="{20AC8173-BFCB-98A1-41A5-184A3AFC6366}"/>
              </a:ext>
            </a:extLst>
          </p:cNvPr>
          <p:cNvSpPr/>
          <p:nvPr/>
        </p:nvSpPr>
        <p:spPr>
          <a:xfrm>
            <a:off x="119337" y="2770980"/>
            <a:ext cx="2075092" cy="707886"/>
          </a:xfrm>
          <a:prstGeom prst="rightArrowCallout">
            <a:avLst>
              <a:gd name="adj1" fmla="val 25000"/>
              <a:gd name="adj2" fmla="val 25000"/>
              <a:gd name="adj3" fmla="val 25000"/>
              <a:gd name="adj4" fmla="val 77694"/>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sz="2000" b="1" dirty="0">
                <a:solidFill>
                  <a:schemeClr val="tx2">
                    <a:lumMod val="50000"/>
                  </a:schemeClr>
                </a:solidFill>
              </a:rPr>
              <a:t>Producción e inventario</a:t>
            </a:r>
          </a:p>
        </p:txBody>
      </p:sp>
    </p:spTree>
    <p:extLst>
      <p:ext uri="{BB962C8B-B14F-4D97-AF65-F5344CB8AC3E}">
        <p14:creationId xmlns:p14="http://schemas.microsoft.com/office/powerpoint/2010/main" val="1743222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a:t>
            </a:r>
            <a:r>
              <a:rPr lang="en-US" dirty="0" err="1"/>
              <a:t>Programación</a:t>
            </a:r>
            <a:r>
              <a:rPr lang="en-US" dirty="0"/>
              <a:t> Lineal </a:t>
            </a:r>
          </a:p>
        </p:txBody>
      </p:sp>
      <p:sp>
        <p:nvSpPr>
          <p:cNvPr id="5" name="Llamada rectangular redondeada 4"/>
          <p:cNvSpPr/>
          <p:nvPr/>
        </p:nvSpPr>
        <p:spPr>
          <a:xfrm>
            <a:off x="2194428" y="1124744"/>
            <a:ext cx="9289032" cy="3960440"/>
          </a:xfrm>
          <a:prstGeom prst="wedgeRoundRectCallout">
            <a:avLst>
              <a:gd name="adj1" fmla="val -21428"/>
              <a:gd name="adj2" fmla="val 49409"/>
              <a:gd name="adj3" fmla="val 16667"/>
            </a:avLst>
          </a:prstGeom>
          <a:solidFill>
            <a:schemeClr val="accent2">
              <a:lumMod val="20000"/>
              <a:lumOff val="80000"/>
            </a:schemeClr>
          </a:solidFill>
          <a:ln>
            <a:noFill/>
          </a:ln>
          <a:effectLst>
            <a:glow rad="101600">
              <a:schemeClr val="accent1">
                <a:satMod val="175000"/>
                <a:alpha val="40000"/>
              </a:schemeClr>
            </a:glow>
            <a:innerShdw blurRad="63500" dist="50800" dir="2700000">
              <a:prstClr val="black">
                <a:alpha val="50000"/>
              </a:prstClr>
            </a:innerShdw>
          </a:effectLst>
          <a:scene3d>
            <a:camera prst="obliqueTopRight"/>
            <a:lightRig rig="threePt" dir="t"/>
          </a:scene3d>
          <a:sp3d>
            <a:bevelT prst="angle"/>
          </a:sp3d>
        </p:spPr>
        <p:style>
          <a:lnRef idx="2">
            <a:schemeClr val="accent5"/>
          </a:lnRef>
          <a:fillRef idx="1">
            <a:schemeClr val="lt1"/>
          </a:fillRef>
          <a:effectRef idx="0">
            <a:schemeClr val="accent5"/>
          </a:effectRef>
          <a:fontRef idx="minor">
            <a:schemeClr val="dk1"/>
          </a:fontRef>
        </p:style>
        <p:txBody>
          <a:bodyPr rtlCol="0" anchor="ctr"/>
          <a:lstStyle/>
          <a:p>
            <a:pPr algn="just">
              <a:spcBef>
                <a:spcPts val="600"/>
              </a:spcBef>
            </a:pPr>
            <a:r>
              <a:rPr lang="es-ES" sz="1800" b="1" dirty="0" err="1">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Carco</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 utiliza autómatas para producir automóviles, Hay que cumplir con las siguientes demandas de automóviles </a:t>
            </a:r>
            <a:r>
              <a:rPr lang="es-ES" sz="1800" strike="sngStrike" dirty="0">
                <a:effectLst/>
                <a:latin typeface="Calibri" panose="020F0502020204030204" pitchFamily="34" charset="0"/>
                <a:ea typeface="Times New Roman" panose="02020603050405020304" pitchFamily="18" charset="0"/>
                <a:cs typeface="Times New Roman" panose="02020603050405020304" pitchFamily="18" charset="0"/>
              </a:rPr>
              <a:t>(no necesariamente a tiempo, pero se tiene que cumplir con todas las demandas al final del trimestre 4): </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trimestre 1, 600; trimestre 2, 800; trimestre 3, 500; trimestre 4, 400. Al inicio del trimestre 1, </a:t>
            </a:r>
            <a:r>
              <a:rPr lang="es-ES" sz="1800" dirty="0" err="1">
                <a:effectLst/>
                <a:latin typeface="Calibri" panose="020F0502020204030204" pitchFamily="34" charset="0"/>
                <a:ea typeface="Times New Roman" panose="02020603050405020304" pitchFamily="18" charset="0"/>
                <a:cs typeface="Times New Roman" panose="02020603050405020304" pitchFamily="18" charset="0"/>
              </a:rPr>
              <a:t>Carco</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 tiene 2 autómatas. Se pueden comprar a lo más 2 autómatas al inicio de cada trimestre. Cada autómata puede producir hasta 200 automóviles por trimestre. </a:t>
            </a:r>
          </a:p>
          <a:p>
            <a:pPr algn="just">
              <a:spcBef>
                <a:spcPts val="600"/>
              </a:spcBef>
            </a:pP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Un autómata cuesta 5,000 dólares. Durante cada trimestre, se incurren en costos de mantenimiento de 500 dólares por autómata (aunque no se use para construir automóviles). También se puede vender los autómatas al inicio de cada trimestre, a 3,000 dólares el autómata. Al final de cada trimestre, se aplica un costo de mantenimiento del inventario de 200 dólares por cada automóvil. Al final de cada trimestre, </a:t>
            </a:r>
            <a:r>
              <a:rPr lang="es-ES" sz="1800" dirty="0" err="1">
                <a:effectLst/>
                <a:latin typeface="Calibri" panose="020F0502020204030204" pitchFamily="34" charset="0"/>
                <a:ea typeface="Times New Roman" panose="02020603050405020304" pitchFamily="18" charset="0"/>
                <a:cs typeface="Times New Roman" panose="02020603050405020304" pitchFamily="18" charset="0"/>
              </a:rPr>
              <a:t>Carco</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 debe que tener por lo menos dos autómatas. Formule un PL para minimizar los costos totales incurridos para cumplir las demandas de los automóviles durante los cuatro trimestres siguientes</a:t>
            </a:r>
            <a:endParaRPr lang="es-MX" sz="1800" dirty="0">
              <a:effectLst/>
              <a:latin typeface="Times New Roman" panose="02020603050405020304" pitchFamily="18" charset="0"/>
              <a:ea typeface="Times New Roman" panose="02020603050405020304" pitchFamily="18" charset="0"/>
            </a:endParaRPr>
          </a:p>
        </p:txBody>
      </p:sp>
      <p:sp>
        <p:nvSpPr>
          <p:cNvPr id="6" name="Llamada de flecha a la derecha 5"/>
          <p:cNvSpPr/>
          <p:nvPr/>
        </p:nvSpPr>
        <p:spPr>
          <a:xfrm>
            <a:off x="119337" y="2770980"/>
            <a:ext cx="2075092" cy="707886"/>
          </a:xfrm>
          <a:prstGeom prst="rightArrowCallout">
            <a:avLst>
              <a:gd name="adj1" fmla="val 25000"/>
              <a:gd name="adj2" fmla="val 25000"/>
              <a:gd name="adj3" fmla="val 25000"/>
              <a:gd name="adj4" fmla="val 77694"/>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sz="2000" b="1" dirty="0">
                <a:solidFill>
                  <a:schemeClr val="tx2">
                    <a:lumMod val="50000"/>
                  </a:schemeClr>
                </a:solidFill>
              </a:rPr>
              <a:t>Producción e inventario</a:t>
            </a:r>
          </a:p>
        </p:txBody>
      </p:sp>
      <p:sp>
        <p:nvSpPr>
          <p:cNvPr id="3" name="TextBox 2">
            <a:extLst>
              <a:ext uri="{FF2B5EF4-FFF2-40B4-BE49-F238E27FC236}">
                <a16:creationId xmlns:a16="http://schemas.microsoft.com/office/drawing/2014/main" id="{EA9F3AA9-9746-D336-6D52-2F3B9E1C29A3}"/>
              </a:ext>
            </a:extLst>
          </p:cNvPr>
          <p:cNvSpPr txBox="1"/>
          <p:nvPr/>
        </p:nvSpPr>
        <p:spPr>
          <a:xfrm>
            <a:off x="384926" y="1465771"/>
            <a:ext cx="1809502" cy="955117"/>
          </a:xfrm>
          <a:prstGeom prst="rect">
            <a:avLst/>
          </a:prstGeom>
          <a:noFill/>
        </p:spPr>
        <p:txBody>
          <a:bodyPr wrap="square" rtlCol="0">
            <a:spAutoFit/>
          </a:bodyPr>
          <a:lstStyle/>
          <a:p>
            <a:pPr algn="ctr"/>
            <a:r>
              <a:rPr lang="en-US" b="1" dirty="0">
                <a:solidFill>
                  <a:sysClr val="windowText" lastClr="000000"/>
                </a:solidFill>
              </a:rPr>
              <a:t>Formula, </a:t>
            </a:r>
            <a:r>
              <a:rPr lang="en-US" b="1" dirty="0" err="1">
                <a:solidFill>
                  <a:sysClr val="windowText" lastClr="000000"/>
                </a:solidFill>
              </a:rPr>
              <a:t>resuelve</a:t>
            </a:r>
            <a:r>
              <a:rPr lang="en-US" b="1" dirty="0">
                <a:solidFill>
                  <a:sysClr val="windowText" lastClr="000000"/>
                </a:solidFill>
              </a:rPr>
              <a:t> e </a:t>
            </a:r>
            <a:r>
              <a:rPr lang="en-US" b="1" dirty="0" err="1">
                <a:solidFill>
                  <a:sysClr val="windowText" lastClr="000000"/>
                </a:solidFill>
              </a:rPr>
              <a:t>interpreta</a:t>
            </a:r>
            <a:r>
              <a:rPr lang="en-US" b="1" dirty="0">
                <a:solidFill>
                  <a:sysClr val="windowText" lastClr="000000"/>
                </a:solidFill>
              </a:rPr>
              <a:t>:</a:t>
            </a:r>
          </a:p>
        </p:txBody>
      </p:sp>
      <p:sp>
        <p:nvSpPr>
          <p:cNvPr id="8" name="TextBox 7">
            <a:extLst>
              <a:ext uri="{FF2B5EF4-FFF2-40B4-BE49-F238E27FC236}">
                <a16:creationId xmlns:a16="http://schemas.microsoft.com/office/drawing/2014/main" id="{7A65B1CE-F77D-8871-9B2C-52E371673B30}"/>
              </a:ext>
            </a:extLst>
          </p:cNvPr>
          <p:cNvSpPr txBox="1"/>
          <p:nvPr/>
        </p:nvSpPr>
        <p:spPr>
          <a:xfrm>
            <a:off x="3164936" y="5452309"/>
            <a:ext cx="8318524"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spcBef>
                <a:spcPts val="600"/>
              </a:spcBef>
            </a:pPr>
            <a:r>
              <a:rPr lang="es-ES" dirty="0">
                <a:latin typeface="Calibri" panose="020F0502020204030204" pitchFamily="34" charset="0"/>
                <a:ea typeface="Times New Roman" panose="02020603050405020304" pitchFamily="18" charset="0"/>
                <a:cs typeface="Times New Roman" panose="02020603050405020304" pitchFamily="18" charset="0"/>
              </a:rPr>
              <a:t>Asuma que se permite tener demanda pendiente pero al finalizar el periodo debe haberse satisfecho toda la demanda. </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Si se tiene una demanda pendiente, se incurre en un costo de 300 dólares por automóvil, por cada trimestre que se deja pendiente la demanda.</a:t>
            </a:r>
            <a:endParaRPr lang="es-MX" sz="18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9BAA9050-F265-99D8-AD20-9AF32F67D380}"/>
              </a:ext>
            </a:extLst>
          </p:cNvPr>
          <p:cNvSpPr txBox="1"/>
          <p:nvPr/>
        </p:nvSpPr>
        <p:spPr>
          <a:xfrm>
            <a:off x="2063768" y="5458150"/>
            <a:ext cx="1101168" cy="646331"/>
          </a:xfrm>
          <a:prstGeom prst="rect">
            <a:avLst/>
          </a:prstGeom>
          <a:noFill/>
        </p:spPr>
        <p:txBody>
          <a:bodyPr wrap="square">
            <a:spAutoFit/>
          </a:bodyPr>
          <a:lstStyle/>
          <a:p>
            <a:pPr algn="r">
              <a:spcBef>
                <a:spcPts val="600"/>
              </a:spcBef>
            </a:pPr>
            <a:r>
              <a:rPr lang="es-ES" b="1" dirty="0">
                <a:solidFill>
                  <a:sysClr val="windowText" lastClr="000000"/>
                </a:solidFill>
              </a:rPr>
              <a:t>Versión 2. </a:t>
            </a:r>
          </a:p>
        </p:txBody>
      </p:sp>
    </p:spTree>
    <p:extLst>
      <p:ext uri="{BB962C8B-B14F-4D97-AF65-F5344CB8AC3E}">
        <p14:creationId xmlns:p14="http://schemas.microsoft.com/office/powerpoint/2010/main" val="852066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a:t>
            </a:r>
            <a:r>
              <a:rPr lang="en-US" dirty="0" err="1"/>
              <a:t>Programación</a:t>
            </a:r>
            <a:r>
              <a:rPr lang="en-US" dirty="0"/>
              <a:t> Lineal </a:t>
            </a:r>
          </a:p>
        </p:txBody>
      </p:sp>
      <p:sp>
        <p:nvSpPr>
          <p:cNvPr id="5" name="Llamada rectangular redondeada 4"/>
          <p:cNvSpPr/>
          <p:nvPr/>
        </p:nvSpPr>
        <p:spPr>
          <a:xfrm>
            <a:off x="2541715" y="1398295"/>
            <a:ext cx="8519445" cy="4752528"/>
          </a:xfrm>
          <a:prstGeom prst="wedgeRoundRectCallout">
            <a:avLst>
              <a:gd name="adj1" fmla="val -21428"/>
              <a:gd name="adj2" fmla="val 49409"/>
              <a:gd name="adj3" fmla="val 16667"/>
            </a:avLst>
          </a:prstGeom>
          <a:solidFill>
            <a:schemeClr val="accent2">
              <a:lumMod val="20000"/>
              <a:lumOff val="80000"/>
            </a:schemeClr>
          </a:solidFill>
          <a:effectLst>
            <a:glow rad="101600">
              <a:schemeClr val="accent1">
                <a:satMod val="175000"/>
                <a:alpha val="40000"/>
              </a:schemeClr>
            </a:glow>
            <a:innerShdw blurRad="63500" dist="50800" dir="2700000">
              <a:prstClr val="black">
                <a:alpha val="50000"/>
              </a:prstClr>
            </a:innerShdw>
          </a:effectLst>
          <a:scene3d>
            <a:camera prst="obliqueTopRight"/>
            <a:lightRig rig="threePt" dir="t"/>
          </a:scene3d>
          <a:sp3d>
            <a:bevelT prst="angle"/>
          </a:sp3d>
        </p:spPr>
        <p:style>
          <a:lnRef idx="2">
            <a:schemeClr val="accent5"/>
          </a:lnRef>
          <a:fillRef idx="1">
            <a:schemeClr val="lt1"/>
          </a:fillRef>
          <a:effectRef idx="0">
            <a:schemeClr val="accent5"/>
          </a:effectRef>
          <a:fontRef idx="minor">
            <a:schemeClr val="dk1"/>
          </a:fontRef>
        </p:style>
        <p:txBody>
          <a:bodyPr rtlCol="0" anchor="ctr"/>
          <a:lstStyle/>
          <a:p>
            <a:pPr algn="just">
              <a:spcBef>
                <a:spcPts val="600"/>
              </a:spcBef>
            </a:pPr>
            <a:endParaRPr lang="es-ES"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spcBef>
                <a:spcPts val="600"/>
              </a:spcBef>
            </a:pPr>
            <a:r>
              <a:rPr lang="es-ES" sz="2000" dirty="0">
                <a:effectLst/>
                <a:latin typeface="Calibri" panose="020F0502020204030204" pitchFamily="34" charset="0"/>
                <a:ea typeface="Times New Roman" panose="02020603050405020304" pitchFamily="18" charset="0"/>
                <a:cs typeface="Times New Roman" panose="02020603050405020304" pitchFamily="18" charset="0"/>
              </a:rPr>
              <a:t>Un inversionista tiene oportunidad de realizar las actividades A y B al principio de cada uno de los próximos cinco años (llámense años 1 al 5). Cada dólar invertido en A al principio de cualquier año retribuye $1.40 (una ganancia de $0.40) 2 años después (a tiempo para la reinversión inmediata). Cada dólar invertido en B al principio de cualquier año retribuye $1.70, 3 años después. </a:t>
            </a:r>
            <a:endParaRPr lang="es-MX" sz="2000" dirty="0">
              <a:effectLst/>
              <a:latin typeface="Times New Roman" panose="02020603050405020304" pitchFamily="18" charset="0"/>
              <a:ea typeface="Times New Roman" panose="02020603050405020304" pitchFamily="18" charset="0"/>
            </a:endParaRPr>
          </a:p>
          <a:p>
            <a:pPr algn="just">
              <a:spcBef>
                <a:spcPts val="600"/>
              </a:spcBef>
            </a:pPr>
            <a:r>
              <a:rPr lang="es-ES" sz="2000" dirty="0">
                <a:effectLst/>
                <a:latin typeface="Calibri" panose="020F0502020204030204" pitchFamily="34" charset="0"/>
                <a:ea typeface="Times New Roman" panose="02020603050405020304" pitchFamily="18" charset="0"/>
                <a:cs typeface="Times New Roman" panose="02020603050405020304" pitchFamily="18" charset="0"/>
              </a:rPr>
              <a:t>Además, las actividades C y D estarán disponibles para inversión una sola vez en el futuro. Cada dólar invertido en C al principio del año 2 da $1.90 al final del año 5. Cada dólar invertido en D al principio del año 5 retribuye $1.30 al final de este año. </a:t>
            </a:r>
            <a:endParaRPr lang="es-MX" sz="2000" dirty="0">
              <a:effectLst/>
              <a:latin typeface="Times New Roman" panose="02020603050405020304" pitchFamily="18" charset="0"/>
              <a:ea typeface="Times New Roman" panose="02020603050405020304" pitchFamily="18" charset="0"/>
            </a:endParaRPr>
          </a:p>
          <a:p>
            <a:pPr algn="just">
              <a:spcBef>
                <a:spcPts val="600"/>
              </a:spcBef>
            </a:pPr>
            <a:r>
              <a:rPr lang="es-ES" sz="2000" dirty="0">
                <a:effectLst/>
                <a:latin typeface="Calibri" panose="020F0502020204030204" pitchFamily="34" charset="0"/>
                <a:ea typeface="Times New Roman" panose="02020603050405020304" pitchFamily="18" charset="0"/>
                <a:cs typeface="Times New Roman" panose="02020603050405020304" pitchFamily="18" charset="0"/>
              </a:rPr>
              <a:t>El inversionista tiene $60,000 para iniciar y desea saber cuál plan de inversión maximiza la cantidad de dinero acumulada al principio del año 6. Formule el modelo de programación lineal para este problema.</a:t>
            </a:r>
            <a:endParaRPr lang="es-MX" sz="2000" dirty="0">
              <a:effectLst/>
              <a:latin typeface="Times New Roman" panose="02020603050405020304" pitchFamily="18" charset="0"/>
              <a:ea typeface="Times New Roman" panose="02020603050405020304" pitchFamily="18" charset="0"/>
            </a:endParaRPr>
          </a:p>
          <a:p>
            <a:br>
              <a:rPr lang="es-ES" sz="2000" dirty="0">
                <a:effectLst/>
                <a:latin typeface="Calibri" panose="020F0502020204030204" pitchFamily="34" charset="0"/>
                <a:ea typeface="Calibri" panose="020F0502020204030204" pitchFamily="34" charset="0"/>
                <a:cs typeface="Times New Roman" panose="02020603050405020304" pitchFamily="18" charset="0"/>
              </a:rPr>
            </a:br>
            <a:endParaRPr lang="es-MX" sz="2400" dirty="0">
              <a:effectLst/>
              <a:latin typeface="Times New Roman" panose="02020603050405020304" pitchFamily="18" charset="0"/>
              <a:ea typeface="Times New Roman" panose="02020603050405020304" pitchFamily="18" charset="0"/>
            </a:endParaRPr>
          </a:p>
        </p:txBody>
      </p:sp>
      <p:sp>
        <p:nvSpPr>
          <p:cNvPr id="6" name="Llamada de flecha a la derecha 5"/>
          <p:cNvSpPr/>
          <p:nvPr/>
        </p:nvSpPr>
        <p:spPr>
          <a:xfrm>
            <a:off x="191345" y="2770980"/>
            <a:ext cx="2376263" cy="1200329"/>
          </a:xfrm>
          <a:prstGeom prst="rightArrowCallout">
            <a:avLst>
              <a:gd name="adj1" fmla="val 25000"/>
              <a:gd name="adj2" fmla="val 25000"/>
              <a:gd name="adj3" fmla="val 25000"/>
              <a:gd name="adj4" fmla="val 77694"/>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b="1" dirty="0">
                <a:solidFill>
                  <a:schemeClr val="tx2">
                    <a:lumMod val="50000"/>
                  </a:schemeClr>
                </a:solidFill>
              </a:rPr>
              <a:t>Ubicación de recursos: Optimización de portafolio</a:t>
            </a:r>
          </a:p>
        </p:txBody>
      </p:sp>
      <p:sp>
        <p:nvSpPr>
          <p:cNvPr id="3" name="TextBox 2">
            <a:extLst>
              <a:ext uri="{FF2B5EF4-FFF2-40B4-BE49-F238E27FC236}">
                <a16:creationId xmlns:a16="http://schemas.microsoft.com/office/drawing/2014/main" id="{2895476E-1792-A765-5A3B-D2F2FC59206A}"/>
              </a:ext>
            </a:extLst>
          </p:cNvPr>
          <p:cNvSpPr txBox="1"/>
          <p:nvPr/>
        </p:nvSpPr>
        <p:spPr>
          <a:xfrm>
            <a:off x="384926" y="1398295"/>
            <a:ext cx="1809502" cy="955117"/>
          </a:xfrm>
          <a:prstGeom prst="rect">
            <a:avLst/>
          </a:prstGeom>
          <a:noFill/>
        </p:spPr>
        <p:txBody>
          <a:bodyPr wrap="square" rtlCol="0">
            <a:spAutoFit/>
          </a:bodyPr>
          <a:lstStyle/>
          <a:p>
            <a:pPr algn="ctr"/>
            <a:r>
              <a:rPr lang="en-US" b="1" dirty="0">
                <a:solidFill>
                  <a:sysClr val="windowText" lastClr="000000"/>
                </a:solidFill>
              </a:rPr>
              <a:t>Formula, </a:t>
            </a:r>
            <a:r>
              <a:rPr lang="en-US" b="1" dirty="0" err="1">
                <a:solidFill>
                  <a:sysClr val="windowText" lastClr="000000"/>
                </a:solidFill>
              </a:rPr>
              <a:t>resuelve</a:t>
            </a:r>
            <a:r>
              <a:rPr lang="en-US" b="1" dirty="0">
                <a:solidFill>
                  <a:sysClr val="windowText" lastClr="000000"/>
                </a:solidFill>
              </a:rPr>
              <a:t> e </a:t>
            </a:r>
            <a:r>
              <a:rPr lang="en-US" b="1" dirty="0" err="1">
                <a:solidFill>
                  <a:sysClr val="windowText" lastClr="000000"/>
                </a:solidFill>
              </a:rPr>
              <a:t>interpreta</a:t>
            </a:r>
            <a:r>
              <a:rPr lang="en-US" b="1" dirty="0">
                <a:solidFill>
                  <a:sysClr val="windowText" lastClr="000000"/>
                </a:solidFill>
              </a:rPr>
              <a:t>:</a:t>
            </a:r>
          </a:p>
        </p:txBody>
      </p:sp>
    </p:spTree>
    <p:extLst>
      <p:ext uri="{BB962C8B-B14F-4D97-AF65-F5344CB8AC3E}">
        <p14:creationId xmlns:p14="http://schemas.microsoft.com/office/powerpoint/2010/main" val="359152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02816" y="295562"/>
            <a:ext cx="11237800" cy="685166"/>
          </a:xfrm>
        </p:spPr>
        <p:txBody>
          <a:bodyPr/>
          <a:lstStyle/>
          <a:p>
            <a:r>
              <a:rPr lang="en-US" dirty="0" err="1"/>
              <a:t>Problemas</a:t>
            </a:r>
            <a:r>
              <a:rPr lang="en-US" dirty="0"/>
              <a:t> </a:t>
            </a:r>
            <a:r>
              <a:rPr lang="en-US" dirty="0" err="1"/>
              <a:t>Clásicos</a:t>
            </a:r>
            <a:r>
              <a:rPr lang="en-US" dirty="0"/>
              <a:t> de </a:t>
            </a:r>
            <a:r>
              <a:rPr lang="en-US" dirty="0" err="1"/>
              <a:t>Programación</a:t>
            </a:r>
            <a:r>
              <a:rPr lang="en-US" dirty="0"/>
              <a:t> Lineal </a:t>
            </a:r>
          </a:p>
        </p:txBody>
      </p:sp>
      <p:sp>
        <p:nvSpPr>
          <p:cNvPr id="5" name="Llamada rectangular redondeada 4"/>
          <p:cNvSpPr/>
          <p:nvPr/>
        </p:nvSpPr>
        <p:spPr>
          <a:xfrm>
            <a:off x="2207568" y="1201707"/>
            <a:ext cx="9289031" cy="5328592"/>
          </a:xfrm>
          <a:prstGeom prst="wedgeRoundRectCallout">
            <a:avLst>
              <a:gd name="adj1" fmla="val -21428"/>
              <a:gd name="adj2" fmla="val 49409"/>
              <a:gd name="adj3" fmla="val 16667"/>
            </a:avLst>
          </a:prstGeom>
          <a:solidFill>
            <a:schemeClr val="accent2">
              <a:lumMod val="20000"/>
              <a:lumOff val="80000"/>
            </a:schemeClr>
          </a:solidFill>
          <a:effectLst>
            <a:glow rad="101600">
              <a:schemeClr val="accent1">
                <a:satMod val="175000"/>
                <a:alpha val="40000"/>
              </a:schemeClr>
            </a:glow>
            <a:innerShdw blurRad="63500" dist="50800" dir="2700000">
              <a:prstClr val="black">
                <a:alpha val="50000"/>
              </a:prstClr>
            </a:innerShdw>
          </a:effectLst>
          <a:scene3d>
            <a:camera prst="obliqueTopRight"/>
            <a:lightRig rig="threePt" dir="t"/>
          </a:scene3d>
          <a:sp3d>
            <a:bevelT prst="angle"/>
          </a:sp3d>
        </p:spPr>
        <p:style>
          <a:lnRef idx="2">
            <a:schemeClr val="accent5"/>
          </a:lnRef>
          <a:fillRef idx="1">
            <a:schemeClr val="lt1"/>
          </a:fillRef>
          <a:effectRef idx="0">
            <a:schemeClr val="accent5"/>
          </a:effectRef>
          <a:fontRef idx="minor">
            <a:schemeClr val="dk1"/>
          </a:fontRef>
        </p:style>
        <p:txBody>
          <a:bodyPr rtlCol="0" anchor="ctr"/>
          <a:lstStyle/>
          <a:p>
            <a:pPr algn="just">
              <a:spcBef>
                <a:spcPts val="600"/>
              </a:spcBef>
            </a:pP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La oficina encargada del cobro de peajes en el estado de Atlanta tiene el siguiente requerimiento mínimo diario de cobradores de peajes</a:t>
            </a:r>
            <a:endParaRPr lang="es-MX" sz="1800" dirty="0">
              <a:effectLst/>
              <a:latin typeface="Times New Roman" panose="02020603050405020304" pitchFamily="18" charset="0"/>
              <a:ea typeface="Times New Roman" panose="02020603050405020304" pitchFamily="18" charset="0"/>
            </a:endParaRPr>
          </a:p>
          <a:p>
            <a:pPr algn="just">
              <a:spcBef>
                <a:spcPts val="600"/>
              </a:spcBef>
            </a:pPr>
            <a:r>
              <a:rPr lang="es-ES" sz="9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s-MX" sz="400" dirty="0">
              <a:effectLst/>
              <a:latin typeface="Times New Roman" panose="02020603050405020304" pitchFamily="18" charset="0"/>
              <a:ea typeface="Times New Roman" panose="02020603050405020304" pitchFamily="18" charset="0"/>
            </a:endParaRPr>
          </a:p>
          <a:p>
            <a:pPr marL="2247900" indent="-2247900">
              <a:spcBef>
                <a:spcPts val="600"/>
              </a:spcBef>
            </a:pP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Horario        	Período	Número mínimo de peajeros requeridos</a:t>
            </a:r>
            <a:br>
              <a:rPr lang="es-ES"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s-MX" sz="1800" dirty="0">
              <a:effectLst/>
              <a:latin typeface="Times New Roman" panose="02020603050405020304" pitchFamily="18" charset="0"/>
              <a:ea typeface="Times New Roman" panose="02020603050405020304" pitchFamily="18" charset="0"/>
            </a:endParaRPr>
          </a:p>
          <a:p>
            <a:pPr>
              <a:spcBef>
                <a:spcPts val="600"/>
              </a:spcBef>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1 		6 A.M. - 10 A.M. 		8</a:t>
            </a:r>
            <a:endParaRPr lang="es-MX" sz="1800" dirty="0">
              <a:effectLst/>
              <a:latin typeface="Times New Roman" panose="02020603050405020304" pitchFamily="18" charset="0"/>
              <a:ea typeface="Times New Roman" panose="02020603050405020304" pitchFamily="18" charset="0"/>
            </a:endParaRPr>
          </a:p>
          <a:p>
            <a:pPr>
              <a:spcBef>
                <a:spcPts val="600"/>
              </a:spcBef>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2 		10 A.M. - 2 P.M. 		6</a:t>
            </a:r>
            <a:endParaRPr lang="es-MX" sz="1800" dirty="0">
              <a:effectLst/>
              <a:latin typeface="Times New Roman" panose="02020603050405020304" pitchFamily="18" charset="0"/>
              <a:ea typeface="Times New Roman" panose="02020603050405020304" pitchFamily="18" charset="0"/>
            </a:endParaRPr>
          </a:p>
          <a:p>
            <a:pPr>
              <a:spcBef>
                <a:spcPts val="600"/>
              </a:spcBef>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3 		2 P.M. - 6 P.M. 		8</a:t>
            </a:r>
            <a:endParaRPr lang="es-MX" sz="1800" dirty="0">
              <a:effectLst/>
              <a:latin typeface="Times New Roman" panose="02020603050405020304" pitchFamily="18" charset="0"/>
              <a:ea typeface="Times New Roman" panose="02020603050405020304" pitchFamily="18" charset="0"/>
            </a:endParaRPr>
          </a:p>
          <a:p>
            <a:pPr>
              <a:spcBef>
                <a:spcPts val="600"/>
              </a:spcBef>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4 		6 P.M. - 10 P.M. 		7</a:t>
            </a:r>
            <a:endParaRPr lang="es-MX" sz="1800" dirty="0">
              <a:effectLst/>
              <a:latin typeface="Times New Roman" panose="02020603050405020304" pitchFamily="18" charset="0"/>
              <a:ea typeface="Times New Roman" panose="02020603050405020304" pitchFamily="18" charset="0"/>
            </a:endParaRPr>
          </a:p>
          <a:p>
            <a:pPr>
              <a:spcBef>
                <a:spcPts val="600"/>
              </a:spcBef>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5 		10 P.M. - 2 A.M. 		5</a:t>
            </a:r>
            <a:endParaRPr lang="es-MX" sz="1800" dirty="0">
              <a:effectLst/>
              <a:latin typeface="Times New Roman" panose="02020603050405020304" pitchFamily="18" charset="0"/>
              <a:ea typeface="Times New Roman" panose="02020603050405020304" pitchFamily="18" charset="0"/>
            </a:endParaRPr>
          </a:p>
          <a:p>
            <a:pPr>
              <a:spcBef>
                <a:spcPts val="600"/>
              </a:spcBef>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6 		2 A.M. - 6 A.M. 		</a:t>
            </a: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3</a:t>
            </a:r>
            <a:endParaRPr lang="es-MX" sz="1800" dirty="0">
              <a:effectLst/>
              <a:latin typeface="Times New Roman" panose="02020603050405020304" pitchFamily="18" charset="0"/>
              <a:ea typeface="Times New Roman" panose="02020603050405020304" pitchFamily="18" charset="0"/>
            </a:endParaRPr>
          </a:p>
          <a:p>
            <a:pPr algn="just">
              <a:spcBef>
                <a:spcPts val="600"/>
              </a:spcBef>
            </a:pPr>
            <a:r>
              <a:rPr lang="es-ES" sz="9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s-MX" sz="900" dirty="0">
              <a:effectLst/>
              <a:latin typeface="Times New Roman" panose="02020603050405020304" pitchFamily="18" charset="0"/>
              <a:ea typeface="Times New Roman" panose="02020603050405020304" pitchFamily="18" charset="0"/>
            </a:endParaRPr>
          </a:p>
          <a:p>
            <a:pPr algn="just">
              <a:spcBef>
                <a:spcPts val="600"/>
              </a:spcBef>
            </a:pPr>
            <a:r>
              <a:rPr lang="es-ES" sz="1800" dirty="0">
                <a:effectLst/>
                <a:latin typeface="Calibri" panose="020F0502020204030204" pitchFamily="34" charset="0"/>
                <a:ea typeface="Times New Roman" panose="02020603050405020304" pitchFamily="18" charset="0"/>
                <a:cs typeface="Times New Roman" panose="02020603050405020304" pitchFamily="18" charset="0"/>
              </a:rPr>
              <a:t>Los peajeros se presentan a su sitio de trabajo al comienzo de cada período para laborar 8 horas consecutivas. La oficina desea determinar el número de peajeros que debe emplear para tener el personal suficiente disponible en cada período. Formule este problema como un modelo de programación lineal.</a:t>
            </a:r>
            <a:endParaRPr lang="es-MX" sz="1800" dirty="0">
              <a:effectLst/>
              <a:latin typeface="Times New Roman" panose="02020603050405020304" pitchFamily="18" charset="0"/>
              <a:ea typeface="Times New Roman" panose="02020603050405020304" pitchFamily="18" charset="0"/>
            </a:endParaRPr>
          </a:p>
        </p:txBody>
      </p:sp>
      <p:sp>
        <p:nvSpPr>
          <p:cNvPr id="6" name="Llamada de flecha a la derecha 5"/>
          <p:cNvSpPr/>
          <p:nvPr/>
        </p:nvSpPr>
        <p:spPr>
          <a:xfrm>
            <a:off x="191345" y="2770980"/>
            <a:ext cx="2016223" cy="646331"/>
          </a:xfrm>
          <a:prstGeom prst="rightArrowCallout">
            <a:avLst>
              <a:gd name="adj1" fmla="val 25000"/>
              <a:gd name="adj2" fmla="val 25000"/>
              <a:gd name="adj3" fmla="val 25000"/>
              <a:gd name="adj4" fmla="val 81946"/>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wrap="square">
            <a:spAutoFit/>
          </a:bodyPr>
          <a:lstStyle/>
          <a:p>
            <a:pPr algn="r"/>
            <a:r>
              <a:rPr lang="es-MX" b="1" dirty="0">
                <a:solidFill>
                  <a:schemeClr val="tx2">
                    <a:lumMod val="50000"/>
                  </a:schemeClr>
                </a:solidFill>
              </a:rPr>
              <a:t>Programación de turnos</a:t>
            </a:r>
          </a:p>
        </p:txBody>
      </p:sp>
      <p:sp>
        <p:nvSpPr>
          <p:cNvPr id="3" name="TextBox 2">
            <a:extLst>
              <a:ext uri="{FF2B5EF4-FFF2-40B4-BE49-F238E27FC236}">
                <a16:creationId xmlns:a16="http://schemas.microsoft.com/office/drawing/2014/main" id="{E4F3D633-5061-AA24-3BF5-B7D6C6074C2A}"/>
              </a:ext>
            </a:extLst>
          </p:cNvPr>
          <p:cNvSpPr txBox="1"/>
          <p:nvPr/>
        </p:nvSpPr>
        <p:spPr>
          <a:xfrm>
            <a:off x="384926" y="1398295"/>
            <a:ext cx="1809502" cy="955117"/>
          </a:xfrm>
          <a:prstGeom prst="rect">
            <a:avLst/>
          </a:prstGeom>
          <a:noFill/>
        </p:spPr>
        <p:txBody>
          <a:bodyPr wrap="square" rtlCol="0">
            <a:spAutoFit/>
          </a:bodyPr>
          <a:lstStyle/>
          <a:p>
            <a:pPr algn="ctr"/>
            <a:r>
              <a:rPr lang="en-US" b="1" dirty="0">
                <a:solidFill>
                  <a:sysClr val="windowText" lastClr="000000"/>
                </a:solidFill>
              </a:rPr>
              <a:t>Formula, </a:t>
            </a:r>
            <a:r>
              <a:rPr lang="en-US" b="1" dirty="0" err="1">
                <a:solidFill>
                  <a:sysClr val="windowText" lastClr="000000"/>
                </a:solidFill>
              </a:rPr>
              <a:t>resuelve</a:t>
            </a:r>
            <a:r>
              <a:rPr lang="en-US" b="1" dirty="0">
                <a:solidFill>
                  <a:sysClr val="windowText" lastClr="000000"/>
                </a:solidFill>
              </a:rPr>
              <a:t> e </a:t>
            </a:r>
            <a:r>
              <a:rPr lang="en-US" b="1" dirty="0" err="1">
                <a:solidFill>
                  <a:sysClr val="windowText" lastClr="000000"/>
                </a:solidFill>
              </a:rPr>
              <a:t>interpreta</a:t>
            </a:r>
            <a:r>
              <a:rPr lang="en-US" b="1" dirty="0">
                <a:solidFill>
                  <a:sysClr val="windowText" lastClr="000000"/>
                </a:solidFill>
              </a:rPr>
              <a:t>:</a:t>
            </a:r>
          </a:p>
        </p:txBody>
      </p:sp>
    </p:spTree>
    <p:extLst>
      <p:ext uri="{BB962C8B-B14F-4D97-AF65-F5344CB8AC3E}">
        <p14:creationId xmlns:p14="http://schemas.microsoft.com/office/powerpoint/2010/main" val="3354824044"/>
      </p:ext>
    </p:extLst>
  </p:cSld>
  <p:clrMapOvr>
    <a:masterClrMapping/>
  </p:clrMapOvr>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29_TF78853419_Win32.potx" id="{697C08D2-4C4A-4521-8070-5B07DA2F2744}" vid="{B4D4694D-4865-44CB-AD44-43D5DBA7E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D20B6E4-879E-4E6C-BDE7-261540CD37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{C3E9E1D6-00E4-460C-9279-E60217618BD0}tf78853419_win32</Template>
  <TotalTime>3089</TotalTime>
  <Words>1845</Words>
  <Application>Microsoft Office PowerPoint</Application>
  <PresentationFormat>Widescreen</PresentationFormat>
  <Paragraphs>169</Paragraphs>
  <Slides>15</Slides>
  <Notes>11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6" baseType="lpstr">
      <vt:lpstr>Abadi</vt:lpstr>
      <vt:lpstr>Aptos</vt:lpstr>
      <vt:lpstr>Aptos Black</vt:lpstr>
      <vt:lpstr>Aptos Display</vt:lpstr>
      <vt:lpstr>Arial</vt:lpstr>
      <vt:lpstr>Calibri</vt:lpstr>
      <vt:lpstr>Cambria Math</vt:lpstr>
      <vt:lpstr>Times New Roman</vt:lpstr>
      <vt:lpstr>Wingdings</vt:lpstr>
      <vt:lpstr>Tema1</vt:lpstr>
      <vt:lpstr>Ecuación</vt:lpstr>
      <vt:lpstr>Modelación de problemas lineales </vt:lpstr>
      <vt:lpstr>A linear programming model</vt:lpstr>
      <vt:lpstr>PowerPoint Presentation</vt:lpstr>
      <vt:lpstr>Responda las siguientes preguntas</vt:lpstr>
      <vt:lpstr>Problemas Clásicos de Programación Lineal </vt:lpstr>
      <vt:lpstr>Let’s graph it!</vt:lpstr>
      <vt:lpstr>Problemas Clásicos de Programación Lineal </vt:lpstr>
      <vt:lpstr>Problemas Clásicos de Programación Lineal </vt:lpstr>
      <vt:lpstr>Problemas Clásicos de Programación Lineal </vt:lpstr>
      <vt:lpstr>Problemas Clásicos de PL: Transporte</vt:lpstr>
      <vt:lpstr>Problema de Transporte. Solución en Excel</vt:lpstr>
      <vt:lpstr>Problemas Clásicos de Programación Lineal </vt:lpstr>
      <vt:lpstr>Problemas Clásicos de Programación Lineal </vt:lpstr>
      <vt:lpstr>Problemas Clásicos de Programación Lineal </vt:lpstr>
      <vt:lpstr>Problemas Clásicos de Programación Lineal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 Linear programming problem</dc:title>
  <dc:creator>Jenny Díaz Ramírez</dc:creator>
  <cp:lastModifiedBy>Jenny Díaz Ramírez</cp:lastModifiedBy>
  <cp:revision>5</cp:revision>
  <dcterms:created xsi:type="dcterms:W3CDTF">2023-10-30T18:22:20Z</dcterms:created>
  <dcterms:modified xsi:type="dcterms:W3CDTF">2025-02-18T17:23:11Z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