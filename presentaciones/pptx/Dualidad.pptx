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40"/>
  </p:notesMasterIdLst>
  <p:handoutMasterIdLst>
    <p:handoutMasterId r:id="rId41"/>
  </p:handoutMasterIdLst>
  <p:sldIdLst>
    <p:sldId id="350" r:id="rId5"/>
    <p:sldId id="257" r:id="rId6"/>
    <p:sldId id="261" r:id="rId7"/>
    <p:sldId id="314" r:id="rId8"/>
    <p:sldId id="358" r:id="rId9"/>
    <p:sldId id="317" r:id="rId10"/>
    <p:sldId id="351" r:id="rId11"/>
    <p:sldId id="316" r:id="rId12"/>
    <p:sldId id="284" r:id="rId13"/>
    <p:sldId id="325" r:id="rId14"/>
    <p:sldId id="315" r:id="rId15"/>
    <p:sldId id="352" r:id="rId16"/>
    <p:sldId id="285" r:id="rId17"/>
    <p:sldId id="359" r:id="rId18"/>
    <p:sldId id="319" r:id="rId19"/>
    <p:sldId id="323" r:id="rId20"/>
    <p:sldId id="320" r:id="rId21"/>
    <p:sldId id="354" r:id="rId22"/>
    <p:sldId id="324" r:id="rId23"/>
    <p:sldId id="331" r:id="rId24"/>
    <p:sldId id="330" r:id="rId25"/>
    <p:sldId id="356" r:id="rId26"/>
    <p:sldId id="357" r:id="rId27"/>
    <p:sldId id="360" r:id="rId28"/>
    <p:sldId id="286" r:id="rId29"/>
    <p:sldId id="283" r:id="rId30"/>
    <p:sldId id="274" r:id="rId31"/>
    <p:sldId id="275" r:id="rId32"/>
    <p:sldId id="277" r:id="rId33"/>
    <p:sldId id="278" r:id="rId34"/>
    <p:sldId id="282" r:id="rId35"/>
    <p:sldId id="279" r:id="rId36"/>
    <p:sldId id="327" r:id="rId37"/>
    <p:sldId id="328" r:id="rId38"/>
    <p:sldId id="329" r:id="rId39"/>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181F1A-98C9-4371-ADAF-5AC56ECA8587}">
          <p14:sldIdLst>
            <p14:sldId id="350"/>
            <p14:sldId id="257"/>
            <p14:sldId id="261"/>
            <p14:sldId id="314"/>
            <p14:sldId id="358"/>
            <p14:sldId id="317"/>
            <p14:sldId id="351"/>
          </p14:sldIdLst>
        </p14:section>
        <p14:section name="Construcción del dual" id="{24CD62DD-20EA-496D-9126-B2F060F540D9}">
          <p14:sldIdLst>
            <p14:sldId id="316"/>
            <p14:sldId id="284"/>
            <p14:sldId id="325"/>
            <p14:sldId id="315"/>
            <p14:sldId id="352"/>
            <p14:sldId id="285"/>
            <p14:sldId id="359"/>
          </p14:sldIdLst>
        </p14:section>
        <p14:section name="Teoría de dualidad" id="{F59185F4-CBC5-4218-B207-BB009177FBAE}">
          <p14:sldIdLst>
            <p14:sldId id="319"/>
            <p14:sldId id="323"/>
            <p14:sldId id="320"/>
            <p14:sldId id="354"/>
            <p14:sldId id="324"/>
            <p14:sldId id="331"/>
            <p14:sldId id="330"/>
            <p14:sldId id="356"/>
            <p14:sldId id="357"/>
          </p14:sldIdLst>
        </p14:section>
        <p14:section name="Interpretación de soluciones primal y dual" id="{D5830737-78AD-44BE-8BEC-E703C7063DEE}">
          <p14:sldIdLst>
            <p14:sldId id="360"/>
            <p14:sldId id="286"/>
            <p14:sldId id="283"/>
            <p14:sldId id="274"/>
            <p14:sldId id="275"/>
            <p14:sldId id="277"/>
            <p14:sldId id="278"/>
            <p14:sldId id="282"/>
            <p14:sldId id="279"/>
            <p14:sldId id="327"/>
            <p14:sldId id="328"/>
            <p14:sldId id="3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3CFE"/>
    <a:srgbClr val="2E56FE"/>
    <a:srgbClr val="2203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92DFB-EF73-45F8-8BAF-7710AEF1FAEE}" v="690" dt="2025-03-05T22:30:44.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107" d="100"/>
          <a:sy n="107" d="100"/>
        </p:scale>
        <p:origin x="672" y="102"/>
      </p:cViewPr>
      <p:guideLst/>
    </p:cSldViewPr>
  </p:slideViewPr>
  <p:notesTextViewPr>
    <p:cViewPr>
      <p:scale>
        <a:sx n="3" d="2"/>
        <a:sy n="3" d="2"/>
      </p:scale>
      <p:origin x="0" y="0"/>
    </p:cViewPr>
  </p:notesTextViewPr>
  <p:sorterViewPr>
    <p:cViewPr varScale="1">
      <p:scale>
        <a:sx n="1" d="1"/>
        <a:sy n="1" d="1"/>
      </p:scale>
      <p:origin x="0" y="-8448"/>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Díaz Ramírez" userId="df7d83af-54c1-43f9-a4ec-fea9744b3563" providerId="ADAL" clId="{D5892DFB-EF73-45F8-8BAF-7710AEF1FAEE}"/>
    <pc:docChg chg="undo redo custSel addSld delSld modSld sldOrd modMainMaster addSection modSection">
      <pc:chgData name="Jenny Díaz Ramírez" userId="df7d83af-54c1-43f9-a4ec-fea9744b3563" providerId="ADAL" clId="{D5892DFB-EF73-45F8-8BAF-7710AEF1FAEE}" dt="2025-03-05T22:30:53.856" v="3441" actId="1076"/>
      <pc:docMkLst>
        <pc:docMk/>
      </pc:docMkLst>
      <pc:sldChg chg="addSp delSp modSp add mod modClrScheme chgLayout">
        <pc:chgData name="Jenny Díaz Ramírez" userId="df7d83af-54c1-43f9-a4ec-fea9744b3563" providerId="ADAL" clId="{D5892DFB-EF73-45F8-8BAF-7710AEF1FAEE}" dt="2025-03-05T20:54:54.219" v="416" actId="1076"/>
        <pc:sldMkLst>
          <pc:docMk/>
          <pc:sldMk cId="2612403435" sldId="257"/>
        </pc:sldMkLst>
        <pc:spChg chg="mod ord">
          <ac:chgData name="Jenny Díaz Ramírez" userId="df7d83af-54c1-43f9-a4ec-fea9744b3563" providerId="ADAL" clId="{D5892DFB-EF73-45F8-8BAF-7710AEF1FAEE}" dt="2025-03-05T20:51:05.671" v="98" actId="700"/>
          <ac:spMkLst>
            <pc:docMk/>
            <pc:sldMk cId="2612403435" sldId="257"/>
            <ac:spMk id="2" creationId="{00000000-0000-0000-0000-000000000000}"/>
          </ac:spMkLst>
        </pc:spChg>
        <pc:spChg chg="mod ord">
          <ac:chgData name="Jenny Díaz Ramírez" userId="df7d83af-54c1-43f9-a4ec-fea9744b3563" providerId="ADAL" clId="{D5892DFB-EF73-45F8-8BAF-7710AEF1FAEE}" dt="2025-03-05T20:54:54.219" v="416" actId="1076"/>
          <ac:spMkLst>
            <pc:docMk/>
            <pc:sldMk cId="2612403435" sldId="257"/>
            <ac:spMk id="3" creationId="{00000000-0000-0000-0000-000000000000}"/>
          </ac:spMkLst>
        </pc:spChg>
        <pc:spChg chg="mod">
          <ac:chgData name="Jenny Díaz Ramírez" userId="df7d83af-54c1-43f9-a4ec-fea9744b3563" providerId="ADAL" clId="{D5892DFB-EF73-45F8-8BAF-7710AEF1FAEE}" dt="2025-03-05T20:54:22.868" v="409" actId="207"/>
          <ac:spMkLst>
            <pc:docMk/>
            <pc:sldMk cId="2612403435" sldId="257"/>
            <ac:spMk id="4" creationId="{00000000-0000-0000-0000-000000000000}"/>
          </ac:spMkLst>
        </pc:spChg>
        <pc:spChg chg="mod">
          <ac:chgData name="Jenny Díaz Ramírez" userId="df7d83af-54c1-43f9-a4ec-fea9744b3563" providerId="ADAL" clId="{D5892DFB-EF73-45F8-8BAF-7710AEF1FAEE}" dt="2025-03-05T20:53:51.704" v="398" actId="1076"/>
          <ac:spMkLst>
            <pc:docMk/>
            <pc:sldMk cId="2612403435" sldId="257"/>
            <ac:spMk id="5" creationId="{00000000-0000-0000-0000-000000000000}"/>
          </ac:spMkLst>
        </pc:spChg>
        <pc:spChg chg="mod">
          <ac:chgData name="Jenny Díaz Ramírez" userId="df7d83af-54c1-43f9-a4ec-fea9744b3563" providerId="ADAL" clId="{D5892DFB-EF73-45F8-8BAF-7710AEF1FAEE}" dt="2025-03-05T20:53:51.704" v="398" actId="1076"/>
          <ac:spMkLst>
            <pc:docMk/>
            <pc:sldMk cId="2612403435" sldId="257"/>
            <ac:spMk id="6" creationId="{00000000-0000-0000-0000-000000000000}"/>
          </ac:spMkLst>
        </pc:spChg>
        <pc:spChg chg="del">
          <ac:chgData name="Jenny Díaz Ramírez" userId="df7d83af-54c1-43f9-a4ec-fea9744b3563" providerId="ADAL" clId="{D5892DFB-EF73-45F8-8BAF-7710AEF1FAEE}" dt="2025-03-05T20:51:05.671" v="98" actId="700"/>
          <ac:spMkLst>
            <pc:docMk/>
            <pc:sldMk cId="2612403435" sldId="257"/>
            <ac:spMk id="7" creationId="{780258B6-AF75-E496-472C-B8AA71357F98}"/>
          </ac:spMkLst>
        </pc:spChg>
        <pc:spChg chg="mod ord">
          <ac:chgData name="Jenny Díaz Ramírez" userId="df7d83af-54c1-43f9-a4ec-fea9744b3563" providerId="ADAL" clId="{D5892DFB-EF73-45F8-8BAF-7710AEF1FAEE}" dt="2025-03-05T20:51:45.249" v="103" actId="1076"/>
          <ac:spMkLst>
            <pc:docMk/>
            <pc:sldMk cId="2612403435" sldId="257"/>
            <ac:spMk id="8" creationId="{1DBAEBD4-E13B-208F-5002-7474BCD9AB28}"/>
          </ac:spMkLst>
        </pc:spChg>
        <pc:spChg chg="mod ord">
          <ac:chgData name="Jenny Díaz Ramírez" userId="df7d83af-54c1-43f9-a4ec-fea9744b3563" providerId="ADAL" clId="{D5892DFB-EF73-45F8-8BAF-7710AEF1FAEE}" dt="2025-03-05T20:51:05.671" v="98" actId="700"/>
          <ac:spMkLst>
            <pc:docMk/>
            <pc:sldMk cId="2612403435" sldId="257"/>
            <ac:spMk id="9" creationId="{F74CF88A-1852-081E-E26D-2B1A76D3BF73}"/>
          </ac:spMkLst>
        </pc:spChg>
        <pc:spChg chg="add mod">
          <ac:chgData name="Jenny Díaz Ramírez" userId="df7d83af-54c1-43f9-a4ec-fea9744b3563" providerId="ADAL" clId="{D5892DFB-EF73-45F8-8BAF-7710AEF1FAEE}" dt="2025-03-05T20:54:31.650" v="411" actId="207"/>
          <ac:spMkLst>
            <pc:docMk/>
            <pc:sldMk cId="2612403435" sldId="257"/>
            <ac:spMk id="11" creationId="{3A4D720E-0685-FD73-0443-C03D8C0EBA8B}"/>
          </ac:spMkLst>
        </pc:spChg>
        <pc:spChg chg="add mod">
          <ac:chgData name="Jenny Díaz Ramírez" userId="df7d83af-54c1-43f9-a4ec-fea9744b3563" providerId="ADAL" clId="{D5892DFB-EF73-45F8-8BAF-7710AEF1FAEE}" dt="2025-03-05T20:54:43.673" v="413" actId="1076"/>
          <ac:spMkLst>
            <pc:docMk/>
            <pc:sldMk cId="2612403435" sldId="257"/>
            <ac:spMk id="13" creationId="{14EF8975-3333-1756-1E44-631AA828B66F}"/>
          </ac:spMkLst>
        </pc:spChg>
      </pc:sldChg>
      <pc:sldChg chg="addSp modSp add mod modClrScheme chgLayout">
        <pc:chgData name="Jenny Díaz Ramírez" userId="df7d83af-54c1-43f9-a4ec-fea9744b3563" providerId="ADAL" clId="{D5892DFB-EF73-45F8-8BAF-7710AEF1FAEE}" dt="2025-03-05T20:49:10.535" v="75" actId="700"/>
        <pc:sldMkLst>
          <pc:docMk/>
          <pc:sldMk cId="1827302849" sldId="261"/>
        </pc:sldMkLst>
        <pc:spChg chg="mod ord">
          <ac:chgData name="Jenny Díaz Ramírez" userId="df7d83af-54c1-43f9-a4ec-fea9744b3563" providerId="ADAL" clId="{D5892DFB-EF73-45F8-8BAF-7710AEF1FAEE}" dt="2025-03-05T20:49:10.535" v="75" actId="700"/>
          <ac:spMkLst>
            <pc:docMk/>
            <pc:sldMk cId="1827302849" sldId="261"/>
            <ac:spMk id="2" creationId="{00000000-0000-0000-0000-000000000000}"/>
          </ac:spMkLst>
        </pc:spChg>
        <pc:spChg chg="add mod ord">
          <ac:chgData name="Jenny Díaz Ramírez" userId="df7d83af-54c1-43f9-a4ec-fea9744b3563" providerId="ADAL" clId="{D5892DFB-EF73-45F8-8BAF-7710AEF1FAEE}" dt="2025-03-05T20:49:10.535" v="75" actId="700"/>
          <ac:spMkLst>
            <pc:docMk/>
            <pc:sldMk cId="1827302849" sldId="261"/>
            <ac:spMk id="3" creationId="{CAC9417F-0172-FF20-1B32-48779AA5BF84}"/>
          </ac:spMkLst>
        </pc:spChg>
      </pc:sldChg>
      <pc:sldChg chg="modSp add mod modClrScheme chgLayout">
        <pc:chgData name="Jenny Díaz Ramírez" userId="df7d83af-54c1-43f9-a4ec-fea9744b3563" providerId="ADAL" clId="{D5892DFB-EF73-45F8-8BAF-7710AEF1FAEE}" dt="2025-03-05T22:09:46.654" v="2504" actId="20577"/>
        <pc:sldMkLst>
          <pc:docMk/>
          <pc:sldMk cId="3256168110" sldId="274"/>
        </pc:sldMkLst>
        <pc:spChg chg="mod ord">
          <ac:chgData name="Jenny Díaz Ramírez" userId="df7d83af-54c1-43f9-a4ec-fea9744b3563" providerId="ADAL" clId="{D5892DFB-EF73-45F8-8BAF-7710AEF1FAEE}" dt="2025-03-05T22:09:46.654" v="2504" actId="20577"/>
          <ac:spMkLst>
            <pc:docMk/>
            <pc:sldMk cId="3256168110" sldId="274"/>
            <ac:spMk id="2" creationId="{00000000-0000-0000-0000-000000000000}"/>
          </ac:spMkLst>
        </pc:spChg>
        <pc:spChg chg="mod ord">
          <ac:chgData name="Jenny Díaz Ramírez" userId="df7d83af-54c1-43f9-a4ec-fea9744b3563" providerId="ADAL" clId="{D5892DFB-EF73-45F8-8BAF-7710AEF1FAEE}" dt="2025-03-05T22:08:40.854" v="2486" actId="404"/>
          <ac:spMkLst>
            <pc:docMk/>
            <pc:sldMk cId="3256168110" sldId="274"/>
            <ac:spMk id="3" creationId="{00000000-0000-0000-0000-000000000000}"/>
          </ac:spMkLst>
        </pc:spChg>
        <pc:spChg chg="mod">
          <ac:chgData name="Jenny Díaz Ramírez" userId="df7d83af-54c1-43f9-a4ec-fea9744b3563" providerId="ADAL" clId="{D5892DFB-EF73-45F8-8BAF-7710AEF1FAEE}" dt="2025-03-05T22:08:56.907" v="2489" actId="2711"/>
          <ac:spMkLst>
            <pc:docMk/>
            <pc:sldMk cId="3256168110" sldId="274"/>
            <ac:spMk id="5"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0"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1"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2"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3" creationId="{00000000-0000-0000-0000-000000000000}"/>
          </ac:spMkLst>
        </pc:spChg>
        <pc:spChg chg="mod">
          <ac:chgData name="Jenny Díaz Ramírez" userId="df7d83af-54c1-43f9-a4ec-fea9744b3563" providerId="ADAL" clId="{D5892DFB-EF73-45F8-8BAF-7710AEF1FAEE}" dt="2025-03-05T22:09:11.439" v="2491" actId="14100"/>
          <ac:spMkLst>
            <pc:docMk/>
            <pc:sldMk cId="3256168110" sldId="274"/>
            <ac:spMk id="14" creationId="{00000000-0000-0000-0000-000000000000}"/>
          </ac:spMkLst>
        </pc:spChg>
      </pc:sldChg>
      <pc:sldChg chg="addSp delSp modSp add mod modClrScheme chgLayout">
        <pc:chgData name="Jenny Díaz Ramírez" userId="df7d83af-54c1-43f9-a4ec-fea9744b3563" providerId="ADAL" clId="{D5892DFB-EF73-45F8-8BAF-7710AEF1FAEE}" dt="2025-03-05T22:11:21.252" v="2520" actId="1076"/>
        <pc:sldMkLst>
          <pc:docMk/>
          <pc:sldMk cId="4282323298" sldId="275"/>
        </pc:sldMkLst>
        <pc:spChg chg="add del mod ord">
          <ac:chgData name="Jenny Díaz Ramírez" userId="df7d83af-54c1-43f9-a4ec-fea9744b3563" providerId="ADAL" clId="{D5892DFB-EF73-45F8-8BAF-7710AEF1FAEE}" dt="2025-03-05T22:09:17.295" v="2492" actId="478"/>
          <ac:spMkLst>
            <pc:docMk/>
            <pc:sldMk cId="4282323298" sldId="275"/>
            <ac:spMk id="2" creationId="{1CE13D60-8E48-7C51-3F5E-362C6927D761}"/>
          </ac:spMkLst>
        </pc:spChg>
        <pc:spChg chg="add del mod ord">
          <ac:chgData name="Jenny Díaz Ramírez" userId="df7d83af-54c1-43f9-a4ec-fea9744b3563" providerId="ADAL" clId="{D5892DFB-EF73-45F8-8BAF-7710AEF1FAEE}" dt="2025-03-05T22:09:18.651" v="2493" actId="478"/>
          <ac:spMkLst>
            <pc:docMk/>
            <pc:sldMk cId="4282323298" sldId="275"/>
            <ac:spMk id="3" creationId="{8D0DE1C0-F3A3-C915-3A2C-A825A7FD5A22}"/>
          </ac:spMkLst>
        </pc:spChg>
        <pc:spChg chg="mod">
          <ac:chgData name="Jenny Díaz Ramírez" userId="df7d83af-54c1-43f9-a4ec-fea9744b3563" providerId="ADAL" clId="{D5892DFB-EF73-45F8-8BAF-7710AEF1FAEE}" dt="2025-03-05T22:11:21.252" v="2520" actId="1076"/>
          <ac:spMkLst>
            <pc:docMk/>
            <pc:sldMk cId="4282323298" sldId="275"/>
            <ac:spMk id="6" creationId="{00000000-0000-0000-0000-000000000000}"/>
          </ac:spMkLst>
        </pc:spChg>
        <pc:spChg chg="mod">
          <ac:chgData name="Jenny Díaz Ramírez" userId="df7d83af-54c1-43f9-a4ec-fea9744b3563" providerId="ADAL" clId="{D5892DFB-EF73-45F8-8BAF-7710AEF1FAEE}" dt="2025-03-05T22:09:23.200" v="2494" actId="207"/>
          <ac:spMkLst>
            <pc:docMk/>
            <pc:sldMk cId="4282323298" sldId="275"/>
            <ac:spMk id="9" creationId="{00000000-0000-0000-0000-000000000000}"/>
          </ac:spMkLst>
        </pc:spChg>
        <pc:spChg chg="mod">
          <ac:chgData name="Jenny Díaz Ramírez" userId="df7d83af-54c1-43f9-a4ec-fea9744b3563" providerId="ADAL" clId="{D5892DFB-EF73-45F8-8BAF-7710AEF1FAEE}" dt="2025-03-05T22:09:28.027" v="2495" actId="20577"/>
          <ac:spMkLst>
            <pc:docMk/>
            <pc:sldMk cId="4282323298" sldId="275"/>
            <ac:spMk id="10" creationId="{00000000-0000-0000-0000-000000000000}"/>
          </ac:spMkLst>
        </pc:spChg>
        <pc:spChg chg="mod">
          <ac:chgData name="Jenny Díaz Ramírez" userId="df7d83af-54c1-43f9-a4ec-fea9744b3563" providerId="ADAL" clId="{D5892DFB-EF73-45F8-8BAF-7710AEF1FAEE}" dt="2025-03-05T22:09:23.200" v="2494" actId="207"/>
          <ac:spMkLst>
            <pc:docMk/>
            <pc:sldMk cId="4282323298" sldId="275"/>
            <ac:spMk id="11" creationId="{00000000-0000-0000-0000-000000000000}"/>
          </ac:spMkLst>
        </pc:spChg>
        <pc:spChg chg="add mod">
          <ac:chgData name="Jenny Díaz Ramírez" userId="df7d83af-54c1-43f9-a4ec-fea9744b3563" providerId="ADAL" clId="{D5892DFB-EF73-45F8-8BAF-7710AEF1FAEE}" dt="2025-03-05T22:11:16.937" v="2519" actId="1076"/>
          <ac:spMkLst>
            <pc:docMk/>
            <pc:sldMk cId="4282323298" sldId="275"/>
            <ac:spMk id="12" creationId="{610FE9B8-953B-B450-E881-E1F19F4D89F4}"/>
          </ac:spMkLst>
        </pc:spChg>
        <pc:spChg chg="add mod">
          <ac:chgData name="Jenny Díaz Ramírez" userId="df7d83af-54c1-43f9-a4ec-fea9744b3563" providerId="ADAL" clId="{D5892DFB-EF73-45F8-8BAF-7710AEF1FAEE}" dt="2025-03-05T22:11:16.937" v="2519" actId="1076"/>
          <ac:spMkLst>
            <pc:docMk/>
            <pc:sldMk cId="4282323298" sldId="275"/>
            <ac:spMk id="13" creationId="{17174480-35D0-51F4-C5C7-B72EAA4D370E}"/>
          </ac:spMkLst>
        </pc:spChg>
        <pc:picChg chg="mod">
          <ac:chgData name="Jenny Díaz Ramírez" userId="df7d83af-54c1-43f9-a4ec-fea9744b3563" providerId="ADAL" clId="{D5892DFB-EF73-45F8-8BAF-7710AEF1FAEE}" dt="2025-03-05T22:11:21.252" v="2520" actId="1076"/>
          <ac:picMkLst>
            <pc:docMk/>
            <pc:sldMk cId="4282323298" sldId="275"/>
            <ac:picMk id="4" creationId="{00000000-0000-0000-0000-000000000000}"/>
          </ac:picMkLst>
        </pc:picChg>
        <pc:picChg chg="mod">
          <ac:chgData name="Jenny Díaz Ramírez" userId="df7d83af-54c1-43f9-a4ec-fea9744b3563" providerId="ADAL" clId="{D5892DFB-EF73-45F8-8BAF-7710AEF1FAEE}" dt="2025-03-05T22:11:21.252" v="2520" actId="1076"/>
          <ac:picMkLst>
            <pc:docMk/>
            <pc:sldMk cId="4282323298" sldId="275"/>
            <ac:picMk id="5" creationId="{00000000-0000-0000-0000-000000000000}"/>
          </ac:picMkLst>
        </pc:picChg>
      </pc:sldChg>
      <pc:sldChg chg="addSp delSp modSp add mod modClrScheme chgLayout">
        <pc:chgData name="Jenny Díaz Ramírez" userId="df7d83af-54c1-43f9-a4ec-fea9744b3563" providerId="ADAL" clId="{D5892DFB-EF73-45F8-8BAF-7710AEF1FAEE}" dt="2025-03-05T22:11:09.288" v="2517" actId="1076"/>
        <pc:sldMkLst>
          <pc:docMk/>
          <pc:sldMk cId="832491748" sldId="277"/>
        </pc:sldMkLst>
        <pc:spChg chg="mod ord">
          <ac:chgData name="Jenny Díaz Ramírez" userId="df7d83af-54c1-43f9-a4ec-fea9744b3563" providerId="ADAL" clId="{D5892DFB-EF73-45F8-8BAF-7710AEF1FAEE}" dt="2025-03-05T20:49:10.535" v="75" actId="700"/>
          <ac:spMkLst>
            <pc:docMk/>
            <pc:sldMk cId="832491748" sldId="277"/>
            <ac:spMk id="2" creationId="{00000000-0000-0000-0000-000000000000}"/>
          </ac:spMkLst>
        </pc:spChg>
        <pc:spChg chg="add del mod ord">
          <ac:chgData name="Jenny Díaz Ramírez" userId="df7d83af-54c1-43f9-a4ec-fea9744b3563" providerId="ADAL" clId="{D5892DFB-EF73-45F8-8BAF-7710AEF1FAEE}" dt="2025-03-05T22:09:59.371" v="2507" actId="478"/>
          <ac:spMkLst>
            <pc:docMk/>
            <pc:sldMk cId="832491748" sldId="277"/>
            <ac:spMk id="3" creationId="{C7619531-D9DD-37C2-E353-C834370372ED}"/>
          </ac:spMkLst>
        </pc:spChg>
        <pc:spChg chg="mod">
          <ac:chgData name="Jenny Díaz Ramírez" userId="df7d83af-54c1-43f9-a4ec-fea9744b3563" providerId="ADAL" clId="{D5892DFB-EF73-45F8-8BAF-7710AEF1FAEE}" dt="2025-03-05T22:10:11.645" v="2509" actId="1076"/>
          <ac:spMkLst>
            <pc:docMk/>
            <pc:sldMk cId="832491748" sldId="277"/>
            <ac:spMk id="6" creationId="{00000000-0000-0000-0000-000000000000}"/>
          </ac:spMkLst>
        </pc:spChg>
        <pc:spChg chg="del mod">
          <ac:chgData name="Jenny Díaz Ramírez" userId="df7d83af-54c1-43f9-a4ec-fea9744b3563" providerId="ADAL" clId="{D5892DFB-EF73-45F8-8BAF-7710AEF1FAEE}" dt="2025-03-05T22:10:29.242" v="2514" actId="478"/>
          <ac:spMkLst>
            <pc:docMk/>
            <pc:sldMk cId="832491748" sldId="277"/>
            <ac:spMk id="7" creationId="{00000000-0000-0000-0000-000000000000}"/>
          </ac:spMkLst>
        </pc:spChg>
        <pc:spChg chg="del mod">
          <ac:chgData name="Jenny Díaz Ramírez" userId="df7d83af-54c1-43f9-a4ec-fea9744b3563" providerId="ADAL" clId="{D5892DFB-EF73-45F8-8BAF-7710AEF1FAEE}" dt="2025-03-05T22:10:30.913" v="2515" actId="478"/>
          <ac:spMkLst>
            <pc:docMk/>
            <pc:sldMk cId="832491748" sldId="277"/>
            <ac:spMk id="8" creationId="{00000000-0000-0000-0000-000000000000}"/>
          </ac:spMkLst>
        </pc:spChg>
        <pc:spChg chg="mod">
          <ac:chgData name="Jenny Díaz Ramírez" userId="df7d83af-54c1-43f9-a4ec-fea9744b3563" providerId="ADAL" clId="{D5892DFB-EF73-45F8-8BAF-7710AEF1FAEE}" dt="2025-03-05T22:10:11.645" v="2509" actId="1076"/>
          <ac:spMkLst>
            <pc:docMk/>
            <pc:sldMk cId="832491748" sldId="277"/>
            <ac:spMk id="9" creationId="{00000000-0000-0000-0000-000000000000}"/>
          </ac:spMkLst>
        </pc:spChg>
        <pc:spChg chg="mod">
          <ac:chgData name="Jenny Díaz Ramírez" userId="df7d83af-54c1-43f9-a4ec-fea9744b3563" providerId="ADAL" clId="{D5892DFB-EF73-45F8-8BAF-7710AEF1FAEE}" dt="2025-03-05T22:10:11.645" v="2509" actId="1076"/>
          <ac:spMkLst>
            <pc:docMk/>
            <pc:sldMk cId="832491748" sldId="277"/>
            <ac:spMk id="10" creationId="{00000000-0000-0000-0000-000000000000}"/>
          </ac:spMkLst>
        </pc:spChg>
        <pc:spChg chg="add mod">
          <ac:chgData name="Jenny Díaz Ramírez" userId="df7d83af-54c1-43f9-a4ec-fea9744b3563" providerId="ADAL" clId="{D5892DFB-EF73-45F8-8BAF-7710AEF1FAEE}" dt="2025-03-05T22:11:09.288" v="2517" actId="1076"/>
          <ac:spMkLst>
            <pc:docMk/>
            <pc:sldMk cId="832491748" sldId="277"/>
            <ac:spMk id="11" creationId="{1A62D9B1-5A5D-65CB-B7F5-0035AC727E45}"/>
          </ac:spMkLst>
        </pc:spChg>
        <pc:spChg chg="add mod">
          <ac:chgData name="Jenny Díaz Ramírez" userId="df7d83af-54c1-43f9-a4ec-fea9744b3563" providerId="ADAL" clId="{D5892DFB-EF73-45F8-8BAF-7710AEF1FAEE}" dt="2025-03-05T22:11:09.288" v="2517" actId="1076"/>
          <ac:spMkLst>
            <pc:docMk/>
            <pc:sldMk cId="832491748" sldId="277"/>
            <ac:spMk id="12" creationId="{C3959169-98F6-D923-6CD5-7F314E09908A}"/>
          </ac:spMkLst>
        </pc:spChg>
        <pc:spChg chg="mod">
          <ac:chgData name="Jenny Díaz Ramírez" userId="df7d83af-54c1-43f9-a4ec-fea9744b3563" providerId="ADAL" clId="{D5892DFB-EF73-45F8-8BAF-7710AEF1FAEE}" dt="2025-03-05T22:10:25.169" v="2513" actId="207"/>
          <ac:spMkLst>
            <pc:docMk/>
            <pc:sldMk cId="832491748" sldId="277"/>
            <ac:spMk id="13" creationId="{00000000-0000-0000-0000-000000000000}"/>
          </ac:spMkLst>
        </pc:spChg>
        <pc:picChg chg="mod">
          <ac:chgData name="Jenny Díaz Ramírez" userId="df7d83af-54c1-43f9-a4ec-fea9744b3563" providerId="ADAL" clId="{D5892DFB-EF73-45F8-8BAF-7710AEF1FAEE}" dt="2025-03-05T22:10:11.645" v="2509" actId="1076"/>
          <ac:picMkLst>
            <pc:docMk/>
            <pc:sldMk cId="832491748" sldId="277"/>
            <ac:picMk id="4" creationId="{00000000-0000-0000-0000-000000000000}"/>
          </ac:picMkLst>
        </pc:picChg>
        <pc:picChg chg="mod">
          <ac:chgData name="Jenny Díaz Ramírez" userId="df7d83af-54c1-43f9-a4ec-fea9744b3563" providerId="ADAL" clId="{D5892DFB-EF73-45F8-8BAF-7710AEF1FAEE}" dt="2025-03-05T22:10:11.645" v="2509" actId="1076"/>
          <ac:picMkLst>
            <pc:docMk/>
            <pc:sldMk cId="832491748" sldId="277"/>
            <ac:picMk id="5" creationId="{00000000-0000-0000-0000-000000000000}"/>
          </ac:picMkLst>
        </pc:picChg>
      </pc:sldChg>
      <pc:sldChg chg="addSp delSp modSp add mod modClrScheme chgLayout">
        <pc:chgData name="Jenny Díaz Ramírez" userId="df7d83af-54c1-43f9-a4ec-fea9744b3563" providerId="ADAL" clId="{D5892DFB-EF73-45F8-8BAF-7710AEF1FAEE}" dt="2025-03-05T22:13:13.688" v="2550" actId="1076"/>
        <pc:sldMkLst>
          <pc:docMk/>
          <pc:sldMk cId="3281897977" sldId="278"/>
        </pc:sldMkLst>
        <pc:spChg chg="mod ord">
          <ac:chgData name="Jenny Díaz Ramírez" userId="df7d83af-54c1-43f9-a4ec-fea9744b3563" providerId="ADAL" clId="{D5892DFB-EF73-45F8-8BAF-7710AEF1FAEE}" dt="2025-03-05T20:49:10.535" v="75" actId="700"/>
          <ac:spMkLst>
            <pc:docMk/>
            <pc:sldMk cId="3281897977" sldId="278"/>
            <ac:spMk id="2" creationId="{00000000-0000-0000-0000-000000000000}"/>
          </ac:spMkLst>
        </pc:spChg>
        <pc:spChg chg="mod">
          <ac:chgData name="Jenny Díaz Ramírez" userId="df7d83af-54c1-43f9-a4ec-fea9744b3563" providerId="ADAL" clId="{D5892DFB-EF73-45F8-8BAF-7710AEF1FAEE}" dt="2025-03-05T22:11:32.883" v="2524" actId="207"/>
          <ac:spMkLst>
            <pc:docMk/>
            <pc:sldMk cId="3281897977" sldId="278"/>
            <ac:spMk id="3" creationId="{00000000-0000-0000-0000-000000000000}"/>
          </ac:spMkLst>
        </pc:spChg>
        <pc:spChg chg="add del mod ord">
          <ac:chgData name="Jenny Díaz Ramírez" userId="df7d83af-54c1-43f9-a4ec-fea9744b3563" providerId="ADAL" clId="{D5892DFB-EF73-45F8-8BAF-7710AEF1FAEE}" dt="2025-03-05T22:11:42.033" v="2525" actId="478"/>
          <ac:spMkLst>
            <pc:docMk/>
            <pc:sldMk cId="3281897977" sldId="278"/>
            <ac:spMk id="6" creationId="{6927432D-A06C-8C34-1110-562DAD50B564}"/>
          </ac:spMkLst>
        </pc:spChg>
        <pc:spChg chg="del">
          <ac:chgData name="Jenny Díaz Ramírez" userId="df7d83af-54c1-43f9-a4ec-fea9744b3563" providerId="ADAL" clId="{D5892DFB-EF73-45F8-8BAF-7710AEF1FAEE}" dt="2025-03-05T22:11:25.772" v="2521" actId="478"/>
          <ac:spMkLst>
            <pc:docMk/>
            <pc:sldMk cId="3281897977" sldId="278"/>
            <ac:spMk id="7" creationId="{00000000-0000-0000-0000-000000000000}"/>
          </ac:spMkLst>
        </pc:spChg>
        <pc:spChg chg="del">
          <ac:chgData name="Jenny Díaz Ramírez" userId="df7d83af-54c1-43f9-a4ec-fea9744b3563" providerId="ADAL" clId="{D5892DFB-EF73-45F8-8BAF-7710AEF1FAEE}" dt="2025-03-05T22:11:26.988" v="2522" actId="478"/>
          <ac:spMkLst>
            <pc:docMk/>
            <pc:sldMk cId="3281897977" sldId="278"/>
            <ac:spMk id="8" creationId="{00000000-0000-0000-0000-000000000000}"/>
          </ac:spMkLst>
        </pc:spChg>
        <pc:spChg chg="mod">
          <ac:chgData name="Jenny Díaz Ramírez" userId="df7d83af-54c1-43f9-a4ec-fea9744b3563" providerId="ADAL" clId="{D5892DFB-EF73-45F8-8BAF-7710AEF1FAEE}" dt="2025-03-05T22:12:57.595" v="2545" actId="1076"/>
          <ac:spMkLst>
            <pc:docMk/>
            <pc:sldMk cId="3281897977" sldId="278"/>
            <ac:spMk id="9" creationId="{00000000-0000-0000-0000-000000000000}"/>
          </ac:spMkLst>
        </pc:spChg>
        <pc:spChg chg="mod">
          <ac:chgData name="Jenny Díaz Ramírez" userId="df7d83af-54c1-43f9-a4ec-fea9744b3563" providerId="ADAL" clId="{D5892DFB-EF73-45F8-8BAF-7710AEF1FAEE}" dt="2025-03-05T22:12:57.595" v="2545" actId="1076"/>
          <ac:spMkLst>
            <pc:docMk/>
            <pc:sldMk cId="3281897977" sldId="278"/>
            <ac:spMk id="10"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1"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2"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3" creationId="{00000000-0000-0000-0000-000000000000}"/>
          </ac:spMkLst>
        </pc:spChg>
        <pc:spChg chg="add mod">
          <ac:chgData name="Jenny Díaz Ramírez" userId="df7d83af-54c1-43f9-a4ec-fea9744b3563" providerId="ADAL" clId="{D5892DFB-EF73-45F8-8BAF-7710AEF1FAEE}" dt="2025-03-05T22:13:12.729" v="2549" actId="1076"/>
          <ac:spMkLst>
            <pc:docMk/>
            <pc:sldMk cId="3281897977" sldId="278"/>
            <ac:spMk id="14" creationId="{5F735B37-5643-E2CB-2A51-99F03AD1E97E}"/>
          </ac:spMkLst>
        </pc:spChg>
        <pc:spChg chg="mod">
          <ac:chgData name="Jenny Díaz Ramírez" userId="df7d83af-54c1-43f9-a4ec-fea9744b3563" providerId="ADAL" clId="{D5892DFB-EF73-45F8-8BAF-7710AEF1FAEE}" dt="2025-03-05T22:13:02.161" v="2546" actId="1076"/>
          <ac:spMkLst>
            <pc:docMk/>
            <pc:sldMk cId="3281897977" sldId="278"/>
            <ac:spMk id="15" creationId="{00000000-0000-0000-0000-000000000000}"/>
          </ac:spMkLst>
        </pc:spChg>
        <pc:spChg chg="add mod">
          <ac:chgData name="Jenny Díaz Ramírez" userId="df7d83af-54c1-43f9-a4ec-fea9744b3563" providerId="ADAL" clId="{D5892DFB-EF73-45F8-8BAF-7710AEF1FAEE}" dt="2025-03-05T22:13:09.616" v="2548" actId="1076"/>
          <ac:spMkLst>
            <pc:docMk/>
            <pc:sldMk cId="3281897977" sldId="278"/>
            <ac:spMk id="16" creationId="{7433EC5E-19F2-1001-BCBB-0BC921C01D92}"/>
          </ac:spMkLst>
        </pc:spChg>
        <pc:spChg chg="mod">
          <ac:chgData name="Jenny Díaz Ramírez" userId="df7d83af-54c1-43f9-a4ec-fea9744b3563" providerId="ADAL" clId="{D5892DFB-EF73-45F8-8BAF-7710AEF1FAEE}" dt="2025-03-05T22:13:02.161" v="2546" actId="1076"/>
          <ac:spMkLst>
            <pc:docMk/>
            <pc:sldMk cId="3281897977" sldId="278"/>
            <ac:spMk id="19"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0"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1" creationId="{00000000-0000-0000-0000-000000000000}"/>
          </ac:spMkLst>
        </pc:spChg>
        <pc:spChg chg="add mod">
          <ac:chgData name="Jenny Díaz Ramírez" userId="df7d83af-54c1-43f9-a4ec-fea9744b3563" providerId="ADAL" clId="{D5892DFB-EF73-45F8-8BAF-7710AEF1FAEE}" dt="2025-03-05T22:12:57.595" v="2545" actId="1076"/>
          <ac:spMkLst>
            <pc:docMk/>
            <pc:sldMk cId="3281897977" sldId="278"/>
            <ac:spMk id="23" creationId="{1E7C5F7D-C57D-DBC0-D183-ABEB49A04E23}"/>
          </ac:spMkLst>
        </pc:spChg>
        <pc:spChg chg="mod">
          <ac:chgData name="Jenny Díaz Ramírez" userId="df7d83af-54c1-43f9-a4ec-fea9744b3563" providerId="ADAL" clId="{D5892DFB-EF73-45F8-8BAF-7710AEF1FAEE}" dt="2025-03-05T22:13:02.161" v="2546" actId="1076"/>
          <ac:spMkLst>
            <pc:docMk/>
            <pc:sldMk cId="3281897977" sldId="278"/>
            <ac:spMk id="24"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5"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6" creationId="{00000000-0000-0000-0000-000000000000}"/>
          </ac:spMkLst>
        </pc:spChg>
        <pc:spChg chg="add mod">
          <ac:chgData name="Jenny Díaz Ramírez" userId="df7d83af-54c1-43f9-a4ec-fea9744b3563" providerId="ADAL" clId="{D5892DFB-EF73-45F8-8BAF-7710AEF1FAEE}" dt="2025-03-05T22:12:57.595" v="2545" actId="1076"/>
          <ac:spMkLst>
            <pc:docMk/>
            <pc:sldMk cId="3281897977" sldId="278"/>
            <ac:spMk id="28" creationId="{95040EBE-6CE8-545E-0580-E0E6C1173108}"/>
          </ac:spMkLst>
        </pc:spChg>
        <pc:spChg chg="mod">
          <ac:chgData name="Jenny Díaz Ramírez" userId="df7d83af-54c1-43f9-a4ec-fea9744b3563" providerId="ADAL" clId="{D5892DFB-EF73-45F8-8BAF-7710AEF1FAEE}" dt="2025-03-05T22:11:47.441" v="2526" actId="1076"/>
          <ac:spMkLst>
            <pc:docMk/>
            <pc:sldMk cId="3281897977" sldId="278"/>
            <ac:spMk id="31" creationId="{00000000-0000-0000-0000-000000000000}"/>
          </ac:spMkLst>
        </pc:spChg>
        <pc:picChg chg="mod">
          <ac:chgData name="Jenny Díaz Ramírez" userId="df7d83af-54c1-43f9-a4ec-fea9744b3563" providerId="ADAL" clId="{D5892DFB-EF73-45F8-8BAF-7710AEF1FAEE}" dt="2025-03-05T22:13:13.688" v="2550" actId="1076"/>
          <ac:picMkLst>
            <pc:docMk/>
            <pc:sldMk cId="3281897977" sldId="278"/>
            <ac:picMk id="4" creationId="{00000000-0000-0000-0000-000000000000}"/>
          </ac:picMkLst>
        </pc:picChg>
      </pc:sldChg>
      <pc:sldChg chg="delSp modSp add mod modClrScheme chgLayout">
        <pc:chgData name="Jenny Díaz Ramírez" userId="df7d83af-54c1-43f9-a4ec-fea9744b3563" providerId="ADAL" clId="{D5892DFB-EF73-45F8-8BAF-7710AEF1FAEE}" dt="2025-03-05T22:15:12.287" v="2573" actId="14100"/>
        <pc:sldMkLst>
          <pc:docMk/>
          <pc:sldMk cId="3398761967" sldId="279"/>
        </pc:sldMkLst>
        <pc:spChg chg="mod ord">
          <ac:chgData name="Jenny Díaz Ramírez" userId="df7d83af-54c1-43f9-a4ec-fea9744b3563" providerId="ADAL" clId="{D5892DFB-EF73-45F8-8BAF-7710AEF1FAEE}" dt="2025-03-05T22:15:06.358" v="2572" actId="700"/>
          <ac:spMkLst>
            <pc:docMk/>
            <pc:sldMk cId="3398761967" sldId="279"/>
            <ac:spMk id="2" creationId="{00000000-0000-0000-0000-000000000000}"/>
          </ac:spMkLst>
        </pc:spChg>
        <pc:spChg chg="mod ord">
          <ac:chgData name="Jenny Díaz Ramírez" userId="df7d83af-54c1-43f9-a4ec-fea9744b3563" providerId="ADAL" clId="{D5892DFB-EF73-45F8-8BAF-7710AEF1FAEE}" dt="2025-03-05T22:15:12.287" v="2573" actId="14100"/>
          <ac:spMkLst>
            <pc:docMk/>
            <pc:sldMk cId="3398761967" sldId="279"/>
            <ac:spMk id="3" creationId="{00000000-0000-0000-0000-000000000000}"/>
          </ac:spMkLst>
        </pc:spChg>
        <pc:spChg chg="del">
          <ac:chgData name="Jenny Díaz Ramírez" userId="df7d83af-54c1-43f9-a4ec-fea9744b3563" providerId="ADAL" clId="{D5892DFB-EF73-45F8-8BAF-7710AEF1FAEE}" dt="2025-03-05T22:15:06.358" v="2572" actId="700"/>
          <ac:spMkLst>
            <pc:docMk/>
            <pc:sldMk cId="3398761967" sldId="279"/>
            <ac:spMk id="4" creationId="{DAB890AA-943E-A690-9E9C-8248D206B66A}"/>
          </ac:spMkLst>
        </pc:spChg>
        <pc:spChg chg="mod ord">
          <ac:chgData name="Jenny Díaz Ramírez" userId="df7d83af-54c1-43f9-a4ec-fea9744b3563" providerId="ADAL" clId="{D5892DFB-EF73-45F8-8BAF-7710AEF1FAEE}" dt="2025-03-05T22:15:06.358" v="2572" actId="700"/>
          <ac:spMkLst>
            <pc:docMk/>
            <pc:sldMk cId="3398761967" sldId="279"/>
            <ac:spMk id="5" creationId="{A63931DD-63AB-D0AD-93B7-3F88D6C98940}"/>
          </ac:spMkLst>
        </pc:spChg>
        <pc:spChg chg="mod ord">
          <ac:chgData name="Jenny Díaz Ramírez" userId="df7d83af-54c1-43f9-a4ec-fea9744b3563" providerId="ADAL" clId="{D5892DFB-EF73-45F8-8BAF-7710AEF1FAEE}" dt="2025-03-05T22:15:06.358" v="2572" actId="700"/>
          <ac:spMkLst>
            <pc:docMk/>
            <pc:sldMk cId="3398761967" sldId="279"/>
            <ac:spMk id="6" creationId="{BE90BAF7-C957-022C-2281-CA92E5A0BFDC}"/>
          </ac:spMkLst>
        </pc:spChg>
      </pc:sldChg>
      <pc:sldChg chg="del">
        <pc:chgData name="Jenny Díaz Ramírez" userId="df7d83af-54c1-43f9-a4ec-fea9744b3563" providerId="ADAL" clId="{D5892DFB-EF73-45F8-8BAF-7710AEF1FAEE}" dt="2025-03-05T20:44:57.359" v="71" actId="47"/>
        <pc:sldMkLst>
          <pc:docMk/>
          <pc:sldMk cId="0" sldId="280"/>
        </pc:sldMkLst>
      </pc:sldChg>
      <pc:sldChg chg="addSp delSp modSp add mod modClrScheme chgLayout">
        <pc:chgData name="Jenny Díaz Ramírez" userId="df7d83af-54c1-43f9-a4ec-fea9744b3563" providerId="ADAL" clId="{D5892DFB-EF73-45F8-8BAF-7710AEF1FAEE}" dt="2025-03-05T22:14:59.563" v="2571" actId="1076"/>
        <pc:sldMkLst>
          <pc:docMk/>
          <pc:sldMk cId="810846527" sldId="282"/>
        </pc:sldMkLst>
        <pc:spChg chg="add del mod ord">
          <ac:chgData name="Jenny Díaz Ramírez" userId="df7d83af-54c1-43f9-a4ec-fea9744b3563" providerId="ADAL" clId="{D5892DFB-EF73-45F8-8BAF-7710AEF1FAEE}" dt="2025-03-05T22:13:27.821" v="2552" actId="478"/>
          <ac:spMkLst>
            <pc:docMk/>
            <pc:sldMk cId="810846527" sldId="282"/>
            <ac:spMk id="2" creationId="{4C90591A-4BCE-DE16-C9D8-2A5B11C3E573}"/>
          </ac:spMkLst>
        </pc:spChg>
        <pc:spChg chg="add del mod ord">
          <ac:chgData name="Jenny Díaz Ramírez" userId="df7d83af-54c1-43f9-a4ec-fea9744b3563" providerId="ADAL" clId="{D5892DFB-EF73-45F8-8BAF-7710AEF1FAEE}" dt="2025-03-05T22:13:30.654" v="2553" actId="478"/>
          <ac:spMkLst>
            <pc:docMk/>
            <pc:sldMk cId="810846527" sldId="282"/>
            <ac:spMk id="3" creationId="{498FC643-2E1C-CD18-A9BA-59DA462BDB49}"/>
          </ac:spMkLst>
        </pc:spChg>
        <pc:spChg chg="add mod">
          <ac:chgData name="Jenny Díaz Ramírez" userId="df7d83af-54c1-43f9-a4ec-fea9744b3563" providerId="ADAL" clId="{D5892DFB-EF73-45F8-8BAF-7710AEF1FAEE}" dt="2025-03-05T22:14:55.916" v="2570" actId="1076"/>
          <ac:spMkLst>
            <pc:docMk/>
            <pc:sldMk cId="810846527" sldId="282"/>
            <ac:spMk id="5" creationId="{6FA1FFA7-3FE3-3EDD-30C2-BD514D5B03F3}"/>
          </ac:spMkLst>
        </pc:spChg>
        <pc:spChg chg="mod">
          <ac:chgData name="Jenny Díaz Ramírez" userId="df7d83af-54c1-43f9-a4ec-fea9744b3563" providerId="ADAL" clId="{D5892DFB-EF73-45F8-8BAF-7710AEF1FAEE}" dt="2025-03-05T22:14:42.486" v="2568" actId="207"/>
          <ac:spMkLst>
            <pc:docMk/>
            <pc:sldMk cId="810846527" sldId="282"/>
            <ac:spMk id="6" creationId="{00000000-0000-0000-0000-000000000000}"/>
          </ac:spMkLst>
        </pc:spChg>
        <pc:spChg chg="mod">
          <ac:chgData name="Jenny Díaz Ramírez" userId="df7d83af-54c1-43f9-a4ec-fea9744b3563" providerId="ADAL" clId="{D5892DFB-EF73-45F8-8BAF-7710AEF1FAEE}" dt="2025-03-05T22:14:42.486" v="2568" actId="207"/>
          <ac:spMkLst>
            <pc:docMk/>
            <pc:sldMk cId="810846527" sldId="282"/>
            <ac:spMk id="7" creationId="{00000000-0000-0000-0000-000000000000}"/>
          </ac:spMkLst>
        </pc:spChg>
        <pc:spChg chg="mod">
          <ac:chgData name="Jenny Díaz Ramírez" userId="df7d83af-54c1-43f9-a4ec-fea9744b3563" providerId="ADAL" clId="{D5892DFB-EF73-45F8-8BAF-7710AEF1FAEE}" dt="2025-03-05T22:14:17.071" v="2560" actId="1076"/>
          <ac:spMkLst>
            <pc:docMk/>
            <pc:sldMk cId="810846527" sldId="282"/>
            <ac:spMk id="8" creationId="{00000000-0000-0000-0000-000000000000}"/>
          </ac:spMkLst>
        </pc:spChg>
        <pc:spChg chg="mod">
          <ac:chgData name="Jenny Díaz Ramírez" userId="df7d83af-54c1-43f9-a4ec-fea9744b3563" providerId="ADAL" clId="{D5892DFB-EF73-45F8-8BAF-7710AEF1FAEE}" dt="2025-03-05T22:14:10.623" v="2559" actId="1076"/>
          <ac:spMkLst>
            <pc:docMk/>
            <pc:sldMk cId="810846527" sldId="282"/>
            <ac:spMk id="9" creationId="{00000000-0000-0000-0000-000000000000}"/>
          </ac:spMkLst>
        </pc:spChg>
        <pc:spChg chg="mod">
          <ac:chgData name="Jenny Díaz Ramírez" userId="df7d83af-54c1-43f9-a4ec-fea9744b3563" providerId="ADAL" clId="{D5892DFB-EF73-45F8-8BAF-7710AEF1FAEE}" dt="2025-03-05T22:14:17.071" v="2560" actId="1076"/>
          <ac:spMkLst>
            <pc:docMk/>
            <pc:sldMk cId="810846527" sldId="282"/>
            <ac:spMk id="10" creationId="{00000000-0000-0000-0000-000000000000}"/>
          </ac:spMkLst>
        </pc:spChg>
        <pc:spChg chg="mod">
          <ac:chgData name="Jenny Díaz Ramírez" userId="df7d83af-54c1-43f9-a4ec-fea9744b3563" providerId="ADAL" clId="{D5892DFB-EF73-45F8-8BAF-7710AEF1FAEE}" dt="2025-03-05T22:14:10.623" v="2559" actId="1076"/>
          <ac:spMkLst>
            <pc:docMk/>
            <pc:sldMk cId="810846527" sldId="282"/>
            <ac:spMk id="11" creationId="{00000000-0000-0000-0000-000000000000}"/>
          </ac:spMkLst>
        </pc:spChg>
        <pc:spChg chg="add mod">
          <ac:chgData name="Jenny Díaz Ramírez" userId="df7d83af-54c1-43f9-a4ec-fea9744b3563" providerId="ADAL" clId="{D5892DFB-EF73-45F8-8BAF-7710AEF1FAEE}" dt="2025-03-05T22:14:59.563" v="2571" actId="1076"/>
          <ac:spMkLst>
            <pc:docMk/>
            <pc:sldMk cId="810846527" sldId="282"/>
            <ac:spMk id="12" creationId="{F063F782-C3FB-84DA-BE6B-585DB757E334}"/>
          </ac:spMkLst>
        </pc:spChg>
        <pc:cxnChg chg="mod">
          <ac:chgData name="Jenny Díaz Ramírez" userId="df7d83af-54c1-43f9-a4ec-fea9744b3563" providerId="ADAL" clId="{D5892DFB-EF73-45F8-8BAF-7710AEF1FAEE}" dt="2025-03-05T22:14:30.331" v="2564" actId="14100"/>
          <ac:cxnSpMkLst>
            <pc:docMk/>
            <pc:sldMk cId="810846527" sldId="282"/>
            <ac:cxnSpMk id="13" creationId="{00000000-0000-0000-0000-000000000000}"/>
          </ac:cxnSpMkLst>
        </pc:cxnChg>
      </pc:sldChg>
      <pc:sldChg chg="addSp delSp modSp add mod modClrScheme chgLayout">
        <pc:chgData name="Jenny Díaz Ramírez" userId="df7d83af-54c1-43f9-a4ec-fea9744b3563" providerId="ADAL" clId="{D5892DFB-EF73-45F8-8BAF-7710AEF1FAEE}" dt="2025-03-05T22:06:08.966" v="2426"/>
        <pc:sldMkLst>
          <pc:docMk/>
          <pc:sldMk cId="2386081539" sldId="283"/>
        </pc:sldMkLst>
        <pc:spChg chg="del">
          <ac:chgData name="Jenny Díaz Ramírez" userId="df7d83af-54c1-43f9-a4ec-fea9744b3563" providerId="ADAL" clId="{D5892DFB-EF73-45F8-8BAF-7710AEF1FAEE}" dt="2025-03-05T22:05:44.222" v="2418" actId="478"/>
          <ac:spMkLst>
            <pc:docMk/>
            <pc:sldMk cId="2386081539" sldId="283"/>
            <ac:spMk id="3" creationId="{00000000-0000-0000-0000-000000000000}"/>
          </ac:spMkLst>
        </pc:spChg>
        <pc:spChg chg="add del mod ord">
          <ac:chgData name="Jenny Díaz Ramírez" userId="df7d83af-54c1-43f9-a4ec-fea9744b3563" providerId="ADAL" clId="{D5892DFB-EF73-45F8-8BAF-7710AEF1FAEE}" dt="2025-03-05T22:05:45.509" v="2419" actId="478"/>
          <ac:spMkLst>
            <pc:docMk/>
            <pc:sldMk cId="2386081539" sldId="283"/>
            <ac:spMk id="4" creationId="{DA81A3E9-C21A-C776-6493-2C2979DDE745}"/>
          </ac:spMkLst>
        </pc:spChg>
        <pc:spChg chg="add del mod ord">
          <ac:chgData name="Jenny Díaz Ramírez" userId="df7d83af-54c1-43f9-a4ec-fea9744b3563" providerId="ADAL" clId="{D5892DFB-EF73-45F8-8BAF-7710AEF1FAEE}" dt="2025-03-05T22:05:49.942" v="2421" actId="478"/>
          <ac:spMkLst>
            <pc:docMk/>
            <pc:sldMk cId="2386081539" sldId="283"/>
            <ac:spMk id="6" creationId="{E9A5F71C-3AC3-C692-9677-F550D32A2BA6}"/>
          </ac:spMkLst>
        </pc:spChg>
        <pc:spChg chg="add del mod">
          <ac:chgData name="Jenny Díaz Ramírez" userId="df7d83af-54c1-43f9-a4ec-fea9744b3563" providerId="ADAL" clId="{D5892DFB-EF73-45F8-8BAF-7710AEF1FAEE}" dt="2025-03-05T22:06:06.499" v="2424" actId="478"/>
          <ac:spMkLst>
            <pc:docMk/>
            <pc:sldMk cId="2386081539" sldId="283"/>
            <ac:spMk id="7" creationId="{01D40C91-6349-4974-5FD5-6F23181E35CC}"/>
          </ac:spMkLst>
        </pc:spChg>
        <pc:spChg chg="del">
          <ac:chgData name="Jenny Díaz Ramírez" userId="df7d83af-54c1-43f9-a4ec-fea9744b3563" providerId="ADAL" clId="{D5892DFB-EF73-45F8-8BAF-7710AEF1FAEE}" dt="2025-03-05T22:06:06.499" v="2424" actId="478"/>
          <ac:spMkLst>
            <pc:docMk/>
            <pc:sldMk cId="2386081539" sldId="283"/>
            <ac:spMk id="9" creationId="{00000000-0000-0000-0000-000000000000}"/>
          </ac:spMkLst>
        </pc:spChg>
        <pc:spChg chg="del">
          <ac:chgData name="Jenny Díaz Ramírez" userId="df7d83af-54c1-43f9-a4ec-fea9744b3563" providerId="ADAL" clId="{D5892DFB-EF73-45F8-8BAF-7710AEF1FAEE}" dt="2025-03-05T22:06:07.921" v="2425" actId="478"/>
          <ac:spMkLst>
            <pc:docMk/>
            <pc:sldMk cId="2386081539" sldId="283"/>
            <ac:spMk id="10" creationId="{00000000-0000-0000-0000-000000000000}"/>
          </ac:spMkLst>
        </pc:spChg>
        <pc:spChg chg="add del mod">
          <ac:chgData name="Jenny Díaz Ramírez" userId="df7d83af-54c1-43f9-a4ec-fea9744b3563" providerId="ADAL" clId="{D5892DFB-EF73-45F8-8BAF-7710AEF1FAEE}" dt="2025-03-05T22:06:06.499" v="2424" actId="478"/>
          <ac:spMkLst>
            <pc:docMk/>
            <pc:sldMk cId="2386081539" sldId="283"/>
            <ac:spMk id="17" creationId="{B8AF6AB1-9A1E-0919-8264-8DA83F753A7C}"/>
          </ac:spMkLst>
        </pc:spChg>
        <pc:spChg chg="add mod">
          <ac:chgData name="Jenny Díaz Ramírez" userId="df7d83af-54c1-43f9-a4ec-fea9744b3563" providerId="ADAL" clId="{D5892DFB-EF73-45F8-8BAF-7710AEF1FAEE}" dt="2025-03-05T22:06:08.966" v="2426"/>
          <ac:spMkLst>
            <pc:docMk/>
            <pc:sldMk cId="2386081539" sldId="283"/>
            <ac:spMk id="18" creationId="{F954CF6E-C40D-9276-F231-2DA5A6FBEF96}"/>
          </ac:spMkLst>
        </pc:spChg>
        <pc:spChg chg="del">
          <ac:chgData name="Jenny Díaz Ramírez" userId="df7d83af-54c1-43f9-a4ec-fea9744b3563" providerId="ADAL" clId="{D5892DFB-EF73-45F8-8BAF-7710AEF1FAEE}" dt="2025-03-05T22:05:47.628" v="2420" actId="478"/>
          <ac:spMkLst>
            <pc:docMk/>
            <pc:sldMk cId="2386081539" sldId="283"/>
            <ac:spMk id="23" creationId="{00000000-0000-0000-0000-000000000000}"/>
          </ac:spMkLst>
        </pc:spChg>
        <pc:spChg chg="add mod">
          <ac:chgData name="Jenny Díaz Ramírez" userId="df7d83af-54c1-43f9-a4ec-fea9744b3563" providerId="ADAL" clId="{D5892DFB-EF73-45F8-8BAF-7710AEF1FAEE}" dt="2025-03-05T22:06:08.966" v="2426"/>
          <ac:spMkLst>
            <pc:docMk/>
            <pc:sldMk cId="2386081539" sldId="283"/>
            <ac:spMk id="28" creationId="{12D12B37-6B86-08C9-A438-D3025347EEDC}"/>
          </ac:spMkLst>
        </pc:spChg>
        <pc:spChg chg="add mod">
          <ac:chgData name="Jenny Díaz Ramírez" userId="df7d83af-54c1-43f9-a4ec-fea9744b3563" providerId="ADAL" clId="{D5892DFB-EF73-45F8-8BAF-7710AEF1FAEE}" dt="2025-03-05T22:06:08.966" v="2426"/>
          <ac:spMkLst>
            <pc:docMk/>
            <pc:sldMk cId="2386081539" sldId="283"/>
            <ac:spMk id="29" creationId="{CA927E64-C3BC-F565-83F4-BDAC3273BA5D}"/>
          </ac:spMkLst>
        </pc:spChg>
        <pc:spChg chg="add mod">
          <ac:chgData name="Jenny Díaz Ramírez" userId="df7d83af-54c1-43f9-a4ec-fea9744b3563" providerId="ADAL" clId="{D5892DFB-EF73-45F8-8BAF-7710AEF1FAEE}" dt="2025-03-05T22:06:08.966" v="2426"/>
          <ac:spMkLst>
            <pc:docMk/>
            <pc:sldMk cId="2386081539" sldId="283"/>
            <ac:spMk id="30" creationId="{F1C83782-BDB2-BA8A-CCB4-F6E17F4AC077}"/>
          </ac:spMkLst>
        </pc:spChg>
      </pc:sldChg>
      <pc:sldChg chg="addSp delSp modSp add mod ord modClrScheme chgLayout">
        <pc:chgData name="Jenny Díaz Ramírez" userId="df7d83af-54c1-43f9-a4ec-fea9744b3563" providerId="ADAL" clId="{D5892DFB-EF73-45F8-8BAF-7710AEF1FAEE}" dt="2025-03-05T22:08:06.309" v="2479" actId="1076"/>
        <pc:sldMkLst>
          <pc:docMk/>
          <pc:sldMk cId="3106234960" sldId="284"/>
        </pc:sldMkLst>
        <pc:spChg chg="del">
          <ac:chgData name="Jenny Díaz Ramírez" userId="df7d83af-54c1-43f9-a4ec-fea9744b3563" providerId="ADAL" clId="{D5892DFB-EF73-45F8-8BAF-7710AEF1FAEE}" dt="2025-03-05T22:07:51.604" v="2475" actId="478"/>
          <ac:spMkLst>
            <pc:docMk/>
            <pc:sldMk cId="3106234960" sldId="284"/>
            <ac:spMk id="2" creationId="{00000000-0000-0000-0000-000000000000}"/>
          </ac:spMkLst>
        </pc:spChg>
        <pc:spChg chg="del">
          <ac:chgData name="Jenny Díaz Ramírez" userId="df7d83af-54c1-43f9-a4ec-fea9744b3563" providerId="ADAL" clId="{D5892DFB-EF73-45F8-8BAF-7710AEF1FAEE}" dt="2025-03-05T22:07:53.460" v="2476" actId="478"/>
          <ac:spMkLst>
            <pc:docMk/>
            <pc:sldMk cId="3106234960" sldId="284"/>
            <ac:spMk id="3"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5"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8" creationId="{00000000-0000-0000-0000-000000000000}"/>
          </ac:spMkLst>
        </pc:spChg>
        <pc:spChg chg="add del mod ord">
          <ac:chgData name="Jenny Díaz Ramírez" userId="df7d83af-54c1-43f9-a4ec-fea9744b3563" providerId="ADAL" clId="{D5892DFB-EF73-45F8-8BAF-7710AEF1FAEE}" dt="2025-03-05T22:06:56.011" v="2451" actId="478"/>
          <ac:spMkLst>
            <pc:docMk/>
            <pc:sldMk cId="3106234960" sldId="284"/>
            <ac:spMk id="12" creationId="{C1FF75FC-CDD9-01FF-028D-6C6BAB7FF9A7}"/>
          </ac:spMkLst>
        </pc:spChg>
        <pc:spChg chg="mod">
          <ac:chgData name="Jenny Díaz Ramírez" userId="df7d83af-54c1-43f9-a4ec-fea9744b3563" providerId="ADAL" clId="{D5892DFB-EF73-45F8-8BAF-7710AEF1FAEE}" dt="2025-03-05T22:06:53.777" v="2450" actId="207"/>
          <ac:spMkLst>
            <pc:docMk/>
            <pc:sldMk cId="3106234960" sldId="284"/>
            <ac:spMk id="19"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0"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1" creationId="{00000000-0000-0000-0000-000000000000}"/>
          </ac:spMkLst>
        </pc:spChg>
        <pc:spChg chg="add del mod ord">
          <ac:chgData name="Jenny Díaz Ramírez" userId="df7d83af-54c1-43f9-a4ec-fea9744b3563" providerId="ADAL" clId="{D5892DFB-EF73-45F8-8BAF-7710AEF1FAEE}" dt="2025-03-05T22:07:02.005" v="2453" actId="478"/>
          <ac:spMkLst>
            <pc:docMk/>
            <pc:sldMk cId="3106234960" sldId="284"/>
            <ac:spMk id="25" creationId="{24EDA7E3-C35F-787E-E711-59926B32217D}"/>
          </ac:spMkLst>
        </pc:spChg>
        <pc:spChg chg="mod">
          <ac:chgData name="Jenny Díaz Ramírez" userId="df7d83af-54c1-43f9-a4ec-fea9744b3563" providerId="ADAL" clId="{D5892DFB-EF73-45F8-8BAF-7710AEF1FAEE}" dt="2025-03-05T22:06:53.777" v="2450" actId="207"/>
          <ac:spMkLst>
            <pc:docMk/>
            <pc:sldMk cId="3106234960" sldId="284"/>
            <ac:spMk id="27"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8"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9" creationId="{00000000-0000-0000-0000-000000000000}"/>
          </ac:spMkLst>
        </pc:spChg>
        <pc:spChg chg="add del mod ord">
          <ac:chgData name="Jenny Díaz Ramírez" userId="df7d83af-54c1-43f9-a4ec-fea9744b3563" providerId="ADAL" clId="{D5892DFB-EF73-45F8-8BAF-7710AEF1FAEE}" dt="2025-03-05T22:07:27.366" v="2457" actId="478"/>
          <ac:spMkLst>
            <pc:docMk/>
            <pc:sldMk cId="3106234960" sldId="284"/>
            <ac:spMk id="32" creationId="{2E08E3B2-921C-D6FD-5AEC-2CBF7530AE0A}"/>
          </ac:spMkLst>
        </pc:spChg>
        <pc:spChg chg="del">
          <ac:chgData name="Jenny Díaz Ramírez" userId="df7d83af-54c1-43f9-a4ec-fea9744b3563" providerId="ADAL" clId="{D5892DFB-EF73-45F8-8BAF-7710AEF1FAEE}" dt="2025-03-05T22:06:58.653" v="2452" actId="478"/>
          <ac:spMkLst>
            <pc:docMk/>
            <pc:sldMk cId="3106234960" sldId="284"/>
            <ac:spMk id="36" creationId="{00000000-0000-0000-0000-000000000000}"/>
          </ac:spMkLst>
        </pc:spChg>
        <pc:spChg chg="add del mod ord">
          <ac:chgData name="Jenny Díaz Ramírez" userId="df7d83af-54c1-43f9-a4ec-fea9744b3563" providerId="ADAL" clId="{D5892DFB-EF73-45F8-8BAF-7710AEF1FAEE}" dt="2025-03-05T22:07:30.369" v="2458" actId="478"/>
          <ac:spMkLst>
            <pc:docMk/>
            <pc:sldMk cId="3106234960" sldId="284"/>
            <ac:spMk id="37" creationId="{FCF930DB-869C-5647-D386-7115CB0B755B}"/>
          </ac:spMkLst>
        </pc:spChg>
        <pc:spChg chg="add mod">
          <ac:chgData name="Jenny Díaz Ramírez" userId="df7d83af-54c1-43f9-a4ec-fea9744b3563" providerId="ADAL" clId="{D5892DFB-EF73-45F8-8BAF-7710AEF1FAEE}" dt="2025-03-05T22:08:06.309" v="2479" actId="1076"/>
          <ac:spMkLst>
            <pc:docMk/>
            <pc:sldMk cId="3106234960" sldId="284"/>
            <ac:spMk id="38" creationId="{554D1AAF-0C83-458B-09AC-C6784AB9EE02}"/>
          </ac:spMkLst>
        </pc:spChg>
        <pc:spChg chg="add mod">
          <ac:chgData name="Jenny Díaz Ramírez" userId="df7d83af-54c1-43f9-a4ec-fea9744b3563" providerId="ADAL" clId="{D5892DFB-EF73-45F8-8BAF-7710AEF1FAEE}" dt="2025-03-05T22:08:02.240" v="2478" actId="1076"/>
          <ac:spMkLst>
            <pc:docMk/>
            <pc:sldMk cId="3106234960" sldId="284"/>
            <ac:spMk id="39" creationId="{8A26EC79-06DA-BDA6-5DDB-9C7CB034DCA2}"/>
          </ac:spMkLst>
        </pc:spChg>
      </pc:sldChg>
      <pc:sldChg chg="addSp delSp modSp add mod ord modClrScheme chgLayout">
        <pc:chgData name="Jenny Díaz Ramírez" userId="df7d83af-54c1-43f9-a4ec-fea9744b3563" providerId="ADAL" clId="{D5892DFB-EF73-45F8-8BAF-7710AEF1FAEE}" dt="2025-03-05T22:06:37.861" v="2449" actId="478"/>
        <pc:sldMkLst>
          <pc:docMk/>
          <pc:sldMk cId="1250475713" sldId="285"/>
        </pc:sldMkLst>
        <pc:spChg chg="mod ord">
          <ac:chgData name="Jenny Díaz Ramírez" userId="df7d83af-54c1-43f9-a4ec-fea9744b3563" providerId="ADAL" clId="{D5892DFB-EF73-45F8-8BAF-7710AEF1FAEE}" dt="2025-03-05T22:06:34.207" v="2448" actId="20577"/>
          <ac:spMkLst>
            <pc:docMk/>
            <pc:sldMk cId="1250475713" sldId="285"/>
            <ac:spMk id="2" creationId="{00000000-0000-0000-0000-000000000000}"/>
          </ac:spMkLst>
        </pc:spChg>
        <pc:spChg chg="add del mod ord">
          <ac:chgData name="Jenny Díaz Ramírez" userId="df7d83af-54c1-43f9-a4ec-fea9744b3563" providerId="ADAL" clId="{D5892DFB-EF73-45F8-8BAF-7710AEF1FAEE}" dt="2025-03-05T22:06:37.861" v="2449" actId="478"/>
          <ac:spMkLst>
            <pc:docMk/>
            <pc:sldMk cId="1250475713" sldId="285"/>
            <ac:spMk id="3" creationId="{A5E21DD4-64CE-141E-72CA-79A14E494922}"/>
          </ac:spMkLst>
        </pc:spChg>
      </pc:sldChg>
      <pc:sldChg chg="addSp delSp modSp add mod modClrScheme chgLayout">
        <pc:chgData name="Jenny Díaz Ramírez" userId="df7d83af-54c1-43f9-a4ec-fea9744b3563" providerId="ADAL" clId="{D5892DFB-EF73-45F8-8BAF-7710AEF1FAEE}" dt="2025-03-05T22:05:33.713" v="2417" actId="1076"/>
        <pc:sldMkLst>
          <pc:docMk/>
          <pc:sldMk cId="2766302818" sldId="286"/>
        </pc:sldMkLst>
        <pc:spChg chg="add del mod ord">
          <ac:chgData name="Jenny Díaz Ramírez" userId="df7d83af-54c1-43f9-a4ec-fea9744b3563" providerId="ADAL" clId="{D5892DFB-EF73-45F8-8BAF-7710AEF1FAEE}" dt="2025-03-05T22:04:57.289" v="2407" actId="478"/>
          <ac:spMkLst>
            <pc:docMk/>
            <pc:sldMk cId="2766302818" sldId="286"/>
            <ac:spMk id="2" creationId="{349A9660-FE03-5403-8029-F4949E6C5E80}"/>
          </ac:spMkLst>
        </pc:spChg>
        <pc:spChg chg="del mod">
          <ac:chgData name="Jenny Díaz Ramírez" userId="df7d83af-54c1-43f9-a4ec-fea9744b3563" providerId="ADAL" clId="{D5892DFB-EF73-45F8-8BAF-7710AEF1FAEE}" dt="2025-03-05T22:05:14.273" v="2413" actId="478"/>
          <ac:spMkLst>
            <pc:docMk/>
            <pc:sldMk cId="2766302818" sldId="286"/>
            <ac:spMk id="3" creationId="{00000000-0000-0000-0000-000000000000}"/>
          </ac:spMkLst>
        </pc:spChg>
        <pc:spChg chg="add del mod ord">
          <ac:chgData name="Jenny Díaz Ramírez" userId="df7d83af-54c1-43f9-a4ec-fea9744b3563" providerId="ADAL" clId="{D5892DFB-EF73-45F8-8BAF-7710AEF1FAEE}" dt="2025-03-05T22:05:01.652" v="2408" actId="478"/>
          <ac:spMkLst>
            <pc:docMk/>
            <pc:sldMk cId="2766302818" sldId="286"/>
            <ac:spMk id="4" creationId="{2BB5327A-1557-88A9-1416-6C5987D88EEB}"/>
          </ac:spMkLst>
        </pc:spChg>
        <pc:spChg chg="add mod">
          <ac:chgData name="Jenny Díaz Ramírez" userId="df7d83af-54c1-43f9-a4ec-fea9744b3563" providerId="ADAL" clId="{D5892DFB-EF73-45F8-8BAF-7710AEF1FAEE}" dt="2025-03-05T22:05:33.713" v="2417" actId="1076"/>
          <ac:spMkLst>
            <pc:docMk/>
            <pc:sldMk cId="2766302818" sldId="286"/>
            <ac:spMk id="6" creationId="{EFFF5112-9F9E-6D02-51C6-6B4C22684FF8}"/>
          </ac:spMkLst>
        </pc:spChg>
        <pc:spChg chg="add mod">
          <ac:chgData name="Jenny Díaz Ramírez" userId="df7d83af-54c1-43f9-a4ec-fea9744b3563" providerId="ADAL" clId="{D5892DFB-EF73-45F8-8BAF-7710AEF1FAEE}" dt="2025-03-05T22:05:33.713" v="2417" actId="1076"/>
          <ac:spMkLst>
            <pc:docMk/>
            <pc:sldMk cId="2766302818" sldId="286"/>
            <ac:spMk id="7" creationId="{D2DDBE7E-7333-50F7-306F-92397256C745}"/>
          </ac:spMkLst>
        </pc:spChg>
        <pc:spChg chg="mod">
          <ac:chgData name="Jenny Díaz Ramírez" userId="df7d83af-54c1-43f9-a4ec-fea9744b3563" providerId="ADAL" clId="{D5892DFB-EF73-45F8-8BAF-7710AEF1FAEE}" dt="2025-03-05T22:05:06.084" v="2409" actId="1076"/>
          <ac:spMkLst>
            <pc:docMk/>
            <pc:sldMk cId="2766302818" sldId="286"/>
            <ac:spMk id="9" creationId="{00000000-0000-0000-0000-000000000000}"/>
          </ac:spMkLst>
        </pc:spChg>
        <pc:spChg chg="mod">
          <ac:chgData name="Jenny Díaz Ramírez" userId="df7d83af-54c1-43f9-a4ec-fea9744b3563" providerId="ADAL" clId="{D5892DFB-EF73-45F8-8BAF-7710AEF1FAEE}" dt="2025-03-05T22:05:08.962" v="2410" actId="1076"/>
          <ac:spMkLst>
            <pc:docMk/>
            <pc:sldMk cId="2766302818" sldId="286"/>
            <ac:spMk id="10" creationId="{00000000-0000-0000-0000-000000000000}"/>
          </ac:spMkLst>
        </pc:spChg>
        <pc:spChg chg="del mod">
          <ac:chgData name="Jenny Díaz Ramírez" userId="df7d83af-54c1-43f9-a4ec-fea9744b3563" providerId="ADAL" clId="{D5892DFB-EF73-45F8-8BAF-7710AEF1FAEE}" dt="2025-03-05T22:05:12.598" v="2412" actId="478"/>
          <ac:spMkLst>
            <pc:docMk/>
            <pc:sldMk cId="2766302818" sldId="286"/>
            <ac:spMk id="23" creationId="{00000000-0000-0000-0000-000000000000}"/>
          </ac:spMkLst>
        </pc:spChg>
      </pc:sldChg>
      <pc:sldChg chg="del">
        <pc:chgData name="Jenny Díaz Ramírez" userId="df7d83af-54c1-43f9-a4ec-fea9744b3563" providerId="ADAL" clId="{D5892DFB-EF73-45F8-8BAF-7710AEF1FAEE}" dt="2025-03-05T20:44:57.359" v="71" actId="47"/>
        <pc:sldMkLst>
          <pc:docMk/>
          <pc:sldMk cId="0" sldId="287"/>
        </pc:sldMkLst>
      </pc:sldChg>
      <pc:sldChg chg="del">
        <pc:chgData name="Jenny Díaz Ramírez" userId="df7d83af-54c1-43f9-a4ec-fea9744b3563" providerId="ADAL" clId="{D5892DFB-EF73-45F8-8BAF-7710AEF1FAEE}" dt="2025-03-05T20:44:57.359" v="71" actId="47"/>
        <pc:sldMkLst>
          <pc:docMk/>
          <pc:sldMk cId="0" sldId="288"/>
        </pc:sldMkLst>
      </pc:sldChg>
      <pc:sldChg chg="del">
        <pc:chgData name="Jenny Díaz Ramírez" userId="df7d83af-54c1-43f9-a4ec-fea9744b3563" providerId="ADAL" clId="{D5892DFB-EF73-45F8-8BAF-7710AEF1FAEE}" dt="2025-03-05T20:44:57.359" v="71" actId="47"/>
        <pc:sldMkLst>
          <pc:docMk/>
          <pc:sldMk cId="0" sldId="289"/>
        </pc:sldMkLst>
      </pc:sldChg>
      <pc:sldChg chg="modSp add del mod ord modClrScheme chgLayout">
        <pc:chgData name="Jenny Díaz Ramírez" userId="df7d83af-54c1-43f9-a4ec-fea9744b3563" providerId="ADAL" clId="{D5892DFB-EF73-45F8-8BAF-7710AEF1FAEE}" dt="2025-03-05T20:55:05.592" v="417" actId="47"/>
        <pc:sldMkLst>
          <pc:docMk/>
          <pc:sldMk cId="0" sldId="299"/>
        </pc:sldMkLst>
        <pc:spChg chg="mod ord">
          <ac:chgData name="Jenny Díaz Ramírez" userId="df7d83af-54c1-43f9-a4ec-fea9744b3563" providerId="ADAL" clId="{D5892DFB-EF73-45F8-8BAF-7710AEF1FAEE}" dt="2025-03-05T20:49:10.535" v="75" actId="700"/>
          <ac:spMkLst>
            <pc:docMk/>
            <pc:sldMk cId="0" sldId="299"/>
            <ac:spMk id="2" creationId="{00000000-0000-0000-0000-000000000000}"/>
          </ac:spMkLst>
        </pc:spChg>
        <pc:spChg chg="mod ord">
          <ac:chgData name="Jenny Díaz Ramírez" userId="df7d83af-54c1-43f9-a4ec-fea9744b3563" providerId="ADAL" clId="{D5892DFB-EF73-45F8-8BAF-7710AEF1FAEE}" dt="2025-03-05T20:52:57.041" v="386" actId="20577"/>
          <ac:spMkLst>
            <pc:docMk/>
            <pc:sldMk cId="0" sldId="299"/>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299"/>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299"/>
            <ac:spMk id="5" creationId="{00000000-0000-0000-0000-000000000000}"/>
          </ac:spMkLst>
        </pc:spChg>
      </pc:sldChg>
      <pc:sldChg chg="del">
        <pc:chgData name="Jenny Díaz Ramírez" userId="df7d83af-54c1-43f9-a4ec-fea9744b3563" providerId="ADAL" clId="{D5892DFB-EF73-45F8-8BAF-7710AEF1FAEE}" dt="2025-03-05T20:44:57.359" v="71" actId="47"/>
        <pc:sldMkLst>
          <pc:docMk/>
          <pc:sldMk cId="0" sldId="302"/>
        </pc:sldMkLst>
      </pc:sldChg>
      <pc:sldChg chg="addSp modSp add mod modClrScheme chgLayout">
        <pc:chgData name="Jenny Díaz Ramírez" userId="df7d83af-54c1-43f9-a4ec-fea9744b3563" providerId="ADAL" clId="{D5892DFB-EF73-45F8-8BAF-7710AEF1FAEE}" dt="2025-03-05T21:02:49.438" v="617" actId="6549"/>
        <pc:sldMkLst>
          <pc:docMk/>
          <pc:sldMk cId="0" sldId="314"/>
        </pc:sldMkLst>
        <pc:spChg chg="mod ord">
          <ac:chgData name="Jenny Díaz Ramírez" userId="df7d83af-54c1-43f9-a4ec-fea9744b3563" providerId="ADAL" clId="{D5892DFB-EF73-45F8-8BAF-7710AEF1FAEE}" dt="2025-03-05T21:02:49.438" v="617" actId="6549"/>
          <ac:spMkLst>
            <pc:docMk/>
            <pc:sldMk cId="0" sldId="314"/>
            <ac:spMk id="2" creationId="{00000000-0000-0000-0000-000000000000}"/>
          </ac:spMkLst>
        </pc:spChg>
        <pc:spChg chg="mod ord">
          <ac:chgData name="Jenny Díaz Ramírez" userId="df7d83af-54c1-43f9-a4ec-fea9744b3563" providerId="ADAL" clId="{D5892DFB-EF73-45F8-8BAF-7710AEF1FAEE}" dt="2025-03-05T20:56:40.152" v="443" actId="14100"/>
          <ac:spMkLst>
            <pc:docMk/>
            <pc:sldMk cId="0" sldId="314"/>
            <ac:spMk id="3" creationId="{00000000-0000-0000-0000-000000000000}"/>
          </ac:spMkLst>
        </pc:spChg>
        <pc:spChg chg="mod ord">
          <ac:chgData name="Jenny Díaz Ramírez" userId="df7d83af-54c1-43f9-a4ec-fea9744b3563" providerId="ADAL" clId="{D5892DFB-EF73-45F8-8BAF-7710AEF1FAEE}" dt="2025-03-05T20:59:04.403" v="535" actId="208"/>
          <ac:spMkLst>
            <pc:docMk/>
            <pc:sldMk cId="0" sldId="314"/>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14"/>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4"/>
            <ac:spMk id="6" creationId="{00000000-0000-0000-0000-000000000000}"/>
          </ac:spMkLst>
        </pc:spChg>
        <pc:spChg chg="add mod">
          <ac:chgData name="Jenny Díaz Ramírez" userId="df7d83af-54c1-43f9-a4ec-fea9744b3563" providerId="ADAL" clId="{D5892DFB-EF73-45F8-8BAF-7710AEF1FAEE}" dt="2025-03-05T20:58:51.994" v="532" actId="207"/>
          <ac:spMkLst>
            <pc:docMk/>
            <pc:sldMk cId="0" sldId="314"/>
            <ac:spMk id="7" creationId="{D3B9F7DA-49E1-8D10-D8EA-B1A344E572E3}"/>
          </ac:spMkLst>
        </pc:spChg>
        <pc:spChg chg="mod">
          <ac:chgData name="Jenny Díaz Ramírez" userId="df7d83af-54c1-43f9-a4ec-fea9744b3563" providerId="ADAL" clId="{D5892DFB-EF73-45F8-8BAF-7710AEF1FAEE}" dt="2025-03-05T20:55:59.171" v="432" actId="1076"/>
          <ac:spMkLst>
            <pc:docMk/>
            <pc:sldMk cId="0" sldId="314"/>
            <ac:spMk id="11" creationId="{00000000-0000-0000-0000-000000000000}"/>
          </ac:spMkLst>
        </pc:spChg>
        <pc:spChg chg="mod">
          <ac:chgData name="Jenny Díaz Ramírez" userId="df7d83af-54c1-43f9-a4ec-fea9744b3563" providerId="ADAL" clId="{D5892DFB-EF73-45F8-8BAF-7710AEF1FAEE}" dt="2025-03-05T20:55:37.954" v="424" actId="688"/>
          <ac:spMkLst>
            <pc:docMk/>
            <pc:sldMk cId="0" sldId="314"/>
            <ac:spMk id="13" creationId="{00000000-0000-0000-0000-000000000000}"/>
          </ac:spMkLst>
        </pc:spChg>
        <pc:graphicFrameChg chg="mod">
          <ac:chgData name="Jenny Díaz Ramírez" userId="df7d83af-54c1-43f9-a4ec-fea9744b3563" providerId="ADAL" clId="{D5892DFB-EF73-45F8-8BAF-7710AEF1FAEE}" dt="2025-03-05T20:55:30.433" v="421" actId="1076"/>
          <ac:graphicFrameMkLst>
            <pc:docMk/>
            <pc:sldMk cId="0" sldId="314"/>
            <ac:graphicFrameMk id="47106" creationId="{00000000-0000-0000-0000-000000000000}"/>
          </ac:graphicFrameMkLst>
        </pc:graphicFrameChg>
        <pc:graphicFrameChg chg="mod">
          <ac:chgData name="Jenny Díaz Ramírez" userId="df7d83af-54c1-43f9-a4ec-fea9744b3563" providerId="ADAL" clId="{D5892DFB-EF73-45F8-8BAF-7710AEF1FAEE}" dt="2025-03-05T20:55:33.050" v="422" actId="1076"/>
          <ac:graphicFrameMkLst>
            <pc:docMk/>
            <pc:sldMk cId="0" sldId="314"/>
            <ac:graphicFrameMk id="47107" creationId="{00000000-0000-0000-0000-000000000000}"/>
          </ac:graphicFrameMkLst>
        </pc:graphicFrameChg>
        <pc:graphicFrameChg chg="mod">
          <ac:chgData name="Jenny Díaz Ramírez" userId="df7d83af-54c1-43f9-a4ec-fea9744b3563" providerId="ADAL" clId="{D5892DFB-EF73-45F8-8BAF-7710AEF1FAEE}" dt="2025-03-05T20:55:26.335" v="420" actId="1076"/>
          <ac:graphicFrameMkLst>
            <pc:docMk/>
            <pc:sldMk cId="0" sldId="314"/>
            <ac:graphicFrameMk id="47108" creationId="{00000000-0000-0000-0000-000000000000}"/>
          </ac:graphicFrameMkLst>
        </pc:graphicFrameChg>
      </pc:sldChg>
      <pc:sldChg chg="addSp delSp modSp add mod ord modClrScheme delAnim modAnim chgLayout">
        <pc:chgData name="Jenny Díaz Ramírez" userId="df7d83af-54c1-43f9-a4ec-fea9744b3563" providerId="ADAL" clId="{D5892DFB-EF73-45F8-8BAF-7710AEF1FAEE}" dt="2025-03-05T21:07:22.978" v="856" actId="20577"/>
        <pc:sldMkLst>
          <pc:docMk/>
          <pc:sldMk cId="0" sldId="315"/>
        </pc:sldMkLst>
        <pc:spChg chg="mod ord">
          <ac:chgData name="Jenny Díaz Ramírez" userId="df7d83af-54c1-43f9-a4ec-fea9744b3563" providerId="ADAL" clId="{D5892DFB-EF73-45F8-8BAF-7710AEF1FAEE}" dt="2025-03-05T21:06:25.521" v="841" actId="6549"/>
          <ac:spMkLst>
            <pc:docMk/>
            <pc:sldMk cId="0" sldId="315"/>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15"/>
            <ac:spMk id="3" creationId="{00000000-0000-0000-0000-000000000000}"/>
          </ac:spMkLst>
        </pc:spChg>
        <pc:spChg chg="del mod ord">
          <ac:chgData name="Jenny Díaz Ramírez" userId="df7d83af-54c1-43f9-a4ec-fea9744b3563" providerId="ADAL" clId="{D5892DFB-EF73-45F8-8BAF-7710AEF1FAEE}" dt="2025-03-05T21:05:31.422" v="777" actId="478"/>
          <ac:spMkLst>
            <pc:docMk/>
            <pc:sldMk cId="0" sldId="315"/>
            <ac:spMk id="4" creationId="{00000000-0000-0000-0000-000000000000}"/>
          </ac:spMkLst>
        </pc:spChg>
        <pc:spChg chg="del mod ord">
          <ac:chgData name="Jenny Díaz Ramírez" userId="df7d83af-54c1-43f9-a4ec-fea9744b3563" providerId="ADAL" clId="{D5892DFB-EF73-45F8-8BAF-7710AEF1FAEE}" dt="2025-03-05T21:05:35.733" v="778" actId="478"/>
          <ac:spMkLst>
            <pc:docMk/>
            <pc:sldMk cId="0" sldId="315"/>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5"/>
            <ac:spMk id="6" creationId="{00000000-0000-0000-0000-000000000000}"/>
          </ac:spMkLst>
        </pc:spChg>
        <pc:spChg chg="add del mod">
          <ac:chgData name="Jenny Díaz Ramírez" userId="df7d83af-54c1-43f9-a4ec-fea9744b3563" providerId="ADAL" clId="{D5892DFB-EF73-45F8-8BAF-7710AEF1FAEE}" dt="2025-03-05T21:05:37.436" v="779" actId="478"/>
          <ac:spMkLst>
            <pc:docMk/>
            <pc:sldMk cId="0" sldId="315"/>
            <ac:spMk id="8" creationId="{A60AEFD1-92BF-AC0E-DC0A-2D25186BC50B}"/>
          </ac:spMkLst>
        </pc:spChg>
        <pc:spChg chg="add mod">
          <ac:chgData name="Jenny Díaz Ramírez" userId="df7d83af-54c1-43f9-a4ec-fea9744b3563" providerId="ADAL" clId="{D5892DFB-EF73-45F8-8BAF-7710AEF1FAEE}" dt="2025-03-05T21:06:51.748" v="844" actId="1076"/>
          <ac:spMkLst>
            <pc:docMk/>
            <pc:sldMk cId="0" sldId="315"/>
            <ac:spMk id="13" creationId="{C90DC0C8-786E-C188-5EE7-0DD4372C3CD2}"/>
          </ac:spMkLst>
        </pc:spChg>
        <pc:spChg chg="add mod">
          <ac:chgData name="Jenny Díaz Ramírez" userId="df7d83af-54c1-43f9-a4ec-fea9744b3563" providerId="ADAL" clId="{D5892DFB-EF73-45F8-8BAF-7710AEF1FAEE}" dt="2025-03-05T21:06:56.121" v="845" actId="1076"/>
          <ac:spMkLst>
            <pc:docMk/>
            <pc:sldMk cId="0" sldId="315"/>
            <ac:spMk id="14" creationId="{729D365F-D52B-81FE-C77E-8DCC70C297F1}"/>
          </ac:spMkLst>
        </pc:spChg>
        <pc:spChg chg="add mod">
          <ac:chgData name="Jenny Díaz Ramírez" userId="df7d83af-54c1-43f9-a4ec-fea9744b3563" providerId="ADAL" clId="{D5892DFB-EF73-45F8-8BAF-7710AEF1FAEE}" dt="2025-03-05T21:07:22.978" v="856" actId="20577"/>
          <ac:spMkLst>
            <pc:docMk/>
            <pc:sldMk cId="0" sldId="315"/>
            <ac:spMk id="48132" creationId="{00000000-0000-0000-0000-000000000000}"/>
          </ac:spMkLst>
        </pc:spChg>
        <pc:spChg chg="add">
          <ac:chgData name="Jenny Díaz Ramírez" userId="df7d83af-54c1-43f9-a4ec-fea9744b3563" providerId="ADAL" clId="{D5892DFB-EF73-45F8-8BAF-7710AEF1FAEE}" dt="2025-03-05T21:05:52.403" v="785"/>
          <ac:spMkLst>
            <pc:docMk/>
            <pc:sldMk cId="0" sldId="315"/>
            <ac:spMk id="48134" creationId="{00000000-0000-0000-0000-000000000000}"/>
          </ac:spMkLst>
        </pc:spChg>
        <pc:graphicFrameChg chg="del mod replId">
          <ac:chgData name="Jenny Díaz Ramírez" userId="df7d83af-54c1-43f9-a4ec-fea9744b3563" providerId="ADAL" clId="{D5892DFB-EF73-45F8-8BAF-7710AEF1FAEE}" dt="2025-03-05T21:05:47.660" v="783"/>
          <ac:graphicFrameMkLst>
            <pc:docMk/>
            <pc:sldMk cId="0" sldId="315"/>
            <ac:graphicFrameMk id="9" creationId="{00000000-0000-0000-0000-000000000000}"/>
          </ac:graphicFrameMkLst>
        </pc:graphicFrameChg>
        <pc:graphicFrameChg chg="del mod replId">
          <ac:chgData name="Jenny Díaz Ramírez" userId="df7d83af-54c1-43f9-a4ec-fea9744b3563" providerId="ADAL" clId="{D5892DFB-EF73-45F8-8BAF-7710AEF1FAEE}" dt="2025-03-05T21:05:52.403" v="785"/>
          <ac:graphicFrameMkLst>
            <pc:docMk/>
            <pc:sldMk cId="0" sldId="315"/>
            <ac:graphicFrameMk id="11" creationId="{00000000-0000-0000-0000-000000000000}"/>
          </ac:graphicFrameMkLst>
        </pc:graphicFrameChg>
      </pc:sldChg>
      <pc:sldChg chg="addSp delSp modSp add mod ord modClrScheme modAnim chgLayout">
        <pc:chgData name="Jenny Díaz Ramírez" userId="df7d83af-54c1-43f9-a4ec-fea9744b3563" providerId="ADAL" clId="{D5892DFB-EF73-45F8-8BAF-7710AEF1FAEE}" dt="2025-03-05T21:04:41.521" v="665"/>
        <pc:sldMkLst>
          <pc:docMk/>
          <pc:sldMk cId="0" sldId="316"/>
        </pc:sldMkLst>
        <pc:spChg chg="mod ord">
          <ac:chgData name="Jenny Díaz Ramírez" userId="df7d83af-54c1-43f9-a4ec-fea9744b3563" providerId="ADAL" clId="{D5892DFB-EF73-45F8-8BAF-7710AEF1FAEE}" dt="2025-03-05T20:57:05.261" v="516" actId="14100"/>
          <ac:spMkLst>
            <pc:docMk/>
            <pc:sldMk cId="0" sldId="316"/>
            <ac:spMk id="2" creationId="{00000000-0000-0000-0000-000000000000}"/>
          </ac:spMkLst>
        </pc:spChg>
        <pc:spChg chg="mod ord">
          <ac:chgData name="Jenny Díaz Ramírez" userId="df7d83af-54c1-43f9-a4ec-fea9744b3563" providerId="ADAL" clId="{D5892DFB-EF73-45F8-8BAF-7710AEF1FAEE}" dt="2025-03-05T21:01:25.326" v="586" actId="207"/>
          <ac:spMkLst>
            <pc:docMk/>
            <pc:sldMk cId="0" sldId="316"/>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16"/>
            <ac:spMk id="4" creationId="{00000000-0000-0000-0000-000000000000}"/>
          </ac:spMkLst>
        </pc:spChg>
        <pc:spChg chg="mod ord">
          <ac:chgData name="Jenny Díaz Ramírez" userId="df7d83af-54c1-43f9-a4ec-fea9744b3563" providerId="ADAL" clId="{D5892DFB-EF73-45F8-8BAF-7710AEF1FAEE}" dt="2025-03-05T21:01:30.653" v="587" actId="1076"/>
          <ac:spMkLst>
            <pc:docMk/>
            <pc:sldMk cId="0" sldId="316"/>
            <ac:spMk id="5" creationId="{00000000-0000-0000-0000-000000000000}"/>
          </ac:spMkLst>
        </pc:spChg>
        <pc:spChg chg="add">
          <ac:chgData name="Jenny Díaz Ramírez" userId="df7d83af-54c1-43f9-a4ec-fea9744b3563" providerId="ADAL" clId="{D5892DFB-EF73-45F8-8BAF-7710AEF1FAEE}" dt="2025-03-05T20:57:57.089" v="517"/>
          <ac:spMkLst>
            <pc:docMk/>
            <pc:sldMk cId="0" sldId="316"/>
            <ac:spMk id="6" creationId="{C1FBCFB9-DCB0-5D6E-7577-8E0A368733A9}"/>
          </ac:spMkLst>
        </pc:spChg>
        <pc:spChg chg="add del mod">
          <ac:chgData name="Jenny Díaz Ramírez" userId="df7d83af-54c1-43f9-a4ec-fea9744b3563" providerId="ADAL" clId="{D5892DFB-EF73-45F8-8BAF-7710AEF1FAEE}" dt="2025-03-05T20:58:43.123" v="530"/>
          <ac:spMkLst>
            <pc:docMk/>
            <pc:sldMk cId="0" sldId="316"/>
            <ac:spMk id="7" creationId="{988E0FB6-BE5E-3084-BB0E-DC400261C99F}"/>
          </ac:spMkLst>
        </pc:spChg>
      </pc:sldChg>
      <pc:sldChg chg="modSp add mod ord modClrScheme chgLayout">
        <pc:chgData name="Jenny Díaz Ramírez" userId="df7d83af-54c1-43f9-a4ec-fea9744b3563" providerId="ADAL" clId="{D5892DFB-EF73-45F8-8BAF-7710AEF1FAEE}" dt="2025-03-05T21:03:36.288" v="647" actId="207"/>
        <pc:sldMkLst>
          <pc:docMk/>
          <pc:sldMk cId="0" sldId="317"/>
        </pc:sldMkLst>
        <pc:spChg chg="mod ord">
          <ac:chgData name="Jenny Díaz Ramírez" userId="df7d83af-54c1-43f9-a4ec-fea9744b3563" providerId="ADAL" clId="{D5892DFB-EF73-45F8-8BAF-7710AEF1FAEE}" dt="2025-03-05T21:03:01.960" v="645" actId="6549"/>
          <ac:spMkLst>
            <pc:docMk/>
            <pc:sldMk cId="0" sldId="317"/>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12" creationId="{00000000-0000-0000-0000-000000000000}"/>
          </ac:spMkLst>
        </pc:spChg>
        <pc:graphicFrameChg chg="mod">
          <ac:chgData name="Jenny Díaz Ramírez" userId="df7d83af-54c1-43f9-a4ec-fea9744b3563" providerId="ADAL" clId="{D5892DFB-EF73-45F8-8BAF-7710AEF1FAEE}" dt="2025-03-05T21:03:36.288" v="647" actId="207"/>
          <ac:graphicFrameMkLst>
            <pc:docMk/>
            <pc:sldMk cId="0" sldId="317"/>
            <ac:graphicFrameMk id="47106" creationId="{00000000-0000-0000-0000-000000000000}"/>
          </ac:graphicFrameMkLst>
        </pc:graphicFrameChg>
      </pc:sldChg>
      <pc:sldChg chg="modSp add del mod">
        <pc:chgData name="Jenny Díaz Ramírez" userId="df7d83af-54c1-43f9-a4ec-fea9744b3563" providerId="ADAL" clId="{D5892DFB-EF73-45F8-8BAF-7710AEF1FAEE}" dt="2025-03-05T22:16:51.037" v="2684" actId="47"/>
        <pc:sldMkLst>
          <pc:docMk/>
          <pc:sldMk cId="0" sldId="318"/>
        </pc:sldMkLst>
        <pc:spChg chg="mod">
          <ac:chgData name="Jenny Díaz Ramírez" userId="df7d83af-54c1-43f9-a4ec-fea9744b3563" providerId="ADAL" clId="{D5892DFB-EF73-45F8-8BAF-7710AEF1FAEE}" dt="2025-03-05T20:49:46.988" v="87" actId="27636"/>
          <ac:spMkLst>
            <pc:docMk/>
            <pc:sldMk cId="0" sldId="318"/>
            <ac:spMk id="2" creationId="{00000000-0000-0000-0000-000000000000}"/>
          </ac:spMkLst>
        </pc:spChg>
      </pc:sldChg>
      <pc:sldChg chg="addSp delSp modSp add mod modClrScheme addAnim delAnim modAnim chgLayout">
        <pc:chgData name="Jenny Díaz Ramírez" userId="df7d83af-54c1-43f9-a4ec-fea9744b3563" providerId="ADAL" clId="{D5892DFB-EF73-45F8-8BAF-7710AEF1FAEE}" dt="2025-03-05T22:05:20.442" v="2415" actId="1076"/>
        <pc:sldMkLst>
          <pc:docMk/>
          <pc:sldMk cId="0" sldId="319"/>
        </pc:sldMkLst>
        <pc:spChg chg="mod ord">
          <ac:chgData name="Jenny Díaz Ramírez" userId="df7d83af-54c1-43f9-a4ec-fea9744b3563" providerId="ADAL" clId="{D5892DFB-EF73-45F8-8BAF-7710AEF1FAEE}" dt="2025-03-05T22:05:20.442" v="2415" actId="1076"/>
          <ac:spMkLst>
            <pc:docMk/>
            <pc:sldMk cId="0" sldId="319"/>
            <ac:spMk id="2" creationId="{00000000-0000-0000-0000-000000000000}"/>
          </ac:spMkLst>
        </pc:spChg>
        <pc:spChg chg="mod ord">
          <ac:chgData name="Jenny Díaz Ramírez" userId="df7d83af-54c1-43f9-a4ec-fea9744b3563" providerId="ADAL" clId="{D5892DFB-EF73-45F8-8BAF-7710AEF1FAEE}" dt="2025-03-05T21:08:34.006" v="898" actId="207"/>
          <ac:spMkLst>
            <pc:docMk/>
            <pc:sldMk cId="0" sldId="319"/>
            <ac:spMk id="3" creationId="{00000000-0000-0000-0000-000000000000}"/>
          </ac:spMkLst>
        </pc:spChg>
        <pc:spChg chg="del mod ord">
          <ac:chgData name="Jenny Díaz Ramírez" userId="df7d83af-54c1-43f9-a4ec-fea9744b3563" providerId="ADAL" clId="{D5892DFB-EF73-45F8-8BAF-7710AEF1FAEE}" dt="2025-03-05T21:11:15.716" v="1083" actId="478"/>
          <ac:spMkLst>
            <pc:docMk/>
            <pc:sldMk cId="0" sldId="319"/>
            <ac:spMk id="4" creationId="{00000000-0000-0000-0000-000000000000}"/>
          </ac:spMkLst>
        </pc:spChg>
        <pc:spChg chg="del mod ord">
          <ac:chgData name="Jenny Díaz Ramírez" userId="df7d83af-54c1-43f9-a4ec-fea9744b3563" providerId="ADAL" clId="{D5892DFB-EF73-45F8-8BAF-7710AEF1FAEE}" dt="2025-03-05T21:11:17.726" v="1084" actId="478"/>
          <ac:spMkLst>
            <pc:docMk/>
            <pc:sldMk cId="0" sldId="319"/>
            <ac:spMk id="5" creationId="{00000000-0000-0000-0000-000000000000}"/>
          </ac:spMkLst>
        </pc:spChg>
        <pc:spChg chg="del mod ord">
          <ac:chgData name="Jenny Díaz Ramírez" userId="df7d83af-54c1-43f9-a4ec-fea9744b3563" providerId="ADAL" clId="{D5892DFB-EF73-45F8-8BAF-7710AEF1FAEE}" dt="2025-03-05T21:11:13.677" v="1082" actId="478"/>
          <ac:spMkLst>
            <pc:docMk/>
            <pc:sldMk cId="0" sldId="319"/>
            <ac:spMk id="6" creationId="{00000000-0000-0000-0000-000000000000}"/>
          </ac:spMkLst>
        </pc:spChg>
        <pc:spChg chg="del mod ord">
          <ac:chgData name="Jenny Díaz Ramírez" userId="df7d83af-54c1-43f9-a4ec-fea9744b3563" providerId="ADAL" clId="{D5892DFB-EF73-45F8-8BAF-7710AEF1FAEE}" dt="2025-03-05T21:11:38.376" v="1087" actId="478"/>
          <ac:spMkLst>
            <pc:docMk/>
            <pc:sldMk cId="0" sldId="319"/>
            <ac:spMk id="7" creationId="{00000000-0000-0000-0000-000000000000}"/>
          </ac:spMkLst>
        </pc:spChg>
        <pc:spChg chg="del mod ord">
          <ac:chgData name="Jenny Díaz Ramírez" userId="df7d83af-54c1-43f9-a4ec-fea9744b3563" providerId="ADAL" clId="{D5892DFB-EF73-45F8-8BAF-7710AEF1FAEE}" dt="2025-03-05T21:11:11.985" v="1081" actId="478"/>
          <ac:spMkLst>
            <pc:docMk/>
            <pc:sldMk cId="0" sldId="319"/>
            <ac:spMk id="8"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9" creationId="{00000000-0000-0000-0000-000000000000}"/>
          </ac:spMkLst>
        </pc:spChg>
        <pc:spChg chg="mod">
          <ac:chgData name="Jenny Díaz Ramírez" userId="df7d83af-54c1-43f9-a4ec-fea9744b3563" providerId="ADAL" clId="{D5892DFB-EF73-45F8-8BAF-7710AEF1FAEE}" dt="2025-03-05T21:09:37.486" v="963"/>
          <ac:spMkLst>
            <pc:docMk/>
            <pc:sldMk cId="0" sldId="319"/>
            <ac:spMk id="10" creationId="{00000000-0000-0000-0000-000000000000}"/>
          </ac:spMkLst>
        </pc:spChg>
        <pc:spChg chg="add del mod">
          <ac:chgData name="Jenny Díaz Ramírez" userId="df7d83af-54c1-43f9-a4ec-fea9744b3563" providerId="ADAL" clId="{D5892DFB-EF73-45F8-8BAF-7710AEF1FAEE}" dt="2025-03-05T21:10:23.610" v="1007" actId="478"/>
          <ac:spMkLst>
            <pc:docMk/>
            <pc:sldMk cId="0" sldId="319"/>
            <ac:spMk id="11"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12" creationId="{00000000-0000-0000-0000-000000000000}"/>
          </ac:spMkLst>
        </pc:spChg>
        <pc:spChg chg="mod">
          <ac:chgData name="Jenny Díaz Ramírez" userId="df7d83af-54c1-43f9-a4ec-fea9744b3563" providerId="ADAL" clId="{D5892DFB-EF73-45F8-8BAF-7710AEF1FAEE}" dt="2025-03-05T21:09:45.438" v="967" actId="20577"/>
          <ac:spMkLst>
            <pc:docMk/>
            <pc:sldMk cId="0" sldId="319"/>
            <ac:spMk id="13" creationId="{00000000-0000-0000-0000-000000000000}"/>
          </ac:spMkLst>
        </pc:spChg>
        <pc:spChg chg="mod">
          <ac:chgData name="Jenny Díaz Ramírez" userId="df7d83af-54c1-43f9-a4ec-fea9744b3563" providerId="ADAL" clId="{D5892DFB-EF73-45F8-8BAF-7710AEF1FAEE}" dt="2025-03-05T21:11:07.446" v="1080" actId="20577"/>
          <ac:spMkLst>
            <pc:docMk/>
            <pc:sldMk cId="0" sldId="319"/>
            <ac:spMk id="14"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15" creationId="{00000000-0000-0000-0000-000000000000}"/>
          </ac:spMkLst>
        </pc:spChg>
        <pc:spChg chg="add del mod">
          <ac:chgData name="Jenny Díaz Ramírez" userId="df7d83af-54c1-43f9-a4ec-fea9744b3563" providerId="ADAL" clId="{D5892DFB-EF73-45F8-8BAF-7710AEF1FAEE}" dt="2025-03-05T21:09:12.159" v="908" actId="478"/>
          <ac:spMkLst>
            <pc:docMk/>
            <pc:sldMk cId="0" sldId="319"/>
            <ac:spMk id="16" creationId="{D0E2B5A0-3D6F-22A8-9A0F-7934841CD3DD}"/>
          </ac:spMkLst>
        </pc:spChg>
        <pc:spChg chg="add mod">
          <ac:chgData name="Jenny Díaz Ramírez" userId="df7d83af-54c1-43f9-a4ec-fea9744b3563" providerId="ADAL" clId="{D5892DFB-EF73-45F8-8BAF-7710AEF1FAEE}" dt="2025-03-05T21:09:29.873" v="962" actId="6549"/>
          <ac:spMkLst>
            <pc:docMk/>
            <pc:sldMk cId="0" sldId="319"/>
            <ac:spMk id="17" creationId="{C7DD031A-44AF-AB1F-6109-A90953D5BB01}"/>
          </ac:spMkLst>
        </pc:spChg>
        <pc:spChg chg="add mod">
          <ac:chgData name="Jenny Díaz Ramírez" userId="df7d83af-54c1-43f9-a4ec-fea9744b3563" providerId="ADAL" clId="{D5892DFB-EF73-45F8-8BAF-7710AEF1FAEE}" dt="2025-03-05T21:10:06.147" v="1000" actId="20577"/>
          <ac:spMkLst>
            <pc:docMk/>
            <pc:sldMk cId="0" sldId="319"/>
            <ac:spMk id="18" creationId="{0C2394EC-2358-BD8C-9E01-FB5487E1EBB3}"/>
          </ac:spMkLst>
        </pc:spChg>
        <pc:spChg chg="add mod">
          <ac:chgData name="Jenny Díaz Ramírez" userId="df7d83af-54c1-43f9-a4ec-fea9744b3563" providerId="ADAL" clId="{D5892DFB-EF73-45F8-8BAF-7710AEF1FAEE}" dt="2025-03-05T21:10:31.453" v="1012" actId="6549"/>
          <ac:spMkLst>
            <pc:docMk/>
            <pc:sldMk cId="0" sldId="319"/>
            <ac:spMk id="19" creationId="{AE6606CA-1684-0725-B8DE-2240C3B66612}"/>
          </ac:spMkLst>
        </pc:spChg>
        <pc:spChg chg="add del mod">
          <ac:chgData name="Jenny Díaz Ramírez" userId="df7d83af-54c1-43f9-a4ec-fea9744b3563" providerId="ADAL" clId="{D5892DFB-EF73-45F8-8BAF-7710AEF1FAEE}" dt="2025-03-05T21:11:20.663" v="1085" actId="478"/>
          <ac:spMkLst>
            <pc:docMk/>
            <pc:sldMk cId="0" sldId="319"/>
            <ac:spMk id="21" creationId="{142DC293-93C1-4207-6557-4B077FC60C0F}"/>
          </ac:spMkLst>
        </pc:spChg>
        <pc:spChg chg="add mod">
          <ac:chgData name="Jenny Díaz Ramírez" userId="df7d83af-54c1-43f9-a4ec-fea9744b3563" providerId="ADAL" clId="{D5892DFB-EF73-45F8-8BAF-7710AEF1FAEE}" dt="2025-03-05T21:11:27.502" v="1086"/>
          <ac:spMkLst>
            <pc:docMk/>
            <pc:sldMk cId="0" sldId="319"/>
            <ac:spMk id="22" creationId="{63875CDC-57C3-0132-FB61-74E27F509DAB}"/>
          </ac:spMkLst>
        </pc:spChg>
        <pc:spChg chg="add mod">
          <ac:chgData name="Jenny Díaz Ramírez" userId="df7d83af-54c1-43f9-a4ec-fea9744b3563" providerId="ADAL" clId="{D5892DFB-EF73-45F8-8BAF-7710AEF1FAEE}" dt="2025-03-05T21:11:27.502" v="1086"/>
          <ac:spMkLst>
            <pc:docMk/>
            <pc:sldMk cId="0" sldId="319"/>
            <ac:spMk id="23" creationId="{92FA8709-F8AD-B89B-A3AC-3E21C5022850}"/>
          </ac:spMkLst>
        </pc:spChg>
        <pc:spChg chg="add mod">
          <ac:chgData name="Jenny Díaz Ramírez" userId="df7d83af-54c1-43f9-a4ec-fea9744b3563" providerId="ADAL" clId="{D5892DFB-EF73-45F8-8BAF-7710AEF1FAEE}" dt="2025-03-05T21:11:39.836" v="1088"/>
          <ac:spMkLst>
            <pc:docMk/>
            <pc:sldMk cId="0" sldId="319"/>
            <ac:spMk id="24" creationId="{B2FCCF4C-4517-EF66-28FE-FD05B8E8B308}"/>
          </ac:spMkLst>
        </pc:spChg>
      </pc:sldChg>
      <pc:sldChg chg="addSp delSp modSp add mod modClrScheme delAnim chgLayout">
        <pc:chgData name="Jenny Díaz Ramírez" userId="df7d83af-54c1-43f9-a4ec-fea9744b3563" providerId="ADAL" clId="{D5892DFB-EF73-45F8-8BAF-7710AEF1FAEE}" dt="2025-03-05T21:55:28.560" v="1460" actId="14100"/>
        <pc:sldMkLst>
          <pc:docMk/>
          <pc:sldMk cId="0" sldId="320"/>
        </pc:sldMkLst>
        <pc:spChg chg="mod ord">
          <ac:chgData name="Jenny Díaz Ramírez" userId="df7d83af-54c1-43f9-a4ec-fea9744b3563" providerId="ADAL" clId="{D5892DFB-EF73-45F8-8BAF-7710AEF1FAEE}" dt="2025-03-05T21:55:24.102" v="1459" actId="6549"/>
          <ac:spMkLst>
            <pc:docMk/>
            <pc:sldMk cId="0" sldId="320"/>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0"/>
            <ac:spMk id="3" creationId="{00000000-0000-0000-0000-000000000000}"/>
          </ac:spMkLst>
        </pc:spChg>
        <pc:spChg chg="mod ord">
          <ac:chgData name="Jenny Díaz Ramírez" userId="df7d83af-54c1-43f9-a4ec-fea9744b3563" providerId="ADAL" clId="{D5892DFB-EF73-45F8-8BAF-7710AEF1FAEE}" dt="2025-03-05T21:55:28.560" v="1460" actId="14100"/>
          <ac:spMkLst>
            <pc:docMk/>
            <pc:sldMk cId="0" sldId="320"/>
            <ac:spMk id="7" creationId="{00000000-0000-0000-0000-000000000000}"/>
          </ac:spMkLst>
        </pc:spChg>
        <pc:spChg chg="mod">
          <ac:chgData name="Jenny Díaz Ramírez" userId="df7d83af-54c1-43f9-a4ec-fea9744b3563" providerId="ADAL" clId="{D5892DFB-EF73-45F8-8BAF-7710AEF1FAEE}" dt="2025-03-05T21:53:27.795" v="1252" actId="207"/>
          <ac:spMkLst>
            <pc:docMk/>
            <pc:sldMk cId="0" sldId="320"/>
            <ac:spMk id="8" creationId="{00000000-0000-0000-0000-000000000000}"/>
          </ac:spMkLst>
        </pc:spChg>
        <pc:spChg chg="del mod">
          <ac:chgData name="Jenny Díaz Ramírez" userId="df7d83af-54c1-43f9-a4ec-fea9744b3563" providerId="ADAL" clId="{D5892DFB-EF73-45F8-8BAF-7710AEF1FAEE}" dt="2025-03-05T21:16:23.537" v="1236" actId="478"/>
          <ac:spMkLst>
            <pc:docMk/>
            <pc:sldMk cId="0" sldId="320"/>
            <ac:spMk id="1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0"/>
            <ac:spMk id="13" creationId="{00000000-0000-0000-0000-000000000000}"/>
          </ac:spMkLst>
        </pc:spChg>
        <pc:graphicFrameChg chg="mod modGraphic">
          <ac:chgData name="Jenny Díaz Ramírez" userId="df7d83af-54c1-43f9-a4ec-fea9744b3563" providerId="ADAL" clId="{D5892DFB-EF73-45F8-8BAF-7710AEF1FAEE}" dt="2025-03-05T21:54:18.828" v="1333" actId="114"/>
          <ac:graphicFrameMkLst>
            <pc:docMk/>
            <pc:sldMk cId="0" sldId="320"/>
            <ac:graphicFrameMk id="4" creationId="{00000000-0000-0000-0000-000000000000}"/>
          </ac:graphicFrameMkLst>
        </pc:graphicFrameChg>
        <pc:graphicFrameChg chg="add mod modGraphic">
          <ac:chgData name="Jenny Díaz Ramírez" userId="df7d83af-54c1-43f9-a4ec-fea9744b3563" providerId="ADAL" clId="{D5892DFB-EF73-45F8-8BAF-7710AEF1FAEE}" dt="2025-03-05T21:54:58.177" v="1414" actId="20577"/>
          <ac:graphicFrameMkLst>
            <pc:docMk/>
            <pc:sldMk cId="0" sldId="320"/>
            <ac:graphicFrameMk id="14" creationId="{098A60F4-825E-4768-547E-44BA484ED94B}"/>
          </ac:graphicFrameMkLst>
        </pc:graphicFrameChg>
      </pc:sldChg>
      <pc:sldChg chg="modSp add del mod">
        <pc:chgData name="Jenny Díaz Ramírez" userId="df7d83af-54c1-43f9-a4ec-fea9744b3563" providerId="ADAL" clId="{D5892DFB-EF73-45F8-8BAF-7710AEF1FAEE}" dt="2025-03-05T22:15:26.950" v="2574" actId="47"/>
        <pc:sldMkLst>
          <pc:docMk/>
          <pc:sldMk cId="0" sldId="321"/>
        </pc:sldMkLst>
        <pc:spChg chg="mod">
          <ac:chgData name="Jenny Díaz Ramírez" userId="df7d83af-54c1-43f9-a4ec-fea9744b3563" providerId="ADAL" clId="{D5892DFB-EF73-45F8-8BAF-7710AEF1FAEE}" dt="2025-03-05T20:49:46.886" v="85" actId="27636"/>
          <ac:spMkLst>
            <pc:docMk/>
            <pc:sldMk cId="0" sldId="321"/>
            <ac:spMk id="4" creationId="{00000000-0000-0000-0000-000000000000}"/>
          </ac:spMkLst>
        </pc:spChg>
      </pc:sldChg>
      <pc:sldChg chg="modSp add del mod modClrScheme chgLayout">
        <pc:chgData name="Jenny Díaz Ramírez" userId="df7d83af-54c1-43f9-a4ec-fea9744b3563" providerId="ADAL" clId="{D5892DFB-EF73-45F8-8BAF-7710AEF1FAEE}" dt="2025-03-05T22:04:04.921" v="2343" actId="47"/>
        <pc:sldMkLst>
          <pc:docMk/>
          <pc:sldMk cId="0" sldId="322"/>
        </pc:sldMkLst>
        <pc:spChg chg="mod ord">
          <ac:chgData name="Jenny Díaz Ramírez" userId="df7d83af-54c1-43f9-a4ec-fea9744b3563" providerId="ADAL" clId="{D5892DFB-EF73-45F8-8BAF-7710AEF1FAEE}" dt="2025-03-05T20:49:10.535" v="75" actId="700"/>
          <ac:spMkLst>
            <pc:docMk/>
            <pc:sldMk cId="0" sldId="322"/>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7" creationId="{00000000-0000-0000-0000-000000000000}"/>
          </ac:spMkLst>
        </pc:spChg>
      </pc:sldChg>
      <pc:sldChg chg="addSp delSp modSp add mod modClrScheme chgLayout">
        <pc:chgData name="Jenny Díaz Ramírez" userId="df7d83af-54c1-43f9-a4ec-fea9744b3563" providerId="ADAL" clId="{D5892DFB-EF73-45F8-8BAF-7710AEF1FAEE}" dt="2025-03-05T21:16:01.186" v="1234" actId="20577"/>
        <pc:sldMkLst>
          <pc:docMk/>
          <pc:sldMk cId="0" sldId="323"/>
        </pc:sldMkLst>
        <pc:spChg chg="mod ord">
          <ac:chgData name="Jenny Díaz Ramírez" userId="df7d83af-54c1-43f9-a4ec-fea9744b3563" providerId="ADAL" clId="{D5892DFB-EF73-45F8-8BAF-7710AEF1FAEE}" dt="2025-03-05T20:49:10.535" v="75" actId="700"/>
          <ac:spMkLst>
            <pc:docMk/>
            <pc:sldMk cId="0" sldId="323"/>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3"/>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23"/>
            <ac:spMk id="5" creationId="{00000000-0000-0000-0000-000000000000}"/>
          </ac:spMkLst>
        </pc:spChg>
        <pc:spChg chg="add mod ord">
          <ac:chgData name="Jenny Díaz Ramírez" userId="df7d83af-54c1-43f9-a4ec-fea9744b3563" providerId="ADAL" clId="{D5892DFB-EF73-45F8-8BAF-7710AEF1FAEE}" dt="2025-03-05T20:49:10.535" v="75" actId="700"/>
          <ac:spMkLst>
            <pc:docMk/>
            <pc:sldMk cId="0" sldId="323"/>
            <ac:spMk id="6" creationId="{CC948581-9D84-9D0A-92C3-2838EB9027E5}"/>
          </ac:spMkLst>
        </pc:spChg>
        <pc:spChg chg="del mod ord">
          <ac:chgData name="Jenny Díaz Ramírez" userId="df7d83af-54c1-43f9-a4ec-fea9744b3563" providerId="ADAL" clId="{D5892DFB-EF73-45F8-8BAF-7710AEF1FAEE}" dt="2025-03-05T20:49:10.535" v="75" actId="700"/>
          <ac:spMkLst>
            <pc:docMk/>
            <pc:sldMk cId="0" sldId="323"/>
            <ac:spMk id="7" creationId="{00000000-0000-0000-0000-000000000000}"/>
          </ac:spMkLst>
        </pc:spChg>
        <pc:graphicFrameChg chg="mod modGraphic">
          <ac:chgData name="Jenny Díaz Ramírez" userId="df7d83af-54c1-43f9-a4ec-fea9744b3563" providerId="ADAL" clId="{D5892DFB-EF73-45F8-8BAF-7710AEF1FAEE}" dt="2025-03-05T21:16:01.186" v="1234" actId="20577"/>
          <ac:graphicFrameMkLst>
            <pc:docMk/>
            <pc:sldMk cId="0" sldId="323"/>
            <ac:graphicFrameMk id="4" creationId="{00000000-0000-0000-0000-000000000000}"/>
          </ac:graphicFrameMkLst>
        </pc:graphicFrameChg>
      </pc:sldChg>
      <pc:sldChg chg="delSp modSp add mod ord modClrScheme chgLayout">
        <pc:chgData name="Jenny Díaz Ramírez" userId="df7d83af-54c1-43f9-a4ec-fea9744b3563" providerId="ADAL" clId="{D5892DFB-EF73-45F8-8BAF-7710AEF1FAEE}" dt="2025-03-05T22:18:37.657" v="2781"/>
        <pc:sldMkLst>
          <pc:docMk/>
          <pc:sldMk cId="0" sldId="324"/>
        </pc:sldMkLst>
        <pc:spChg chg="mod ord">
          <ac:chgData name="Jenny Díaz Ramírez" userId="df7d83af-54c1-43f9-a4ec-fea9744b3563" providerId="ADAL" clId="{D5892DFB-EF73-45F8-8BAF-7710AEF1FAEE}" dt="2025-03-05T22:18:29.576" v="2779" actId="20577"/>
          <ac:spMkLst>
            <pc:docMk/>
            <pc:sldMk cId="0" sldId="324"/>
            <ac:spMk id="2" creationId="{00000000-0000-0000-0000-000000000000}"/>
          </ac:spMkLst>
        </pc:spChg>
        <pc:spChg chg="mod ord">
          <ac:chgData name="Jenny Díaz Ramírez" userId="df7d83af-54c1-43f9-a4ec-fea9744b3563" providerId="ADAL" clId="{D5892DFB-EF73-45F8-8BAF-7710AEF1FAEE}" dt="2025-03-05T22:16:47.473" v="2683" actId="700"/>
          <ac:spMkLst>
            <pc:docMk/>
            <pc:sldMk cId="0" sldId="324"/>
            <ac:spMk id="3" creationId="{00000000-0000-0000-0000-000000000000}"/>
          </ac:spMkLst>
        </pc:spChg>
        <pc:spChg chg="mod ord">
          <ac:chgData name="Jenny Díaz Ramírez" userId="df7d83af-54c1-43f9-a4ec-fea9744b3563" providerId="ADAL" clId="{D5892DFB-EF73-45F8-8BAF-7710AEF1FAEE}" dt="2025-03-05T22:16:47.473" v="2683" actId="700"/>
          <ac:spMkLst>
            <pc:docMk/>
            <pc:sldMk cId="0" sldId="324"/>
            <ac:spMk id="5" creationId="{00000000-0000-0000-0000-000000000000}"/>
          </ac:spMkLst>
        </pc:spChg>
        <pc:spChg chg="mod">
          <ac:chgData name="Jenny Díaz Ramírez" userId="df7d83af-54c1-43f9-a4ec-fea9744b3563" providerId="ADAL" clId="{D5892DFB-EF73-45F8-8BAF-7710AEF1FAEE}" dt="2025-03-05T22:16:44.449" v="2682" actId="1076"/>
          <ac:spMkLst>
            <pc:docMk/>
            <pc:sldMk cId="0" sldId="324"/>
            <ac:spMk id="6" creationId="{00000000-0000-0000-0000-000000000000}"/>
          </ac:spMkLst>
        </pc:spChg>
        <pc:spChg chg="del">
          <ac:chgData name="Jenny Díaz Ramírez" userId="df7d83af-54c1-43f9-a4ec-fea9744b3563" providerId="ADAL" clId="{D5892DFB-EF73-45F8-8BAF-7710AEF1FAEE}" dt="2025-03-05T22:16:47.473" v="2683" actId="700"/>
          <ac:spMkLst>
            <pc:docMk/>
            <pc:sldMk cId="0" sldId="324"/>
            <ac:spMk id="7" creationId="{0955590A-DC1C-18B6-A053-821FF0B17728}"/>
          </ac:spMkLst>
        </pc:spChg>
        <pc:spChg chg="mod">
          <ac:chgData name="Jenny Díaz Ramírez" userId="df7d83af-54c1-43f9-a4ec-fea9744b3563" providerId="ADAL" clId="{D5892DFB-EF73-45F8-8BAF-7710AEF1FAEE}" dt="2025-03-05T22:16:11.973" v="2676" actId="20577"/>
          <ac:spMkLst>
            <pc:docMk/>
            <pc:sldMk cId="0" sldId="324"/>
            <ac:spMk id="8" creationId="{00000000-0000-0000-0000-000000000000}"/>
          </ac:spMkLst>
        </pc:spChg>
        <pc:graphicFrameChg chg="mod ord">
          <ac:chgData name="Jenny Díaz Ramírez" userId="df7d83af-54c1-43f9-a4ec-fea9744b3563" providerId="ADAL" clId="{D5892DFB-EF73-45F8-8BAF-7710AEF1FAEE}" dt="2025-03-05T22:17:53.666" v="2754" actId="14100"/>
          <ac:graphicFrameMkLst>
            <pc:docMk/>
            <pc:sldMk cId="0" sldId="324"/>
            <ac:graphicFrameMk id="4" creationId="{00000000-0000-0000-0000-000000000000}"/>
          </ac:graphicFrameMkLst>
        </pc:graphicFrameChg>
      </pc:sldChg>
      <pc:sldChg chg="modSp add mod ord">
        <pc:chgData name="Jenny Díaz Ramírez" userId="df7d83af-54c1-43f9-a4ec-fea9744b3563" providerId="ADAL" clId="{D5892DFB-EF73-45F8-8BAF-7710AEF1FAEE}" dt="2025-03-05T22:17:35.466" v="2750" actId="20577"/>
        <pc:sldMkLst>
          <pc:docMk/>
          <pc:sldMk cId="0" sldId="325"/>
        </pc:sldMkLst>
        <pc:spChg chg="mod">
          <ac:chgData name="Jenny Díaz Ramírez" userId="df7d83af-54c1-43f9-a4ec-fea9744b3563" providerId="ADAL" clId="{D5892DFB-EF73-45F8-8BAF-7710AEF1FAEE}" dt="2025-03-05T22:17:22.129" v="2700" actId="20577"/>
          <ac:spMkLst>
            <pc:docMk/>
            <pc:sldMk cId="0" sldId="325"/>
            <ac:spMk id="2" creationId="{00000000-0000-0000-0000-000000000000}"/>
          </ac:spMkLst>
        </pc:spChg>
        <pc:spChg chg="mod">
          <ac:chgData name="Jenny Díaz Ramírez" userId="df7d83af-54c1-43f9-a4ec-fea9744b3563" providerId="ADAL" clId="{D5892DFB-EF73-45F8-8BAF-7710AEF1FAEE}" dt="2025-03-05T22:17:35.466" v="2750" actId="20577"/>
          <ac:spMkLst>
            <pc:docMk/>
            <pc:sldMk cId="0" sldId="325"/>
            <ac:spMk id="8" creationId="{00000000-0000-0000-0000-000000000000}"/>
          </ac:spMkLst>
        </pc:spChg>
      </pc:sldChg>
      <pc:sldChg chg="delSp modSp add del mod modClrScheme chgLayout">
        <pc:chgData name="Jenny Díaz Ramírez" userId="df7d83af-54c1-43f9-a4ec-fea9744b3563" providerId="ADAL" clId="{D5892DFB-EF73-45F8-8BAF-7710AEF1FAEE}" dt="2025-03-05T22:23:21.895" v="3012" actId="1076"/>
        <pc:sldMkLst>
          <pc:docMk/>
          <pc:sldMk cId="0" sldId="327"/>
        </pc:sldMkLst>
        <pc:spChg chg="mod ord">
          <ac:chgData name="Jenny Díaz Ramírez" userId="df7d83af-54c1-43f9-a4ec-fea9744b3563" providerId="ADAL" clId="{D5892DFB-EF73-45F8-8BAF-7710AEF1FAEE}" dt="2025-03-05T22:22:11.798" v="2824" actId="14100"/>
          <ac:spMkLst>
            <pc:docMk/>
            <pc:sldMk cId="0" sldId="327"/>
            <ac:spMk id="2" creationId="{00000000-0000-0000-0000-000000000000}"/>
          </ac:spMkLst>
        </pc:spChg>
        <pc:spChg chg="mod ord">
          <ac:chgData name="Jenny Díaz Ramírez" userId="df7d83af-54c1-43f9-a4ec-fea9744b3563" providerId="ADAL" clId="{D5892DFB-EF73-45F8-8BAF-7710AEF1FAEE}" dt="2025-03-05T22:23:17.109" v="3009" actId="14100"/>
          <ac:spMkLst>
            <pc:docMk/>
            <pc:sldMk cId="0" sldId="327"/>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7"/>
            <ac:spMk id="4"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7"/>
            <ac:spMk id="5" creationId="{00000000-0000-0000-0000-000000000000}"/>
          </ac:spMkLst>
        </pc:spChg>
        <pc:spChg chg="del">
          <ac:chgData name="Jenny Díaz Ramírez" userId="df7d83af-54c1-43f9-a4ec-fea9744b3563" providerId="ADAL" clId="{D5892DFB-EF73-45F8-8BAF-7710AEF1FAEE}" dt="2025-03-05T22:18:08.589" v="2755" actId="700"/>
          <ac:spMkLst>
            <pc:docMk/>
            <pc:sldMk cId="0" sldId="327"/>
            <ac:spMk id="6" creationId="{EF1A31D6-BD75-1E81-A518-294A264CB366}"/>
          </ac:spMkLst>
        </pc:spChg>
        <pc:graphicFrameChg chg="mod">
          <ac:chgData name="Jenny Díaz Ramírez" userId="df7d83af-54c1-43f9-a4ec-fea9744b3563" providerId="ADAL" clId="{D5892DFB-EF73-45F8-8BAF-7710AEF1FAEE}" dt="2025-03-05T22:23:19.578" v="3010" actId="1076"/>
          <ac:graphicFrameMkLst>
            <pc:docMk/>
            <pc:sldMk cId="0" sldId="327"/>
            <ac:graphicFrameMk id="96258" creationId="{00000000-0000-0000-0000-000000000000}"/>
          </ac:graphicFrameMkLst>
        </pc:graphicFrameChg>
        <pc:graphicFrameChg chg="mod">
          <ac:chgData name="Jenny Díaz Ramírez" userId="df7d83af-54c1-43f9-a4ec-fea9744b3563" providerId="ADAL" clId="{D5892DFB-EF73-45F8-8BAF-7710AEF1FAEE}" dt="2025-03-05T22:23:21.895" v="3012" actId="1076"/>
          <ac:graphicFrameMkLst>
            <pc:docMk/>
            <pc:sldMk cId="0" sldId="327"/>
            <ac:graphicFrameMk id="96259" creationId="{00000000-0000-0000-0000-000000000000}"/>
          </ac:graphicFrameMkLst>
        </pc:graphicFrameChg>
      </pc:sldChg>
      <pc:sldChg chg="addSp delSp modSp add del mod ord modClrScheme delAnim modAnim chgLayout">
        <pc:chgData name="Jenny Díaz Ramírez" userId="df7d83af-54c1-43f9-a4ec-fea9744b3563" providerId="ADAL" clId="{D5892DFB-EF73-45F8-8BAF-7710AEF1FAEE}" dt="2025-03-05T22:27:00.396" v="3232" actId="1076"/>
        <pc:sldMkLst>
          <pc:docMk/>
          <pc:sldMk cId="0" sldId="328"/>
        </pc:sldMkLst>
        <pc:spChg chg="del mod ord">
          <ac:chgData name="Jenny Díaz Ramírez" userId="df7d83af-54c1-43f9-a4ec-fea9744b3563" providerId="ADAL" clId="{D5892DFB-EF73-45F8-8BAF-7710AEF1FAEE}" dt="2025-03-05T22:23:34.631" v="3016" actId="478"/>
          <ac:spMkLst>
            <pc:docMk/>
            <pc:sldMk cId="0" sldId="328"/>
            <ac:spMk id="2"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8"/>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8"/>
            <ac:spMk id="4" creationId="{00000000-0000-0000-0000-000000000000}"/>
          </ac:spMkLst>
        </pc:spChg>
        <pc:spChg chg="del">
          <ac:chgData name="Jenny Díaz Ramírez" userId="df7d83af-54c1-43f9-a4ec-fea9744b3563" providerId="ADAL" clId="{D5892DFB-EF73-45F8-8BAF-7710AEF1FAEE}" dt="2025-03-05T22:18:08.589" v="2755" actId="700"/>
          <ac:spMkLst>
            <pc:docMk/>
            <pc:sldMk cId="0" sldId="328"/>
            <ac:spMk id="5" creationId="{C685F87C-0AD0-5762-CB6C-DC5C8E2DDBFD}"/>
          </ac:spMkLst>
        </pc:spChg>
        <pc:spChg chg="add del mod ord">
          <ac:chgData name="Jenny Díaz Ramírez" userId="df7d83af-54c1-43f9-a4ec-fea9744b3563" providerId="ADAL" clId="{D5892DFB-EF73-45F8-8BAF-7710AEF1FAEE}" dt="2025-03-05T22:23:41.483" v="3019" actId="478"/>
          <ac:spMkLst>
            <pc:docMk/>
            <pc:sldMk cId="0" sldId="328"/>
            <ac:spMk id="6" creationId="{D967DEA2-66DB-AAD3-0AD9-23DA90E7B691}"/>
          </ac:spMkLst>
        </pc:spChg>
        <pc:spChg chg="add mod">
          <ac:chgData name="Jenny Díaz Ramírez" userId="df7d83af-54c1-43f9-a4ec-fea9744b3563" providerId="ADAL" clId="{D5892DFB-EF73-45F8-8BAF-7710AEF1FAEE}" dt="2025-03-05T22:23:39.050" v="3018"/>
          <ac:spMkLst>
            <pc:docMk/>
            <pc:sldMk cId="0" sldId="328"/>
            <ac:spMk id="8" creationId="{F311DDA1-E1E2-F328-61E1-987C3C290697}"/>
          </ac:spMkLst>
        </pc:spChg>
        <pc:spChg chg="mod">
          <ac:chgData name="Jenny Díaz Ramírez" userId="df7d83af-54c1-43f9-a4ec-fea9744b3563" providerId="ADAL" clId="{D5892DFB-EF73-45F8-8BAF-7710AEF1FAEE}" dt="2025-03-05T22:27:00.396" v="3232" actId="1076"/>
          <ac:spMkLst>
            <pc:docMk/>
            <pc:sldMk cId="0" sldId="328"/>
            <ac:spMk id="13" creationId="{00000000-0000-0000-0000-000000000000}"/>
          </ac:spMkLst>
        </pc:spChg>
        <pc:spChg chg="add mod">
          <ac:chgData name="Jenny Díaz Ramírez" userId="df7d83af-54c1-43f9-a4ec-fea9744b3563" providerId="ADAL" clId="{D5892DFB-EF73-45F8-8BAF-7710AEF1FAEE}" dt="2025-03-05T22:26:40.867" v="3198" actId="1076"/>
          <ac:spMkLst>
            <pc:docMk/>
            <pc:sldMk cId="0" sldId="328"/>
            <ac:spMk id="16" creationId="{00000000-0000-0000-0000-000000000000}"/>
          </ac:spMkLst>
        </pc:spChg>
        <pc:spChg chg="add mod">
          <ac:chgData name="Jenny Díaz Ramírez" userId="df7d83af-54c1-43f9-a4ec-fea9744b3563" providerId="ADAL" clId="{D5892DFB-EF73-45F8-8BAF-7710AEF1FAEE}" dt="2025-03-05T22:23:46.780" v="3025" actId="20577"/>
          <ac:spMkLst>
            <pc:docMk/>
            <pc:sldMk cId="0" sldId="328"/>
            <ac:spMk id="96259" creationId="{00000000-0000-0000-0000-000000000000}"/>
          </ac:spMkLst>
        </pc:spChg>
        <pc:spChg chg="add mod">
          <ac:chgData name="Jenny Díaz Ramírez" userId="df7d83af-54c1-43f9-a4ec-fea9744b3563" providerId="ADAL" clId="{D5892DFB-EF73-45F8-8BAF-7710AEF1FAEE}" dt="2025-03-05T22:25:34.201" v="3143" actId="114"/>
          <ac:spMkLst>
            <pc:docMk/>
            <pc:sldMk cId="0" sldId="328"/>
            <ac:spMk id="97284" creationId="{00000000-0000-0000-0000-000000000000}"/>
          </ac:spMkLst>
        </pc:spChg>
        <pc:spChg chg="add mod">
          <ac:chgData name="Jenny Díaz Ramírez" userId="df7d83af-54c1-43f9-a4ec-fea9744b3563" providerId="ADAL" clId="{D5892DFB-EF73-45F8-8BAF-7710AEF1FAEE}" dt="2025-03-05T22:23:56.370" v="3037" actId="20577"/>
          <ac:spMkLst>
            <pc:docMk/>
            <pc:sldMk cId="0" sldId="328"/>
            <ac:spMk id="97288" creationId="{00000000-0000-0000-0000-000000000000}"/>
          </ac:spMkLst>
        </pc:spChg>
        <pc:spChg chg="add mod">
          <ac:chgData name="Jenny Díaz Ramírez" userId="df7d83af-54c1-43f9-a4ec-fea9744b3563" providerId="ADAL" clId="{D5892DFB-EF73-45F8-8BAF-7710AEF1FAEE}" dt="2025-03-05T22:26:52.388" v="3230" actId="20577"/>
          <ac:spMkLst>
            <pc:docMk/>
            <pc:sldMk cId="0" sldId="328"/>
            <ac:spMk id="97289" creationId="{00000000-0000-0000-0000-000000000000}"/>
          </ac:spMkLst>
        </pc:spChg>
        <pc:spChg chg="del">
          <ac:chgData name="Jenny Díaz Ramírez" userId="df7d83af-54c1-43f9-a4ec-fea9744b3563" providerId="ADAL" clId="{D5892DFB-EF73-45F8-8BAF-7710AEF1FAEE}" dt="2025-03-05T22:26:03.251" v="3181" actId="478"/>
          <ac:spMkLst>
            <pc:docMk/>
            <pc:sldMk cId="0" sldId="328"/>
            <ac:spMk id="97294" creationId="{00000000-0000-0000-0000-000000000000}"/>
          </ac:spMkLst>
        </pc:spChg>
        <pc:spChg chg="del">
          <ac:chgData name="Jenny Díaz Ramírez" userId="df7d83af-54c1-43f9-a4ec-fea9744b3563" providerId="ADAL" clId="{D5892DFB-EF73-45F8-8BAF-7710AEF1FAEE}" dt="2025-03-05T22:26:07.950" v="3184" actId="478"/>
          <ac:spMkLst>
            <pc:docMk/>
            <pc:sldMk cId="0" sldId="328"/>
            <ac:spMk id="97300" creationId="{00000000-0000-0000-0000-000000000000}"/>
          </ac:spMkLst>
        </pc:spChg>
        <pc:spChg chg="del">
          <ac:chgData name="Jenny Díaz Ramírez" userId="df7d83af-54c1-43f9-a4ec-fea9744b3563" providerId="ADAL" clId="{D5892DFB-EF73-45F8-8BAF-7710AEF1FAEE}" dt="2025-03-05T22:26:05.370" v="3182" actId="478"/>
          <ac:spMkLst>
            <pc:docMk/>
            <pc:sldMk cId="0" sldId="328"/>
            <ac:spMk id="97302" creationId="{00000000-0000-0000-0000-000000000000}"/>
          </ac:spMkLst>
        </pc:spChg>
        <pc:spChg chg="del">
          <ac:chgData name="Jenny Díaz Ramírez" userId="df7d83af-54c1-43f9-a4ec-fea9744b3563" providerId="ADAL" clId="{D5892DFB-EF73-45F8-8BAF-7710AEF1FAEE}" dt="2025-03-05T22:26:06.621" v="3183" actId="478"/>
          <ac:spMkLst>
            <pc:docMk/>
            <pc:sldMk cId="0" sldId="328"/>
            <ac:spMk id="97304" creationId="{00000000-0000-0000-0000-000000000000}"/>
          </ac:spMkLst>
        </pc:spChg>
        <pc:spChg chg="del mod">
          <ac:chgData name="Jenny Díaz Ramírez" userId="df7d83af-54c1-43f9-a4ec-fea9744b3563" providerId="ADAL" clId="{D5892DFB-EF73-45F8-8BAF-7710AEF1FAEE}" dt="2025-03-05T22:25:57.166" v="3178" actId="21"/>
          <ac:spMkLst>
            <pc:docMk/>
            <pc:sldMk cId="0" sldId="328"/>
            <ac:spMk id="97306" creationId="{00000000-0000-0000-0000-000000000000}"/>
          </ac:spMkLst>
        </pc:spChg>
        <pc:grpChg chg="add del">
          <ac:chgData name="Jenny Díaz Ramírez" userId="df7d83af-54c1-43f9-a4ec-fea9744b3563" providerId="ADAL" clId="{D5892DFB-EF73-45F8-8BAF-7710AEF1FAEE}" dt="2025-03-05T22:26:18.662" v="3187" actId="478"/>
          <ac:grpSpMkLst>
            <pc:docMk/>
            <pc:sldMk cId="0" sldId="328"/>
            <ac:grpSpMk id="97292" creationId="{00000000-0000-0000-0000-000000000000}"/>
          </ac:grpSpMkLst>
        </pc:grpChg>
        <pc:graphicFrameChg chg="del mod replId">
          <ac:chgData name="Jenny Díaz Ramírez" userId="df7d83af-54c1-43f9-a4ec-fea9744b3563" providerId="ADAL" clId="{D5892DFB-EF73-45F8-8BAF-7710AEF1FAEE}" dt="2025-03-05T22:23:44.341" v="3021"/>
          <ac:graphicFrameMkLst>
            <pc:docMk/>
            <pc:sldMk cId="0" sldId="328"/>
            <ac:graphicFrameMk id="9" creationId="{00000000-0000-0000-0000-000000000000}"/>
          </ac:graphicFrameMkLst>
        </pc:graphicFrameChg>
        <pc:graphicFrameChg chg="del mod replId">
          <ac:chgData name="Jenny Díaz Ramírez" userId="df7d83af-54c1-43f9-a4ec-fea9744b3563" providerId="ADAL" clId="{D5892DFB-EF73-45F8-8BAF-7710AEF1FAEE}" dt="2025-03-05T22:23:50.973" v="3027"/>
          <ac:graphicFrameMkLst>
            <pc:docMk/>
            <pc:sldMk cId="0" sldId="328"/>
            <ac:graphicFrameMk id="11" creationId="{00000000-0000-0000-0000-000000000000}"/>
          </ac:graphicFrameMkLst>
        </pc:graphicFrameChg>
        <pc:graphicFrameChg chg="del mod replId">
          <ac:chgData name="Jenny Díaz Ramírez" userId="df7d83af-54c1-43f9-a4ec-fea9744b3563" providerId="ADAL" clId="{D5892DFB-EF73-45F8-8BAF-7710AEF1FAEE}" dt="2025-03-05T22:24:01.576" v="3039"/>
          <ac:graphicFrameMkLst>
            <pc:docMk/>
            <pc:sldMk cId="0" sldId="328"/>
            <ac:graphicFrameMk id="14" creationId="{00000000-0000-0000-0000-000000000000}"/>
          </ac:graphicFrameMkLst>
        </pc:graphicFrameChg>
        <pc:graphicFrameChg chg="del mod replId">
          <ac:chgData name="Jenny Díaz Ramírez" userId="df7d83af-54c1-43f9-a4ec-fea9744b3563" providerId="ADAL" clId="{D5892DFB-EF73-45F8-8BAF-7710AEF1FAEE}" dt="2025-03-05T22:26:43.714" v="3200"/>
          <ac:graphicFrameMkLst>
            <pc:docMk/>
            <pc:sldMk cId="0" sldId="328"/>
            <ac:graphicFrameMk id="17" creationId="{00000000-0000-0000-0000-000000000000}"/>
          </ac:graphicFrameMkLst>
        </pc:graphicFrameChg>
      </pc:sldChg>
      <pc:sldChg chg="addSp delSp modSp add mod modClrScheme delAnim chgLayout">
        <pc:chgData name="Jenny Díaz Ramírez" userId="df7d83af-54c1-43f9-a4ec-fea9744b3563" providerId="ADAL" clId="{D5892DFB-EF73-45F8-8BAF-7710AEF1FAEE}" dt="2025-03-05T22:30:53.856" v="3441" actId="1076"/>
        <pc:sldMkLst>
          <pc:docMk/>
          <pc:sldMk cId="0" sldId="329"/>
        </pc:sldMkLst>
        <pc:spChg chg="mod ord">
          <ac:chgData name="Jenny Díaz Ramírez" userId="df7d83af-54c1-43f9-a4ec-fea9744b3563" providerId="ADAL" clId="{D5892DFB-EF73-45F8-8BAF-7710AEF1FAEE}" dt="2025-03-05T22:27:09.780" v="3234" actId="14100"/>
          <ac:spMkLst>
            <pc:docMk/>
            <pc:sldMk cId="0" sldId="329"/>
            <ac:spMk id="2" creationId="{00000000-0000-0000-0000-000000000000}"/>
          </ac:spMkLst>
        </pc:spChg>
        <pc:spChg chg="mod ord">
          <ac:chgData name="Jenny Díaz Ramírez" userId="df7d83af-54c1-43f9-a4ec-fea9744b3563" providerId="ADAL" clId="{D5892DFB-EF73-45F8-8BAF-7710AEF1FAEE}" dt="2025-03-05T22:29:36.453" v="3382" actId="14100"/>
          <ac:spMkLst>
            <pc:docMk/>
            <pc:sldMk cId="0" sldId="329"/>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9"/>
            <ac:spMk id="4"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9"/>
            <ac:spMk id="5" creationId="{00000000-0000-0000-0000-000000000000}"/>
          </ac:spMkLst>
        </pc:spChg>
        <pc:spChg chg="del">
          <ac:chgData name="Jenny Díaz Ramírez" userId="df7d83af-54c1-43f9-a4ec-fea9744b3563" providerId="ADAL" clId="{D5892DFB-EF73-45F8-8BAF-7710AEF1FAEE}" dt="2025-03-05T22:18:08.589" v="2755" actId="700"/>
          <ac:spMkLst>
            <pc:docMk/>
            <pc:sldMk cId="0" sldId="329"/>
            <ac:spMk id="6" creationId="{0E79CCEF-0A40-8C9E-6552-D882502DF25C}"/>
          </ac:spMkLst>
        </pc:spChg>
        <pc:spChg chg="add mod">
          <ac:chgData name="Jenny Díaz Ramírez" userId="df7d83af-54c1-43f9-a4ec-fea9744b3563" providerId="ADAL" clId="{D5892DFB-EF73-45F8-8BAF-7710AEF1FAEE}" dt="2025-03-05T22:28:39.417" v="3363" actId="207"/>
          <ac:spMkLst>
            <pc:docMk/>
            <pc:sldMk cId="0" sldId="329"/>
            <ac:spMk id="8" creationId="{B5A93D6D-875F-4869-D956-3BDDEFFCA4F6}"/>
          </ac:spMkLst>
        </pc:spChg>
        <pc:spChg chg="add mod">
          <ac:chgData name="Jenny Díaz Ramírez" userId="df7d83af-54c1-43f9-a4ec-fea9744b3563" providerId="ADAL" clId="{D5892DFB-EF73-45F8-8BAF-7710AEF1FAEE}" dt="2025-03-05T22:29:12.094" v="3374" actId="1076"/>
          <ac:spMkLst>
            <pc:docMk/>
            <pc:sldMk cId="0" sldId="329"/>
            <ac:spMk id="12" creationId="{1515B272-A80D-3302-51ED-2F05F2E39578}"/>
          </ac:spMkLst>
        </pc:spChg>
        <pc:spChg chg="add mod">
          <ac:chgData name="Jenny Díaz Ramírez" userId="df7d83af-54c1-43f9-a4ec-fea9744b3563" providerId="ADAL" clId="{D5892DFB-EF73-45F8-8BAF-7710AEF1FAEE}" dt="2025-03-05T22:30:53.856" v="3441" actId="1076"/>
          <ac:spMkLst>
            <pc:docMk/>
            <pc:sldMk cId="0" sldId="329"/>
            <ac:spMk id="15" creationId="{B29296CB-EE64-3AAB-57ED-4F0D4A1D1AF3}"/>
          </ac:spMkLst>
        </pc:spChg>
        <pc:graphicFrameChg chg="mod">
          <ac:chgData name="Jenny Díaz Ramírez" userId="df7d83af-54c1-43f9-a4ec-fea9744b3563" providerId="ADAL" clId="{D5892DFB-EF73-45F8-8BAF-7710AEF1FAEE}" dt="2025-03-05T22:28:08.473" v="3353" actId="1076"/>
          <ac:graphicFrameMkLst>
            <pc:docMk/>
            <pc:sldMk cId="0" sldId="329"/>
            <ac:graphicFrameMk id="98308" creationId="{00000000-0000-0000-0000-000000000000}"/>
          </ac:graphicFrameMkLst>
        </pc:graphicFrameChg>
        <pc:graphicFrameChg chg="mod">
          <ac:chgData name="Jenny Díaz Ramírez" userId="df7d83af-54c1-43f9-a4ec-fea9744b3563" providerId="ADAL" clId="{D5892DFB-EF73-45F8-8BAF-7710AEF1FAEE}" dt="2025-03-05T22:27:59.639" v="3351" actId="1076"/>
          <ac:graphicFrameMkLst>
            <pc:docMk/>
            <pc:sldMk cId="0" sldId="329"/>
            <ac:graphicFrameMk id="98309" creationId="{00000000-0000-0000-0000-000000000000}"/>
          </ac:graphicFrameMkLst>
        </pc:graphicFrameChg>
        <pc:graphicFrameChg chg="mod">
          <ac:chgData name="Jenny Díaz Ramírez" userId="df7d83af-54c1-43f9-a4ec-fea9744b3563" providerId="ADAL" clId="{D5892DFB-EF73-45F8-8BAF-7710AEF1FAEE}" dt="2025-03-05T22:28:08.473" v="3353" actId="1076"/>
          <ac:graphicFrameMkLst>
            <pc:docMk/>
            <pc:sldMk cId="0" sldId="329"/>
            <ac:graphicFrameMk id="98310" creationId="{00000000-0000-0000-0000-000000000000}"/>
          </ac:graphicFrameMkLst>
        </pc:graphicFrameChg>
        <pc:graphicFrameChg chg="mod">
          <ac:chgData name="Jenny Díaz Ramírez" userId="df7d83af-54c1-43f9-a4ec-fea9744b3563" providerId="ADAL" clId="{D5892DFB-EF73-45F8-8BAF-7710AEF1FAEE}" dt="2025-03-05T22:28:11.481" v="3354" actId="1076"/>
          <ac:graphicFrameMkLst>
            <pc:docMk/>
            <pc:sldMk cId="0" sldId="329"/>
            <ac:graphicFrameMk id="98311" creationId="{00000000-0000-0000-0000-000000000000}"/>
          </ac:graphicFrameMkLst>
        </pc:graphicFrameChg>
        <pc:graphicFrameChg chg="del mod">
          <ac:chgData name="Jenny Díaz Ramírez" userId="df7d83af-54c1-43f9-a4ec-fea9744b3563" providerId="ADAL" clId="{D5892DFB-EF73-45F8-8BAF-7710AEF1FAEE}" dt="2025-03-05T22:29:21.572" v="3379" actId="478"/>
          <ac:graphicFrameMkLst>
            <pc:docMk/>
            <pc:sldMk cId="0" sldId="329"/>
            <ac:graphicFrameMk id="98312" creationId="{00000000-0000-0000-0000-000000000000}"/>
          </ac:graphicFrameMkLst>
        </pc:graphicFrameChg>
        <pc:graphicFrameChg chg="del">
          <ac:chgData name="Jenny Díaz Ramírez" userId="df7d83af-54c1-43f9-a4ec-fea9744b3563" providerId="ADAL" clId="{D5892DFB-EF73-45F8-8BAF-7710AEF1FAEE}" dt="2025-03-05T22:29:23.098" v="3380" actId="478"/>
          <ac:graphicFrameMkLst>
            <pc:docMk/>
            <pc:sldMk cId="0" sldId="329"/>
            <ac:graphicFrameMk id="98313" creationId="{00000000-0000-0000-0000-000000000000}"/>
          </ac:graphicFrameMkLst>
        </pc:graphicFrameChg>
        <pc:graphicFrameChg chg="mod">
          <ac:chgData name="Jenny Díaz Ramírez" userId="df7d83af-54c1-43f9-a4ec-fea9744b3563" providerId="ADAL" clId="{D5892DFB-EF73-45F8-8BAF-7710AEF1FAEE}" dt="2025-03-05T22:29:38.936" v="3383" actId="1076"/>
          <ac:graphicFrameMkLst>
            <pc:docMk/>
            <pc:sldMk cId="0" sldId="329"/>
            <ac:graphicFrameMk id="98314" creationId="{00000000-0000-0000-0000-000000000000}"/>
          </ac:graphicFrameMkLst>
        </pc:graphicFrameChg>
        <pc:graphicFrameChg chg="mod">
          <ac:chgData name="Jenny Díaz Ramírez" userId="df7d83af-54c1-43f9-a4ec-fea9744b3563" providerId="ADAL" clId="{D5892DFB-EF73-45F8-8BAF-7710AEF1FAEE}" dt="2025-03-05T22:29:44.186" v="3384" actId="1076"/>
          <ac:graphicFrameMkLst>
            <pc:docMk/>
            <pc:sldMk cId="0" sldId="329"/>
            <ac:graphicFrameMk id="98315" creationId="{00000000-0000-0000-0000-000000000000}"/>
          </ac:graphicFrameMkLst>
        </pc:graphicFrameChg>
        <pc:cxnChg chg="add mod">
          <ac:chgData name="Jenny Díaz Ramírez" userId="df7d83af-54c1-43f9-a4ec-fea9744b3563" providerId="ADAL" clId="{D5892DFB-EF73-45F8-8BAF-7710AEF1FAEE}" dt="2025-03-05T22:29:12.898" v="3375" actId="1076"/>
          <ac:cxnSpMkLst>
            <pc:docMk/>
            <pc:sldMk cId="0" sldId="329"/>
            <ac:cxnSpMk id="10" creationId="{5DED60A6-3A67-34BC-8E62-87192711B355}"/>
          </ac:cxnSpMkLst>
        </pc:cxnChg>
        <pc:cxnChg chg="add mod">
          <ac:chgData name="Jenny Díaz Ramírez" userId="df7d83af-54c1-43f9-a4ec-fea9744b3563" providerId="ADAL" clId="{D5892DFB-EF73-45F8-8BAF-7710AEF1FAEE}" dt="2025-03-05T22:29:19.588" v="3378" actId="14100"/>
          <ac:cxnSpMkLst>
            <pc:docMk/>
            <pc:sldMk cId="0" sldId="329"/>
            <ac:cxnSpMk id="13" creationId="{9F1769B3-8607-8018-C294-2F322D9D1C7E}"/>
          </ac:cxnSpMkLst>
        </pc:cxnChg>
      </pc:sldChg>
      <pc:sldChg chg="modSp add del mod modClrScheme chgLayout">
        <pc:chgData name="Jenny Díaz Ramírez" userId="df7d83af-54c1-43f9-a4ec-fea9744b3563" providerId="ADAL" clId="{D5892DFB-EF73-45F8-8BAF-7710AEF1FAEE}" dt="2025-03-05T22:02:10.538" v="2090" actId="20577"/>
        <pc:sldMkLst>
          <pc:docMk/>
          <pc:sldMk cId="0" sldId="330"/>
        </pc:sldMkLst>
        <pc:spChg chg="mod ord">
          <ac:chgData name="Jenny Díaz Ramírez" userId="df7d83af-54c1-43f9-a4ec-fea9744b3563" providerId="ADAL" clId="{D5892DFB-EF73-45F8-8BAF-7710AEF1FAEE}" dt="2025-03-05T22:02:10.538" v="2090" actId="20577"/>
          <ac:spMkLst>
            <pc:docMk/>
            <pc:sldMk cId="0" sldId="330"/>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30"/>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30"/>
            <ac:spMk id="6" creationId="{00000000-0000-0000-0000-000000000000}"/>
          </ac:spMkLst>
        </pc:spChg>
        <pc:spChg chg="mod">
          <ac:chgData name="Jenny Díaz Ramírez" userId="df7d83af-54c1-43f9-a4ec-fea9744b3563" providerId="ADAL" clId="{D5892DFB-EF73-45F8-8BAF-7710AEF1FAEE}" dt="2025-03-05T22:02:04.909" v="2073" actId="1076"/>
          <ac:spMkLst>
            <pc:docMk/>
            <pc:sldMk cId="0" sldId="330"/>
            <ac:spMk id="8" creationId="{00000000-0000-0000-0000-000000000000}"/>
          </ac:spMkLst>
        </pc:spChg>
        <pc:graphicFrameChg chg="mod ord modGraphic">
          <ac:chgData name="Jenny Díaz Ramírez" userId="df7d83af-54c1-43f9-a4ec-fea9744b3563" providerId="ADAL" clId="{D5892DFB-EF73-45F8-8BAF-7710AEF1FAEE}" dt="2025-03-05T22:01:20.644" v="1945" actId="20577"/>
          <ac:graphicFrameMkLst>
            <pc:docMk/>
            <pc:sldMk cId="0" sldId="330"/>
            <ac:graphicFrameMk id="4" creationId="{00000000-0000-0000-0000-000000000000}"/>
          </ac:graphicFrameMkLst>
        </pc:graphicFrameChg>
      </pc:sldChg>
      <pc:sldChg chg="addSp delSp modSp add mod modClrScheme chgLayout">
        <pc:chgData name="Jenny Díaz Ramírez" userId="df7d83af-54c1-43f9-a4ec-fea9744b3563" providerId="ADAL" clId="{D5892DFB-EF73-45F8-8BAF-7710AEF1FAEE}" dt="2025-03-05T22:00:55.317" v="1926" actId="20577"/>
        <pc:sldMkLst>
          <pc:docMk/>
          <pc:sldMk cId="0" sldId="331"/>
        </pc:sldMkLst>
        <pc:spChg chg="mod ord">
          <ac:chgData name="Jenny Díaz Ramírez" userId="df7d83af-54c1-43f9-a4ec-fea9744b3563" providerId="ADAL" clId="{D5892DFB-EF73-45F8-8BAF-7710AEF1FAEE}" dt="2025-03-05T22:00:55.317" v="1926" actId="20577"/>
          <ac:spMkLst>
            <pc:docMk/>
            <pc:sldMk cId="0" sldId="331"/>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31"/>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31"/>
            <ac:spMk id="4" creationId="{00000000-0000-0000-0000-000000000000}"/>
          </ac:spMkLst>
        </pc:spChg>
        <pc:spChg chg="add del mod">
          <ac:chgData name="Jenny Díaz Ramírez" userId="df7d83af-54c1-43f9-a4ec-fea9744b3563" providerId="ADAL" clId="{D5892DFB-EF73-45F8-8BAF-7710AEF1FAEE}" dt="2025-03-05T21:58:41.189" v="1856" actId="478"/>
          <ac:spMkLst>
            <pc:docMk/>
            <pc:sldMk cId="0" sldId="331"/>
            <ac:spMk id="7" creationId="{05ABA211-A238-EB08-FF05-DA90043C44C2}"/>
          </ac:spMkLst>
        </pc:spChg>
        <pc:spChg chg="add del mod">
          <ac:chgData name="Jenny Díaz Ramírez" userId="df7d83af-54c1-43f9-a4ec-fea9744b3563" providerId="ADAL" clId="{D5892DFB-EF73-45F8-8BAF-7710AEF1FAEE}" dt="2025-03-05T21:59:12.682" v="1860" actId="478"/>
          <ac:spMkLst>
            <pc:docMk/>
            <pc:sldMk cId="0" sldId="331"/>
            <ac:spMk id="8" creationId="{B9A9272B-9C0E-3C8D-3B8B-32A293DE2039}"/>
          </ac:spMkLst>
        </pc:spChg>
        <pc:spChg chg="add del mod">
          <ac:chgData name="Jenny Díaz Ramírez" userId="df7d83af-54c1-43f9-a4ec-fea9744b3563" providerId="ADAL" clId="{D5892DFB-EF73-45F8-8BAF-7710AEF1FAEE}" dt="2025-03-05T22:00:26.059" v="1875" actId="478"/>
          <ac:spMkLst>
            <pc:docMk/>
            <pc:sldMk cId="0" sldId="331"/>
            <ac:spMk id="9" creationId="{3AD41508-EFDC-317F-0D6F-F82F6BA4E62F}"/>
          </ac:spMkLst>
        </pc:spChg>
        <pc:spChg chg="add del mod">
          <ac:chgData name="Jenny Díaz Ramírez" userId="df7d83af-54c1-43f9-a4ec-fea9744b3563" providerId="ADAL" clId="{D5892DFB-EF73-45F8-8BAF-7710AEF1FAEE}" dt="2025-03-05T22:00:01.215" v="1870" actId="478"/>
          <ac:spMkLst>
            <pc:docMk/>
            <pc:sldMk cId="0" sldId="331"/>
            <ac:spMk id="10" creationId="{5EDD0A91-9319-B945-29E3-9A63F06B9687}"/>
          </ac:spMkLst>
        </pc:spChg>
        <pc:spChg chg="add del mod">
          <ac:chgData name="Jenny Díaz Ramírez" userId="df7d83af-54c1-43f9-a4ec-fea9744b3563" providerId="ADAL" clId="{D5892DFB-EF73-45F8-8BAF-7710AEF1FAEE}" dt="2025-03-05T22:00:12.149" v="1872" actId="478"/>
          <ac:spMkLst>
            <pc:docMk/>
            <pc:sldMk cId="0" sldId="331"/>
            <ac:spMk id="11" creationId="{2F2989DA-5A63-64BB-8697-AF178136C0C5}"/>
          </ac:spMkLst>
        </pc:spChg>
        <pc:spChg chg="del mod ord">
          <ac:chgData name="Jenny Díaz Ramírez" userId="df7d83af-54c1-43f9-a4ec-fea9744b3563" providerId="ADAL" clId="{D5892DFB-EF73-45F8-8BAF-7710AEF1FAEE}" dt="2025-03-05T21:58:37.768" v="1855" actId="478"/>
          <ac:spMkLst>
            <pc:docMk/>
            <pc:sldMk cId="0" sldId="331"/>
            <ac:spMk id="15" creationId="{00000000-0000-0000-0000-000000000000}"/>
          </ac:spMkLst>
        </pc:spChg>
        <pc:spChg chg="mod">
          <ac:chgData name="Jenny Díaz Ramírez" userId="df7d83af-54c1-43f9-a4ec-fea9744b3563" providerId="ADAL" clId="{D5892DFB-EF73-45F8-8BAF-7710AEF1FAEE}" dt="2025-03-05T21:59:22.074" v="1862" actId="207"/>
          <ac:spMkLst>
            <pc:docMk/>
            <pc:sldMk cId="0" sldId="331"/>
            <ac:spMk id="20" creationId="{00000000-0000-0000-0000-000000000000}"/>
          </ac:spMkLst>
        </pc:spChg>
        <pc:spChg chg="mod">
          <ac:chgData name="Jenny Díaz Ramírez" userId="df7d83af-54c1-43f9-a4ec-fea9744b3563" providerId="ADAL" clId="{D5892DFB-EF73-45F8-8BAF-7710AEF1FAEE}" dt="2025-03-05T21:59:26.239" v="1863" actId="108"/>
          <ac:spMkLst>
            <pc:docMk/>
            <pc:sldMk cId="0" sldId="331"/>
            <ac:spMk id="22" creationId="{00000000-0000-0000-0000-000000000000}"/>
          </ac:spMkLst>
        </pc:spChg>
        <pc:spChg chg="mod">
          <ac:chgData name="Jenny Díaz Ramírez" userId="df7d83af-54c1-43f9-a4ec-fea9744b3563" providerId="ADAL" clId="{D5892DFB-EF73-45F8-8BAF-7710AEF1FAEE}" dt="2025-03-05T22:00:23.930" v="1874" actId="207"/>
          <ac:spMkLst>
            <pc:docMk/>
            <pc:sldMk cId="0" sldId="331"/>
            <ac:spMk id="24" creationId="{00000000-0000-0000-0000-000000000000}"/>
          </ac:spMkLst>
        </pc:spChg>
        <pc:spChg chg="mod">
          <ac:chgData name="Jenny Díaz Ramírez" userId="df7d83af-54c1-43f9-a4ec-fea9744b3563" providerId="ADAL" clId="{D5892DFB-EF73-45F8-8BAF-7710AEF1FAEE}" dt="2025-03-05T22:00:29.523" v="1876" actId="207"/>
          <ac:spMkLst>
            <pc:docMk/>
            <pc:sldMk cId="0" sldId="331"/>
            <ac:spMk id="26" creationId="{00000000-0000-0000-0000-000000000000}"/>
          </ac:spMkLst>
        </pc:spChg>
        <pc:graphicFrameChg chg="mod">
          <ac:chgData name="Jenny Díaz Ramírez" userId="df7d83af-54c1-43f9-a4ec-fea9744b3563" providerId="ADAL" clId="{D5892DFB-EF73-45F8-8BAF-7710AEF1FAEE}" dt="2025-03-05T22:00:36.271" v="1878" actId="207"/>
          <ac:graphicFrameMkLst>
            <pc:docMk/>
            <pc:sldMk cId="0" sldId="331"/>
            <ac:graphicFrameMk id="72714" creationId="{00000000-0000-0000-0000-000000000000}"/>
          </ac:graphicFrameMkLst>
        </pc:graphicFrameChg>
      </pc:sldChg>
      <pc:sldChg chg="del">
        <pc:chgData name="Jenny Díaz Ramírez" userId="df7d83af-54c1-43f9-a4ec-fea9744b3563" providerId="ADAL" clId="{D5892DFB-EF73-45F8-8BAF-7710AEF1FAEE}" dt="2025-03-05T20:44:57.359" v="71" actId="47"/>
        <pc:sldMkLst>
          <pc:docMk/>
          <pc:sldMk cId="2434826197" sldId="333"/>
        </pc:sldMkLst>
      </pc:sldChg>
      <pc:sldChg chg="del">
        <pc:chgData name="Jenny Díaz Ramírez" userId="df7d83af-54c1-43f9-a4ec-fea9744b3563" providerId="ADAL" clId="{D5892DFB-EF73-45F8-8BAF-7710AEF1FAEE}" dt="2025-03-05T20:44:57.359" v="71" actId="47"/>
        <pc:sldMkLst>
          <pc:docMk/>
          <pc:sldMk cId="961838741" sldId="334"/>
        </pc:sldMkLst>
      </pc:sldChg>
      <pc:sldChg chg="del">
        <pc:chgData name="Jenny Díaz Ramírez" userId="df7d83af-54c1-43f9-a4ec-fea9744b3563" providerId="ADAL" clId="{D5892DFB-EF73-45F8-8BAF-7710AEF1FAEE}" dt="2025-03-05T20:44:57.359" v="71" actId="47"/>
        <pc:sldMkLst>
          <pc:docMk/>
          <pc:sldMk cId="2633552067" sldId="335"/>
        </pc:sldMkLst>
      </pc:sldChg>
      <pc:sldChg chg="del">
        <pc:chgData name="Jenny Díaz Ramírez" userId="df7d83af-54c1-43f9-a4ec-fea9744b3563" providerId="ADAL" clId="{D5892DFB-EF73-45F8-8BAF-7710AEF1FAEE}" dt="2025-03-05T20:44:57.359" v="71" actId="47"/>
        <pc:sldMkLst>
          <pc:docMk/>
          <pc:sldMk cId="529042108" sldId="346"/>
        </pc:sldMkLst>
      </pc:sldChg>
      <pc:sldChg chg="modSp mod">
        <pc:chgData name="Jenny Díaz Ramírez" userId="df7d83af-54c1-43f9-a4ec-fea9744b3563" providerId="ADAL" clId="{D5892DFB-EF73-45F8-8BAF-7710AEF1FAEE}" dt="2025-03-05T20:44:45.060" v="70" actId="20577"/>
        <pc:sldMkLst>
          <pc:docMk/>
          <pc:sldMk cId="2960950710" sldId="350"/>
        </pc:sldMkLst>
        <pc:spChg chg="mod">
          <ac:chgData name="Jenny Díaz Ramírez" userId="df7d83af-54c1-43f9-a4ec-fea9744b3563" providerId="ADAL" clId="{D5892DFB-EF73-45F8-8BAF-7710AEF1FAEE}" dt="2025-03-05T20:44:45.060" v="70" actId="20577"/>
          <ac:spMkLst>
            <pc:docMk/>
            <pc:sldMk cId="2960950710" sldId="350"/>
            <ac:spMk id="2" creationId="{293E168C-8042-5B4E-A5A4-A5BF693AE2D6}"/>
          </ac:spMkLst>
        </pc:spChg>
      </pc:sldChg>
      <pc:sldChg chg="modSp add mod ord modClrScheme chgLayout">
        <pc:chgData name="Jenny Díaz Ramírez" userId="df7d83af-54c1-43f9-a4ec-fea9744b3563" providerId="ADAL" clId="{D5892DFB-EF73-45F8-8BAF-7710AEF1FAEE}" dt="2025-03-05T21:07:49.104" v="858"/>
        <pc:sldMkLst>
          <pc:docMk/>
          <pc:sldMk cId="0" sldId="351"/>
        </pc:sldMkLst>
        <pc:spChg chg="mod ord">
          <ac:chgData name="Jenny Díaz Ramírez" userId="df7d83af-54c1-43f9-a4ec-fea9744b3563" providerId="ADAL" clId="{D5892DFB-EF73-45F8-8BAF-7710AEF1FAEE}" dt="2025-03-05T21:04:47.864" v="677" actId="20577"/>
          <ac:spMkLst>
            <pc:docMk/>
            <pc:sldMk cId="0" sldId="351"/>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1"/>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1"/>
            <ac:spMk id="5" creationId="{00000000-0000-0000-0000-000000000000}"/>
          </ac:spMkLst>
        </pc:spChg>
        <pc:spChg chg="mod">
          <ac:chgData name="Jenny Díaz Ramírez" userId="df7d83af-54c1-43f9-a4ec-fea9744b3563" providerId="ADAL" clId="{D5892DFB-EF73-45F8-8BAF-7710AEF1FAEE}" dt="2025-03-05T21:05:15.210" v="772" actId="1076"/>
          <ac:spMkLst>
            <pc:docMk/>
            <pc:sldMk cId="0" sldId="351"/>
            <ac:spMk id="8" creationId="{00000000-0000-0000-0000-000000000000}"/>
          </ac:spMkLst>
        </pc:spChg>
        <pc:graphicFrameChg chg="mod ord">
          <ac:chgData name="Jenny Díaz Ramírez" userId="df7d83af-54c1-43f9-a4ec-fea9744b3563" providerId="ADAL" clId="{D5892DFB-EF73-45F8-8BAF-7710AEF1FAEE}" dt="2025-03-05T21:05:25.058" v="776" actId="1076"/>
          <ac:graphicFrameMkLst>
            <pc:docMk/>
            <pc:sldMk cId="0" sldId="351"/>
            <ac:graphicFrameMk id="4" creationId="{00000000-0000-0000-0000-000000000000}"/>
          </ac:graphicFrameMkLst>
        </pc:graphicFrameChg>
      </pc:sldChg>
      <pc:sldChg chg="addSp delSp modSp add mod modClrScheme chgLayout">
        <pc:chgData name="Jenny Díaz Ramírez" userId="df7d83af-54c1-43f9-a4ec-fea9744b3563" providerId="ADAL" clId="{D5892DFB-EF73-45F8-8BAF-7710AEF1FAEE}" dt="2025-03-05T21:15:31.077" v="1210" actId="478"/>
        <pc:sldMkLst>
          <pc:docMk/>
          <pc:sldMk cId="0" sldId="352"/>
        </pc:sldMkLst>
        <pc:spChg chg="mod ord">
          <ac:chgData name="Jenny Díaz Ramírez" userId="df7d83af-54c1-43f9-a4ec-fea9744b3563" providerId="ADAL" clId="{D5892DFB-EF73-45F8-8BAF-7710AEF1FAEE}" dt="2025-03-05T21:15:26.168" v="1208" actId="20577"/>
          <ac:spMkLst>
            <pc:docMk/>
            <pc:sldMk cId="0" sldId="352"/>
            <ac:spMk id="2" creationId="{00000000-0000-0000-0000-000000000000}"/>
          </ac:spMkLst>
        </pc:spChg>
        <pc:spChg chg="del mod ord">
          <ac:chgData name="Jenny Díaz Ramírez" userId="df7d83af-54c1-43f9-a4ec-fea9744b3563" providerId="ADAL" clId="{D5892DFB-EF73-45F8-8BAF-7710AEF1FAEE}" dt="2025-03-05T21:14:08.307" v="1154"/>
          <ac:spMkLst>
            <pc:docMk/>
            <pc:sldMk cId="0" sldId="352"/>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2"/>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2"/>
            <ac:spMk id="5" creationId="{00000000-0000-0000-0000-000000000000}"/>
          </ac:spMkLst>
        </pc:spChg>
        <pc:spChg chg="add del">
          <ac:chgData name="Jenny Díaz Ramírez" userId="df7d83af-54c1-43f9-a4ec-fea9744b3563" providerId="ADAL" clId="{D5892DFB-EF73-45F8-8BAF-7710AEF1FAEE}" dt="2025-03-05T21:15:31.077" v="1210" actId="478"/>
          <ac:spMkLst>
            <pc:docMk/>
            <pc:sldMk cId="0" sldId="352"/>
            <ac:spMk id="6" creationId="{49EA19D1-3B12-CB72-DBFC-38F11D2AE50A}"/>
          </ac:spMkLst>
        </pc:spChg>
        <pc:spChg chg="add del mod">
          <ac:chgData name="Jenny Díaz Ramírez" userId="df7d83af-54c1-43f9-a4ec-fea9744b3563" providerId="ADAL" clId="{D5892DFB-EF73-45F8-8BAF-7710AEF1FAEE}" dt="2025-03-05T21:15:29.360" v="1209" actId="478"/>
          <ac:spMkLst>
            <pc:docMk/>
            <pc:sldMk cId="0" sldId="352"/>
            <ac:spMk id="8" creationId="{33941E21-8C7D-BF75-9C7C-A046254ABE3E}"/>
          </ac:spMkLst>
        </pc:spChg>
        <pc:spChg chg="add mod">
          <ac:chgData name="Jenny Díaz Ramírez" userId="df7d83af-54c1-43f9-a4ec-fea9744b3563" providerId="ADAL" clId="{D5892DFB-EF73-45F8-8BAF-7710AEF1FAEE}" dt="2025-03-05T21:15:02.229" v="1161" actId="207"/>
          <ac:spMkLst>
            <pc:docMk/>
            <pc:sldMk cId="0" sldId="352"/>
            <ac:spMk id="9" creationId="{66071921-AD27-4B50-081C-AA5BF16796FD}"/>
          </ac:spMkLst>
        </pc:spChg>
        <pc:graphicFrameChg chg="mod ord modGraphic">
          <ac:chgData name="Jenny Díaz Ramírez" userId="df7d83af-54c1-43f9-a4ec-fea9744b3563" providerId="ADAL" clId="{D5892DFB-EF73-45F8-8BAF-7710AEF1FAEE}" dt="2025-03-05T21:13:25.450" v="1148"/>
          <ac:graphicFrameMkLst>
            <pc:docMk/>
            <pc:sldMk cId="0" sldId="352"/>
            <ac:graphicFrameMk id="7" creationId="{00000000-0000-0000-0000-000000000000}"/>
          </ac:graphicFrameMkLst>
        </pc:graphicFrameChg>
        <pc:graphicFrameChg chg="mod">
          <ac:chgData name="Jenny Díaz Ramírez" userId="df7d83af-54c1-43f9-a4ec-fea9744b3563" providerId="ADAL" clId="{D5892DFB-EF73-45F8-8BAF-7710AEF1FAEE}" dt="2025-03-05T21:13:00.606" v="1104" actId="1076"/>
          <ac:graphicFrameMkLst>
            <pc:docMk/>
            <pc:sldMk cId="0" sldId="352"/>
            <ac:graphicFrameMk id="93185" creationId="{00000000-0000-0000-0000-000000000000}"/>
          </ac:graphicFrameMkLst>
        </pc:graphicFrameChg>
        <pc:graphicFrameChg chg="mod">
          <ac:chgData name="Jenny Díaz Ramírez" userId="df7d83af-54c1-43f9-a4ec-fea9744b3563" providerId="ADAL" clId="{D5892DFB-EF73-45F8-8BAF-7710AEF1FAEE}" dt="2025-03-05T21:12:27.627" v="1095" actId="1076"/>
          <ac:graphicFrameMkLst>
            <pc:docMk/>
            <pc:sldMk cId="0" sldId="352"/>
            <ac:graphicFrameMk id="93186" creationId="{00000000-0000-0000-0000-000000000000}"/>
          </ac:graphicFrameMkLst>
        </pc:graphicFrameChg>
        <pc:graphicFrameChg chg="mod">
          <ac:chgData name="Jenny Díaz Ramírez" userId="df7d83af-54c1-43f9-a4ec-fea9744b3563" providerId="ADAL" clId="{D5892DFB-EF73-45F8-8BAF-7710AEF1FAEE}" dt="2025-03-05T21:13:03.454" v="1105" actId="1076"/>
          <ac:graphicFrameMkLst>
            <pc:docMk/>
            <pc:sldMk cId="0" sldId="352"/>
            <ac:graphicFrameMk id="93188" creationId="{00000000-0000-0000-0000-000000000000}"/>
          </ac:graphicFrameMkLst>
        </pc:graphicFrameChg>
        <pc:graphicFrameChg chg="mod">
          <ac:chgData name="Jenny Díaz Ramírez" userId="df7d83af-54c1-43f9-a4ec-fea9744b3563" providerId="ADAL" clId="{D5892DFB-EF73-45F8-8BAF-7710AEF1FAEE}" dt="2025-03-05T21:12:57.982" v="1103" actId="1076"/>
          <ac:graphicFrameMkLst>
            <pc:docMk/>
            <pc:sldMk cId="0" sldId="352"/>
            <ac:graphicFrameMk id="93189" creationId="{00000000-0000-0000-0000-000000000000}"/>
          </ac:graphicFrameMkLst>
        </pc:graphicFrameChg>
        <pc:cxnChg chg="mod">
          <ac:chgData name="Jenny Díaz Ramírez" userId="df7d83af-54c1-43f9-a4ec-fea9744b3563" providerId="ADAL" clId="{D5892DFB-EF73-45F8-8BAF-7710AEF1FAEE}" dt="2025-03-05T21:12:55.579" v="1102" actId="1076"/>
          <ac:cxnSpMkLst>
            <pc:docMk/>
            <pc:sldMk cId="0" sldId="352"/>
            <ac:cxnSpMk id="14" creationId="{00000000-0000-0000-0000-000000000000}"/>
          </ac:cxnSpMkLst>
        </pc:cxnChg>
        <pc:cxnChg chg="mod">
          <ac:chgData name="Jenny Díaz Ramírez" userId="df7d83af-54c1-43f9-a4ec-fea9744b3563" providerId="ADAL" clId="{D5892DFB-EF73-45F8-8BAF-7710AEF1FAEE}" dt="2025-03-05T21:12:52.197" v="1101" actId="1076"/>
          <ac:cxnSpMkLst>
            <pc:docMk/>
            <pc:sldMk cId="0" sldId="352"/>
            <ac:cxnSpMk id="15" creationId="{00000000-0000-0000-0000-000000000000}"/>
          </ac:cxnSpMkLst>
        </pc:cxnChg>
        <pc:cxnChg chg="mod">
          <ac:chgData name="Jenny Díaz Ramírez" userId="df7d83af-54c1-43f9-a4ec-fea9744b3563" providerId="ADAL" clId="{D5892DFB-EF73-45F8-8BAF-7710AEF1FAEE}" dt="2025-03-05T21:12:50.509" v="1100" actId="1076"/>
          <ac:cxnSpMkLst>
            <pc:docMk/>
            <pc:sldMk cId="0" sldId="352"/>
            <ac:cxnSpMk id="16" creationId="{00000000-0000-0000-0000-000000000000}"/>
          </ac:cxnSpMkLst>
        </pc:cxnChg>
        <pc:cxnChg chg="mod">
          <ac:chgData name="Jenny Díaz Ramírez" userId="df7d83af-54c1-43f9-a4ec-fea9744b3563" providerId="ADAL" clId="{D5892DFB-EF73-45F8-8BAF-7710AEF1FAEE}" dt="2025-03-05T21:12:48.619" v="1099" actId="1076"/>
          <ac:cxnSpMkLst>
            <pc:docMk/>
            <pc:sldMk cId="0" sldId="352"/>
            <ac:cxnSpMk id="17" creationId="{00000000-0000-0000-0000-000000000000}"/>
          </ac:cxnSpMkLst>
        </pc:cxnChg>
        <pc:cxnChg chg="mod">
          <ac:chgData name="Jenny Díaz Ramírez" userId="df7d83af-54c1-43f9-a4ec-fea9744b3563" providerId="ADAL" clId="{D5892DFB-EF73-45F8-8BAF-7710AEF1FAEE}" dt="2025-03-05T21:12:21.281" v="1093" actId="13822"/>
          <ac:cxnSpMkLst>
            <pc:docMk/>
            <pc:sldMk cId="0" sldId="352"/>
            <ac:cxnSpMk id="18" creationId="{00000000-0000-0000-0000-000000000000}"/>
          </ac:cxnSpMkLst>
        </pc:cxnChg>
        <pc:cxnChg chg="mod">
          <ac:chgData name="Jenny Díaz Ramírez" userId="df7d83af-54c1-43f9-a4ec-fea9744b3563" providerId="ADAL" clId="{D5892DFB-EF73-45F8-8BAF-7710AEF1FAEE}" dt="2025-03-05T21:12:46.383" v="1098" actId="1076"/>
          <ac:cxnSpMkLst>
            <pc:docMk/>
            <pc:sldMk cId="0" sldId="352"/>
            <ac:cxnSpMk id="19" creationId="{00000000-0000-0000-0000-000000000000}"/>
          </ac:cxnSpMkLst>
        </pc:cxnChg>
      </pc:sldChg>
      <pc:sldChg chg="addSp delSp modSp add del mod modClrScheme chgLayout">
        <pc:chgData name="Jenny Díaz Ramírez" userId="df7d83af-54c1-43f9-a4ec-fea9744b3563" providerId="ADAL" clId="{D5892DFB-EF73-45F8-8BAF-7710AEF1FAEE}" dt="2025-03-05T21:08:24.844" v="897" actId="47"/>
        <pc:sldMkLst>
          <pc:docMk/>
          <pc:sldMk cId="0" sldId="353"/>
        </pc:sldMkLst>
        <pc:spChg chg="mod ord">
          <ac:chgData name="Jenny Díaz Ramírez" userId="df7d83af-54c1-43f9-a4ec-fea9744b3563" providerId="ADAL" clId="{D5892DFB-EF73-45F8-8BAF-7710AEF1FAEE}" dt="2025-03-05T20:49:46.723" v="79" actId="27636"/>
          <ac:spMkLst>
            <pc:docMk/>
            <pc:sldMk cId="0" sldId="353"/>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3"/>
            <ac:spMk id="3" creationId="{00000000-0000-0000-0000-000000000000}"/>
          </ac:spMkLst>
        </pc:spChg>
        <pc:spChg chg="del mod ord">
          <ac:chgData name="Jenny Díaz Ramírez" userId="df7d83af-54c1-43f9-a4ec-fea9744b3563" providerId="ADAL" clId="{D5892DFB-EF73-45F8-8BAF-7710AEF1FAEE}" dt="2025-03-05T21:08:20.421" v="895" actId="478"/>
          <ac:spMkLst>
            <pc:docMk/>
            <pc:sldMk cId="0" sldId="353"/>
            <ac:spMk id="5" creationId="{00000000-0000-0000-0000-000000000000}"/>
          </ac:spMkLst>
        </pc:spChg>
        <pc:spChg chg="add mod">
          <ac:chgData name="Jenny Díaz Ramírez" userId="df7d83af-54c1-43f9-a4ec-fea9744b3563" providerId="ADAL" clId="{D5892DFB-EF73-45F8-8BAF-7710AEF1FAEE}" dt="2025-03-05T21:08:20.834" v="896"/>
          <ac:spMkLst>
            <pc:docMk/>
            <pc:sldMk cId="0" sldId="353"/>
            <ac:spMk id="6" creationId="{B259C753-C21A-514D-F06D-12A6C12B4ADD}"/>
          </ac:spMkLst>
        </pc:spChg>
        <pc:graphicFrameChg chg="mod ord">
          <ac:chgData name="Jenny Díaz Ramírez" userId="df7d83af-54c1-43f9-a4ec-fea9744b3563" providerId="ADAL" clId="{D5892DFB-EF73-45F8-8BAF-7710AEF1FAEE}" dt="2025-03-05T20:49:10.535" v="75" actId="700"/>
          <ac:graphicFrameMkLst>
            <pc:docMk/>
            <pc:sldMk cId="0" sldId="353"/>
            <ac:graphicFrameMk id="4" creationId="{00000000-0000-0000-0000-000000000000}"/>
          </ac:graphicFrameMkLst>
        </pc:graphicFrameChg>
      </pc:sldChg>
      <pc:sldChg chg="addSp modSp add mod modClrScheme chgLayout">
        <pc:chgData name="Jenny Díaz Ramírez" userId="df7d83af-54c1-43f9-a4ec-fea9744b3563" providerId="ADAL" clId="{D5892DFB-EF73-45F8-8BAF-7710AEF1FAEE}" dt="2025-03-05T21:58:31.728" v="1853" actId="1076"/>
        <pc:sldMkLst>
          <pc:docMk/>
          <pc:sldMk cId="0" sldId="354"/>
        </pc:sldMkLst>
        <pc:spChg chg="mod ord">
          <ac:chgData name="Jenny Díaz Ramírez" userId="df7d83af-54c1-43f9-a4ec-fea9744b3563" providerId="ADAL" clId="{D5892DFB-EF73-45F8-8BAF-7710AEF1FAEE}" dt="2025-03-05T21:55:56.098" v="1498" actId="6549"/>
          <ac:spMkLst>
            <pc:docMk/>
            <pc:sldMk cId="0" sldId="354"/>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4"/>
            <ac:spMk id="3" creationId="{00000000-0000-0000-0000-000000000000}"/>
          </ac:spMkLst>
        </pc:spChg>
        <pc:spChg chg="mod">
          <ac:chgData name="Jenny Díaz Ramírez" userId="df7d83af-54c1-43f9-a4ec-fea9744b3563" providerId="ADAL" clId="{D5892DFB-EF73-45F8-8BAF-7710AEF1FAEE}" dt="2025-03-05T21:55:48.633" v="1488" actId="207"/>
          <ac:spMkLst>
            <pc:docMk/>
            <pc:sldMk cId="0" sldId="354"/>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4"/>
            <ac:spMk id="5" creationId="{00000000-0000-0000-0000-000000000000}"/>
          </ac:spMkLst>
        </pc:spChg>
        <pc:spChg chg="mod ord">
          <ac:chgData name="Jenny Díaz Ramírez" userId="df7d83af-54c1-43f9-a4ec-fea9744b3563" providerId="ADAL" clId="{D5892DFB-EF73-45F8-8BAF-7710AEF1FAEE}" dt="2025-03-05T21:58:16.318" v="1851" actId="14100"/>
          <ac:spMkLst>
            <pc:docMk/>
            <pc:sldMk cId="0" sldId="354"/>
            <ac:spMk id="7" creationId="{00000000-0000-0000-0000-000000000000}"/>
          </ac:spMkLst>
        </pc:spChg>
        <pc:graphicFrameChg chg="add mod">
          <ac:chgData name="Jenny Díaz Ramírez" userId="df7d83af-54c1-43f9-a4ec-fea9744b3563" providerId="ADAL" clId="{D5892DFB-EF73-45F8-8BAF-7710AEF1FAEE}" dt="2025-03-05T21:58:31.728" v="1853" actId="1076"/>
          <ac:graphicFrameMkLst>
            <pc:docMk/>
            <pc:sldMk cId="0" sldId="354"/>
            <ac:graphicFrameMk id="6" creationId="{A612063D-F57C-C353-C74A-EFC699BF1A89}"/>
          </ac:graphicFrameMkLst>
        </pc:graphicFrameChg>
      </pc:sldChg>
      <pc:sldChg chg="modSp add del mod modClrScheme chgLayout">
        <pc:chgData name="Jenny Díaz Ramírez" userId="df7d83af-54c1-43f9-a4ec-fea9744b3563" providerId="ADAL" clId="{D5892DFB-EF73-45F8-8BAF-7710AEF1FAEE}" dt="2025-03-05T21:58:33.366" v="1854" actId="47"/>
        <pc:sldMkLst>
          <pc:docMk/>
          <pc:sldMk cId="0" sldId="355"/>
        </pc:sldMkLst>
        <pc:spChg chg="mod ord">
          <ac:chgData name="Jenny Díaz Ramírez" userId="df7d83af-54c1-43f9-a4ec-fea9744b3563" providerId="ADAL" clId="{D5892DFB-EF73-45F8-8BAF-7710AEF1FAEE}" dt="2025-03-05T20:49:46.769" v="81" actId="27636"/>
          <ac:spMkLst>
            <pc:docMk/>
            <pc:sldMk cId="0" sldId="355"/>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5" creationId="{00000000-0000-0000-0000-000000000000}"/>
          </ac:spMkLst>
        </pc:spChg>
      </pc:sldChg>
      <pc:sldChg chg="modSp add mod modClrScheme chgLayout">
        <pc:chgData name="Jenny Díaz Ramírez" userId="df7d83af-54c1-43f9-a4ec-fea9744b3563" providerId="ADAL" clId="{D5892DFB-EF73-45F8-8BAF-7710AEF1FAEE}" dt="2025-03-05T22:02:56.012" v="2205" actId="6549"/>
        <pc:sldMkLst>
          <pc:docMk/>
          <pc:sldMk cId="0" sldId="356"/>
        </pc:sldMkLst>
        <pc:spChg chg="mod ord">
          <ac:chgData name="Jenny Díaz Ramírez" userId="df7d83af-54c1-43f9-a4ec-fea9744b3563" providerId="ADAL" clId="{D5892DFB-EF73-45F8-8BAF-7710AEF1FAEE}" dt="2025-03-05T22:02:18.896" v="2100" actId="20577"/>
          <ac:spMkLst>
            <pc:docMk/>
            <pc:sldMk cId="0" sldId="356"/>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6"/>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6"/>
            <ac:spMk id="5" creationId="{00000000-0000-0000-0000-000000000000}"/>
          </ac:spMkLst>
        </pc:spChg>
        <pc:spChg chg="mod">
          <ac:chgData name="Jenny Díaz Ramírez" userId="df7d83af-54c1-43f9-a4ec-fea9744b3563" providerId="ADAL" clId="{D5892DFB-EF73-45F8-8BAF-7710AEF1FAEE}" dt="2025-03-05T22:02:56.012" v="2205" actId="6549"/>
          <ac:spMkLst>
            <pc:docMk/>
            <pc:sldMk cId="0" sldId="356"/>
            <ac:spMk id="8" creationId="{00000000-0000-0000-0000-000000000000}"/>
          </ac:spMkLst>
        </pc:spChg>
        <pc:spChg chg="mod">
          <ac:chgData name="Jenny Díaz Ramírez" userId="df7d83af-54c1-43f9-a4ec-fea9744b3563" providerId="ADAL" clId="{D5892DFB-EF73-45F8-8BAF-7710AEF1FAEE}" dt="2025-03-05T22:02:26.241" v="2103" actId="207"/>
          <ac:spMkLst>
            <pc:docMk/>
            <pc:sldMk cId="0" sldId="356"/>
            <ac:spMk id="9" creationId="{00000000-0000-0000-0000-000000000000}"/>
          </ac:spMkLst>
        </pc:spChg>
        <pc:spChg chg="mod">
          <ac:chgData name="Jenny Díaz Ramírez" userId="df7d83af-54c1-43f9-a4ec-fea9744b3563" providerId="ADAL" clId="{D5892DFB-EF73-45F8-8BAF-7710AEF1FAEE}" dt="2025-03-05T22:02:26.241" v="2103" actId="207"/>
          <ac:spMkLst>
            <pc:docMk/>
            <pc:sldMk cId="0" sldId="356"/>
            <ac:spMk id="10" creationId="{00000000-0000-0000-0000-000000000000}"/>
          </ac:spMkLst>
        </pc:spChg>
        <pc:graphicFrameChg chg="mod ord">
          <ac:chgData name="Jenny Díaz Ramírez" userId="df7d83af-54c1-43f9-a4ec-fea9744b3563" providerId="ADAL" clId="{D5892DFB-EF73-45F8-8BAF-7710AEF1FAEE}" dt="2025-03-05T22:02:23.458" v="2102" actId="1076"/>
          <ac:graphicFrameMkLst>
            <pc:docMk/>
            <pc:sldMk cId="0" sldId="356"/>
            <ac:graphicFrameMk id="4" creationId="{00000000-0000-0000-0000-000000000000}"/>
          </ac:graphicFrameMkLst>
        </pc:graphicFrameChg>
        <pc:graphicFrameChg chg="mod">
          <ac:chgData name="Jenny Díaz Ramírez" userId="df7d83af-54c1-43f9-a4ec-fea9744b3563" providerId="ADAL" clId="{D5892DFB-EF73-45F8-8BAF-7710AEF1FAEE}" dt="2025-03-05T22:02:31.776" v="2104" actId="1076"/>
          <ac:graphicFrameMkLst>
            <pc:docMk/>
            <pc:sldMk cId="0" sldId="356"/>
            <ac:graphicFrameMk id="97285" creationId="{00000000-0000-0000-0000-000000000000}"/>
          </ac:graphicFrameMkLst>
        </pc:graphicFrameChg>
        <pc:graphicFrameChg chg="mod">
          <ac:chgData name="Jenny Díaz Ramírez" userId="df7d83af-54c1-43f9-a4ec-fea9744b3563" providerId="ADAL" clId="{D5892DFB-EF73-45F8-8BAF-7710AEF1FAEE}" dt="2025-03-05T22:02:26.241" v="2103" actId="207"/>
          <ac:graphicFrameMkLst>
            <pc:docMk/>
            <pc:sldMk cId="0" sldId="356"/>
            <ac:graphicFrameMk id="97286" creationId="{00000000-0000-0000-0000-000000000000}"/>
          </ac:graphicFrameMkLst>
        </pc:graphicFrameChg>
      </pc:sldChg>
      <pc:sldChg chg="modSp add mod modClrScheme chgLayout">
        <pc:chgData name="Jenny Díaz Ramírez" userId="df7d83af-54c1-43f9-a4ec-fea9744b3563" providerId="ADAL" clId="{D5892DFB-EF73-45F8-8BAF-7710AEF1FAEE}" dt="2025-03-05T22:03:58.617" v="2342" actId="20577"/>
        <pc:sldMkLst>
          <pc:docMk/>
          <pc:sldMk cId="0" sldId="357"/>
        </pc:sldMkLst>
        <pc:spChg chg="mod ord">
          <ac:chgData name="Jenny Díaz Ramírez" userId="df7d83af-54c1-43f9-a4ec-fea9744b3563" providerId="ADAL" clId="{D5892DFB-EF73-45F8-8BAF-7710AEF1FAEE}" dt="2025-03-05T22:03:04.325" v="2214" actId="20577"/>
          <ac:spMkLst>
            <pc:docMk/>
            <pc:sldMk cId="0" sldId="357"/>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7"/>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7"/>
            <ac:spMk id="5" creationId="{00000000-0000-0000-0000-000000000000}"/>
          </ac:spMkLst>
        </pc:spChg>
        <pc:spChg chg="mod">
          <ac:chgData name="Jenny Díaz Ramírez" userId="df7d83af-54c1-43f9-a4ec-fea9744b3563" providerId="ADAL" clId="{D5892DFB-EF73-45F8-8BAF-7710AEF1FAEE}" dt="2025-03-05T22:03:58.617" v="2342" actId="20577"/>
          <ac:spMkLst>
            <pc:docMk/>
            <pc:sldMk cId="0" sldId="357"/>
            <ac:spMk id="8" creationId="{00000000-0000-0000-0000-000000000000}"/>
          </ac:spMkLst>
        </pc:spChg>
        <pc:spChg chg="mod">
          <ac:chgData name="Jenny Díaz Ramírez" userId="df7d83af-54c1-43f9-a4ec-fea9744b3563" providerId="ADAL" clId="{D5892DFB-EF73-45F8-8BAF-7710AEF1FAEE}" dt="2025-03-05T22:03:32.379" v="2275" actId="1076"/>
          <ac:spMkLst>
            <pc:docMk/>
            <pc:sldMk cId="0" sldId="357"/>
            <ac:spMk id="9" creationId="{00000000-0000-0000-0000-000000000000}"/>
          </ac:spMkLst>
        </pc:spChg>
        <pc:graphicFrameChg chg="mod ord">
          <ac:chgData name="Jenny Díaz Ramírez" userId="df7d83af-54c1-43f9-a4ec-fea9744b3563" providerId="ADAL" clId="{D5892DFB-EF73-45F8-8BAF-7710AEF1FAEE}" dt="2025-03-05T22:03:07.827" v="2216" actId="1076"/>
          <ac:graphicFrameMkLst>
            <pc:docMk/>
            <pc:sldMk cId="0" sldId="357"/>
            <ac:graphicFrameMk id="4" creationId="{00000000-0000-0000-0000-000000000000}"/>
          </ac:graphicFrameMkLst>
        </pc:graphicFrameChg>
      </pc:sldChg>
      <pc:sldChg chg="addSp delSp modSp add mod delAnim modAnim">
        <pc:chgData name="Jenny Díaz Ramírez" userId="df7d83af-54c1-43f9-a4ec-fea9744b3563" providerId="ADAL" clId="{D5892DFB-EF73-45F8-8BAF-7710AEF1FAEE}" dt="2025-03-05T21:04:30.216" v="663" actId="207"/>
        <pc:sldMkLst>
          <pc:docMk/>
          <pc:sldMk cId="4126677132" sldId="358"/>
        </pc:sldMkLst>
        <pc:spChg chg="mod">
          <ac:chgData name="Jenny Díaz Ramírez" userId="df7d83af-54c1-43f9-a4ec-fea9744b3563" providerId="ADAL" clId="{D5892DFB-EF73-45F8-8BAF-7710AEF1FAEE}" dt="2025-03-05T21:03:58.745" v="654" actId="20577"/>
          <ac:spMkLst>
            <pc:docMk/>
            <pc:sldMk cId="4126677132" sldId="358"/>
            <ac:spMk id="3" creationId="{FA643B27-F872-D4DC-8584-3602945FC953}"/>
          </ac:spMkLst>
        </pc:spChg>
        <pc:spChg chg="del">
          <ac:chgData name="Jenny Díaz Ramírez" userId="df7d83af-54c1-43f9-a4ec-fea9744b3563" providerId="ADAL" clId="{D5892DFB-EF73-45F8-8BAF-7710AEF1FAEE}" dt="2025-03-05T21:04:03.998" v="655" actId="478"/>
          <ac:spMkLst>
            <pc:docMk/>
            <pc:sldMk cId="4126677132" sldId="358"/>
            <ac:spMk id="4" creationId="{733D69F2-1247-DBBA-501D-1D07218A1458}"/>
          </ac:spMkLst>
        </pc:spChg>
        <pc:spChg chg="mod">
          <ac:chgData name="Jenny Díaz Ramírez" userId="df7d83af-54c1-43f9-a4ec-fea9744b3563" providerId="ADAL" clId="{D5892DFB-EF73-45F8-8BAF-7710AEF1FAEE}" dt="2025-03-05T21:04:06.739" v="656" actId="1076"/>
          <ac:spMkLst>
            <pc:docMk/>
            <pc:sldMk cId="4126677132" sldId="358"/>
            <ac:spMk id="7" creationId="{45BA791F-9800-329A-57ED-50599F793127}"/>
          </ac:spMkLst>
        </pc:spChg>
        <pc:spChg chg="mod">
          <ac:chgData name="Jenny Díaz Ramírez" userId="df7d83af-54c1-43f9-a4ec-fea9744b3563" providerId="ADAL" clId="{D5892DFB-EF73-45F8-8BAF-7710AEF1FAEE}" dt="2025-03-05T21:04:26.288" v="662" actId="207"/>
          <ac:spMkLst>
            <pc:docMk/>
            <pc:sldMk cId="4126677132" sldId="358"/>
            <ac:spMk id="11" creationId="{C0FCCCBA-06A9-82A1-26E6-E97741278DA7}"/>
          </ac:spMkLst>
        </pc:spChg>
        <pc:spChg chg="mod">
          <ac:chgData name="Jenny Díaz Ramírez" userId="df7d83af-54c1-43f9-a4ec-fea9744b3563" providerId="ADAL" clId="{D5892DFB-EF73-45F8-8BAF-7710AEF1FAEE}" dt="2025-03-05T21:04:30.216" v="663" actId="207"/>
          <ac:spMkLst>
            <pc:docMk/>
            <pc:sldMk cId="4126677132" sldId="358"/>
            <ac:spMk id="13" creationId="{4830B0ED-8D69-A5CF-32FF-417242EB3F88}"/>
          </ac:spMkLst>
        </pc:spChg>
        <pc:graphicFrameChg chg="add mod">
          <ac:chgData name="Jenny Díaz Ramírez" userId="df7d83af-54c1-43f9-a4ec-fea9744b3563" providerId="ADAL" clId="{D5892DFB-EF73-45F8-8BAF-7710AEF1FAEE}" dt="2025-03-05T21:03:51.223" v="652" actId="1076"/>
          <ac:graphicFrameMkLst>
            <pc:docMk/>
            <pc:sldMk cId="4126677132" sldId="358"/>
            <ac:graphicFrameMk id="8" creationId="{F832FEFE-738B-D8A2-73B4-B7A3929026C0}"/>
          </ac:graphicFrameMkLst>
        </pc:graphicFrameChg>
        <pc:graphicFrameChg chg="add mod">
          <ac:chgData name="Jenny Díaz Ramírez" userId="df7d83af-54c1-43f9-a4ec-fea9744b3563" providerId="ADAL" clId="{D5892DFB-EF73-45F8-8BAF-7710AEF1FAEE}" dt="2025-03-05T21:04:20.026" v="660" actId="1076"/>
          <ac:graphicFrameMkLst>
            <pc:docMk/>
            <pc:sldMk cId="4126677132" sldId="358"/>
            <ac:graphicFrameMk id="9" creationId="{D4952FB8-E1B9-15F6-3235-F48D95AA31F5}"/>
          </ac:graphicFrameMkLst>
        </pc:graphicFrameChg>
        <pc:graphicFrameChg chg="add mod">
          <ac:chgData name="Jenny Díaz Ramírez" userId="df7d83af-54c1-43f9-a4ec-fea9744b3563" providerId="ADAL" clId="{D5892DFB-EF73-45F8-8BAF-7710AEF1FAEE}" dt="2025-03-05T21:04:20.026" v="660" actId="1076"/>
          <ac:graphicFrameMkLst>
            <pc:docMk/>
            <pc:sldMk cId="4126677132" sldId="358"/>
            <ac:graphicFrameMk id="10" creationId="{E76B87AB-15EC-E36A-468B-581EF9413473}"/>
          </ac:graphicFrameMkLst>
        </pc:graphicFrameChg>
        <pc:graphicFrameChg chg="del">
          <ac:chgData name="Jenny Díaz Ramírez" userId="df7d83af-54c1-43f9-a4ec-fea9744b3563" providerId="ADAL" clId="{D5892DFB-EF73-45F8-8BAF-7710AEF1FAEE}" dt="2025-03-05T21:03:47.005" v="651" actId="478"/>
          <ac:graphicFrameMkLst>
            <pc:docMk/>
            <pc:sldMk cId="4126677132" sldId="358"/>
            <ac:graphicFrameMk id="47106" creationId="{D4C5BAA1-10F4-5FFA-75B8-428FBEE81684}"/>
          </ac:graphicFrameMkLst>
        </pc:graphicFrameChg>
        <pc:graphicFrameChg chg="del">
          <ac:chgData name="Jenny Díaz Ramírez" userId="df7d83af-54c1-43f9-a4ec-fea9744b3563" providerId="ADAL" clId="{D5892DFB-EF73-45F8-8BAF-7710AEF1FAEE}" dt="2025-03-05T21:04:09.345" v="658" actId="478"/>
          <ac:graphicFrameMkLst>
            <pc:docMk/>
            <pc:sldMk cId="4126677132" sldId="358"/>
            <ac:graphicFrameMk id="47107" creationId="{F6C4D00E-21F9-2CAC-CFF7-D454AAE01A23}"/>
          </ac:graphicFrameMkLst>
        </pc:graphicFrameChg>
        <pc:graphicFrameChg chg="del mod">
          <ac:chgData name="Jenny Díaz Ramírez" userId="df7d83af-54c1-43f9-a4ec-fea9744b3563" providerId="ADAL" clId="{D5892DFB-EF73-45F8-8BAF-7710AEF1FAEE}" dt="2025-03-05T21:04:08.612" v="657" actId="478"/>
          <ac:graphicFrameMkLst>
            <pc:docMk/>
            <pc:sldMk cId="4126677132" sldId="358"/>
            <ac:graphicFrameMk id="47108" creationId="{E9C99DC9-658D-E346-FAAA-7E0A62750159}"/>
          </ac:graphicFrameMkLst>
        </pc:graphicFrameChg>
      </pc:sldChg>
      <pc:sldChg chg="addSp delSp modSp add mod">
        <pc:chgData name="Jenny Díaz Ramírez" userId="df7d83af-54c1-43f9-a4ec-fea9744b3563" providerId="ADAL" clId="{D5892DFB-EF73-45F8-8BAF-7710AEF1FAEE}" dt="2025-03-05T21:08:16.863" v="894"/>
        <pc:sldMkLst>
          <pc:docMk/>
          <pc:sldMk cId="1655373391" sldId="359"/>
        </pc:sldMkLst>
        <pc:spChg chg="del">
          <ac:chgData name="Jenny Díaz Ramírez" userId="df7d83af-54c1-43f9-a4ec-fea9744b3563" providerId="ADAL" clId="{D5892DFB-EF73-45F8-8BAF-7710AEF1FAEE}" dt="2025-03-05T21:08:16.447" v="893" actId="478"/>
          <ac:spMkLst>
            <pc:docMk/>
            <pc:sldMk cId="1655373391" sldId="359"/>
            <ac:spMk id="5" creationId="{22F69D74-DA07-69A6-308D-471AD927B484}"/>
          </ac:spMkLst>
        </pc:spChg>
        <pc:spChg chg="add mod">
          <ac:chgData name="Jenny Díaz Ramírez" userId="df7d83af-54c1-43f9-a4ec-fea9744b3563" providerId="ADAL" clId="{D5892DFB-EF73-45F8-8BAF-7710AEF1FAEE}" dt="2025-03-05T21:08:15.038" v="892"/>
          <ac:spMkLst>
            <pc:docMk/>
            <pc:sldMk cId="1655373391" sldId="359"/>
            <ac:spMk id="6" creationId="{4ABF8829-E94A-D740-98A2-1887AF62777B}"/>
          </ac:spMkLst>
        </pc:spChg>
        <pc:spChg chg="add mod">
          <ac:chgData name="Jenny Díaz Ramírez" userId="df7d83af-54c1-43f9-a4ec-fea9744b3563" providerId="ADAL" clId="{D5892DFB-EF73-45F8-8BAF-7710AEF1FAEE}" dt="2025-03-05T21:08:16.863" v="894"/>
          <ac:spMkLst>
            <pc:docMk/>
            <pc:sldMk cId="1655373391" sldId="359"/>
            <ac:spMk id="7" creationId="{3C9E9D9B-4CA8-5365-C242-89F080737091}"/>
          </ac:spMkLst>
        </pc:spChg>
        <pc:spChg chg="mod">
          <ac:chgData name="Jenny Díaz Ramírez" userId="df7d83af-54c1-43f9-a4ec-fea9744b3563" providerId="ADAL" clId="{D5892DFB-EF73-45F8-8BAF-7710AEF1FAEE}" dt="2025-03-05T21:08:05.112" v="890" actId="20577"/>
          <ac:spMkLst>
            <pc:docMk/>
            <pc:sldMk cId="1655373391" sldId="359"/>
            <ac:spMk id="8" creationId="{F20E8B78-03F5-1800-B016-23777D5D4D0B}"/>
          </ac:spMkLst>
        </pc:spChg>
      </pc:sldChg>
      <pc:sldChg chg="modSp new mod">
        <pc:chgData name="Jenny Díaz Ramírez" userId="df7d83af-54c1-43f9-a4ec-fea9744b3563" providerId="ADAL" clId="{D5892DFB-EF73-45F8-8BAF-7710AEF1FAEE}" dt="2025-03-05T22:04:45.618" v="2405" actId="403"/>
        <pc:sldMkLst>
          <pc:docMk/>
          <pc:sldMk cId="2306672016" sldId="360"/>
        </pc:sldMkLst>
        <pc:spChg chg="mod">
          <ac:chgData name="Jenny Díaz Ramírez" userId="df7d83af-54c1-43f9-a4ec-fea9744b3563" providerId="ADAL" clId="{D5892DFB-EF73-45F8-8BAF-7710AEF1FAEE}" dt="2025-03-05T22:04:45.618" v="2405" actId="403"/>
          <ac:spMkLst>
            <pc:docMk/>
            <pc:sldMk cId="2306672016" sldId="360"/>
            <ac:spMk id="2" creationId="{61A4665B-7E7F-3824-B048-5DE5B3CA26F6}"/>
          </ac:spMkLst>
        </pc:spChg>
      </pc:sldChg>
      <pc:sldChg chg="del">
        <pc:chgData name="Jenny Díaz Ramírez" userId="df7d83af-54c1-43f9-a4ec-fea9744b3563" providerId="ADAL" clId="{D5892DFB-EF73-45F8-8BAF-7710AEF1FAEE}" dt="2025-03-05T20:44:57.359" v="71" actId="47"/>
        <pc:sldMkLst>
          <pc:docMk/>
          <pc:sldMk cId="0" sldId="399"/>
        </pc:sldMkLst>
      </pc:sldChg>
      <pc:sldChg chg="del">
        <pc:chgData name="Jenny Díaz Ramírez" userId="df7d83af-54c1-43f9-a4ec-fea9744b3563" providerId="ADAL" clId="{D5892DFB-EF73-45F8-8BAF-7710AEF1FAEE}" dt="2025-03-05T20:44:57.359" v="71" actId="47"/>
        <pc:sldMkLst>
          <pc:docMk/>
          <pc:sldMk cId="0" sldId="400"/>
        </pc:sldMkLst>
      </pc:sldChg>
      <pc:sldChg chg="del">
        <pc:chgData name="Jenny Díaz Ramírez" userId="df7d83af-54c1-43f9-a4ec-fea9744b3563" providerId="ADAL" clId="{D5892DFB-EF73-45F8-8BAF-7710AEF1FAEE}" dt="2025-03-05T20:44:57.359" v="71" actId="47"/>
        <pc:sldMkLst>
          <pc:docMk/>
          <pc:sldMk cId="0" sldId="412"/>
        </pc:sldMkLst>
      </pc:sldChg>
      <pc:sldChg chg="del">
        <pc:chgData name="Jenny Díaz Ramírez" userId="df7d83af-54c1-43f9-a4ec-fea9744b3563" providerId="ADAL" clId="{D5892DFB-EF73-45F8-8BAF-7710AEF1FAEE}" dt="2025-03-05T20:44:57.359" v="71" actId="47"/>
        <pc:sldMkLst>
          <pc:docMk/>
          <pc:sldMk cId="0" sldId="419"/>
        </pc:sldMkLst>
      </pc:sldChg>
      <pc:sldChg chg="del">
        <pc:chgData name="Jenny Díaz Ramírez" userId="df7d83af-54c1-43f9-a4ec-fea9744b3563" providerId="ADAL" clId="{D5892DFB-EF73-45F8-8BAF-7710AEF1FAEE}" dt="2025-03-05T20:44:57.359" v="71" actId="47"/>
        <pc:sldMkLst>
          <pc:docMk/>
          <pc:sldMk cId="0" sldId="444"/>
        </pc:sldMkLst>
      </pc:sldChg>
      <pc:sldChg chg="del">
        <pc:chgData name="Jenny Díaz Ramírez" userId="df7d83af-54c1-43f9-a4ec-fea9744b3563" providerId="ADAL" clId="{D5892DFB-EF73-45F8-8BAF-7710AEF1FAEE}" dt="2025-03-05T20:44:57.359" v="71" actId="47"/>
        <pc:sldMkLst>
          <pc:docMk/>
          <pc:sldMk cId="962394125" sldId="456"/>
        </pc:sldMkLst>
      </pc:sldChg>
      <pc:sldChg chg="del">
        <pc:chgData name="Jenny Díaz Ramírez" userId="df7d83af-54c1-43f9-a4ec-fea9744b3563" providerId="ADAL" clId="{D5892DFB-EF73-45F8-8BAF-7710AEF1FAEE}" dt="2025-03-05T20:44:57.359" v="71" actId="47"/>
        <pc:sldMkLst>
          <pc:docMk/>
          <pc:sldMk cId="2127657467" sldId="457"/>
        </pc:sldMkLst>
      </pc:sldChg>
      <pc:sldChg chg="del">
        <pc:chgData name="Jenny Díaz Ramírez" userId="df7d83af-54c1-43f9-a4ec-fea9744b3563" providerId="ADAL" clId="{D5892DFB-EF73-45F8-8BAF-7710AEF1FAEE}" dt="2025-03-05T20:44:57.359" v="71" actId="47"/>
        <pc:sldMkLst>
          <pc:docMk/>
          <pc:sldMk cId="2170225467" sldId="458"/>
        </pc:sldMkLst>
      </pc:sldChg>
      <pc:sldChg chg="del">
        <pc:chgData name="Jenny Díaz Ramírez" userId="df7d83af-54c1-43f9-a4ec-fea9744b3563" providerId="ADAL" clId="{D5892DFB-EF73-45F8-8BAF-7710AEF1FAEE}" dt="2025-03-05T20:44:57.359" v="71" actId="47"/>
        <pc:sldMkLst>
          <pc:docMk/>
          <pc:sldMk cId="3535910149" sldId="459"/>
        </pc:sldMkLst>
      </pc:sldChg>
      <pc:sldChg chg="del">
        <pc:chgData name="Jenny Díaz Ramírez" userId="df7d83af-54c1-43f9-a4ec-fea9744b3563" providerId="ADAL" clId="{D5892DFB-EF73-45F8-8BAF-7710AEF1FAEE}" dt="2025-03-05T20:44:57.359" v="71" actId="47"/>
        <pc:sldMkLst>
          <pc:docMk/>
          <pc:sldMk cId="1789778386" sldId="460"/>
        </pc:sldMkLst>
      </pc:sldChg>
      <pc:sldChg chg="del">
        <pc:chgData name="Jenny Díaz Ramírez" userId="df7d83af-54c1-43f9-a4ec-fea9744b3563" providerId="ADAL" clId="{D5892DFB-EF73-45F8-8BAF-7710AEF1FAEE}" dt="2025-03-05T20:44:57.359" v="71" actId="47"/>
        <pc:sldMkLst>
          <pc:docMk/>
          <pc:sldMk cId="2960425798" sldId="461"/>
        </pc:sldMkLst>
      </pc:sldChg>
      <pc:sldChg chg="del">
        <pc:chgData name="Jenny Díaz Ramírez" userId="df7d83af-54c1-43f9-a4ec-fea9744b3563" providerId="ADAL" clId="{D5892DFB-EF73-45F8-8BAF-7710AEF1FAEE}" dt="2025-03-05T20:44:57.359" v="71" actId="47"/>
        <pc:sldMkLst>
          <pc:docMk/>
          <pc:sldMk cId="3202899101" sldId="462"/>
        </pc:sldMkLst>
      </pc:sldChg>
      <pc:sldChg chg="del">
        <pc:chgData name="Jenny Díaz Ramírez" userId="df7d83af-54c1-43f9-a4ec-fea9744b3563" providerId="ADAL" clId="{D5892DFB-EF73-45F8-8BAF-7710AEF1FAEE}" dt="2025-03-05T20:44:57.359" v="71" actId="47"/>
        <pc:sldMkLst>
          <pc:docMk/>
          <pc:sldMk cId="3527947326" sldId="463"/>
        </pc:sldMkLst>
      </pc:sldChg>
      <pc:sldMasterChg chg="modSp mod delSldLayout modSldLayout">
        <pc:chgData name="Jenny Díaz Ramírez" userId="df7d83af-54c1-43f9-a4ec-fea9744b3563" providerId="ADAL" clId="{D5892DFB-EF73-45F8-8BAF-7710AEF1FAEE}" dt="2025-03-05T22:16:51.037" v="2684" actId="47"/>
        <pc:sldMasterMkLst>
          <pc:docMk/>
          <pc:sldMasterMk cId="3515892240" sldId="2147483658"/>
        </pc:sldMasterMkLst>
        <pc:spChg chg="mod">
          <ac:chgData name="Jenny Díaz Ramírez" userId="df7d83af-54c1-43f9-a4ec-fea9744b3563" providerId="ADAL" clId="{D5892DFB-EF73-45F8-8BAF-7710AEF1FAEE}" dt="2025-03-05T20:49:59.275" v="93" actId="1076"/>
          <ac:spMkLst>
            <pc:docMk/>
            <pc:sldMasterMk cId="3515892240" sldId="2147483658"/>
            <ac:spMk id="2" creationId="{C2546159-F0F2-8EF7-2A00-F60D135BCBED}"/>
          </ac:spMkLst>
        </pc:spChg>
        <pc:sldLayoutChg chg="addSp modSp mod">
          <pc:chgData name="Jenny Díaz Ramírez" userId="df7d83af-54c1-43f9-a4ec-fea9744b3563" providerId="ADAL" clId="{D5892DFB-EF73-45F8-8BAF-7710AEF1FAEE}" dt="2025-03-05T20:50:50.710" v="97" actId="1037"/>
          <pc:sldLayoutMkLst>
            <pc:docMk/>
            <pc:sldMasterMk cId="3515892240" sldId="2147483658"/>
            <pc:sldLayoutMk cId="2027108532" sldId="2147483659"/>
          </pc:sldLayoutMkLst>
          <pc:spChg chg="add mod">
            <ac:chgData name="Jenny Díaz Ramírez" userId="df7d83af-54c1-43f9-a4ec-fea9744b3563" providerId="ADAL" clId="{D5892DFB-EF73-45F8-8BAF-7710AEF1FAEE}" dt="2025-03-05T20:50:50.710" v="97" actId="1037"/>
            <ac:spMkLst>
              <pc:docMk/>
              <pc:sldMasterMk cId="3515892240" sldId="2147483658"/>
              <pc:sldLayoutMk cId="2027108532" sldId="2147483659"/>
              <ac:spMk id="4" creationId="{5AB9D905-59B2-F49C-9D0B-7B82B23DC82E}"/>
            </ac:spMkLst>
          </pc:spChg>
        </pc:sldLayoutChg>
        <pc:sldLayoutChg chg="del">
          <pc:chgData name="Jenny Díaz Ramírez" userId="df7d83af-54c1-43f9-a4ec-fea9744b3563" providerId="ADAL" clId="{D5892DFB-EF73-45F8-8BAF-7710AEF1FAEE}" dt="2025-03-05T22:16:51.037" v="2684" actId="47"/>
          <pc:sldLayoutMkLst>
            <pc:docMk/>
            <pc:sldMasterMk cId="3515892240" sldId="2147483658"/>
            <pc:sldLayoutMk cId="3843260245" sldId="2147483701"/>
          </pc:sldLayoutMkLst>
        </pc:sldLayoutChg>
      </pc:sldMasterChg>
    </pc:docChg>
  </pc:docChgLst>
  <pc:docChgLst>
    <pc:chgData name="Jenny Díaz Ramírez" userId="df7d83af-54c1-43f9-a4ec-fea9744b3563" providerId="ADAL" clId="{5FED732F-5535-4218-B498-E1928A0349A6}"/>
    <pc:docChg chg="undo custSel addSld delSld modSld sldOrd modMainMaster">
      <pc:chgData name="Jenny Díaz Ramírez" userId="df7d83af-54c1-43f9-a4ec-fea9744b3563" providerId="ADAL" clId="{5FED732F-5535-4218-B498-E1928A0349A6}" dt="2025-03-04T21:21:41.212" v="6661" actId="1076"/>
      <pc:docMkLst>
        <pc:docMk/>
      </pc:docMkLst>
      <pc:sldChg chg="del">
        <pc:chgData name="Jenny Díaz Ramírez" userId="df7d83af-54c1-43f9-a4ec-fea9744b3563" providerId="ADAL" clId="{5FED732F-5535-4218-B498-E1928A0349A6}" dt="2025-02-21T21:42:11.791" v="0" actId="47"/>
        <pc:sldMkLst>
          <pc:docMk/>
          <pc:sldMk cId="2612403435" sldId="257"/>
        </pc:sldMkLst>
      </pc:sldChg>
      <pc:sldChg chg="del">
        <pc:chgData name="Jenny Díaz Ramírez" userId="df7d83af-54c1-43f9-a4ec-fea9744b3563" providerId="ADAL" clId="{5FED732F-5535-4218-B498-E1928A0349A6}" dt="2025-02-21T21:42:11.791" v="0" actId="47"/>
        <pc:sldMkLst>
          <pc:docMk/>
          <pc:sldMk cId="1524610384" sldId="258"/>
        </pc:sldMkLst>
      </pc:sldChg>
      <pc:sldChg chg="del">
        <pc:chgData name="Jenny Díaz Ramírez" userId="df7d83af-54c1-43f9-a4ec-fea9744b3563" providerId="ADAL" clId="{5FED732F-5535-4218-B498-E1928A0349A6}" dt="2025-02-21T21:42:11.791" v="0" actId="47"/>
        <pc:sldMkLst>
          <pc:docMk/>
          <pc:sldMk cId="2929276412" sldId="259"/>
        </pc:sldMkLst>
      </pc:sldChg>
      <pc:sldChg chg="del">
        <pc:chgData name="Jenny Díaz Ramírez" userId="df7d83af-54c1-43f9-a4ec-fea9744b3563" providerId="ADAL" clId="{5FED732F-5535-4218-B498-E1928A0349A6}" dt="2025-02-21T21:42:11.791" v="0" actId="47"/>
        <pc:sldMkLst>
          <pc:docMk/>
          <pc:sldMk cId="1827302849" sldId="261"/>
        </pc:sldMkLst>
      </pc:sldChg>
      <pc:sldChg chg="del">
        <pc:chgData name="Jenny Díaz Ramírez" userId="df7d83af-54c1-43f9-a4ec-fea9744b3563" providerId="ADAL" clId="{5FED732F-5535-4218-B498-E1928A0349A6}" dt="2025-02-21T21:42:11.791" v="0" actId="47"/>
        <pc:sldMkLst>
          <pc:docMk/>
          <pc:sldMk cId="4091125877" sldId="274"/>
        </pc:sldMkLst>
      </pc:sldChg>
      <pc:sldChg chg="del">
        <pc:chgData name="Jenny Díaz Ramírez" userId="df7d83af-54c1-43f9-a4ec-fea9744b3563" providerId="ADAL" clId="{5FED732F-5535-4218-B498-E1928A0349A6}" dt="2025-02-21T21:42:11.791" v="0" actId="47"/>
        <pc:sldMkLst>
          <pc:docMk/>
          <pc:sldMk cId="3327596392" sldId="275"/>
        </pc:sldMkLst>
      </pc:sldChg>
      <pc:sldChg chg="del">
        <pc:chgData name="Jenny Díaz Ramírez" userId="df7d83af-54c1-43f9-a4ec-fea9744b3563" providerId="ADAL" clId="{5FED732F-5535-4218-B498-E1928A0349A6}" dt="2025-02-21T21:42:11.791" v="0" actId="47"/>
        <pc:sldMkLst>
          <pc:docMk/>
          <pc:sldMk cId="1315403258" sldId="276"/>
        </pc:sldMkLst>
      </pc:sldChg>
      <pc:sldChg chg="del">
        <pc:chgData name="Jenny Díaz Ramírez" userId="df7d83af-54c1-43f9-a4ec-fea9744b3563" providerId="ADAL" clId="{5FED732F-5535-4218-B498-E1928A0349A6}" dt="2025-02-21T21:42:11.791" v="0" actId="47"/>
        <pc:sldMkLst>
          <pc:docMk/>
          <pc:sldMk cId="2118219978" sldId="277"/>
        </pc:sldMkLst>
      </pc:sldChg>
      <pc:sldChg chg="del">
        <pc:chgData name="Jenny Díaz Ramírez" userId="df7d83af-54c1-43f9-a4ec-fea9744b3563" providerId="ADAL" clId="{5FED732F-5535-4218-B498-E1928A0349A6}" dt="2025-02-21T21:42:11.791" v="0" actId="47"/>
        <pc:sldMkLst>
          <pc:docMk/>
          <pc:sldMk cId="1753174141" sldId="278"/>
        </pc:sldMkLst>
      </pc:sldChg>
      <pc:sldChg chg="del">
        <pc:chgData name="Jenny Díaz Ramírez" userId="df7d83af-54c1-43f9-a4ec-fea9744b3563" providerId="ADAL" clId="{5FED732F-5535-4218-B498-E1928A0349A6}" dt="2025-02-21T21:42:11.791" v="0" actId="47"/>
        <pc:sldMkLst>
          <pc:docMk/>
          <pc:sldMk cId="3254174005" sldId="279"/>
        </pc:sldMkLst>
      </pc:sldChg>
      <pc:sldChg chg="addSp delSp modSp add mod modClrScheme modAnim chgLayout">
        <pc:chgData name="Jenny Díaz Ramírez" userId="df7d83af-54c1-43f9-a4ec-fea9744b3563" providerId="ADAL" clId="{5FED732F-5535-4218-B498-E1928A0349A6}" dt="2025-03-04T21:21:41.212" v="6661" actId="1076"/>
        <pc:sldMkLst>
          <pc:docMk/>
          <pc:sldMk cId="0" sldId="280"/>
        </pc:sldMkLst>
        <pc:spChg chg="mod ord">
          <ac:chgData name="Jenny Díaz Ramírez" userId="df7d83af-54c1-43f9-a4ec-fea9744b3563" providerId="ADAL" clId="{5FED732F-5535-4218-B498-E1928A0349A6}" dt="2025-03-04T20:31:40.869" v="5659" actId="404"/>
          <ac:spMkLst>
            <pc:docMk/>
            <pc:sldMk cId="0" sldId="280"/>
            <ac:spMk id="2" creationId="{00000000-0000-0000-0000-000000000000}"/>
          </ac:spMkLst>
        </pc:spChg>
        <pc:spChg chg="add mod">
          <ac:chgData name="Jenny Díaz Ramírez" userId="df7d83af-54c1-43f9-a4ec-fea9744b3563" providerId="ADAL" clId="{5FED732F-5535-4218-B498-E1928A0349A6}" dt="2025-03-04T21:21:38.939" v="6660" actId="404"/>
          <ac:spMkLst>
            <pc:docMk/>
            <pc:sldMk cId="0" sldId="280"/>
            <ac:spMk id="3" creationId="{3BA1A945-7470-9867-DAE7-31E8F38698E8}"/>
          </ac:spMkLst>
        </pc:spChg>
        <pc:spChg chg="mod">
          <ac:chgData name="Jenny Díaz Ramírez" userId="df7d83af-54c1-43f9-a4ec-fea9744b3563" providerId="ADAL" clId="{5FED732F-5535-4218-B498-E1928A0349A6}" dt="2025-03-04T21:21:38.939" v="6660" actId="404"/>
          <ac:spMkLst>
            <pc:docMk/>
            <pc:sldMk cId="0" sldId="280"/>
            <ac:spMk id="6" creationId="{00000000-0000-0000-0000-000000000000}"/>
          </ac:spMkLst>
        </pc:spChg>
        <pc:spChg chg="mod">
          <ac:chgData name="Jenny Díaz Ramírez" userId="df7d83af-54c1-43f9-a4ec-fea9744b3563" providerId="ADAL" clId="{5FED732F-5535-4218-B498-E1928A0349A6}" dt="2025-03-04T21:21:38.939" v="6660" actId="404"/>
          <ac:spMkLst>
            <pc:docMk/>
            <pc:sldMk cId="0" sldId="280"/>
            <ac:spMk id="7" creationId="{00000000-0000-0000-0000-000000000000}"/>
          </ac:spMkLst>
        </pc:spChg>
        <pc:spChg chg="mod">
          <ac:chgData name="Jenny Díaz Ramírez" userId="df7d83af-54c1-43f9-a4ec-fea9744b3563" providerId="ADAL" clId="{5FED732F-5535-4218-B498-E1928A0349A6}" dt="2025-03-04T21:21:38.939" v="6660" actId="404"/>
          <ac:spMkLst>
            <pc:docMk/>
            <pc:sldMk cId="0" sldId="280"/>
            <ac:spMk id="8" creationId="{00000000-0000-0000-0000-000000000000}"/>
          </ac:spMkLst>
        </pc:spChg>
        <pc:spChg chg="mod">
          <ac:chgData name="Jenny Díaz Ramírez" userId="df7d83af-54c1-43f9-a4ec-fea9744b3563" providerId="ADAL" clId="{5FED732F-5535-4218-B498-E1928A0349A6}" dt="2025-03-04T21:21:38.939" v="6660" actId="404"/>
          <ac:spMkLst>
            <pc:docMk/>
            <pc:sldMk cId="0" sldId="280"/>
            <ac:spMk id="9" creationId="{00000000-0000-0000-0000-000000000000}"/>
          </ac:spMkLst>
        </pc:spChg>
        <pc:spChg chg="mod">
          <ac:chgData name="Jenny Díaz Ramírez" userId="df7d83af-54c1-43f9-a4ec-fea9744b3563" providerId="ADAL" clId="{5FED732F-5535-4218-B498-E1928A0349A6}" dt="2025-03-04T21:21:38.939" v="6660" actId="404"/>
          <ac:spMkLst>
            <pc:docMk/>
            <pc:sldMk cId="0" sldId="280"/>
            <ac:spMk id="10" creationId="{00000000-0000-0000-0000-000000000000}"/>
          </ac:spMkLst>
        </pc:spChg>
        <pc:spChg chg="del mod ord">
          <ac:chgData name="Jenny Díaz Ramírez" userId="df7d83af-54c1-43f9-a4ec-fea9744b3563" providerId="ADAL" clId="{5FED732F-5535-4218-B498-E1928A0349A6}" dt="2025-03-04T18:06:28.761" v="2574" actId="478"/>
          <ac:spMkLst>
            <pc:docMk/>
            <pc:sldMk cId="0" sldId="280"/>
            <ac:spMk id="12" creationId="{00000000-0000-0000-0000-000000000000}"/>
          </ac:spMkLst>
        </pc:spChg>
        <pc:spChg chg="del mod ord">
          <ac:chgData name="Jenny Díaz Ramírez" userId="df7d83af-54c1-43f9-a4ec-fea9744b3563" providerId="ADAL" clId="{5FED732F-5535-4218-B498-E1928A0349A6}" dt="2025-03-04T18:07:43.626" v="2580" actId="478"/>
          <ac:spMkLst>
            <pc:docMk/>
            <pc:sldMk cId="0" sldId="280"/>
            <ac:spMk id="13" creationId="{00000000-0000-0000-0000-000000000000}"/>
          </ac:spMkLst>
        </pc:spChg>
        <pc:spChg chg="add mod">
          <ac:chgData name="Jenny Díaz Ramírez" userId="df7d83af-54c1-43f9-a4ec-fea9744b3563" providerId="ADAL" clId="{5FED732F-5535-4218-B498-E1928A0349A6}" dt="2025-03-04T21:08:36.721" v="6643"/>
          <ac:spMkLst>
            <pc:docMk/>
            <pc:sldMk cId="0" sldId="280"/>
            <ac:spMk id="15" creationId="{A9D2607F-4AA4-8E83-087F-6447243AF3B1}"/>
          </ac:spMkLst>
        </pc:spChg>
        <pc:grpChg chg="mod">
          <ac:chgData name="Jenny Díaz Ramírez" userId="df7d83af-54c1-43f9-a4ec-fea9744b3563" providerId="ADAL" clId="{5FED732F-5535-4218-B498-E1928A0349A6}" dt="2025-03-04T18:07:50.860" v="2581" actId="164"/>
          <ac:grpSpMkLst>
            <pc:docMk/>
            <pc:sldMk cId="0" sldId="280"/>
            <ac:grpSpMk id="11" creationId="{00000000-0000-0000-0000-000000000000}"/>
          </ac:grpSpMkLst>
        </pc:grpChg>
        <pc:grpChg chg="add mod">
          <ac:chgData name="Jenny Díaz Ramírez" userId="df7d83af-54c1-43f9-a4ec-fea9744b3563" providerId="ADAL" clId="{5FED732F-5535-4218-B498-E1928A0349A6}" dt="2025-03-04T21:21:41.212" v="6661" actId="1076"/>
          <ac:grpSpMkLst>
            <pc:docMk/>
            <pc:sldMk cId="0" sldId="280"/>
            <ac:grpSpMk id="14" creationId="{B0DBE499-55D6-31D8-8652-40A8A9FD1A4B}"/>
          </ac:grpSpMkLst>
        </pc:grpChg>
        <pc:graphicFrameChg chg="mod ord">
          <ac:chgData name="Jenny Díaz Ramírez" userId="df7d83af-54c1-43f9-a4ec-fea9744b3563" providerId="ADAL" clId="{5FED732F-5535-4218-B498-E1928A0349A6}" dt="2025-03-04T18:04:52.585" v="2533" actId="1076"/>
          <ac:graphicFrameMkLst>
            <pc:docMk/>
            <pc:sldMk cId="0" sldId="280"/>
            <ac:graphicFrameMk id="4" creationId="{00000000-0000-0000-0000-000000000000}"/>
          </ac:graphicFrameMkLst>
        </pc:graphicFrameChg>
        <pc:graphicFrameChg chg="mod">
          <ac:chgData name="Jenny Díaz Ramírez" userId="df7d83af-54c1-43f9-a4ec-fea9744b3563" providerId="ADAL" clId="{5FED732F-5535-4218-B498-E1928A0349A6}" dt="2025-03-04T18:06:41.102" v="2576"/>
          <ac:graphicFrameMkLst>
            <pc:docMk/>
            <pc:sldMk cId="0" sldId="280"/>
            <ac:graphicFrameMk id="5" creationId="{00000000-0000-0000-0000-000000000000}"/>
          </ac:graphicFrameMkLst>
        </pc:graphicFrameChg>
      </pc:sldChg>
      <pc:sldChg chg="del">
        <pc:chgData name="Jenny Díaz Ramírez" userId="df7d83af-54c1-43f9-a4ec-fea9744b3563" providerId="ADAL" clId="{5FED732F-5535-4218-B498-E1928A0349A6}" dt="2025-02-21T21:42:11.791" v="0" actId="47"/>
        <pc:sldMkLst>
          <pc:docMk/>
          <pc:sldMk cId="2044141377" sldId="281"/>
        </pc:sldMkLst>
      </pc:sldChg>
      <pc:sldChg chg="addSp delSp modSp add mod ord modClrScheme delAnim modAnim chgLayout">
        <pc:chgData name="Jenny Díaz Ramírez" userId="df7d83af-54c1-43f9-a4ec-fea9744b3563" providerId="ADAL" clId="{5FED732F-5535-4218-B498-E1928A0349A6}" dt="2025-03-04T21:07:26.542" v="6608" actId="478"/>
        <pc:sldMkLst>
          <pc:docMk/>
          <pc:sldMk cId="0" sldId="287"/>
        </pc:sldMkLst>
        <pc:spChg chg="add mod ord">
          <ac:chgData name="Jenny Díaz Ramírez" userId="df7d83af-54c1-43f9-a4ec-fea9744b3563" providerId="ADAL" clId="{5FED732F-5535-4218-B498-E1928A0349A6}" dt="2025-03-04T20:31:53.108" v="5661" actId="27636"/>
          <ac:spMkLst>
            <pc:docMk/>
            <pc:sldMk cId="0" sldId="287"/>
            <ac:spMk id="2" creationId="{2F2B7CC1-2DAE-2089-A4F5-68D4D599FE1A}"/>
          </ac:spMkLst>
        </pc:spChg>
        <pc:spChg chg="add del mod ord">
          <ac:chgData name="Jenny Díaz Ramírez" userId="df7d83af-54c1-43f9-a4ec-fea9744b3563" providerId="ADAL" clId="{5FED732F-5535-4218-B498-E1928A0349A6}" dt="2025-03-04T17:14:39.255" v="609" actId="700"/>
          <ac:spMkLst>
            <pc:docMk/>
            <pc:sldMk cId="0" sldId="287"/>
            <ac:spMk id="3" creationId="{BAA6BC99-9197-AEF1-7647-159EE6EF0779}"/>
          </ac:spMkLst>
        </pc:spChg>
        <pc:spChg chg="del">
          <ac:chgData name="Jenny Díaz Ramírez" userId="df7d83af-54c1-43f9-a4ec-fea9744b3563" providerId="ADAL" clId="{5FED732F-5535-4218-B498-E1928A0349A6}" dt="2025-03-04T18:08:17.084" v="2621" actId="478"/>
          <ac:spMkLst>
            <pc:docMk/>
            <pc:sldMk cId="0" sldId="287"/>
            <ac:spMk id="12" creationId="{00000000-0000-0000-0000-000000000000}"/>
          </ac:spMkLst>
        </pc:spChg>
        <pc:spChg chg="mod">
          <ac:chgData name="Jenny Díaz Ramírez" userId="df7d83af-54c1-43f9-a4ec-fea9744b3563" providerId="ADAL" clId="{5FED732F-5535-4218-B498-E1928A0349A6}" dt="2025-03-04T18:12:34.989" v="2792" actId="1076"/>
          <ac:spMkLst>
            <pc:docMk/>
            <pc:sldMk cId="0" sldId="287"/>
            <ac:spMk id="13" creationId="{00000000-0000-0000-0000-000000000000}"/>
          </ac:spMkLst>
        </pc:spChg>
        <pc:spChg chg="mod ord">
          <ac:chgData name="Jenny Díaz Ramírez" userId="df7d83af-54c1-43f9-a4ec-fea9744b3563" providerId="ADAL" clId="{5FED732F-5535-4218-B498-E1928A0349A6}" dt="2025-03-04T17:14:39.255" v="609" actId="700"/>
          <ac:spMkLst>
            <pc:docMk/>
            <pc:sldMk cId="0" sldId="287"/>
            <ac:spMk id="14" creationId="{00000000-0000-0000-0000-000000000000}"/>
          </ac:spMkLst>
        </pc:spChg>
        <pc:spChg chg="del mod ord">
          <ac:chgData name="Jenny Díaz Ramírez" userId="df7d83af-54c1-43f9-a4ec-fea9744b3563" providerId="ADAL" clId="{5FED732F-5535-4218-B498-E1928A0349A6}" dt="2025-03-04T21:07:26.542" v="6608" actId="478"/>
          <ac:spMkLst>
            <pc:docMk/>
            <pc:sldMk cId="0" sldId="287"/>
            <ac:spMk id="15" creationId="{00000000-0000-0000-0000-000000000000}"/>
          </ac:spMkLst>
        </pc:spChg>
        <pc:spChg chg="add mod ord">
          <ac:chgData name="Jenny Díaz Ramírez" userId="df7d83af-54c1-43f9-a4ec-fea9744b3563" providerId="ADAL" clId="{5FED732F-5535-4218-B498-E1928A0349A6}" dt="2025-03-04T18:10:22.877" v="2676" actId="20577"/>
          <ac:spMkLst>
            <pc:docMk/>
            <pc:sldMk cId="0" sldId="287"/>
            <ac:spMk id="16" creationId="{32EB152C-BC84-4413-020A-420E88618727}"/>
          </ac:spMkLst>
        </pc:spChg>
        <pc:spChg chg="add mod ord">
          <ac:chgData name="Jenny Díaz Ramírez" userId="df7d83af-54c1-43f9-a4ec-fea9744b3563" providerId="ADAL" clId="{5FED732F-5535-4218-B498-E1928A0349A6}" dt="2025-03-04T18:52:51.776" v="5138" actId="108"/>
          <ac:spMkLst>
            <pc:docMk/>
            <pc:sldMk cId="0" sldId="287"/>
            <ac:spMk id="17" creationId="{28BC40C9-C003-ACE1-0384-E3E1C244CF7A}"/>
          </ac:spMkLst>
        </pc:spChg>
        <pc:spChg chg="add del mod ord">
          <ac:chgData name="Jenny Díaz Ramírez" userId="df7d83af-54c1-43f9-a4ec-fea9744b3563" providerId="ADAL" clId="{5FED732F-5535-4218-B498-E1928A0349A6}" dt="2025-03-04T18:08:43.086" v="2626" actId="478"/>
          <ac:spMkLst>
            <pc:docMk/>
            <pc:sldMk cId="0" sldId="287"/>
            <ac:spMk id="18" creationId="{AF2F4191-0567-C10A-7CB4-6BF4AB1E6FE0}"/>
          </ac:spMkLst>
        </pc:spChg>
        <pc:spChg chg="mod">
          <ac:chgData name="Jenny Díaz Ramírez" userId="df7d83af-54c1-43f9-a4ec-fea9744b3563" providerId="ADAL" clId="{5FED732F-5535-4218-B498-E1928A0349A6}" dt="2025-03-04T18:08:30.336" v="2624"/>
          <ac:spMkLst>
            <pc:docMk/>
            <pc:sldMk cId="0" sldId="287"/>
            <ac:spMk id="21" creationId="{774BA17F-C663-43E9-72DB-4BFD4662F35B}"/>
          </ac:spMkLst>
        </pc:spChg>
        <pc:spChg chg="mod">
          <ac:chgData name="Jenny Díaz Ramírez" userId="df7d83af-54c1-43f9-a4ec-fea9744b3563" providerId="ADAL" clId="{5FED732F-5535-4218-B498-E1928A0349A6}" dt="2025-03-04T18:08:30.336" v="2624"/>
          <ac:spMkLst>
            <pc:docMk/>
            <pc:sldMk cId="0" sldId="287"/>
            <ac:spMk id="23" creationId="{66183F3C-4EDA-47DC-C33E-30C7797A2F4F}"/>
          </ac:spMkLst>
        </pc:spChg>
        <pc:spChg chg="mod">
          <ac:chgData name="Jenny Díaz Ramírez" userId="df7d83af-54c1-43f9-a4ec-fea9744b3563" providerId="ADAL" clId="{5FED732F-5535-4218-B498-E1928A0349A6}" dt="2025-03-04T18:08:30.336" v="2624"/>
          <ac:spMkLst>
            <pc:docMk/>
            <pc:sldMk cId="0" sldId="287"/>
            <ac:spMk id="24" creationId="{BBFDD921-AB7B-4884-F5FD-59F6557D0B00}"/>
          </ac:spMkLst>
        </pc:spChg>
        <pc:spChg chg="mod">
          <ac:chgData name="Jenny Díaz Ramírez" userId="df7d83af-54c1-43f9-a4ec-fea9744b3563" providerId="ADAL" clId="{5FED732F-5535-4218-B498-E1928A0349A6}" dt="2025-03-04T18:08:30.336" v="2624"/>
          <ac:spMkLst>
            <pc:docMk/>
            <pc:sldMk cId="0" sldId="287"/>
            <ac:spMk id="25" creationId="{FE0D000A-0DBB-F0CB-6587-19FDC6C00AF1}"/>
          </ac:spMkLst>
        </pc:spChg>
        <pc:spChg chg="mod">
          <ac:chgData name="Jenny Díaz Ramírez" userId="df7d83af-54c1-43f9-a4ec-fea9744b3563" providerId="ADAL" clId="{5FED732F-5535-4218-B498-E1928A0349A6}" dt="2025-03-04T18:08:30.336" v="2624"/>
          <ac:spMkLst>
            <pc:docMk/>
            <pc:sldMk cId="0" sldId="287"/>
            <ac:spMk id="26" creationId="{E26A5B42-A845-DE9C-73EF-651FA9FC138C}"/>
          </ac:spMkLst>
        </pc:spChg>
        <pc:spChg chg="mod">
          <ac:chgData name="Jenny Díaz Ramírez" userId="df7d83af-54c1-43f9-a4ec-fea9744b3563" providerId="ADAL" clId="{5FED732F-5535-4218-B498-E1928A0349A6}" dt="2025-03-04T18:08:30.336" v="2624"/>
          <ac:spMkLst>
            <pc:docMk/>
            <pc:sldMk cId="0" sldId="287"/>
            <ac:spMk id="27" creationId="{B99600D3-1D5C-E035-F251-BF6661F4D229}"/>
          </ac:spMkLst>
        </pc:spChg>
        <pc:spChg chg="add">
          <ac:chgData name="Jenny Díaz Ramírez" userId="df7d83af-54c1-43f9-a4ec-fea9744b3563" providerId="ADAL" clId="{5FED732F-5535-4218-B498-E1928A0349A6}" dt="2025-03-04T18:10:02.196" v="2637" actId="11529"/>
          <ac:spMkLst>
            <pc:docMk/>
            <pc:sldMk cId="0" sldId="287"/>
            <ac:spMk id="29" creationId="{D9EB3573-077D-7D57-6DC0-D78FF34538AC}"/>
          </ac:spMkLst>
        </pc:spChg>
        <pc:spChg chg="add mod">
          <ac:chgData name="Jenny Díaz Ramírez" userId="df7d83af-54c1-43f9-a4ec-fea9744b3563" providerId="ADAL" clId="{5FED732F-5535-4218-B498-E1928A0349A6}" dt="2025-03-04T18:12:40.829" v="2793" actId="14100"/>
          <ac:spMkLst>
            <pc:docMk/>
            <pc:sldMk cId="0" sldId="287"/>
            <ac:spMk id="30" creationId="{D6547354-8AE3-9131-206B-C174C195310A}"/>
          </ac:spMkLst>
        </pc:spChg>
        <pc:grpChg chg="del">
          <ac:chgData name="Jenny Díaz Ramírez" userId="df7d83af-54c1-43f9-a4ec-fea9744b3563" providerId="ADAL" clId="{5FED732F-5535-4218-B498-E1928A0349A6}" dt="2025-03-04T18:08:27.425" v="2623" actId="478"/>
          <ac:grpSpMkLst>
            <pc:docMk/>
            <pc:sldMk cId="0" sldId="287"/>
            <ac:grpSpMk id="4" creationId="{00000000-0000-0000-0000-000000000000}"/>
          </ac:grpSpMkLst>
        </pc:grpChg>
        <pc:grpChg chg="add del mod">
          <ac:chgData name="Jenny Díaz Ramírez" userId="df7d83af-54c1-43f9-a4ec-fea9744b3563" providerId="ADAL" clId="{5FED732F-5535-4218-B498-E1928A0349A6}" dt="2025-03-04T18:08:44.942" v="2627" actId="478"/>
          <ac:grpSpMkLst>
            <pc:docMk/>
            <pc:sldMk cId="0" sldId="287"/>
            <ac:grpSpMk id="19" creationId="{CF14462E-5CD9-57BE-5CC0-7C57854D79F0}"/>
          </ac:grpSpMkLst>
        </pc:grpChg>
        <pc:grpChg chg="mod">
          <ac:chgData name="Jenny Díaz Ramírez" userId="df7d83af-54c1-43f9-a4ec-fea9744b3563" providerId="ADAL" clId="{5FED732F-5535-4218-B498-E1928A0349A6}" dt="2025-03-04T18:08:30.336" v="2624"/>
          <ac:grpSpMkLst>
            <pc:docMk/>
            <pc:sldMk cId="0" sldId="287"/>
            <ac:grpSpMk id="20" creationId="{9C8F4C63-6863-C3D6-1842-7F013F37F444}"/>
          </ac:grpSpMkLst>
        </pc:grpChg>
        <pc:graphicFrameChg chg="mod ord modGraphic">
          <ac:chgData name="Jenny Díaz Ramírez" userId="df7d83af-54c1-43f9-a4ec-fea9744b3563" providerId="ADAL" clId="{5FED732F-5535-4218-B498-E1928A0349A6}" dt="2025-03-04T18:09:39.376" v="2636" actId="404"/>
          <ac:graphicFrameMkLst>
            <pc:docMk/>
            <pc:sldMk cId="0" sldId="287"/>
            <ac:graphicFrameMk id="11" creationId="{00000000-0000-0000-0000-000000000000}"/>
          </ac:graphicFrameMkLst>
        </pc:graphicFrameChg>
        <pc:graphicFrameChg chg="mod">
          <ac:chgData name="Jenny Díaz Ramírez" userId="df7d83af-54c1-43f9-a4ec-fea9744b3563" providerId="ADAL" clId="{5FED732F-5535-4218-B498-E1928A0349A6}" dt="2025-03-04T18:08:30.336" v="2624"/>
          <ac:graphicFrameMkLst>
            <pc:docMk/>
            <pc:sldMk cId="0" sldId="287"/>
            <ac:graphicFrameMk id="22" creationId="{E7D6703F-158D-8674-38AD-302BA44032A4}"/>
          </ac:graphicFrameMkLst>
        </pc:graphicFrameChg>
        <pc:picChg chg="add mod">
          <ac:chgData name="Jenny Díaz Ramírez" userId="df7d83af-54c1-43f9-a4ec-fea9744b3563" providerId="ADAL" clId="{5FED732F-5535-4218-B498-E1928A0349A6}" dt="2025-03-04T18:11:01.224" v="2711" actId="1076"/>
          <ac:picMkLst>
            <pc:docMk/>
            <pc:sldMk cId="0" sldId="287"/>
            <ac:picMk id="28" creationId="{9C112850-C0F2-91CB-6977-933538FC77A1}"/>
          </ac:picMkLst>
        </pc:picChg>
      </pc:sldChg>
      <pc:sldChg chg="addSp delSp modSp add mod modClrScheme modAnim chgLayout">
        <pc:chgData name="Jenny Díaz Ramírez" userId="df7d83af-54c1-43f9-a4ec-fea9744b3563" providerId="ADAL" clId="{5FED732F-5535-4218-B498-E1928A0349A6}" dt="2025-03-04T21:08:26.886" v="6641"/>
        <pc:sldMkLst>
          <pc:docMk/>
          <pc:sldMk cId="0" sldId="288"/>
        </pc:sldMkLst>
        <pc:spChg chg="mod ord">
          <ac:chgData name="Jenny Díaz Ramírez" userId="df7d83af-54c1-43f9-a4ec-fea9744b3563" providerId="ADAL" clId="{5FED732F-5535-4218-B498-E1928A0349A6}" dt="2025-03-04T20:31:57.692" v="5662" actId="404"/>
          <ac:spMkLst>
            <pc:docMk/>
            <pc:sldMk cId="0" sldId="288"/>
            <ac:spMk id="2" creationId="{00000000-0000-0000-0000-000000000000}"/>
          </ac:spMkLst>
        </pc:spChg>
        <pc:spChg chg="mod ord">
          <ac:chgData name="Jenny Díaz Ramírez" userId="df7d83af-54c1-43f9-a4ec-fea9744b3563" providerId="ADAL" clId="{5FED732F-5535-4218-B498-E1928A0349A6}" dt="2025-03-04T18:54:04.659" v="5155" actId="27636"/>
          <ac:spMkLst>
            <pc:docMk/>
            <pc:sldMk cId="0" sldId="288"/>
            <ac:spMk id="3" creationId="{00000000-0000-0000-0000-000000000000}"/>
          </ac:spMkLst>
        </pc:spChg>
        <pc:spChg chg="del mod ord">
          <ac:chgData name="Jenny Díaz Ramírez" userId="df7d83af-54c1-43f9-a4ec-fea9744b3563" providerId="ADAL" clId="{5FED732F-5535-4218-B498-E1928A0349A6}" dt="2025-03-04T18:12:58.524" v="2794" actId="478"/>
          <ac:spMkLst>
            <pc:docMk/>
            <pc:sldMk cId="0" sldId="288"/>
            <ac:spMk id="5" creationId="{00000000-0000-0000-0000-000000000000}"/>
          </ac:spMkLst>
        </pc:spChg>
        <pc:spChg chg="del mod ord">
          <ac:chgData name="Jenny Díaz Ramírez" userId="df7d83af-54c1-43f9-a4ec-fea9744b3563" providerId="ADAL" clId="{5FED732F-5535-4218-B498-E1928A0349A6}" dt="2025-03-04T21:07:29.957" v="6609" actId="478"/>
          <ac:spMkLst>
            <pc:docMk/>
            <pc:sldMk cId="0" sldId="288"/>
            <ac:spMk id="6" creationId="{00000000-0000-0000-0000-000000000000}"/>
          </ac:spMkLst>
        </pc:spChg>
        <pc:spChg chg="add mod">
          <ac:chgData name="Jenny Díaz Ramírez" userId="df7d83af-54c1-43f9-a4ec-fea9744b3563" providerId="ADAL" clId="{5FED732F-5535-4218-B498-E1928A0349A6}" dt="2025-03-04T18:54:23.314" v="5159" actId="1076"/>
          <ac:spMkLst>
            <pc:docMk/>
            <pc:sldMk cId="0" sldId="288"/>
            <ac:spMk id="7" creationId="{47E894E3-A15D-67E2-0BA8-B2B90E302D1F}"/>
          </ac:spMkLst>
        </pc:spChg>
        <pc:spChg chg="add mod">
          <ac:chgData name="Jenny Díaz Ramírez" userId="df7d83af-54c1-43f9-a4ec-fea9744b3563" providerId="ADAL" clId="{5FED732F-5535-4218-B498-E1928A0349A6}" dt="2025-03-04T21:08:26.886" v="6641"/>
          <ac:spMkLst>
            <pc:docMk/>
            <pc:sldMk cId="0" sldId="288"/>
            <ac:spMk id="8" creationId="{17F02E96-8AAD-827F-043B-85E6B13AE85C}"/>
          </ac:spMkLst>
        </pc:spChg>
        <pc:picChg chg="mod">
          <ac:chgData name="Jenny Díaz Ramírez" userId="df7d83af-54c1-43f9-a4ec-fea9744b3563" providerId="ADAL" clId="{5FED732F-5535-4218-B498-E1928A0349A6}" dt="2025-03-04T18:54:26.390" v="5160" actId="1076"/>
          <ac:picMkLst>
            <pc:docMk/>
            <pc:sldMk cId="0" sldId="288"/>
            <ac:picMk id="61443" creationId="{00000000-0000-0000-0000-000000000000}"/>
          </ac:picMkLst>
        </pc:picChg>
      </pc:sldChg>
      <pc:sldChg chg="addSp delSp modSp add mod modClrScheme modAnim chgLayout">
        <pc:chgData name="Jenny Díaz Ramírez" userId="df7d83af-54c1-43f9-a4ec-fea9744b3563" providerId="ADAL" clId="{5FED732F-5535-4218-B498-E1928A0349A6}" dt="2025-03-04T21:08:22.513" v="6640"/>
        <pc:sldMkLst>
          <pc:docMk/>
          <pc:sldMk cId="0" sldId="289"/>
        </pc:sldMkLst>
        <pc:spChg chg="mod ord">
          <ac:chgData name="Jenny Díaz Ramírez" userId="df7d83af-54c1-43f9-a4ec-fea9744b3563" providerId="ADAL" clId="{5FED732F-5535-4218-B498-E1928A0349A6}" dt="2025-03-04T20:32:01.054" v="5663" actId="404"/>
          <ac:spMkLst>
            <pc:docMk/>
            <pc:sldMk cId="0" sldId="289"/>
            <ac:spMk id="2" creationId="{00000000-0000-0000-0000-000000000000}"/>
          </ac:spMkLst>
        </pc:spChg>
        <pc:spChg chg="mod ord">
          <ac:chgData name="Jenny Díaz Ramírez" userId="df7d83af-54c1-43f9-a4ec-fea9744b3563" providerId="ADAL" clId="{5FED732F-5535-4218-B498-E1928A0349A6}" dt="2025-03-04T20:32:19.940" v="5667" actId="20577"/>
          <ac:spMkLst>
            <pc:docMk/>
            <pc:sldMk cId="0" sldId="289"/>
            <ac:spMk id="3" creationId="{00000000-0000-0000-0000-000000000000}"/>
          </ac:spMkLst>
        </pc:spChg>
        <pc:spChg chg="add mod">
          <ac:chgData name="Jenny Díaz Ramírez" userId="df7d83af-54c1-43f9-a4ec-fea9744b3563" providerId="ADAL" clId="{5FED732F-5535-4218-B498-E1928A0349A6}" dt="2025-03-04T21:08:22.513" v="6640"/>
          <ac:spMkLst>
            <pc:docMk/>
            <pc:sldMk cId="0" sldId="289"/>
            <ac:spMk id="4" creationId="{DFA83754-28A9-5F80-FAE3-C12906D53796}"/>
          </ac:spMkLst>
        </pc:spChg>
        <pc:spChg chg="del mod ord">
          <ac:chgData name="Jenny Díaz Ramírez" userId="df7d83af-54c1-43f9-a4ec-fea9744b3563" providerId="ADAL" clId="{5FED732F-5535-4218-B498-E1928A0349A6}" dt="2025-03-04T21:07:33.664" v="6610" actId="478"/>
          <ac:spMkLst>
            <pc:docMk/>
            <pc:sldMk cId="0" sldId="289"/>
            <ac:spMk id="6" creationId="{00000000-0000-0000-0000-000000000000}"/>
          </ac:spMkLst>
        </pc:spChg>
      </pc:sldChg>
      <pc:sldChg chg="modSp add del mod ord modClrScheme chgLayout">
        <pc:chgData name="Jenny Díaz Ramírez" userId="df7d83af-54c1-43f9-a4ec-fea9744b3563" providerId="ADAL" clId="{5FED732F-5535-4218-B498-E1928A0349A6}" dt="2025-03-04T20:29:49.305" v="5654" actId="2696"/>
        <pc:sldMkLst>
          <pc:docMk/>
          <pc:sldMk cId="0" sldId="291"/>
        </pc:sldMkLst>
      </pc:sldChg>
      <pc:sldChg chg="del">
        <pc:chgData name="Jenny Díaz Ramírez" userId="df7d83af-54c1-43f9-a4ec-fea9744b3563" providerId="ADAL" clId="{5FED732F-5535-4218-B498-E1928A0349A6}" dt="2025-02-21T21:42:11.791" v="0" actId="47"/>
        <pc:sldMkLst>
          <pc:docMk/>
          <pc:sldMk cId="0" sldId="299"/>
        </pc:sldMkLst>
      </pc:sldChg>
      <pc:sldChg chg="del">
        <pc:chgData name="Jenny Díaz Ramírez" userId="df7d83af-54c1-43f9-a4ec-fea9744b3563" providerId="ADAL" clId="{5FED732F-5535-4218-B498-E1928A0349A6}" dt="2025-02-21T21:42:11.791" v="0" actId="47"/>
        <pc:sldMkLst>
          <pc:docMk/>
          <pc:sldMk cId="0" sldId="300"/>
        </pc:sldMkLst>
      </pc:sldChg>
      <pc:sldChg chg="modSp add del mod modClrScheme chgLayout">
        <pc:chgData name="Jenny Díaz Ramírez" userId="df7d83af-54c1-43f9-a4ec-fea9744b3563" providerId="ADAL" clId="{5FED732F-5535-4218-B498-E1928A0349A6}" dt="2025-03-04T18:11:43.732" v="2715" actId="47"/>
        <pc:sldMkLst>
          <pc:docMk/>
          <pc:sldMk cId="0" sldId="301"/>
        </pc:sldMkLst>
      </pc:sldChg>
      <pc:sldChg chg="addSp delSp modSp add mod ord modClrScheme modAnim chgLayout">
        <pc:chgData name="Jenny Díaz Ramírez" userId="df7d83af-54c1-43f9-a4ec-fea9744b3563" providerId="ADAL" clId="{5FED732F-5535-4218-B498-E1928A0349A6}" dt="2025-03-04T21:08:57.601" v="6653"/>
        <pc:sldMkLst>
          <pc:docMk/>
          <pc:sldMk cId="0" sldId="302"/>
        </pc:sldMkLst>
        <pc:spChg chg="mod ord">
          <ac:chgData name="Jenny Díaz Ramírez" userId="df7d83af-54c1-43f9-a4ec-fea9744b3563" providerId="ADAL" clId="{5FED732F-5535-4218-B498-E1928A0349A6}" dt="2025-03-04T20:31:02.223" v="5655" actId="404"/>
          <ac:spMkLst>
            <pc:docMk/>
            <pc:sldMk cId="0" sldId="302"/>
            <ac:spMk id="2" creationId="{00000000-0000-0000-0000-000000000000}"/>
          </ac:spMkLst>
        </pc:spChg>
        <pc:spChg chg="mod ord">
          <ac:chgData name="Jenny Díaz Ramírez" userId="df7d83af-54c1-43f9-a4ec-fea9744b3563" providerId="ADAL" clId="{5FED732F-5535-4218-B498-E1928A0349A6}" dt="2025-03-04T17:13:48.104" v="606" actId="207"/>
          <ac:spMkLst>
            <pc:docMk/>
            <pc:sldMk cId="0" sldId="302"/>
            <ac:spMk id="3" creationId="{00000000-0000-0000-0000-000000000000}"/>
          </ac:spMkLst>
        </pc:spChg>
        <pc:spChg chg="add mod">
          <ac:chgData name="Jenny Díaz Ramírez" userId="df7d83af-54c1-43f9-a4ec-fea9744b3563" providerId="ADAL" clId="{5FED732F-5535-4218-B498-E1928A0349A6}" dt="2025-03-04T21:08:57.601" v="6653"/>
          <ac:spMkLst>
            <pc:docMk/>
            <pc:sldMk cId="0" sldId="302"/>
            <ac:spMk id="4" creationId="{5DB2D2ED-7F03-D3E7-CE40-5F4347818874}"/>
          </ac:spMkLst>
        </pc:spChg>
        <pc:spChg chg="del mod ord">
          <ac:chgData name="Jenny Díaz Ramírez" userId="df7d83af-54c1-43f9-a4ec-fea9744b3563" providerId="ADAL" clId="{5FED732F-5535-4218-B498-E1928A0349A6}" dt="2025-03-04T21:07:02.740" v="6606" actId="478"/>
          <ac:spMkLst>
            <pc:docMk/>
            <pc:sldMk cId="0" sldId="302"/>
            <ac:spMk id="6" creationId="{00000000-0000-0000-0000-000000000000}"/>
          </ac:spMkLst>
        </pc:spChg>
      </pc:sldChg>
      <pc:sldChg chg="modSp add del mod modClrScheme chgLayout">
        <pc:chgData name="Jenny Díaz Ramírez" userId="df7d83af-54c1-43f9-a4ec-fea9744b3563" providerId="ADAL" clId="{5FED732F-5535-4218-B498-E1928A0349A6}" dt="2025-03-04T18:53:46.496" v="5149" actId="47"/>
        <pc:sldMkLst>
          <pc:docMk/>
          <pc:sldMk cId="0" sldId="303"/>
        </pc:sldMkLst>
      </pc:sldChg>
      <pc:sldChg chg="delSp modSp add mod modClrScheme modAnim chgLayout">
        <pc:chgData name="Jenny Díaz Ramírez" userId="df7d83af-54c1-43f9-a4ec-fea9744b3563" providerId="ADAL" clId="{5FED732F-5535-4218-B498-E1928A0349A6}" dt="2025-03-04T20:32:29.656" v="5669" actId="404"/>
        <pc:sldMkLst>
          <pc:docMk/>
          <pc:sldMk cId="0" sldId="327"/>
        </pc:sldMkLst>
        <pc:spChg chg="mod ord">
          <ac:chgData name="Jenny Díaz Ramírez" userId="df7d83af-54c1-43f9-a4ec-fea9744b3563" providerId="ADAL" clId="{5FED732F-5535-4218-B498-E1928A0349A6}" dt="2025-03-04T20:32:29.656" v="5669" actId="404"/>
          <ac:spMkLst>
            <pc:docMk/>
            <pc:sldMk cId="0" sldId="327"/>
            <ac:spMk id="2" creationId="{00000000-0000-0000-0000-000000000000}"/>
          </ac:spMkLst>
        </pc:spChg>
        <pc:spChg chg="mod ord">
          <ac:chgData name="Jenny Díaz Ramírez" userId="df7d83af-54c1-43f9-a4ec-fea9744b3563" providerId="ADAL" clId="{5FED732F-5535-4218-B498-E1928A0349A6}" dt="2025-02-21T22:15:08.398" v="8" actId="700"/>
          <ac:spMkLst>
            <pc:docMk/>
            <pc:sldMk cId="0" sldId="327"/>
            <ac:spMk id="3" creationId="{00000000-0000-0000-0000-000000000000}"/>
          </ac:spMkLst>
        </pc:spChg>
        <pc:spChg chg="del mod ord">
          <ac:chgData name="Jenny Díaz Ramírez" userId="df7d83af-54c1-43f9-a4ec-fea9744b3563" providerId="ADAL" clId="{5FED732F-5535-4218-B498-E1928A0349A6}" dt="2025-03-04T18:32:32.358" v="4113" actId="478"/>
          <ac:spMkLst>
            <pc:docMk/>
            <pc:sldMk cId="0" sldId="327"/>
            <ac:spMk id="4" creationId="{00000000-0000-0000-0000-000000000000}"/>
          </ac:spMkLst>
        </pc:spChg>
        <pc:spChg chg="mod ord">
          <ac:chgData name="Jenny Díaz Ramírez" userId="df7d83af-54c1-43f9-a4ec-fea9744b3563" providerId="ADAL" clId="{5FED732F-5535-4218-B498-E1928A0349A6}" dt="2025-03-04T18:32:37.476" v="4114" actId="2711"/>
          <ac:spMkLst>
            <pc:docMk/>
            <pc:sldMk cId="0" sldId="327"/>
            <ac:spMk id="17" creationId="{00000000-0000-0000-0000-000000000000}"/>
          </ac:spMkLst>
        </pc:spChg>
        <pc:graphicFrameChg chg="mod">
          <ac:chgData name="Jenny Díaz Ramírez" userId="df7d83af-54c1-43f9-a4ec-fea9744b3563" providerId="ADAL" clId="{5FED732F-5535-4218-B498-E1928A0349A6}" dt="2025-03-04T18:32:24.869" v="4111" actId="1076"/>
          <ac:graphicFrameMkLst>
            <pc:docMk/>
            <pc:sldMk cId="0" sldId="327"/>
            <ac:graphicFrameMk id="70661" creationId="{00000000-0000-0000-0000-000000000000}"/>
          </ac:graphicFrameMkLst>
        </pc:graphicFrameChg>
        <pc:graphicFrameChg chg="mod">
          <ac:chgData name="Jenny Díaz Ramírez" userId="df7d83af-54c1-43f9-a4ec-fea9744b3563" providerId="ADAL" clId="{5FED732F-5535-4218-B498-E1928A0349A6}" dt="2025-03-04T18:39:07.468" v="4379" actId="1076"/>
          <ac:graphicFrameMkLst>
            <pc:docMk/>
            <pc:sldMk cId="0" sldId="327"/>
            <ac:graphicFrameMk id="70662" creationId="{00000000-0000-0000-0000-000000000000}"/>
          </ac:graphicFrameMkLst>
        </pc:graphicFrameChg>
      </pc:sldChg>
      <pc:sldChg chg="addSp delSp modSp add mod modClrScheme chgLayout">
        <pc:chgData name="Jenny Díaz Ramírez" userId="df7d83af-54c1-43f9-a4ec-fea9744b3563" providerId="ADAL" clId="{5FED732F-5535-4218-B498-E1928A0349A6}" dt="2025-03-04T21:07:50.309" v="6636" actId="20577"/>
        <pc:sldMkLst>
          <pc:docMk/>
          <pc:sldMk cId="0" sldId="328"/>
        </pc:sldMkLst>
        <pc:spChg chg="mod ord">
          <ac:chgData name="Jenny Díaz Ramírez" userId="df7d83af-54c1-43f9-a4ec-fea9744b3563" providerId="ADAL" clId="{5FED732F-5535-4218-B498-E1928A0349A6}" dt="2025-03-04T21:07:50.309" v="6636" actId="20577"/>
          <ac:spMkLst>
            <pc:docMk/>
            <pc:sldMk cId="0" sldId="328"/>
            <ac:spMk id="2" creationId="{00000000-0000-0000-0000-000000000000}"/>
          </ac:spMkLst>
        </pc:spChg>
        <pc:spChg chg="mod ord">
          <ac:chgData name="Jenny Díaz Ramírez" userId="df7d83af-54c1-43f9-a4ec-fea9744b3563" providerId="ADAL" clId="{5FED732F-5535-4218-B498-E1928A0349A6}" dt="2025-02-21T22:15:08.398" v="8" actId="700"/>
          <ac:spMkLst>
            <pc:docMk/>
            <pc:sldMk cId="0" sldId="328"/>
            <ac:spMk id="3" creationId="{00000000-0000-0000-0000-000000000000}"/>
          </ac:spMkLst>
        </pc:spChg>
        <pc:spChg chg="mod ord">
          <ac:chgData name="Jenny Díaz Ramírez" userId="df7d83af-54c1-43f9-a4ec-fea9744b3563" providerId="ADAL" clId="{5FED732F-5535-4218-B498-E1928A0349A6}" dt="2025-02-21T22:15:08.398" v="8" actId="700"/>
          <ac:spMkLst>
            <pc:docMk/>
            <pc:sldMk cId="0" sldId="328"/>
            <ac:spMk id="4" creationId="{00000000-0000-0000-0000-000000000000}"/>
          </ac:spMkLst>
        </pc:spChg>
        <pc:spChg chg="add del mod ord">
          <ac:chgData name="Jenny Díaz Ramírez" userId="df7d83af-54c1-43f9-a4ec-fea9744b3563" providerId="ADAL" clId="{5FED732F-5535-4218-B498-E1928A0349A6}" dt="2025-03-04T21:07:39.956" v="6611" actId="478"/>
          <ac:spMkLst>
            <pc:docMk/>
            <pc:sldMk cId="0" sldId="328"/>
            <ac:spMk id="5" creationId="{38324035-2F12-9593-C23D-13304CA9445D}"/>
          </ac:spMkLst>
        </pc:spChg>
        <pc:graphicFrameChg chg="mod">
          <ac:chgData name="Jenny Díaz Ramírez" userId="df7d83af-54c1-43f9-a4ec-fea9744b3563" providerId="ADAL" clId="{5FED732F-5535-4218-B498-E1928A0349A6}" dt="2025-03-04T17:23:14.127" v="1173" actId="207"/>
          <ac:graphicFrameMkLst>
            <pc:docMk/>
            <pc:sldMk cId="0" sldId="328"/>
            <ac:graphicFrameMk id="47106" creationId="{00000000-0000-0000-0000-000000000000}"/>
          </ac:graphicFrameMkLst>
        </pc:graphicFrameChg>
        <pc:graphicFrameChg chg="mod">
          <ac:chgData name="Jenny Díaz Ramírez" userId="df7d83af-54c1-43f9-a4ec-fea9744b3563" providerId="ADAL" clId="{5FED732F-5535-4218-B498-E1928A0349A6}" dt="2025-03-04T17:23:18.850" v="1175" actId="207"/>
          <ac:graphicFrameMkLst>
            <pc:docMk/>
            <pc:sldMk cId="0" sldId="328"/>
            <ac:graphicFrameMk id="70661" creationId="{00000000-0000-0000-0000-000000000000}"/>
          </ac:graphicFrameMkLst>
        </pc:graphicFrameChg>
        <pc:graphicFrameChg chg="mod">
          <ac:chgData name="Jenny Díaz Ramírez" userId="df7d83af-54c1-43f9-a4ec-fea9744b3563" providerId="ADAL" clId="{5FED732F-5535-4218-B498-E1928A0349A6}" dt="2025-03-04T17:23:16.243" v="1174" actId="207"/>
          <ac:graphicFrameMkLst>
            <pc:docMk/>
            <pc:sldMk cId="0" sldId="328"/>
            <ac:graphicFrameMk id="70663" creationId="{00000000-0000-0000-0000-000000000000}"/>
          </ac:graphicFrameMkLst>
        </pc:graphicFrameChg>
      </pc:sldChg>
      <pc:sldChg chg="delSp modSp add del mod modClrScheme chgLayout">
        <pc:chgData name="Jenny Díaz Ramírez" userId="df7d83af-54c1-43f9-a4ec-fea9744b3563" providerId="ADAL" clId="{5FED732F-5535-4218-B498-E1928A0349A6}" dt="2025-03-04T20:29:49.305" v="5654" actId="2696"/>
        <pc:sldMkLst>
          <pc:docMk/>
          <pc:sldMk cId="0" sldId="329"/>
        </pc:sldMkLst>
        <pc:spChg chg="del mod ord">
          <ac:chgData name="Jenny Díaz Ramírez" userId="df7d83af-54c1-43f9-a4ec-fea9744b3563" providerId="ADAL" clId="{5FED732F-5535-4218-B498-E1928A0349A6}" dt="2025-03-04T18:31:07.516" v="4030" actId="478"/>
          <ac:spMkLst>
            <pc:docMk/>
            <pc:sldMk cId="0" sldId="329"/>
            <ac:spMk id="4" creationId="{00000000-0000-0000-0000-000000000000}"/>
          </ac:spMkLst>
        </pc:spChg>
        <pc:spChg chg="mod ord">
          <ac:chgData name="Jenny Díaz Ramírez" userId="df7d83af-54c1-43f9-a4ec-fea9744b3563" providerId="ADAL" clId="{5FED732F-5535-4218-B498-E1928A0349A6}" dt="2025-03-04T17:23:49.693" v="1181" actId="1076"/>
          <ac:spMkLst>
            <pc:docMk/>
            <pc:sldMk cId="0" sldId="329"/>
            <ac:spMk id="15" creationId="{00000000-0000-0000-0000-000000000000}"/>
          </ac:spMkLst>
        </pc:spChg>
        <pc:spChg chg="mod">
          <ac:chgData name="Jenny Díaz Ramírez" userId="df7d83af-54c1-43f9-a4ec-fea9744b3563" providerId="ADAL" clId="{5FED732F-5535-4218-B498-E1928A0349A6}" dt="2025-03-04T19:05:13.149" v="5602" actId="20577"/>
          <ac:spMkLst>
            <pc:docMk/>
            <pc:sldMk cId="0" sldId="329"/>
            <ac:spMk id="20" creationId="{00000000-0000-0000-0000-000000000000}"/>
          </ac:spMkLst>
        </pc:spChg>
        <pc:spChg chg="mod">
          <ac:chgData name="Jenny Díaz Ramírez" userId="df7d83af-54c1-43f9-a4ec-fea9744b3563" providerId="ADAL" clId="{5FED732F-5535-4218-B498-E1928A0349A6}" dt="2025-03-04T17:23:41.340" v="1180" actId="207"/>
          <ac:spMkLst>
            <pc:docMk/>
            <pc:sldMk cId="0" sldId="329"/>
            <ac:spMk id="26" creationId="{00000000-0000-0000-0000-000000000000}"/>
          </ac:spMkLst>
        </pc:spChg>
        <pc:graphicFrameChg chg="mod">
          <ac:chgData name="Jenny Díaz Ramírez" userId="df7d83af-54c1-43f9-a4ec-fea9744b3563" providerId="ADAL" clId="{5FED732F-5535-4218-B498-E1928A0349A6}" dt="2025-03-04T17:23:36.761" v="1179" actId="207"/>
          <ac:graphicFrameMkLst>
            <pc:docMk/>
            <pc:sldMk cId="0" sldId="329"/>
            <ac:graphicFrameMk id="72714" creationId="{00000000-0000-0000-0000-000000000000}"/>
          </ac:graphicFrameMkLst>
        </pc:graphicFrameChg>
      </pc:sldChg>
      <pc:sldChg chg="addSp delSp modSp add mod modClrScheme delAnim chgLayout">
        <pc:chgData name="Jenny Díaz Ramírez" userId="df7d83af-54c1-43f9-a4ec-fea9744b3563" providerId="ADAL" clId="{5FED732F-5535-4218-B498-E1928A0349A6}" dt="2025-03-04T21:03:01.816" v="6400" actId="20577"/>
        <pc:sldMkLst>
          <pc:docMk/>
          <pc:sldMk cId="0" sldId="330"/>
        </pc:sldMkLst>
        <pc:spChg chg="mod ord">
          <ac:chgData name="Jenny Díaz Ramírez" userId="df7d83af-54c1-43f9-a4ec-fea9744b3563" providerId="ADAL" clId="{5FED732F-5535-4218-B498-E1928A0349A6}" dt="2025-03-04T21:03:01.816" v="6400" actId="20577"/>
          <ac:spMkLst>
            <pc:docMk/>
            <pc:sldMk cId="0" sldId="330"/>
            <ac:spMk id="2" creationId="{00000000-0000-0000-0000-000000000000}"/>
          </ac:spMkLst>
        </pc:spChg>
        <pc:spChg chg="mod ord">
          <ac:chgData name="Jenny Díaz Ramírez" userId="df7d83af-54c1-43f9-a4ec-fea9744b3563" providerId="ADAL" clId="{5FED732F-5535-4218-B498-E1928A0349A6}" dt="2025-02-21T22:15:08.398" v="8" actId="700"/>
          <ac:spMkLst>
            <pc:docMk/>
            <pc:sldMk cId="0" sldId="330"/>
            <ac:spMk id="3" creationId="{00000000-0000-0000-0000-000000000000}"/>
          </ac:spMkLst>
        </pc:spChg>
        <pc:spChg chg="del mod ord">
          <ac:chgData name="Jenny Díaz Ramírez" userId="df7d83af-54c1-43f9-a4ec-fea9744b3563" providerId="ADAL" clId="{5FED732F-5535-4218-B498-E1928A0349A6}" dt="2025-03-04T19:03:34.142" v="5576" actId="478"/>
          <ac:spMkLst>
            <pc:docMk/>
            <pc:sldMk cId="0" sldId="330"/>
            <ac:spMk id="4" creationId="{00000000-0000-0000-0000-000000000000}"/>
          </ac:spMkLst>
        </pc:spChg>
        <pc:spChg chg="add mod">
          <ac:chgData name="Jenny Díaz Ramírez" userId="df7d83af-54c1-43f9-a4ec-fea9744b3563" providerId="ADAL" clId="{5FED732F-5535-4218-B498-E1928A0349A6}" dt="2025-03-04T19:02:13.311" v="5446" actId="14100"/>
          <ac:spMkLst>
            <pc:docMk/>
            <pc:sldMk cId="0" sldId="330"/>
            <ac:spMk id="6" creationId="{473E69DC-6FEE-6B6F-632B-D6B2E2232247}"/>
          </ac:spMkLst>
        </pc:spChg>
        <pc:spChg chg="add mod">
          <ac:chgData name="Jenny Díaz Ramírez" userId="df7d83af-54c1-43f9-a4ec-fea9744b3563" providerId="ADAL" clId="{5FED732F-5535-4218-B498-E1928A0349A6}" dt="2025-03-04T19:03:31.328" v="5575" actId="1076"/>
          <ac:spMkLst>
            <pc:docMk/>
            <pc:sldMk cId="0" sldId="330"/>
            <ac:spMk id="7" creationId="{B6ACECA9-0B2F-881D-EB32-1AE6AF6465AB}"/>
          </ac:spMkLst>
        </pc:spChg>
        <pc:spChg chg="del mod ord">
          <ac:chgData name="Jenny Díaz Ramírez" userId="df7d83af-54c1-43f9-a4ec-fea9744b3563" providerId="ADAL" clId="{5FED732F-5535-4218-B498-E1928A0349A6}" dt="2025-03-04T19:01:42.251" v="5392" actId="478"/>
          <ac:spMkLst>
            <pc:docMk/>
            <pc:sldMk cId="0" sldId="330"/>
            <ac:spMk id="17" creationId="{00000000-0000-0000-0000-000000000000}"/>
          </ac:spMkLst>
        </pc:spChg>
        <pc:graphicFrameChg chg="del mod">
          <ac:chgData name="Jenny Díaz Ramírez" userId="df7d83af-54c1-43f9-a4ec-fea9744b3563" providerId="ADAL" clId="{5FED732F-5535-4218-B498-E1928A0349A6}" dt="2025-03-04T19:02:40.971" v="5453" actId="478"/>
          <ac:graphicFrameMkLst>
            <pc:docMk/>
            <pc:sldMk cId="0" sldId="330"/>
            <ac:graphicFrameMk id="70661" creationId="{00000000-0000-0000-0000-000000000000}"/>
          </ac:graphicFrameMkLst>
        </pc:graphicFrameChg>
        <pc:graphicFrameChg chg="mod">
          <ac:chgData name="Jenny Díaz Ramírez" userId="df7d83af-54c1-43f9-a4ec-fea9744b3563" providerId="ADAL" clId="{5FED732F-5535-4218-B498-E1928A0349A6}" dt="2025-03-04T19:02:16.542" v="5447" actId="1076"/>
          <ac:graphicFrameMkLst>
            <pc:docMk/>
            <pc:sldMk cId="0" sldId="330"/>
            <ac:graphicFrameMk id="70662" creationId="{00000000-0000-0000-0000-000000000000}"/>
          </ac:graphicFrameMkLst>
        </pc:graphicFrameChg>
        <pc:graphicFrameChg chg="mod">
          <ac:chgData name="Jenny Díaz Ramírez" userId="df7d83af-54c1-43f9-a4ec-fea9744b3563" providerId="ADAL" clId="{5FED732F-5535-4218-B498-E1928A0349A6}" dt="2025-03-04T19:02:28.678" v="5450" actId="1076"/>
          <ac:graphicFrameMkLst>
            <pc:docMk/>
            <pc:sldMk cId="0" sldId="330"/>
            <ac:graphicFrameMk id="81924" creationId="{00000000-0000-0000-0000-000000000000}"/>
          </ac:graphicFrameMkLst>
        </pc:graphicFrameChg>
      </pc:sldChg>
      <pc:sldChg chg="addSp delSp modSp add del mod modClrScheme chgLayout">
        <pc:chgData name="Jenny Díaz Ramírez" userId="df7d83af-54c1-43f9-a4ec-fea9744b3563" providerId="ADAL" clId="{5FED732F-5535-4218-B498-E1928A0349A6}" dt="2025-03-04T20:29:49.305" v="5654" actId="2696"/>
        <pc:sldMkLst>
          <pc:docMk/>
          <pc:sldMk cId="0" sldId="331"/>
        </pc:sldMkLst>
      </pc:sldChg>
      <pc:sldChg chg="addSp delSp modSp add mod modClrScheme modAnim chgLayout">
        <pc:chgData name="Jenny Díaz Ramírez" userId="df7d83af-54c1-43f9-a4ec-fea9744b3563" providerId="ADAL" clId="{5FED732F-5535-4218-B498-E1928A0349A6}" dt="2025-03-04T21:08:17.421" v="6639"/>
        <pc:sldMkLst>
          <pc:docMk/>
          <pc:sldMk cId="2434826197" sldId="333"/>
        </pc:sldMkLst>
        <pc:spChg chg="del mod ord">
          <ac:chgData name="Jenny Díaz Ramírez" userId="df7d83af-54c1-43f9-a4ec-fea9744b3563" providerId="ADAL" clId="{5FED732F-5535-4218-B498-E1928A0349A6}" dt="2025-03-04T18:38:44.050" v="4357" actId="478"/>
          <ac:spMkLst>
            <pc:docMk/>
            <pc:sldMk cId="2434826197" sldId="333"/>
            <ac:spMk id="2" creationId="{00000000-0000-0000-0000-000000000000}"/>
          </ac:spMkLst>
        </pc:spChg>
        <pc:spChg chg="del mod ord">
          <ac:chgData name="Jenny Díaz Ramírez" userId="df7d83af-54c1-43f9-a4ec-fea9744b3563" providerId="ADAL" clId="{5FED732F-5535-4218-B498-E1928A0349A6}" dt="2025-03-04T18:30:58.211" v="4028" actId="478"/>
          <ac:spMkLst>
            <pc:docMk/>
            <pc:sldMk cId="2434826197" sldId="333"/>
            <ac:spMk id="3" creationId="{00000000-0000-0000-0000-000000000000}"/>
          </ac:spMkLst>
        </pc:spChg>
        <pc:spChg chg="add mod">
          <ac:chgData name="Jenny Díaz Ramírez" userId="df7d83af-54c1-43f9-a4ec-fea9744b3563" providerId="ADAL" clId="{5FED732F-5535-4218-B498-E1928A0349A6}" dt="2025-03-04T18:41:20.595" v="4419" actId="1076"/>
          <ac:spMkLst>
            <pc:docMk/>
            <pc:sldMk cId="2434826197" sldId="333"/>
            <ac:spMk id="6" creationId="{2CA853EE-3585-5B13-E266-782D35875E50}"/>
          </ac:spMkLst>
        </pc:spChg>
        <pc:spChg chg="mod ord">
          <ac:chgData name="Jenny Díaz Ramírez" userId="df7d83af-54c1-43f9-a4ec-fea9744b3563" providerId="ADAL" clId="{5FED732F-5535-4218-B498-E1928A0349A6}" dt="2025-03-04T20:32:43.053" v="5674" actId="404"/>
          <ac:spMkLst>
            <pc:docMk/>
            <pc:sldMk cId="2434826197" sldId="333"/>
            <ac:spMk id="7" creationId="{00000000-0000-0000-0000-000000000000}"/>
          </ac:spMkLst>
        </pc:spChg>
        <pc:spChg chg="mod ord">
          <ac:chgData name="Jenny Díaz Ramírez" userId="df7d83af-54c1-43f9-a4ec-fea9744b3563" providerId="ADAL" clId="{5FED732F-5535-4218-B498-E1928A0349A6}" dt="2025-03-04T20:50:32.703" v="6131" actId="255"/>
          <ac:spMkLst>
            <pc:docMk/>
            <pc:sldMk cId="2434826197" sldId="333"/>
            <ac:spMk id="8" creationId="{00000000-0000-0000-0000-000000000000}"/>
          </ac:spMkLst>
        </pc:spChg>
        <pc:spChg chg="add mod">
          <ac:chgData name="Jenny Díaz Ramírez" userId="df7d83af-54c1-43f9-a4ec-fea9744b3563" providerId="ADAL" clId="{5FED732F-5535-4218-B498-E1928A0349A6}" dt="2025-03-04T18:56:38.627" v="5197" actId="14100"/>
          <ac:spMkLst>
            <pc:docMk/>
            <pc:sldMk cId="2434826197" sldId="333"/>
            <ac:spMk id="9" creationId="{00000000-0000-0000-0000-000000000000}"/>
          </ac:spMkLst>
        </pc:spChg>
        <pc:spChg chg="add mod">
          <ac:chgData name="Jenny Díaz Ramírez" userId="df7d83af-54c1-43f9-a4ec-fea9744b3563" providerId="ADAL" clId="{5FED732F-5535-4218-B498-E1928A0349A6}" dt="2025-03-04T18:57:29.870" v="5213" actId="6549"/>
          <ac:spMkLst>
            <pc:docMk/>
            <pc:sldMk cId="2434826197" sldId="333"/>
            <ac:spMk id="10" creationId="{00000000-0000-0000-0000-000000000000}"/>
          </ac:spMkLst>
        </pc:spChg>
        <pc:spChg chg="add mod">
          <ac:chgData name="Jenny Díaz Ramírez" userId="df7d83af-54c1-43f9-a4ec-fea9744b3563" providerId="ADAL" clId="{5FED732F-5535-4218-B498-E1928A0349A6}" dt="2025-03-04T20:50:36.923" v="6132" actId="1076"/>
          <ac:spMkLst>
            <pc:docMk/>
            <pc:sldMk cId="2434826197" sldId="333"/>
            <ac:spMk id="11" creationId="{00000000-0000-0000-0000-000000000000}"/>
          </ac:spMkLst>
        </pc:spChg>
        <pc:spChg chg="add mod">
          <ac:chgData name="Jenny Díaz Ramírez" userId="df7d83af-54c1-43f9-a4ec-fea9744b3563" providerId="ADAL" clId="{5FED732F-5535-4218-B498-E1928A0349A6}" dt="2025-03-04T20:50:40.020" v="6133" actId="1076"/>
          <ac:spMkLst>
            <pc:docMk/>
            <pc:sldMk cId="2434826197" sldId="333"/>
            <ac:spMk id="13" creationId="{00000000-0000-0000-0000-000000000000}"/>
          </ac:spMkLst>
        </pc:spChg>
        <pc:spChg chg="add mod">
          <ac:chgData name="Jenny Díaz Ramírez" userId="df7d83af-54c1-43f9-a4ec-fea9744b3563" providerId="ADAL" clId="{5FED732F-5535-4218-B498-E1928A0349A6}" dt="2025-03-04T20:53:36.367" v="6165" actId="1076"/>
          <ac:spMkLst>
            <pc:docMk/>
            <pc:sldMk cId="2434826197" sldId="333"/>
            <ac:spMk id="14" creationId="{00000000-0000-0000-0000-000000000000}"/>
          </ac:spMkLst>
        </pc:spChg>
        <pc:spChg chg="add mod">
          <ac:chgData name="Jenny Díaz Ramírez" userId="df7d83af-54c1-43f9-a4ec-fea9744b3563" providerId="ADAL" clId="{5FED732F-5535-4218-B498-E1928A0349A6}" dt="2025-03-04T21:08:17.421" v="6639"/>
          <ac:spMkLst>
            <pc:docMk/>
            <pc:sldMk cId="2434826197" sldId="333"/>
            <ac:spMk id="25" creationId="{89EA6F1D-8CB4-6360-FE50-52614D13CF78}"/>
          </ac:spMkLst>
        </pc:spChg>
        <pc:graphicFrameChg chg="add mod">
          <ac:chgData name="Jenny Díaz Ramírez" userId="df7d83af-54c1-43f9-a4ec-fea9744b3563" providerId="ADAL" clId="{5FED732F-5535-4218-B498-E1928A0349A6}" dt="2025-03-04T18:41:28.966" v="4423" actId="1076"/>
          <ac:graphicFrameMkLst>
            <pc:docMk/>
            <pc:sldMk cId="2434826197" sldId="333"/>
            <ac:graphicFrameMk id="4" creationId="{34991C98-4F88-58E5-FA2D-E393841939E7}"/>
          </ac:graphicFrameMkLst>
        </pc:graphicFrameChg>
        <pc:graphicFrameChg chg="del mod replId">
          <ac:chgData name="Jenny Díaz Ramírez" userId="df7d83af-54c1-43f9-a4ec-fea9744b3563" providerId="ADAL" clId="{5FED732F-5535-4218-B498-E1928A0349A6}" dt="2025-03-04T18:42:42.284" v="4434"/>
          <ac:graphicFrameMkLst>
            <pc:docMk/>
            <pc:sldMk cId="2434826197" sldId="333"/>
            <ac:graphicFrameMk id="12" creationId="{00000000-0000-0000-0000-000000000000}"/>
          </ac:graphicFrameMkLst>
        </pc:graphicFrameChg>
        <pc:graphicFrameChg chg="del mod replId">
          <ac:chgData name="Jenny Díaz Ramírez" userId="df7d83af-54c1-43f9-a4ec-fea9744b3563" providerId="ADAL" clId="{5FED732F-5535-4218-B498-E1928A0349A6}" dt="2025-03-04T18:56:04.730" v="5176"/>
          <ac:graphicFrameMkLst>
            <pc:docMk/>
            <pc:sldMk cId="2434826197" sldId="333"/>
            <ac:graphicFrameMk id="16" creationId="{00000000-0000-0000-0000-000000000000}"/>
          </ac:graphicFrameMkLst>
        </pc:graphicFrameChg>
        <pc:graphicFrameChg chg="mod">
          <ac:chgData name="Jenny Díaz Ramírez" userId="df7d83af-54c1-43f9-a4ec-fea9744b3563" providerId="ADAL" clId="{5FED732F-5535-4218-B498-E1928A0349A6}" dt="2025-03-04T18:58:26.138" v="5265" actId="1076"/>
          <ac:graphicFrameMkLst>
            <pc:docMk/>
            <pc:sldMk cId="2434826197" sldId="333"/>
            <ac:graphicFrameMk id="17" creationId="{00000000-0000-0000-0000-000000000000}"/>
          </ac:graphicFrameMkLst>
        </pc:graphicFrameChg>
        <pc:graphicFrameChg chg="del mod replId">
          <ac:chgData name="Jenny Díaz Ramírez" userId="df7d83af-54c1-43f9-a4ec-fea9744b3563" providerId="ADAL" clId="{5FED732F-5535-4218-B498-E1928A0349A6}" dt="2025-03-04T18:56:24.702" v="5189"/>
          <ac:graphicFrameMkLst>
            <pc:docMk/>
            <pc:sldMk cId="2434826197" sldId="333"/>
            <ac:graphicFrameMk id="19" creationId="{00000000-0000-0000-0000-000000000000}"/>
          </ac:graphicFrameMkLst>
        </pc:graphicFrameChg>
        <pc:graphicFrameChg chg="del mod replId">
          <ac:chgData name="Jenny Díaz Ramírez" userId="df7d83af-54c1-43f9-a4ec-fea9744b3563" providerId="ADAL" clId="{5FED732F-5535-4218-B498-E1928A0349A6}" dt="2025-03-04T18:57:18.789" v="5204"/>
          <ac:graphicFrameMkLst>
            <pc:docMk/>
            <pc:sldMk cId="2434826197" sldId="333"/>
            <ac:graphicFrameMk id="21" creationId="{00000000-0000-0000-0000-000000000000}"/>
          </ac:graphicFrameMkLst>
        </pc:graphicFrameChg>
        <pc:graphicFrameChg chg="del mod replId">
          <ac:chgData name="Jenny Díaz Ramírez" userId="df7d83af-54c1-43f9-a4ec-fea9744b3563" providerId="ADAL" clId="{5FED732F-5535-4218-B498-E1928A0349A6}" dt="2025-03-04T18:57:38.640" v="5216"/>
          <ac:graphicFrameMkLst>
            <pc:docMk/>
            <pc:sldMk cId="2434826197" sldId="333"/>
            <ac:graphicFrameMk id="23" creationId="{00000000-0000-0000-0000-000000000000}"/>
          </ac:graphicFrameMkLst>
        </pc:graphicFrameChg>
      </pc:sldChg>
      <pc:sldChg chg="addSp delSp modSp add mod modClrScheme chgLayout">
        <pc:chgData name="Jenny Díaz Ramírez" userId="df7d83af-54c1-43f9-a4ec-fea9744b3563" providerId="ADAL" clId="{5FED732F-5535-4218-B498-E1928A0349A6}" dt="2025-03-04T21:03:49.110" v="6508" actId="20577"/>
        <pc:sldMkLst>
          <pc:docMk/>
          <pc:sldMk cId="961838741" sldId="334"/>
        </pc:sldMkLst>
        <pc:spChg chg="mod ord">
          <ac:chgData name="Jenny Díaz Ramírez" userId="df7d83af-54c1-43f9-a4ec-fea9744b3563" providerId="ADAL" clId="{5FED732F-5535-4218-B498-E1928A0349A6}" dt="2025-03-04T21:03:06.218" v="6409" actId="20577"/>
          <ac:spMkLst>
            <pc:docMk/>
            <pc:sldMk cId="961838741" sldId="334"/>
            <ac:spMk id="2" creationId="{00000000-0000-0000-0000-000000000000}"/>
          </ac:spMkLst>
        </pc:spChg>
        <pc:spChg chg="del mod ord">
          <ac:chgData name="Jenny Díaz Ramírez" userId="df7d83af-54c1-43f9-a4ec-fea9744b3563" providerId="ADAL" clId="{5FED732F-5535-4218-B498-E1928A0349A6}" dt="2025-03-04T19:01:24.068" v="5390" actId="478"/>
          <ac:spMkLst>
            <pc:docMk/>
            <pc:sldMk cId="961838741" sldId="334"/>
            <ac:spMk id="4" creationId="{00000000-0000-0000-0000-000000000000}"/>
          </ac:spMkLst>
        </pc:spChg>
        <pc:spChg chg="add mod">
          <ac:chgData name="Jenny Díaz Ramírez" userId="df7d83af-54c1-43f9-a4ec-fea9744b3563" providerId="ADAL" clId="{5FED732F-5535-4218-B498-E1928A0349A6}" dt="2025-03-04T19:01:17.902" v="5388" actId="1076"/>
          <ac:spMkLst>
            <pc:docMk/>
            <pc:sldMk cId="961838741" sldId="334"/>
            <ac:spMk id="5" creationId="{79A4060B-F230-AE6B-83EF-9B79970FF910}"/>
          </ac:spMkLst>
        </pc:spChg>
        <pc:spChg chg="add mod">
          <ac:chgData name="Jenny Díaz Ramírez" userId="df7d83af-54c1-43f9-a4ec-fea9744b3563" providerId="ADAL" clId="{5FED732F-5535-4218-B498-E1928A0349A6}" dt="2025-03-04T21:03:49.110" v="6508" actId="20577"/>
          <ac:spMkLst>
            <pc:docMk/>
            <pc:sldMk cId="961838741" sldId="334"/>
            <ac:spMk id="7" creationId="{5AE5AA9A-1152-04EE-B9F0-6A2D6A644DD6}"/>
          </ac:spMkLst>
        </pc:spChg>
        <pc:spChg chg="mod ord">
          <ac:chgData name="Jenny Díaz Ramírez" userId="df7d83af-54c1-43f9-a4ec-fea9744b3563" providerId="ADAL" clId="{5FED732F-5535-4218-B498-E1928A0349A6}" dt="2025-03-04T19:00:23.225" v="5349" actId="208"/>
          <ac:spMkLst>
            <pc:docMk/>
            <pc:sldMk cId="961838741" sldId="334"/>
            <ac:spMk id="17" creationId="{00000000-0000-0000-0000-000000000000}"/>
          </ac:spMkLst>
        </pc:spChg>
        <pc:graphicFrameChg chg="mod">
          <ac:chgData name="Jenny Díaz Ramírez" userId="df7d83af-54c1-43f9-a4ec-fea9744b3563" providerId="ADAL" clId="{5FED732F-5535-4218-B498-E1928A0349A6}" dt="2025-03-04T19:01:20.636" v="5389" actId="1076"/>
          <ac:graphicFrameMkLst>
            <pc:docMk/>
            <pc:sldMk cId="961838741" sldId="334"/>
            <ac:graphicFrameMk id="70661" creationId="{00000000-0000-0000-0000-000000000000}"/>
          </ac:graphicFrameMkLst>
        </pc:graphicFrameChg>
        <pc:graphicFrameChg chg="mod">
          <ac:chgData name="Jenny Díaz Ramírez" userId="df7d83af-54c1-43f9-a4ec-fea9744b3563" providerId="ADAL" clId="{5FED732F-5535-4218-B498-E1928A0349A6}" dt="2025-03-04T17:24:01.013" v="1182" actId="1076"/>
          <ac:graphicFrameMkLst>
            <pc:docMk/>
            <pc:sldMk cId="961838741" sldId="334"/>
            <ac:graphicFrameMk id="70662" creationId="{00000000-0000-0000-0000-000000000000}"/>
          </ac:graphicFrameMkLst>
        </pc:graphicFrameChg>
      </pc:sldChg>
      <pc:sldChg chg="delSp modSp add mod modClrScheme chgLayout">
        <pc:chgData name="Jenny Díaz Ramírez" userId="df7d83af-54c1-43f9-a4ec-fea9744b3563" providerId="ADAL" clId="{5FED732F-5535-4218-B498-E1928A0349A6}" dt="2025-03-04T20:32:38.628" v="5673" actId="404"/>
        <pc:sldMkLst>
          <pc:docMk/>
          <pc:sldMk cId="2633552067" sldId="335"/>
        </pc:sldMkLst>
        <pc:spChg chg="mod ord">
          <ac:chgData name="Jenny Díaz Ramírez" userId="df7d83af-54c1-43f9-a4ec-fea9744b3563" providerId="ADAL" clId="{5FED732F-5535-4218-B498-E1928A0349A6}" dt="2025-03-04T18:30:43.065" v="4025" actId="14100"/>
          <ac:spMkLst>
            <pc:docMk/>
            <pc:sldMk cId="2633552067" sldId="335"/>
            <ac:spMk id="3" creationId="{00000000-0000-0000-0000-000000000000}"/>
          </ac:spMkLst>
        </pc:spChg>
        <pc:spChg chg="mod ord">
          <ac:chgData name="Jenny Díaz Ramírez" userId="df7d83af-54c1-43f9-a4ec-fea9744b3563" providerId="ADAL" clId="{5FED732F-5535-4218-B498-E1928A0349A6}" dt="2025-03-04T20:32:38.628" v="5673" actId="404"/>
          <ac:spMkLst>
            <pc:docMk/>
            <pc:sldMk cId="2633552067" sldId="335"/>
            <ac:spMk id="4" creationId="{00000000-0000-0000-0000-000000000000}"/>
          </ac:spMkLst>
        </pc:spChg>
        <pc:spChg chg="mod ord">
          <ac:chgData name="Jenny Díaz Ramírez" userId="df7d83af-54c1-43f9-a4ec-fea9744b3563" providerId="ADAL" clId="{5FED732F-5535-4218-B498-E1928A0349A6}" dt="2025-03-04T18:30:48.952" v="4026" actId="1076"/>
          <ac:spMkLst>
            <pc:docMk/>
            <pc:sldMk cId="2633552067" sldId="335"/>
            <ac:spMk id="5" creationId="{00000000-0000-0000-0000-000000000000}"/>
          </ac:spMkLst>
        </pc:spChg>
        <pc:spChg chg="del mod ord">
          <ac:chgData name="Jenny Díaz Ramírez" userId="df7d83af-54c1-43f9-a4ec-fea9744b3563" providerId="ADAL" clId="{5FED732F-5535-4218-B498-E1928A0349A6}" dt="2025-03-04T18:30:52.038" v="4027" actId="478"/>
          <ac:spMkLst>
            <pc:docMk/>
            <pc:sldMk cId="2633552067" sldId="335"/>
            <ac:spMk id="6" creationId="{00000000-0000-0000-0000-000000000000}"/>
          </ac:spMkLst>
        </pc:spChg>
      </pc:sldChg>
      <pc:sldChg chg="addSp delSp modSp mod">
        <pc:chgData name="Jenny Díaz Ramírez" userId="df7d83af-54c1-43f9-a4ec-fea9744b3563" providerId="ADAL" clId="{5FED732F-5535-4218-B498-E1928A0349A6}" dt="2025-03-04T21:09:01.953" v="6656"/>
        <pc:sldMkLst>
          <pc:docMk/>
          <pc:sldMk cId="529042108" sldId="346"/>
        </pc:sldMkLst>
        <pc:spChg chg="del">
          <ac:chgData name="Jenny Díaz Ramírez" userId="df7d83af-54c1-43f9-a4ec-fea9744b3563" providerId="ADAL" clId="{5FED732F-5535-4218-B498-E1928A0349A6}" dt="2025-03-04T17:09:08.140" v="49" actId="478"/>
          <ac:spMkLst>
            <pc:docMk/>
            <pc:sldMk cId="529042108" sldId="346"/>
            <ac:spMk id="8" creationId="{3D6659FD-4AD5-AD04-190D-C781908847BA}"/>
          </ac:spMkLst>
        </pc:spChg>
        <pc:spChg chg="add mod">
          <ac:chgData name="Jenny Díaz Ramírez" userId="df7d83af-54c1-43f9-a4ec-fea9744b3563" providerId="ADAL" clId="{5FED732F-5535-4218-B498-E1928A0349A6}" dt="2025-03-04T21:09:01.953" v="6656"/>
          <ac:spMkLst>
            <pc:docMk/>
            <pc:sldMk cId="529042108" sldId="346"/>
            <ac:spMk id="9" creationId="{767311EA-4F86-FA4F-8BB8-EBD1A28D6D42}"/>
          </ac:spMkLst>
        </pc:spChg>
        <pc:graphicFrameChg chg="mod">
          <ac:chgData name="Jenny Díaz Ramírez" userId="df7d83af-54c1-43f9-a4ec-fea9744b3563" providerId="ADAL" clId="{5FED732F-5535-4218-B498-E1928A0349A6}" dt="2025-03-04T17:09:03.385" v="48" actId="20577"/>
          <ac:graphicFrameMkLst>
            <pc:docMk/>
            <pc:sldMk cId="529042108" sldId="346"/>
            <ac:graphicFrameMk id="5" creationId="{00000000-0000-0000-0000-000000000000}"/>
          </ac:graphicFrameMkLst>
        </pc:graphicFrameChg>
      </pc:sldChg>
      <pc:sldChg chg="delSp mod">
        <pc:chgData name="Jenny Díaz Ramírez" userId="df7d83af-54c1-43f9-a4ec-fea9744b3563" providerId="ADAL" clId="{5FED732F-5535-4218-B498-E1928A0349A6}" dt="2025-03-04T21:06:16.166" v="6600" actId="478"/>
        <pc:sldMkLst>
          <pc:docMk/>
          <pc:sldMk cId="2960950710" sldId="350"/>
        </pc:sldMkLst>
        <pc:spChg chg="del">
          <ac:chgData name="Jenny Díaz Ramírez" userId="df7d83af-54c1-43f9-a4ec-fea9744b3563" providerId="ADAL" clId="{5FED732F-5535-4218-B498-E1928A0349A6}" dt="2025-03-04T21:06:16.166" v="6600" actId="478"/>
          <ac:spMkLst>
            <pc:docMk/>
            <pc:sldMk cId="2960950710" sldId="350"/>
            <ac:spMk id="4" creationId="{8AC6FE46-170E-0F6C-06F0-D7F69117A30F}"/>
          </ac:spMkLst>
        </pc:spChg>
      </pc:sldChg>
      <pc:sldChg chg="addSp modSp add del mod modClrScheme chgLayout">
        <pc:chgData name="Jenny Díaz Ramírez" userId="df7d83af-54c1-43f9-a4ec-fea9744b3563" providerId="ADAL" clId="{5FED732F-5535-4218-B498-E1928A0349A6}" dt="2025-03-04T21:02:16.831" v="6391" actId="47"/>
        <pc:sldMkLst>
          <pc:docMk/>
          <pc:sldMk cId="0" sldId="392"/>
        </pc:sldMkLst>
      </pc:sldChg>
      <pc:sldChg chg="del">
        <pc:chgData name="Jenny Díaz Ramírez" userId="df7d83af-54c1-43f9-a4ec-fea9744b3563" providerId="ADAL" clId="{5FED732F-5535-4218-B498-E1928A0349A6}" dt="2025-02-21T21:42:11.791" v="0" actId="47"/>
        <pc:sldMkLst>
          <pc:docMk/>
          <pc:sldMk cId="0" sldId="397"/>
        </pc:sldMkLst>
      </pc:sldChg>
      <pc:sldChg chg="del">
        <pc:chgData name="Jenny Díaz Ramírez" userId="df7d83af-54c1-43f9-a4ec-fea9744b3563" providerId="ADAL" clId="{5FED732F-5535-4218-B498-E1928A0349A6}" dt="2025-02-21T21:42:11.791" v="0" actId="47"/>
        <pc:sldMkLst>
          <pc:docMk/>
          <pc:sldMk cId="0" sldId="398"/>
        </pc:sldMkLst>
      </pc:sldChg>
      <pc:sldChg chg="addSp modSp add mod modClrScheme chgLayout">
        <pc:chgData name="Jenny Díaz Ramírez" userId="df7d83af-54c1-43f9-a4ec-fea9744b3563" providerId="ADAL" clId="{5FED732F-5535-4218-B498-E1928A0349A6}" dt="2025-03-04T21:08:55.951" v="6652"/>
        <pc:sldMkLst>
          <pc:docMk/>
          <pc:sldMk cId="0" sldId="399"/>
        </pc:sldMkLst>
        <pc:spChg chg="add mod">
          <ac:chgData name="Jenny Díaz Ramírez" userId="df7d83af-54c1-43f9-a4ec-fea9744b3563" providerId="ADAL" clId="{5FED732F-5535-4218-B498-E1928A0349A6}" dt="2025-03-04T21:08:55.951" v="6652"/>
          <ac:spMkLst>
            <pc:docMk/>
            <pc:sldMk cId="0" sldId="399"/>
            <ac:spMk id="2" creationId="{06AAF3B3-2AEB-553B-B319-C50DC8FEB983}"/>
          </ac:spMkLst>
        </pc:spChg>
        <pc:spChg chg="mod ord">
          <ac:chgData name="Jenny Díaz Ramírez" userId="df7d83af-54c1-43f9-a4ec-fea9744b3563" providerId="ADAL" clId="{5FED732F-5535-4218-B498-E1928A0349A6}" dt="2025-03-04T20:44:22.851" v="5900"/>
          <ac:spMkLst>
            <pc:docMk/>
            <pc:sldMk cId="0" sldId="399"/>
            <ac:spMk id="4099" creationId="{00000000-0000-0000-0000-000000000000}"/>
          </ac:spMkLst>
        </pc:spChg>
      </pc:sldChg>
      <pc:sldChg chg="addSp delSp modSp add mod modClrScheme chgLayout">
        <pc:chgData name="Jenny Díaz Ramírez" userId="df7d83af-54c1-43f9-a4ec-fea9744b3563" providerId="ADAL" clId="{5FED732F-5535-4218-B498-E1928A0349A6}" dt="2025-03-04T21:08:59.134" v="6654"/>
        <pc:sldMkLst>
          <pc:docMk/>
          <pc:sldMk cId="0" sldId="400"/>
        </pc:sldMkLst>
        <pc:spChg chg="add del mod">
          <ac:chgData name="Jenny Díaz Ramírez" userId="df7d83af-54c1-43f9-a4ec-fea9744b3563" providerId="ADAL" clId="{5FED732F-5535-4218-B498-E1928A0349A6}" dt="2025-03-04T21:06:58.897" v="6605" actId="478"/>
          <ac:spMkLst>
            <pc:docMk/>
            <pc:sldMk cId="0" sldId="400"/>
            <ac:spMk id="3" creationId="{A39ECA6C-B111-75FF-A10D-61273689146F}"/>
          </ac:spMkLst>
        </pc:spChg>
        <pc:spChg chg="add mod">
          <ac:chgData name="Jenny Díaz Ramírez" userId="df7d83af-54c1-43f9-a4ec-fea9744b3563" providerId="ADAL" clId="{5FED732F-5535-4218-B498-E1928A0349A6}" dt="2025-03-04T21:08:59.134" v="6654"/>
          <ac:spMkLst>
            <pc:docMk/>
            <pc:sldMk cId="0" sldId="400"/>
            <ac:spMk id="4" creationId="{7B62F254-A6C6-745B-9305-DA55A73B975A}"/>
          </ac:spMkLst>
        </pc:spChg>
        <pc:spChg chg="del mod ord">
          <ac:chgData name="Jenny Díaz Ramírez" userId="df7d83af-54c1-43f9-a4ec-fea9744b3563" providerId="ADAL" clId="{5FED732F-5535-4218-B498-E1928A0349A6}" dt="2025-03-04T17:09:25.189" v="53" actId="478"/>
          <ac:spMkLst>
            <pc:docMk/>
            <pc:sldMk cId="0" sldId="400"/>
            <ac:spMk id="4099" creationId="{00000000-0000-0000-0000-000000000000}"/>
          </ac:spMkLst>
        </pc:spChg>
        <pc:graphicFrameChg chg="mod modGraphic">
          <ac:chgData name="Jenny Díaz Ramírez" userId="df7d83af-54c1-43f9-a4ec-fea9744b3563" providerId="ADAL" clId="{5FED732F-5535-4218-B498-E1928A0349A6}" dt="2025-03-04T17:09:15.993" v="51" actId="1076"/>
          <ac:graphicFrameMkLst>
            <pc:docMk/>
            <pc:sldMk cId="0" sldId="400"/>
            <ac:graphicFrameMk id="5" creationId="{00000000-0000-0000-0000-000000000000}"/>
          </ac:graphicFrameMkLst>
        </pc:graphicFrameChg>
      </pc:sldChg>
      <pc:sldChg chg="modSp add del mod modClrScheme chgLayout">
        <pc:chgData name="Jenny Díaz Ramírez" userId="df7d83af-54c1-43f9-a4ec-fea9744b3563" providerId="ADAL" clId="{5FED732F-5535-4218-B498-E1928A0349A6}" dt="2025-03-04T20:28:46.865" v="5652" actId="2696"/>
        <pc:sldMkLst>
          <pc:docMk/>
          <pc:sldMk cId="0" sldId="401"/>
        </pc:sldMkLst>
        <pc:spChg chg="mod ord">
          <ac:chgData name="Jenny Díaz Ramírez" userId="df7d83af-54c1-43f9-a4ec-fea9744b3563" providerId="ADAL" clId="{5FED732F-5535-4218-B498-E1928A0349A6}" dt="2025-03-04T17:14:07.395" v="607" actId="207"/>
          <ac:spMkLst>
            <pc:docMk/>
            <pc:sldMk cId="0" sldId="401"/>
            <ac:spMk id="4099" creationId="{00000000-0000-0000-0000-000000000000}"/>
          </ac:spMkLst>
        </pc:spChg>
        <pc:graphicFrameChg chg="modGraphic">
          <ac:chgData name="Jenny Díaz Ramírez" userId="df7d83af-54c1-43f9-a4ec-fea9744b3563" providerId="ADAL" clId="{5FED732F-5535-4218-B498-E1928A0349A6}" dt="2025-03-04T17:14:11.664" v="608" actId="207"/>
          <ac:graphicFrameMkLst>
            <pc:docMk/>
            <pc:sldMk cId="0" sldId="401"/>
            <ac:graphicFrameMk id="4" creationId="{00000000-0000-0000-0000-000000000000}"/>
          </ac:graphicFrameMkLst>
        </pc:graphicFrameChg>
      </pc:sldChg>
      <pc:sldChg chg="addSp modSp add del mod">
        <pc:chgData name="Jenny Díaz Ramírez" userId="df7d83af-54c1-43f9-a4ec-fea9744b3563" providerId="ADAL" clId="{5FED732F-5535-4218-B498-E1928A0349A6}" dt="2025-03-04T20:44:39.538" v="5901" actId="47"/>
        <pc:sldMkLst>
          <pc:docMk/>
          <pc:sldMk cId="3017052054" sldId="401"/>
        </pc:sldMkLst>
        <pc:spChg chg="mod">
          <ac:chgData name="Jenny Díaz Ramírez" userId="df7d83af-54c1-43f9-a4ec-fea9744b3563" providerId="ADAL" clId="{5FED732F-5535-4218-B498-E1928A0349A6}" dt="2025-03-04T20:36:06.330" v="5714" actId="20577"/>
          <ac:spMkLst>
            <pc:docMk/>
            <pc:sldMk cId="3017052054" sldId="401"/>
            <ac:spMk id="4099" creationId="{00000000-0000-0000-0000-000000000000}"/>
          </ac:spMkLst>
        </pc:spChg>
        <pc:graphicFrameChg chg="add mod modGraphic">
          <ac:chgData name="Jenny Díaz Ramírez" userId="df7d83af-54c1-43f9-a4ec-fea9744b3563" providerId="ADAL" clId="{5FED732F-5535-4218-B498-E1928A0349A6}" dt="2025-03-04T20:42:01.415" v="5759" actId="948"/>
          <ac:graphicFrameMkLst>
            <pc:docMk/>
            <pc:sldMk cId="3017052054" sldId="401"/>
            <ac:graphicFrameMk id="2" creationId="{07E0D322-09B0-73DA-9D70-9DE34E3F2F00}"/>
          </ac:graphicFrameMkLst>
        </pc:graphicFrameChg>
        <pc:graphicFrameChg chg="mod modGraphic">
          <ac:chgData name="Jenny Díaz Ramírez" userId="df7d83af-54c1-43f9-a4ec-fea9744b3563" providerId="ADAL" clId="{5FED732F-5535-4218-B498-E1928A0349A6}" dt="2025-03-04T20:35:43.783" v="5703" actId="21"/>
          <ac:graphicFrameMkLst>
            <pc:docMk/>
            <pc:sldMk cId="3017052054" sldId="401"/>
            <ac:graphicFrameMk id="4" creationId="{00000000-0000-0000-0000-000000000000}"/>
          </ac:graphicFrameMkLst>
        </pc:graphicFrameChg>
      </pc:sldChg>
      <pc:sldChg chg="modSp add del mod ord modClrScheme chgLayout">
        <pc:chgData name="Jenny Díaz Ramírez" userId="df7d83af-54c1-43f9-a4ec-fea9744b3563" providerId="ADAL" clId="{5FED732F-5535-4218-B498-E1928A0349A6}" dt="2025-03-04T20:28:46.865" v="5652" actId="2696"/>
        <pc:sldMkLst>
          <pc:docMk/>
          <pc:sldMk cId="0" sldId="402"/>
        </pc:sldMkLst>
      </pc:sldChg>
      <pc:sldChg chg="addSp delSp modSp add del mod">
        <pc:chgData name="Jenny Díaz Ramírez" userId="df7d83af-54c1-43f9-a4ec-fea9744b3563" providerId="ADAL" clId="{5FED732F-5535-4218-B498-E1928A0349A6}" dt="2025-03-04T20:51:49.203" v="6162" actId="47"/>
        <pc:sldMkLst>
          <pc:docMk/>
          <pc:sldMk cId="3172037006" sldId="402"/>
        </pc:sldMkLst>
        <pc:spChg chg="add del mod">
          <ac:chgData name="Jenny Díaz Ramírez" userId="df7d83af-54c1-43f9-a4ec-fea9744b3563" providerId="ADAL" clId="{5FED732F-5535-4218-B498-E1928A0349A6}" dt="2025-03-04T20:36:37.284" v="5719" actId="478"/>
          <ac:spMkLst>
            <pc:docMk/>
            <pc:sldMk cId="3172037006" sldId="402"/>
            <ac:spMk id="4" creationId="{AB3BEB2F-81DE-662A-C6FF-68E4C1658C1B}"/>
          </ac:spMkLst>
        </pc:spChg>
        <pc:spChg chg="add del mod">
          <ac:chgData name="Jenny Díaz Ramírez" userId="df7d83af-54c1-43f9-a4ec-fea9744b3563" providerId="ADAL" clId="{5FED732F-5535-4218-B498-E1928A0349A6}" dt="2025-03-04T20:39:10.255" v="5735" actId="478"/>
          <ac:spMkLst>
            <pc:docMk/>
            <pc:sldMk cId="3172037006" sldId="402"/>
            <ac:spMk id="7" creationId="{32ADB0F5-FFF8-F5BC-57AC-0B71C4D7E5EF}"/>
          </ac:spMkLst>
        </pc:spChg>
        <pc:spChg chg="add mod">
          <ac:chgData name="Jenny Díaz Ramírez" userId="df7d83af-54c1-43f9-a4ec-fea9744b3563" providerId="ADAL" clId="{5FED732F-5535-4218-B498-E1928A0349A6}" dt="2025-03-04T20:41:27.859" v="5755" actId="164"/>
          <ac:spMkLst>
            <pc:docMk/>
            <pc:sldMk cId="3172037006" sldId="402"/>
            <ac:spMk id="10" creationId="{40F7EFD8-4C20-599F-0C2A-C251C90FC819}"/>
          </ac:spMkLst>
        </pc:spChg>
        <pc:spChg chg="add mod">
          <ac:chgData name="Jenny Díaz Ramírez" userId="df7d83af-54c1-43f9-a4ec-fea9744b3563" providerId="ADAL" clId="{5FED732F-5535-4218-B498-E1928A0349A6}" dt="2025-03-04T20:43:29.985" v="5826" actId="1076"/>
          <ac:spMkLst>
            <pc:docMk/>
            <pc:sldMk cId="3172037006" sldId="402"/>
            <ac:spMk id="14" creationId="{097EC467-808D-BF11-277B-78602466837A}"/>
          </ac:spMkLst>
        </pc:spChg>
        <pc:spChg chg="mod">
          <ac:chgData name="Jenny Díaz Ramírez" userId="df7d83af-54c1-43f9-a4ec-fea9744b3563" providerId="ADAL" clId="{5FED732F-5535-4218-B498-E1928A0349A6}" dt="2025-03-04T20:35:04.214" v="5698" actId="20577"/>
          <ac:spMkLst>
            <pc:docMk/>
            <pc:sldMk cId="3172037006" sldId="402"/>
            <ac:spMk id="4098" creationId="{00000000-0000-0000-0000-000000000000}"/>
          </ac:spMkLst>
        </pc:spChg>
        <pc:spChg chg="del mod">
          <ac:chgData name="Jenny Díaz Ramírez" userId="df7d83af-54c1-43f9-a4ec-fea9744b3563" providerId="ADAL" clId="{5FED732F-5535-4218-B498-E1928A0349A6}" dt="2025-03-04T20:36:34.017" v="5718" actId="478"/>
          <ac:spMkLst>
            <pc:docMk/>
            <pc:sldMk cId="3172037006" sldId="402"/>
            <ac:spMk id="4099" creationId="{00000000-0000-0000-0000-000000000000}"/>
          </ac:spMkLst>
        </pc:spChg>
        <pc:grpChg chg="add mod">
          <ac:chgData name="Jenny Díaz Ramírez" userId="df7d83af-54c1-43f9-a4ec-fea9744b3563" providerId="ADAL" clId="{5FED732F-5535-4218-B498-E1928A0349A6}" dt="2025-03-04T20:41:27.859" v="5755" actId="164"/>
          <ac:grpSpMkLst>
            <pc:docMk/>
            <pc:sldMk cId="3172037006" sldId="402"/>
            <ac:grpSpMk id="11" creationId="{4BCB6BEC-661F-77F5-B871-0866A1307AB0}"/>
          </ac:grpSpMkLst>
        </pc:grpChg>
        <pc:graphicFrameChg chg="add del mod modGraphic">
          <ac:chgData name="Jenny Díaz Ramírez" userId="df7d83af-54c1-43f9-a4ec-fea9744b3563" providerId="ADAL" clId="{5FED732F-5535-4218-B498-E1928A0349A6}" dt="2025-03-04T20:38:49.696" v="5729" actId="478"/>
          <ac:graphicFrameMkLst>
            <pc:docMk/>
            <pc:sldMk cId="3172037006" sldId="402"/>
            <ac:graphicFrameMk id="2" creationId="{89ED4D7D-CFEB-CFCB-9773-79D51684E72A}"/>
          </ac:graphicFrameMkLst>
        </pc:graphicFrameChg>
        <pc:graphicFrameChg chg="add mod">
          <ac:chgData name="Jenny Díaz Ramírez" userId="df7d83af-54c1-43f9-a4ec-fea9744b3563" providerId="ADAL" clId="{5FED732F-5535-4218-B498-E1928A0349A6}" dt="2025-03-04T20:38:51.106" v="5730"/>
          <ac:graphicFrameMkLst>
            <pc:docMk/>
            <pc:sldMk cId="3172037006" sldId="402"/>
            <ac:graphicFrameMk id="5" creationId="{48B13799-4860-5ECA-6FFC-8537BF16703F}"/>
          </ac:graphicFrameMkLst>
        </pc:graphicFrameChg>
        <pc:graphicFrameChg chg="add mod modGraphic">
          <ac:chgData name="Jenny Díaz Ramírez" userId="df7d83af-54c1-43f9-a4ec-fea9744b3563" providerId="ADAL" clId="{5FED732F-5535-4218-B498-E1928A0349A6}" dt="2025-03-04T20:42:15.529" v="5763" actId="1076"/>
          <ac:graphicFrameMkLst>
            <pc:docMk/>
            <pc:sldMk cId="3172037006" sldId="402"/>
            <ac:graphicFrameMk id="12" creationId="{AFB6AFF3-0323-1B1F-BAB3-F46D462C407F}"/>
          </ac:graphicFrameMkLst>
        </pc:graphicFrameChg>
        <pc:graphicFrameChg chg="mod">
          <ac:chgData name="Jenny Díaz Ramírez" userId="df7d83af-54c1-43f9-a4ec-fea9744b3563" providerId="ADAL" clId="{5FED732F-5535-4218-B498-E1928A0349A6}" dt="2025-03-04T20:41:27.859" v="5755" actId="164"/>
          <ac:graphicFrameMkLst>
            <pc:docMk/>
            <pc:sldMk cId="3172037006" sldId="402"/>
            <ac:graphicFrameMk id="29697" creationId="{00000000-0000-0000-0000-000000000000}"/>
          </ac:graphicFrameMkLst>
        </pc:graphicFrameChg>
        <pc:picChg chg="add del mod">
          <ac:chgData name="Jenny Díaz Ramírez" userId="df7d83af-54c1-43f9-a4ec-fea9744b3563" providerId="ADAL" clId="{5FED732F-5535-4218-B498-E1928A0349A6}" dt="2025-03-04T20:40:19.930" v="5739" actId="478"/>
          <ac:picMkLst>
            <pc:docMk/>
            <pc:sldMk cId="3172037006" sldId="402"/>
            <ac:picMk id="8" creationId="{9FAA86FF-A461-981E-02B0-4F85AEF5437E}"/>
          </ac:picMkLst>
        </pc:picChg>
        <pc:picChg chg="add mod">
          <ac:chgData name="Jenny Díaz Ramírez" userId="df7d83af-54c1-43f9-a4ec-fea9744b3563" providerId="ADAL" clId="{5FED732F-5535-4218-B498-E1928A0349A6}" dt="2025-03-04T20:40:27.832" v="5741" actId="1076"/>
          <ac:picMkLst>
            <pc:docMk/>
            <pc:sldMk cId="3172037006" sldId="402"/>
            <ac:picMk id="9" creationId="{C87BECC6-FC1D-C1E4-CBBB-D8926D6BC236}"/>
          </ac:picMkLst>
        </pc:picChg>
      </pc:sldChg>
      <pc:sldChg chg="modSp add del mod modClrScheme chgLayout">
        <pc:chgData name="Jenny Díaz Ramírez" userId="df7d83af-54c1-43f9-a4ec-fea9744b3563" providerId="ADAL" clId="{5FED732F-5535-4218-B498-E1928A0349A6}" dt="2025-03-04T20:28:46.865" v="5652" actId="2696"/>
        <pc:sldMkLst>
          <pc:docMk/>
          <pc:sldMk cId="0" sldId="411"/>
        </pc:sldMkLst>
      </pc:sldChg>
      <pc:sldChg chg="add del">
        <pc:chgData name="Jenny Díaz Ramírez" userId="df7d83af-54c1-43f9-a4ec-fea9744b3563" providerId="ADAL" clId="{5FED732F-5535-4218-B498-E1928A0349A6}" dt="2025-03-04T20:41:41.334" v="5756" actId="47"/>
        <pc:sldMkLst>
          <pc:docMk/>
          <pc:sldMk cId="3452049044" sldId="411"/>
        </pc:sldMkLst>
      </pc:sldChg>
      <pc:sldChg chg="addSp modSp add mod modClrScheme chgLayout">
        <pc:chgData name="Jenny Díaz Ramírez" userId="df7d83af-54c1-43f9-a4ec-fea9744b3563" providerId="ADAL" clId="{5FED732F-5535-4218-B498-E1928A0349A6}" dt="2025-03-04T21:08:34.241" v="6642"/>
        <pc:sldMkLst>
          <pc:docMk/>
          <pc:sldMk cId="0" sldId="412"/>
        </pc:sldMkLst>
        <pc:spChg chg="add mod">
          <ac:chgData name="Jenny Díaz Ramírez" userId="df7d83af-54c1-43f9-a4ec-fea9744b3563" providerId="ADAL" clId="{5FED732F-5535-4218-B498-E1928A0349A6}" dt="2025-03-04T21:08:34.241" v="6642"/>
          <ac:spMkLst>
            <pc:docMk/>
            <pc:sldMk cId="0" sldId="412"/>
            <ac:spMk id="3" creationId="{BF006B38-9334-8963-3283-56483F34E9AA}"/>
          </ac:spMkLst>
        </pc:spChg>
      </pc:sldChg>
      <pc:sldChg chg="modSp add del mod modClrScheme chgLayout">
        <pc:chgData name="Jenny Díaz Ramírez" userId="df7d83af-54c1-43f9-a4ec-fea9744b3563" providerId="ADAL" clId="{5FED732F-5535-4218-B498-E1928A0349A6}" dt="2025-03-04T20:28:46.865" v="5652" actId="2696"/>
        <pc:sldMkLst>
          <pc:docMk/>
          <pc:sldMk cId="0" sldId="413"/>
        </pc:sldMkLst>
      </pc:sldChg>
      <pc:sldChg chg="modSp add del mod">
        <pc:chgData name="Jenny Díaz Ramírez" userId="df7d83af-54c1-43f9-a4ec-fea9744b3563" providerId="ADAL" clId="{5FED732F-5535-4218-B498-E1928A0349A6}" dt="2025-03-04T20:44:43.791" v="5902" actId="47"/>
        <pc:sldMkLst>
          <pc:docMk/>
          <pc:sldMk cId="2528051881" sldId="413"/>
        </pc:sldMkLst>
        <pc:graphicFrameChg chg="mod">
          <ac:chgData name="Jenny Díaz Ramírez" userId="df7d83af-54c1-43f9-a4ec-fea9744b3563" providerId="ADAL" clId="{5FED732F-5535-4218-B498-E1928A0349A6}" dt="2025-03-04T20:33:38.549" v="5680" actId="1076"/>
          <ac:graphicFrameMkLst>
            <pc:docMk/>
            <pc:sldMk cId="2528051881" sldId="413"/>
            <ac:graphicFrameMk id="29697" creationId="{00000000-0000-0000-0000-000000000000}"/>
          </ac:graphicFrameMkLst>
        </pc:graphicFrameChg>
      </pc:sldChg>
      <pc:sldChg chg="modSp add del mod modClrScheme chgLayout">
        <pc:chgData name="Jenny Díaz Ramírez" userId="df7d83af-54c1-43f9-a4ec-fea9744b3563" providerId="ADAL" clId="{5FED732F-5535-4218-B498-E1928A0349A6}" dt="2025-03-04T20:28:46.865" v="5652" actId="2696"/>
        <pc:sldMkLst>
          <pc:docMk/>
          <pc:sldMk cId="0" sldId="414"/>
        </pc:sldMkLst>
      </pc:sldChg>
      <pc:sldChg chg="modSp add del mod">
        <pc:chgData name="Jenny Díaz Ramírez" userId="df7d83af-54c1-43f9-a4ec-fea9744b3563" providerId="ADAL" clId="{5FED732F-5535-4218-B498-E1928A0349A6}" dt="2025-03-04T20:44:46.679" v="5903" actId="47"/>
        <pc:sldMkLst>
          <pc:docMk/>
          <pc:sldMk cId="2386749056" sldId="414"/>
        </pc:sldMkLst>
        <pc:graphicFrameChg chg="modGraphic">
          <ac:chgData name="Jenny Díaz Ramírez" userId="df7d83af-54c1-43f9-a4ec-fea9744b3563" providerId="ADAL" clId="{5FED732F-5535-4218-B498-E1928A0349A6}" dt="2025-03-04T20:33:43.673" v="5681" actId="207"/>
          <ac:graphicFrameMkLst>
            <pc:docMk/>
            <pc:sldMk cId="2386749056" sldId="414"/>
            <ac:graphicFrameMk id="4" creationId="{00000000-0000-0000-0000-000000000000}"/>
          </ac:graphicFrameMkLst>
        </pc:graphicFrameChg>
      </pc:sldChg>
      <pc:sldChg chg="modSp add del mod modClrScheme chgLayout">
        <pc:chgData name="Jenny Díaz Ramírez" userId="df7d83af-54c1-43f9-a4ec-fea9744b3563" providerId="ADAL" clId="{5FED732F-5535-4218-B498-E1928A0349A6}" dt="2025-03-04T20:28:46.865" v="5652" actId="2696"/>
        <pc:sldMkLst>
          <pc:docMk/>
          <pc:sldMk cId="0" sldId="415"/>
        </pc:sldMkLst>
      </pc:sldChg>
      <pc:sldChg chg="add del">
        <pc:chgData name="Jenny Díaz Ramírez" userId="df7d83af-54c1-43f9-a4ec-fea9744b3563" providerId="ADAL" clId="{5FED732F-5535-4218-B498-E1928A0349A6}" dt="2025-03-04T20:44:48.660" v="5904" actId="47"/>
        <pc:sldMkLst>
          <pc:docMk/>
          <pc:sldMk cId="2415992668" sldId="415"/>
        </pc:sldMkLst>
      </pc:sldChg>
      <pc:sldChg chg="del">
        <pc:chgData name="Jenny Díaz Ramírez" userId="df7d83af-54c1-43f9-a4ec-fea9744b3563" providerId="ADAL" clId="{5FED732F-5535-4218-B498-E1928A0349A6}" dt="2025-02-21T21:42:11.791" v="0" actId="47"/>
        <pc:sldMkLst>
          <pc:docMk/>
          <pc:sldMk cId="0" sldId="418"/>
        </pc:sldMkLst>
      </pc:sldChg>
      <pc:sldChg chg="addSp modSp add mod modClrScheme chgLayout">
        <pc:chgData name="Jenny Díaz Ramírez" userId="df7d83af-54c1-43f9-a4ec-fea9744b3563" providerId="ADAL" clId="{5FED732F-5535-4218-B498-E1928A0349A6}" dt="2025-03-04T21:08:14.044" v="6638"/>
        <pc:sldMkLst>
          <pc:docMk/>
          <pc:sldMk cId="0" sldId="419"/>
        </pc:sldMkLst>
        <pc:spChg chg="add mod">
          <ac:chgData name="Jenny Díaz Ramírez" userId="df7d83af-54c1-43f9-a4ec-fea9744b3563" providerId="ADAL" clId="{5FED732F-5535-4218-B498-E1928A0349A6}" dt="2025-03-04T21:08:14.044" v="6638"/>
          <ac:spMkLst>
            <pc:docMk/>
            <pc:sldMk cId="0" sldId="419"/>
            <ac:spMk id="2" creationId="{B2F39B3B-B02D-BF77-1935-66C2F6621302}"/>
          </ac:spMkLst>
        </pc:spChg>
        <pc:spChg chg="mod ord">
          <ac:chgData name="Jenny Díaz Ramírez" userId="df7d83af-54c1-43f9-a4ec-fea9744b3563" providerId="ADAL" clId="{5FED732F-5535-4218-B498-E1928A0349A6}" dt="2025-03-04T21:02:10.205" v="6390" actId="20577"/>
          <ac:spMkLst>
            <pc:docMk/>
            <pc:sldMk cId="0" sldId="419"/>
            <ac:spMk id="35842" creationId="{00000000-0000-0000-0000-000000000000}"/>
          </ac:spMkLst>
        </pc:spChg>
        <pc:spChg chg="mod ord">
          <ac:chgData name="Jenny Díaz Ramírez" userId="df7d83af-54c1-43f9-a4ec-fea9744b3563" providerId="ADAL" clId="{5FED732F-5535-4218-B498-E1928A0349A6}" dt="2025-03-04T21:01:53.381" v="6368" actId="20577"/>
          <ac:spMkLst>
            <pc:docMk/>
            <pc:sldMk cId="0" sldId="419"/>
            <ac:spMk id="35843" creationId="{00000000-0000-0000-0000-000000000000}"/>
          </ac:spMkLst>
        </pc:spChg>
      </pc:sldChg>
      <pc:sldChg chg="modSp add del mod modClrScheme chgLayout">
        <pc:chgData name="Jenny Díaz Ramírez" userId="df7d83af-54c1-43f9-a4ec-fea9744b3563" providerId="ADAL" clId="{5FED732F-5535-4218-B498-E1928A0349A6}" dt="2025-03-04T20:52:00.800" v="6163" actId="47"/>
        <pc:sldMkLst>
          <pc:docMk/>
          <pc:sldMk cId="0" sldId="439"/>
        </pc:sldMkLst>
      </pc:sldChg>
      <pc:sldChg chg="modSp add del mod modClrScheme chgLayout">
        <pc:chgData name="Jenny Díaz Ramírez" userId="df7d83af-54c1-43f9-a4ec-fea9744b3563" providerId="ADAL" clId="{5FED732F-5535-4218-B498-E1928A0349A6}" dt="2025-03-04T20:53:59.352" v="6166" actId="47"/>
        <pc:sldMkLst>
          <pc:docMk/>
          <pc:sldMk cId="0" sldId="440"/>
        </pc:sldMkLst>
        <pc:graphicFrameChg chg="modGraphic">
          <ac:chgData name="Jenny Díaz Ramírez" userId="df7d83af-54c1-43f9-a4ec-fea9744b3563" providerId="ADAL" clId="{5FED732F-5535-4218-B498-E1928A0349A6}" dt="2025-03-04T20:52:10.259" v="6164" actId="207"/>
          <ac:graphicFrameMkLst>
            <pc:docMk/>
            <pc:sldMk cId="0" sldId="440"/>
            <ac:graphicFrameMk id="4" creationId="{00000000-0000-0000-0000-000000000000}"/>
          </ac:graphicFrameMkLst>
        </pc:graphicFrameChg>
      </pc:sldChg>
      <pc:sldChg chg="modSp add del mod modClrScheme chgLayout">
        <pc:chgData name="Jenny Díaz Ramírez" userId="df7d83af-54c1-43f9-a4ec-fea9744b3563" providerId="ADAL" clId="{5FED732F-5535-4218-B498-E1928A0349A6}" dt="2025-03-04T20:54:01.369" v="6167" actId="47"/>
        <pc:sldMkLst>
          <pc:docMk/>
          <pc:sldMk cId="0" sldId="443"/>
        </pc:sldMkLst>
      </pc:sldChg>
      <pc:sldChg chg="addSp delSp modSp add mod modClrScheme chgLayout">
        <pc:chgData name="Jenny Díaz Ramírez" userId="df7d83af-54c1-43f9-a4ec-fea9744b3563" providerId="ADAL" clId="{5FED732F-5535-4218-B498-E1928A0349A6}" dt="2025-03-04T21:08:12.632" v="6637"/>
        <pc:sldMkLst>
          <pc:docMk/>
          <pc:sldMk cId="0" sldId="444"/>
        </pc:sldMkLst>
        <pc:spChg chg="add mod">
          <ac:chgData name="Jenny Díaz Ramírez" userId="df7d83af-54c1-43f9-a4ec-fea9744b3563" providerId="ADAL" clId="{5FED732F-5535-4218-B498-E1928A0349A6}" dt="2025-03-04T21:01:02.538" v="6326" actId="5793"/>
          <ac:spMkLst>
            <pc:docMk/>
            <pc:sldMk cId="0" sldId="444"/>
            <ac:spMk id="3" creationId="{49E30968-AED9-06FE-F94B-0E958EFBBE8B}"/>
          </ac:spMkLst>
        </pc:spChg>
        <pc:spChg chg="add del mod">
          <ac:chgData name="Jenny Díaz Ramírez" userId="df7d83af-54c1-43f9-a4ec-fea9744b3563" providerId="ADAL" clId="{5FED732F-5535-4218-B498-E1928A0349A6}" dt="2025-03-04T21:00:38.085" v="6311" actId="478"/>
          <ac:spMkLst>
            <pc:docMk/>
            <pc:sldMk cId="0" sldId="444"/>
            <ac:spMk id="4" creationId="{E99BB7EB-40EC-F988-C672-2642AA19A0D1}"/>
          </ac:spMkLst>
        </pc:spChg>
        <pc:spChg chg="add mod">
          <ac:chgData name="Jenny Díaz Ramírez" userId="df7d83af-54c1-43f9-a4ec-fea9744b3563" providerId="ADAL" clId="{5FED732F-5535-4218-B498-E1928A0349A6}" dt="2025-03-04T21:08:12.632" v="6637"/>
          <ac:spMkLst>
            <pc:docMk/>
            <pc:sldMk cId="0" sldId="444"/>
            <ac:spMk id="6" creationId="{262703E7-509A-4C60-C2D4-625E92B91BA0}"/>
          </ac:spMkLst>
        </pc:spChg>
        <pc:spChg chg="mod ord">
          <ac:chgData name="Jenny Díaz Ramírez" userId="df7d83af-54c1-43f9-a4ec-fea9744b3563" providerId="ADAL" clId="{5FED732F-5535-4218-B498-E1928A0349A6}" dt="2025-03-04T20:55:51.682" v="6249" actId="14100"/>
          <ac:spMkLst>
            <pc:docMk/>
            <pc:sldMk cId="0" sldId="444"/>
            <ac:spMk id="35843" creationId="{00000000-0000-0000-0000-000000000000}"/>
          </ac:spMkLst>
        </pc:spChg>
        <pc:graphicFrameChg chg="add del mod">
          <ac:chgData name="Jenny Díaz Ramírez" userId="df7d83af-54c1-43f9-a4ec-fea9744b3563" providerId="ADAL" clId="{5FED732F-5535-4218-B498-E1928A0349A6}" dt="2025-03-04T21:00:35.463" v="6310" actId="478"/>
          <ac:graphicFrameMkLst>
            <pc:docMk/>
            <pc:sldMk cId="0" sldId="444"/>
            <ac:graphicFrameMk id="5" creationId="{953C6A73-4E44-5868-A0A1-D71CC726F6BA}"/>
          </ac:graphicFrameMkLst>
        </pc:graphicFrameChg>
      </pc:sldChg>
      <pc:sldChg chg="modSp add del mod">
        <pc:chgData name="Jenny Díaz Ramírez" userId="df7d83af-54c1-43f9-a4ec-fea9744b3563" providerId="ADAL" clId="{5FED732F-5535-4218-B498-E1928A0349A6}" dt="2025-03-04T20:51:47.798" v="6160" actId="47"/>
        <pc:sldMkLst>
          <pc:docMk/>
          <pc:sldMk cId="1676458182" sldId="454"/>
        </pc:sldMkLst>
        <pc:spChg chg="mod">
          <ac:chgData name="Jenny Díaz Ramírez" userId="df7d83af-54c1-43f9-a4ec-fea9744b3563" providerId="ADAL" clId="{5FED732F-5535-4218-B498-E1928A0349A6}" dt="2025-03-04T20:34:33.046" v="5690" actId="12"/>
          <ac:spMkLst>
            <pc:docMk/>
            <pc:sldMk cId="1676458182" sldId="454"/>
            <ac:spMk id="4099" creationId="{00000000-0000-0000-0000-000000000000}"/>
          </ac:spMkLst>
        </pc:spChg>
      </pc:sldChg>
      <pc:sldChg chg="modSp add del mod modClrScheme chgLayout">
        <pc:chgData name="Jenny Díaz Ramírez" userId="df7d83af-54c1-43f9-a4ec-fea9744b3563" providerId="ADAL" clId="{5FED732F-5535-4218-B498-E1928A0349A6}" dt="2025-03-04T20:28:46.865" v="5652" actId="2696"/>
        <pc:sldMkLst>
          <pc:docMk/>
          <pc:sldMk cId="1878908121" sldId="454"/>
        </pc:sldMkLst>
      </pc:sldChg>
      <pc:sldChg chg="modSp add del mod modClrScheme chgLayout">
        <pc:chgData name="Jenny Díaz Ramírez" userId="df7d83af-54c1-43f9-a4ec-fea9744b3563" providerId="ADAL" clId="{5FED732F-5535-4218-B498-E1928A0349A6}" dt="2025-03-04T20:28:46.865" v="5652" actId="2696"/>
        <pc:sldMkLst>
          <pc:docMk/>
          <pc:sldMk cId="761789482" sldId="455"/>
        </pc:sldMkLst>
        <pc:graphicFrameChg chg="modGraphic">
          <ac:chgData name="Jenny Díaz Ramírez" userId="df7d83af-54c1-43f9-a4ec-fea9744b3563" providerId="ADAL" clId="{5FED732F-5535-4218-B498-E1928A0349A6}" dt="2025-03-04T17:24:21.235" v="1185" actId="207"/>
          <ac:graphicFrameMkLst>
            <pc:docMk/>
            <pc:sldMk cId="761789482" sldId="455"/>
            <ac:graphicFrameMk id="4" creationId="{00000000-0000-0000-0000-000000000000}"/>
          </ac:graphicFrameMkLst>
        </pc:graphicFrameChg>
      </pc:sldChg>
      <pc:sldChg chg="add del modAnim">
        <pc:chgData name="Jenny Díaz Ramírez" userId="df7d83af-54c1-43f9-a4ec-fea9744b3563" providerId="ADAL" clId="{5FED732F-5535-4218-B498-E1928A0349A6}" dt="2025-03-04T20:51:48.309" v="6161" actId="47"/>
        <pc:sldMkLst>
          <pc:docMk/>
          <pc:sldMk cId="4224181420" sldId="455"/>
        </pc:sldMkLst>
      </pc:sldChg>
      <pc:sldChg chg="add del">
        <pc:chgData name="Jenny Díaz Ramírez" userId="df7d83af-54c1-43f9-a4ec-fea9744b3563" providerId="ADAL" clId="{5FED732F-5535-4218-B498-E1928A0349A6}" dt="2025-02-21T21:46:57.525" v="5" actId="47"/>
        <pc:sldMkLst>
          <pc:docMk/>
          <pc:sldMk cId="0" sldId="456"/>
        </pc:sldMkLst>
      </pc:sldChg>
      <pc:sldChg chg="addSp delSp modSp add mod delAnim modAnim">
        <pc:chgData name="Jenny Díaz Ramírez" userId="df7d83af-54c1-43f9-a4ec-fea9744b3563" providerId="ADAL" clId="{5FED732F-5535-4218-B498-E1928A0349A6}" dt="2025-03-04T21:08:42.634" v="6646"/>
        <pc:sldMkLst>
          <pc:docMk/>
          <pc:sldMk cId="962394125" sldId="456"/>
        </pc:sldMkLst>
        <pc:spChg chg="add mod">
          <ac:chgData name="Jenny Díaz Ramírez" userId="df7d83af-54c1-43f9-a4ec-fea9744b3563" providerId="ADAL" clId="{5FED732F-5535-4218-B498-E1928A0349A6}" dt="2025-03-04T21:08:42.634" v="6646"/>
          <ac:spMkLst>
            <pc:docMk/>
            <pc:sldMk cId="962394125" sldId="456"/>
            <ac:spMk id="2" creationId="{E731D4BB-7AB5-4D17-80BE-981A5016DE1D}"/>
          </ac:spMkLst>
        </pc:spChg>
        <pc:spChg chg="del">
          <ac:chgData name="Jenny Díaz Ramírez" userId="df7d83af-54c1-43f9-a4ec-fea9744b3563" providerId="ADAL" clId="{5FED732F-5535-4218-B498-E1928A0349A6}" dt="2025-03-04T21:07:14.307" v="6607" actId="478"/>
          <ac:spMkLst>
            <pc:docMk/>
            <pc:sldMk cId="962394125" sldId="456"/>
            <ac:spMk id="4" creationId="{A46A49F1-8C49-4437-3D98-50E8A515F5EE}"/>
          </ac:spMkLst>
        </pc:spChg>
        <pc:spChg chg="mod">
          <ac:chgData name="Jenny Díaz Ramírez" userId="df7d83af-54c1-43f9-a4ec-fea9744b3563" providerId="ADAL" clId="{5FED732F-5535-4218-B498-E1928A0349A6}" dt="2025-03-04T17:29:53.480" v="1401" actId="1076"/>
          <ac:spMkLst>
            <pc:docMk/>
            <pc:sldMk cId="962394125" sldId="456"/>
            <ac:spMk id="14" creationId="{9BBD6A74-A3BB-FF87-6413-31FDDD605AA6}"/>
          </ac:spMkLst>
        </pc:spChg>
        <pc:spChg chg="mod">
          <ac:chgData name="Jenny Díaz Ramírez" userId="df7d83af-54c1-43f9-a4ec-fea9744b3563" providerId="ADAL" clId="{5FED732F-5535-4218-B498-E1928A0349A6}" dt="2025-03-04T20:31:34.574" v="5658" actId="404"/>
          <ac:spMkLst>
            <pc:docMk/>
            <pc:sldMk cId="962394125" sldId="456"/>
            <ac:spMk id="16" creationId="{AC19DB50-8BA7-F66D-9A13-B19755A2E6C8}"/>
          </ac:spMkLst>
        </pc:spChg>
        <pc:graphicFrameChg chg="mod">
          <ac:chgData name="Jenny Díaz Ramírez" userId="df7d83af-54c1-43f9-a4ec-fea9744b3563" providerId="ADAL" clId="{5FED732F-5535-4218-B498-E1928A0349A6}" dt="2025-03-04T17:29:43.043" v="1391" actId="1076"/>
          <ac:graphicFrameMkLst>
            <pc:docMk/>
            <pc:sldMk cId="962394125" sldId="456"/>
            <ac:graphicFrameMk id="6" creationId="{BF7DD27B-03E5-3F2C-1372-E409EEC875A2}"/>
          </ac:graphicFrameMkLst>
        </pc:graphicFrameChg>
        <pc:graphicFrameChg chg="del mod">
          <ac:chgData name="Jenny Díaz Ramírez" userId="df7d83af-54c1-43f9-a4ec-fea9744b3563" providerId="ADAL" clId="{5FED732F-5535-4218-B498-E1928A0349A6}" dt="2025-03-04T17:19:13.833" v="809" actId="478"/>
          <ac:graphicFrameMkLst>
            <pc:docMk/>
            <pc:sldMk cId="962394125" sldId="456"/>
            <ac:graphicFrameMk id="31747" creationId="{493DBBB1-E5C8-A08E-5652-B104488E18E1}"/>
          </ac:graphicFrameMkLst>
        </pc:graphicFrameChg>
        <pc:picChg chg="mod">
          <ac:chgData name="Jenny Díaz Ramírez" userId="df7d83af-54c1-43f9-a4ec-fea9744b3563" providerId="ADAL" clId="{5FED732F-5535-4218-B498-E1928A0349A6}" dt="2025-03-04T17:19:31.466" v="818" actId="1076"/>
          <ac:picMkLst>
            <pc:docMk/>
            <pc:sldMk cId="962394125" sldId="456"/>
            <ac:picMk id="7" creationId="{F9FC40E7-C26C-1EEC-68A3-038EA29D28DB}"/>
          </ac:picMkLst>
        </pc:picChg>
      </pc:sldChg>
      <pc:sldChg chg="add del">
        <pc:chgData name="Jenny Díaz Ramírez" userId="df7d83af-54c1-43f9-a4ec-fea9744b3563" providerId="ADAL" clId="{5FED732F-5535-4218-B498-E1928A0349A6}" dt="2025-02-21T21:46:57.525" v="5" actId="47"/>
        <pc:sldMkLst>
          <pc:docMk/>
          <pc:sldMk cId="0" sldId="457"/>
        </pc:sldMkLst>
      </pc:sldChg>
      <pc:sldChg chg="addSp delSp modSp add mod ord">
        <pc:chgData name="Jenny Díaz Ramírez" userId="df7d83af-54c1-43f9-a4ec-fea9744b3563" providerId="ADAL" clId="{5FED732F-5535-4218-B498-E1928A0349A6}" dt="2025-03-04T21:08:54.086" v="6651"/>
        <pc:sldMkLst>
          <pc:docMk/>
          <pc:sldMk cId="2127657467" sldId="457"/>
        </pc:sldMkLst>
        <pc:spChg chg="add mod">
          <ac:chgData name="Jenny Díaz Ramírez" userId="df7d83af-54c1-43f9-a4ec-fea9744b3563" providerId="ADAL" clId="{5FED732F-5535-4218-B498-E1928A0349A6}" dt="2025-03-04T17:27:43.304" v="1341" actId="1076"/>
          <ac:spMkLst>
            <pc:docMk/>
            <pc:sldMk cId="2127657467" sldId="457"/>
            <ac:spMk id="4" creationId="{0BBBBD28-9E05-DD68-466B-24D1DEC9FB55}"/>
          </ac:spMkLst>
        </pc:spChg>
        <pc:spChg chg="add mod">
          <ac:chgData name="Jenny Díaz Ramírez" userId="df7d83af-54c1-43f9-a4ec-fea9744b3563" providerId="ADAL" clId="{5FED732F-5535-4218-B498-E1928A0349A6}" dt="2025-03-04T17:27:43.304" v="1341" actId="1076"/>
          <ac:spMkLst>
            <pc:docMk/>
            <pc:sldMk cId="2127657467" sldId="457"/>
            <ac:spMk id="5" creationId="{9FCF7F2B-3331-28B9-7BD5-224C7CD43725}"/>
          </ac:spMkLst>
        </pc:spChg>
        <pc:spChg chg="add mod">
          <ac:chgData name="Jenny Díaz Ramírez" userId="df7d83af-54c1-43f9-a4ec-fea9744b3563" providerId="ADAL" clId="{5FED732F-5535-4218-B498-E1928A0349A6}" dt="2025-03-04T17:27:52.699" v="1343" actId="1076"/>
          <ac:spMkLst>
            <pc:docMk/>
            <pc:sldMk cId="2127657467" sldId="457"/>
            <ac:spMk id="7" creationId="{201A3CBD-6791-833E-58B7-3DE5668BD385}"/>
          </ac:spMkLst>
        </pc:spChg>
        <pc:spChg chg="add mod">
          <ac:chgData name="Jenny Díaz Ramírez" userId="df7d83af-54c1-43f9-a4ec-fea9744b3563" providerId="ADAL" clId="{5FED732F-5535-4218-B498-E1928A0349A6}" dt="2025-03-04T21:08:54.086" v="6651"/>
          <ac:spMkLst>
            <pc:docMk/>
            <pc:sldMk cId="2127657467" sldId="457"/>
            <ac:spMk id="8" creationId="{C66FAA72-C324-4CD1-F764-922DC8862160}"/>
          </ac:spMkLst>
        </pc:spChg>
        <pc:spChg chg="mod">
          <ac:chgData name="Jenny Díaz Ramírez" userId="df7d83af-54c1-43f9-a4ec-fea9744b3563" providerId="ADAL" clId="{5FED732F-5535-4218-B498-E1928A0349A6}" dt="2025-03-04T20:31:15.275" v="5657" actId="14100"/>
          <ac:spMkLst>
            <pc:docMk/>
            <pc:sldMk cId="2127657467" sldId="457"/>
            <ac:spMk id="4099" creationId="{85EF5014-F66D-CCF4-F8D1-6E15F674223C}"/>
          </ac:spMkLst>
        </pc:spChg>
        <pc:graphicFrameChg chg="del mod">
          <ac:chgData name="Jenny Díaz Ramírez" userId="df7d83af-54c1-43f9-a4ec-fea9744b3563" providerId="ADAL" clId="{5FED732F-5535-4218-B498-E1928A0349A6}" dt="2025-03-04T17:22:54.852" v="1172" actId="478"/>
          <ac:graphicFrameMkLst>
            <pc:docMk/>
            <pc:sldMk cId="2127657467" sldId="457"/>
            <ac:graphicFrameMk id="2" creationId="{CCD7D768-578A-EA7F-13D9-9AB85B66F88C}"/>
          </ac:graphicFrameMkLst>
        </pc:graphicFrameChg>
      </pc:sldChg>
      <pc:sldChg chg="add del">
        <pc:chgData name="Jenny Díaz Ramírez" userId="df7d83af-54c1-43f9-a4ec-fea9744b3563" providerId="ADAL" clId="{5FED732F-5535-4218-B498-E1928A0349A6}" dt="2025-02-21T21:46:57.525" v="5" actId="47"/>
        <pc:sldMkLst>
          <pc:docMk/>
          <pc:sldMk cId="0" sldId="458"/>
        </pc:sldMkLst>
      </pc:sldChg>
      <pc:sldChg chg="addSp delSp modSp add mod">
        <pc:chgData name="Jenny Díaz Ramírez" userId="df7d83af-54c1-43f9-a4ec-fea9744b3563" providerId="ADAL" clId="{5FED732F-5535-4218-B498-E1928A0349A6}" dt="2025-03-04T21:08:40.561" v="6645"/>
        <pc:sldMkLst>
          <pc:docMk/>
          <pc:sldMk cId="2170225467" sldId="458"/>
        </pc:sldMkLst>
        <pc:spChg chg="add mod">
          <ac:chgData name="Jenny Díaz Ramírez" userId="df7d83af-54c1-43f9-a4ec-fea9744b3563" providerId="ADAL" clId="{5FED732F-5535-4218-B498-E1928A0349A6}" dt="2025-03-04T21:08:40.561" v="6645"/>
          <ac:spMkLst>
            <pc:docMk/>
            <pc:sldMk cId="2170225467" sldId="458"/>
            <ac:spMk id="4" creationId="{A8D291ED-5FCF-6FDC-BC0B-A13EB8EBA6D3}"/>
          </ac:spMkLst>
        </pc:spChg>
        <pc:spChg chg="mod">
          <ac:chgData name="Jenny Díaz Ramírez" userId="df7d83af-54c1-43f9-a4ec-fea9744b3563" providerId="ADAL" clId="{5FED732F-5535-4218-B498-E1928A0349A6}" dt="2025-03-04T17:29:04.011" v="1363" actId="20577"/>
          <ac:spMkLst>
            <pc:docMk/>
            <pc:sldMk cId="2170225467" sldId="458"/>
            <ac:spMk id="4098" creationId="{F65B8156-D1AD-AB47-A6D2-F1126B033CC5}"/>
          </ac:spMkLst>
        </pc:spChg>
        <pc:spChg chg="mod">
          <ac:chgData name="Jenny Díaz Ramírez" userId="df7d83af-54c1-43f9-a4ec-fea9744b3563" providerId="ADAL" clId="{5FED732F-5535-4218-B498-E1928A0349A6}" dt="2025-03-04T18:00:54.803" v="2502" actId="6549"/>
          <ac:spMkLst>
            <pc:docMk/>
            <pc:sldMk cId="2170225467" sldId="458"/>
            <ac:spMk id="4099" creationId="{D08F52A0-076A-B802-6B1D-237DE94272C8}"/>
          </ac:spMkLst>
        </pc:spChg>
        <pc:graphicFrameChg chg="add mod">
          <ac:chgData name="Jenny Díaz Ramírez" userId="df7d83af-54c1-43f9-a4ec-fea9744b3563" providerId="ADAL" clId="{5FED732F-5535-4218-B498-E1928A0349A6}" dt="2025-03-04T17:31:38.497" v="1595" actId="1076"/>
          <ac:graphicFrameMkLst>
            <pc:docMk/>
            <pc:sldMk cId="2170225467" sldId="458"/>
            <ac:graphicFrameMk id="2" creationId="{31AC5C78-9573-38EB-41F1-9341AF689B20}"/>
          </ac:graphicFrameMkLst>
        </pc:graphicFrameChg>
        <pc:graphicFrameChg chg="add mod">
          <ac:chgData name="Jenny Díaz Ramírez" userId="df7d83af-54c1-43f9-a4ec-fea9744b3563" providerId="ADAL" clId="{5FED732F-5535-4218-B498-E1928A0349A6}" dt="2025-03-04T17:34:32.292" v="1778"/>
          <ac:graphicFrameMkLst>
            <pc:docMk/>
            <pc:sldMk cId="2170225467" sldId="458"/>
            <ac:graphicFrameMk id="3" creationId="{0A726EB5-91DB-A395-F6E3-F372811EF160}"/>
          </ac:graphicFrameMkLst>
        </pc:graphicFrameChg>
        <pc:graphicFrameChg chg="del mod">
          <ac:chgData name="Jenny Díaz Ramírez" userId="df7d83af-54c1-43f9-a4ec-fea9744b3563" providerId="ADAL" clId="{5FED732F-5535-4218-B498-E1928A0349A6}" dt="2025-03-04T17:31:43.494" v="1596" actId="478"/>
          <ac:graphicFrameMkLst>
            <pc:docMk/>
            <pc:sldMk cId="2170225467" sldId="458"/>
            <ac:graphicFrameMk id="29697" creationId="{BA3FDA7F-8974-460D-9E90-BEDAF9EDA9DA}"/>
          </ac:graphicFrameMkLst>
        </pc:graphicFrameChg>
      </pc:sldChg>
      <pc:sldChg chg="add del">
        <pc:chgData name="Jenny Díaz Ramírez" userId="df7d83af-54c1-43f9-a4ec-fea9744b3563" providerId="ADAL" clId="{5FED732F-5535-4218-B498-E1928A0349A6}" dt="2025-02-21T21:46:57.525" v="5" actId="47"/>
        <pc:sldMkLst>
          <pc:docMk/>
          <pc:sldMk cId="0" sldId="459"/>
        </pc:sldMkLst>
      </pc:sldChg>
      <pc:sldChg chg="addSp delSp modSp add mod">
        <pc:chgData name="Jenny Díaz Ramírez" userId="df7d83af-54c1-43f9-a4ec-fea9744b3563" providerId="ADAL" clId="{5FED732F-5535-4218-B498-E1928A0349A6}" dt="2025-03-04T21:08:38.777" v="6644"/>
        <pc:sldMkLst>
          <pc:docMk/>
          <pc:sldMk cId="3535910149" sldId="459"/>
        </pc:sldMkLst>
        <pc:spChg chg="add mod">
          <ac:chgData name="Jenny Díaz Ramírez" userId="df7d83af-54c1-43f9-a4ec-fea9744b3563" providerId="ADAL" clId="{5FED732F-5535-4218-B498-E1928A0349A6}" dt="2025-03-04T17:58:17.215" v="2452" actId="20578"/>
          <ac:spMkLst>
            <pc:docMk/>
            <pc:sldMk cId="3535910149" sldId="459"/>
            <ac:spMk id="3" creationId="{EF9212B6-2EF2-9F0E-8E8D-5531E39F5236}"/>
          </ac:spMkLst>
        </pc:spChg>
        <pc:spChg chg="add mod">
          <ac:chgData name="Jenny Díaz Ramírez" userId="df7d83af-54c1-43f9-a4ec-fea9744b3563" providerId="ADAL" clId="{5FED732F-5535-4218-B498-E1928A0349A6}" dt="2025-03-04T17:59:54.118" v="2500" actId="6549"/>
          <ac:spMkLst>
            <pc:docMk/>
            <pc:sldMk cId="3535910149" sldId="459"/>
            <ac:spMk id="5" creationId="{7B808351-BDB5-F4B5-BAD7-2A31B29EA029}"/>
          </ac:spMkLst>
        </pc:spChg>
        <pc:spChg chg="add mod">
          <ac:chgData name="Jenny Díaz Ramírez" userId="df7d83af-54c1-43f9-a4ec-fea9744b3563" providerId="ADAL" clId="{5FED732F-5535-4218-B498-E1928A0349A6}" dt="2025-03-04T17:52:46.314" v="2227" actId="1076"/>
          <ac:spMkLst>
            <pc:docMk/>
            <pc:sldMk cId="3535910149" sldId="459"/>
            <ac:spMk id="7" creationId="{332EB96B-8C2F-D038-2BA4-0912F8EF1F75}"/>
          </ac:spMkLst>
        </pc:spChg>
        <pc:spChg chg="mod">
          <ac:chgData name="Jenny Díaz Ramírez" userId="df7d83af-54c1-43f9-a4ec-fea9744b3563" providerId="ADAL" clId="{5FED732F-5535-4218-B498-E1928A0349A6}" dt="2025-03-04T17:59:41.308" v="2498" actId="1076"/>
          <ac:spMkLst>
            <pc:docMk/>
            <pc:sldMk cId="3535910149" sldId="459"/>
            <ac:spMk id="24" creationId="{D42296F6-D86F-3558-AB70-D236F698CE5A}"/>
          </ac:spMkLst>
        </pc:spChg>
        <pc:spChg chg="mod">
          <ac:chgData name="Jenny Díaz Ramírez" userId="df7d83af-54c1-43f9-a4ec-fea9744b3563" providerId="ADAL" clId="{5FED732F-5535-4218-B498-E1928A0349A6}" dt="2025-03-04T17:59:41.308" v="2498" actId="1076"/>
          <ac:spMkLst>
            <pc:docMk/>
            <pc:sldMk cId="3535910149" sldId="459"/>
            <ac:spMk id="25" creationId="{DC3A9D9A-228A-AB05-B8B7-CACBDF87C9C5}"/>
          </ac:spMkLst>
        </pc:spChg>
        <pc:spChg chg="add mod">
          <ac:chgData name="Jenny Díaz Ramírez" userId="df7d83af-54c1-43f9-a4ec-fea9744b3563" providerId="ADAL" clId="{5FED732F-5535-4218-B498-E1928A0349A6}" dt="2025-03-04T18:00:16.114" v="2501" actId="207"/>
          <ac:spMkLst>
            <pc:docMk/>
            <pc:sldMk cId="3535910149" sldId="459"/>
            <ac:spMk id="39" creationId="{D8D899FE-CA50-BAAA-C609-E3BDEBFF796E}"/>
          </ac:spMkLst>
        </pc:spChg>
        <pc:spChg chg="add del mod">
          <ac:chgData name="Jenny Díaz Ramírez" userId="df7d83af-54c1-43f9-a4ec-fea9744b3563" providerId="ADAL" clId="{5FED732F-5535-4218-B498-E1928A0349A6}" dt="2025-03-04T17:58:02.420" v="2450"/>
          <ac:spMkLst>
            <pc:docMk/>
            <pc:sldMk cId="3535910149" sldId="459"/>
            <ac:spMk id="41" creationId="{35CECF94-A5F4-B954-562D-BA027DF8DA7D}"/>
          </ac:spMkLst>
        </pc:spChg>
        <pc:spChg chg="add mod">
          <ac:chgData name="Jenny Díaz Ramírez" userId="df7d83af-54c1-43f9-a4ec-fea9744b3563" providerId="ADAL" clId="{5FED732F-5535-4218-B498-E1928A0349A6}" dt="2025-03-04T17:59:36.347" v="2497" actId="20577"/>
          <ac:spMkLst>
            <pc:docMk/>
            <pc:sldMk cId="3535910149" sldId="459"/>
            <ac:spMk id="43" creationId="{04031483-B27D-4E0F-C232-1664D85C1658}"/>
          </ac:spMkLst>
        </pc:spChg>
        <pc:spChg chg="add mod">
          <ac:chgData name="Jenny Díaz Ramírez" userId="df7d83af-54c1-43f9-a4ec-fea9744b3563" providerId="ADAL" clId="{5FED732F-5535-4218-B498-E1928A0349A6}" dt="2025-03-04T21:08:38.777" v="6644"/>
          <ac:spMkLst>
            <pc:docMk/>
            <pc:sldMk cId="3535910149" sldId="459"/>
            <ac:spMk id="44" creationId="{5AA39424-198B-75E3-BC6E-EDCB9B2952B1}"/>
          </ac:spMkLst>
        </pc:spChg>
        <pc:spChg chg="mod">
          <ac:chgData name="Jenny Díaz Ramírez" userId="df7d83af-54c1-43f9-a4ec-fea9744b3563" providerId="ADAL" clId="{5FED732F-5535-4218-B498-E1928A0349A6}" dt="2025-03-04T17:34:53.059" v="1801" actId="20577"/>
          <ac:spMkLst>
            <pc:docMk/>
            <pc:sldMk cId="3535910149" sldId="459"/>
            <ac:spMk id="4098" creationId="{D074DC54-3122-EAAD-4D30-D8D07E3E6A5B}"/>
          </ac:spMkLst>
        </pc:spChg>
        <pc:spChg chg="mod">
          <ac:chgData name="Jenny Díaz Ramírez" userId="df7d83af-54c1-43f9-a4ec-fea9744b3563" providerId="ADAL" clId="{5FED732F-5535-4218-B498-E1928A0349A6}" dt="2025-03-04T17:52:32.871" v="2223" actId="1076"/>
          <ac:spMkLst>
            <pc:docMk/>
            <pc:sldMk cId="3535910149" sldId="459"/>
            <ac:spMk id="4099" creationId="{064886BA-FC6A-17CB-0032-D4DB15E97482}"/>
          </ac:spMkLst>
        </pc:spChg>
        <pc:grpChg chg="del">
          <ac:chgData name="Jenny Díaz Ramírez" userId="df7d83af-54c1-43f9-a4ec-fea9744b3563" providerId="ADAL" clId="{5FED732F-5535-4218-B498-E1928A0349A6}" dt="2025-03-04T17:51:44.340" v="2210" actId="478"/>
          <ac:grpSpMkLst>
            <pc:docMk/>
            <pc:sldMk cId="3535910149" sldId="459"/>
            <ac:grpSpMk id="20" creationId="{3DBBCA14-4793-E637-FD4B-D030A357BBEA}"/>
          </ac:grpSpMkLst>
        </pc:grpChg>
        <pc:graphicFrameChg chg="del">
          <ac:chgData name="Jenny Díaz Ramírez" userId="df7d83af-54c1-43f9-a4ec-fea9744b3563" providerId="ADAL" clId="{5FED732F-5535-4218-B498-E1928A0349A6}" dt="2025-03-04T17:35:52.203" v="1803" actId="478"/>
          <ac:graphicFrameMkLst>
            <pc:docMk/>
            <pc:sldMk cId="3535910149" sldId="459"/>
            <ac:graphicFrameMk id="2" creationId="{35B121E7-75FA-4322-8EF3-2D65B822AFDD}"/>
          </ac:graphicFrameMkLst>
        </pc:graphicFrameChg>
        <pc:picChg chg="add mod">
          <ac:chgData name="Jenny Díaz Ramírez" userId="df7d83af-54c1-43f9-a4ec-fea9744b3563" providerId="ADAL" clId="{5FED732F-5535-4218-B498-E1928A0349A6}" dt="2025-03-04T17:50:55.369" v="2197" actId="164"/>
          <ac:picMkLst>
            <pc:docMk/>
            <pc:sldMk cId="3535910149" sldId="459"/>
            <ac:picMk id="9" creationId="{6CF5AC97-0FA0-92FD-2A86-B52AB0F58EAB}"/>
          </ac:picMkLst>
        </pc:picChg>
        <pc:picChg chg="add mod">
          <ac:chgData name="Jenny Díaz Ramírez" userId="df7d83af-54c1-43f9-a4ec-fea9744b3563" providerId="ADAL" clId="{5FED732F-5535-4218-B498-E1928A0349A6}" dt="2025-03-04T17:49:55" v="2175" actId="1076"/>
          <ac:picMkLst>
            <pc:docMk/>
            <pc:sldMk cId="3535910149" sldId="459"/>
            <ac:picMk id="10" creationId="{7AEAE03A-B8EA-C4A1-6CF0-BBB13BB55912}"/>
          </ac:picMkLst>
        </pc:picChg>
        <pc:picChg chg="add mod">
          <ac:chgData name="Jenny Díaz Ramírez" userId="df7d83af-54c1-43f9-a4ec-fea9744b3563" providerId="ADAL" clId="{5FED732F-5535-4218-B498-E1928A0349A6}" dt="2025-03-04T17:50:55.369" v="2197" actId="164"/>
          <ac:picMkLst>
            <pc:docMk/>
            <pc:sldMk cId="3535910149" sldId="459"/>
            <ac:picMk id="11" creationId="{39837263-7E33-4164-8DEC-7C70862DE9AA}"/>
          </ac:picMkLst>
        </pc:picChg>
        <pc:picChg chg="add mod">
          <ac:chgData name="Jenny Díaz Ramírez" userId="df7d83af-54c1-43f9-a4ec-fea9744b3563" providerId="ADAL" clId="{5FED732F-5535-4218-B498-E1928A0349A6}" dt="2025-03-04T17:50:55.369" v="2197" actId="164"/>
          <ac:picMkLst>
            <pc:docMk/>
            <pc:sldMk cId="3535910149" sldId="459"/>
            <ac:picMk id="12" creationId="{E50A913A-A624-5B7A-1235-8D0C9E498D3C}"/>
          </ac:picMkLst>
        </pc:picChg>
        <pc:picChg chg="add mod">
          <ac:chgData name="Jenny Díaz Ramírez" userId="df7d83af-54c1-43f9-a4ec-fea9744b3563" providerId="ADAL" clId="{5FED732F-5535-4218-B498-E1928A0349A6}" dt="2025-03-04T17:50:55.369" v="2197" actId="164"/>
          <ac:picMkLst>
            <pc:docMk/>
            <pc:sldMk cId="3535910149" sldId="459"/>
            <ac:picMk id="13" creationId="{CDE1C125-A2D5-375E-005F-6628D8D1939A}"/>
          </ac:picMkLst>
        </pc:picChg>
        <pc:picChg chg="add mod">
          <ac:chgData name="Jenny Díaz Ramírez" userId="df7d83af-54c1-43f9-a4ec-fea9744b3563" providerId="ADAL" clId="{5FED732F-5535-4218-B498-E1928A0349A6}" dt="2025-03-04T17:50:55.369" v="2197" actId="164"/>
          <ac:picMkLst>
            <pc:docMk/>
            <pc:sldMk cId="3535910149" sldId="459"/>
            <ac:picMk id="14" creationId="{B2918653-2938-5210-D81F-F085621983BE}"/>
          </ac:picMkLst>
        </pc:picChg>
        <pc:picChg chg="add mod">
          <ac:chgData name="Jenny Díaz Ramírez" userId="df7d83af-54c1-43f9-a4ec-fea9744b3563" providerId="ADAL" clId="{5FED732F-5535-4218-B498-E1928A0349A6}" dt="2025-03-04T17:50:55.369" v="2197" actId="164"/>
          <ac:picMkLst>
            <pc:docMk/>
            <pc:sldMk cId="3535910149" sldId="459"/>
            <ac:picMk id="15" creationId="{73BCD31C-F4EC-C3CC-DFA6-BBAC6DB37FCB}"/>
          </ac:picMkLst>
        </pc:picChg>
        <pc:picChg chg="add mod">
          <ac:chgData name="Jenny Díaz Ramírez" userId="df7d83af-54c1-43f9-a4ec-fea9744b3563" providerId="ADAL" clId="{5FED732F-5535-4218-B498-E1928A0349A6}" dt="2025-03-04T17:50:55.369" v="2197" actId="164"/>
          <ac:picMkLst>
            <pc:docMk/>
            <pc:sldMk cId="3535910149" sldId="459"/>
            <ac:picMk id="16" creationId="{9626A515-9B47-CF76-05E0-54D00D5EB961}"/>
          </ac:picMkLst>
        </pc:picChg>
        <pc:picChg chg="add mod">
          <ac:chgData name="Jenny Díaz Ramírez" userId="df7d83af-54c1-43f9-a4ec-fea9744b3563" providerId="ADAL" clId="{5FED732F-5535-4218-B498-E1928A0349A6}" dt="2025-03-04T17:50:55.369" v="2197" actId="164"/>
          <ac:picMkLst>
            <pc:docMk/>
            <pc:sldMk cId="3535910149" sldId="459"/>
            <ac:picMk id="17" creationId="{6D917530-53F4-EE8A-A23A-7364997A256F}"/>
          </ac:picMkLst>
        </pc:picChg>
        <pc:picChg chg="add mod">
          <ac:chgData name="Jenny Díaz Ramírez" userId="df7d83af-54c1-43f9-a4ec-fea9744b3563" providerId="ADAL" clId="{5FED732F-5535-4218-B498-E1928A0349A6}" dt="2025-03-04T17:50:55.369" v="2197" actId="164"/>
          <ac:picMkLst>
            <pc:docMk/>
            <pc:sldMk cId="3535910149" sldId="459"/>
            <ac:picMk id="18" creationId="{FC835F8F-60AA-A640-516B-97606EA7D045}"/>
          </ac:picMkLst>
        </pc:picChg>
        <pc:picChg chg="add mod">
          <ac:chgData name="Jenny Díaz Ramírez" userId="df7d83af-54c1-43f9-a4ec-fea9744b3563" providerId="ADAL" clId="{5FED732F-5535-4218-B498-E1928A0349A6}" dt="2025-03-04T17:50:55.369" v="2197" actId="164"/>
          <ac:picMkLst>
            <pc:docMk/>
            <pc:sldMk cId="3535910149" sldId="459"/>
            <ac:picMk id="19" creationId="{8206E3AC-BF0B-C126-EBDA-91D01B75D5B6}"/>
          </ac:picMkLst>
        </pc:picChg>
        <pc:picChg chg="mod">
          <ac:chgData name="Jenny Díaz Ramírez" userId="df7d83af-54c1-43f9-a4ec-fea9744b3563" providerId="ADAL" clId="{5FED732F-5535-4218-B498-E1928A0349A6}" dt="2025-03-04T17:59:41.308" v="2498" actId="1076"/>
          <ac:picMkLst>
            <pc:docMk/>
            <pc:sldMk cId="3535910149" sldId="459"/>
            <ac:picMk id="22" creationId="{3D4CE5DB-3409-52A8-E8B6-C6DE24265700}"/>
          </ac:picMkLst>
        </pc:picChg>
        <pc:picChg chg="mod">
          <ac:chgData name="Jenny Díaz Ramírez" userId="df7d83af-54c1-43f9-a4ec-fea9744b3563" providerId="ADAL" clId="{5FED732F-5535-4218-B498-E1928A0349A6}" dt="2025-03-04T17:59:41.308" v="2498" actId="1076"/>
          <ac:picMkLst>
            <pc:docMk/>
            <pc:sldMk cId="3535910149" sldId="459"/>
            <ac:picMk id="27" creationId="{CE110455-0FF0-28C7-98F8-869499093F3B}"/>
          </ac:picMkLst>
        </pc:picChg>
        <pc:picChg chg="mod">
          <ac:chgData name="Jenny Díaz Ramírez" userId="df7d83af-54c1-43f9-a4ec-fea9744b3563" providerId="ADAL" clId="{5FED732F-5535-4218-B498-E1928A0349A6}" dt="2025-03-04T17:59:41.308" v="2498" actId="1076"/>
          <ac:picMkLst>
            <pc:docMk/>
            <pc:sldMk cId="3535910149" sldId="459"/>
            <ac:picMk id="28" creationId="{9A8BBC32-385E-9AA6-BAED-3951B33821A3}"/>
          </ac:picMkLst>
        </pc:picChg>
        <pc:picChg chg="mod">
          <ac:chgData name="Jenny Díaz Ramírez" userId="df7d83af-54c1-43f9-a4ec-fea9744b3563" providerId="ADAL" clId="{5FED732F-5535-4218-B498-E1928A0349A6}" dt="2025-03-04T17:59:41.308" v="2498" actId="1076"/>
          <ac:picMkLst>
            <pc:docMk/>
            <pc:sldMk cId="3535910149" sldId="459"/>
            <ac:picMk id="29" creationId="{47D64D2C-1F5E-4B9C-DCA8-3073ACBF8719}"/>
          </ac:picMkLst>
        </pc:picChg>
        <pc:picChg chg="mod">
          <ac:chgData name="Jenny Díaz Ramírez" userId="df7d83af-54c1-43f9-a4ec-fea9744b3563" providerId="ADAL" clId="{5FED732F-5535-4218-B498-E1928A0349A6}" dt="2025-03-04T17:59:41.308" v="2498" actId="1076"/>
          <ac:picMkLst>
            <pc:docMk/>
            <pc:sldMk cId="3535910149" sldId="459"/>
            <ac:picMk id="31" creationId="{07C91E7B-93EF-A85A-2E6D-3E189D3ADE1D}"/>
          </ac:picMkLst>
        </pc:picChg>
        <pc:picChg chg="mod">
          <ac:chgData name="Jenny Díaz Ramírez" userId="df7d83af-54c1-43f9-a4ec-fea9744b3563" providerId="ADAL" clId="{5FED732F-5535-4218-B498-E1928A0349A6}" dt="2025-03-04T17:59:41.308" v="2498" actId="1076"/>
          <ac:picMkLst>
            <pc:docMk/>
            <pc:sldMk cId="3535910149" sldId="459"/>
            <ac:picMk id="34" creationId="{F3397602-FC79-A0F6-78A2-11BDABFDD8CD}"/>
          </ac:picMkLst>
        </pc:picChg>
        <pc:picChg chg="mod">
          <ac:chgData name="Jenny Díaz Ramírez" userId="df7d83af-54c1-43f9-a4ec-fea9744b3563" providerId="ADAL" clId="{5FED732F-5535-4218-B498-E1928A0349A6}" dt="2025-03-04T17:59:41.308" v="2498" actId="1076"/>
          <ac:picMkLst>
            <pc:docMk/>
            <pc:sldMk cId="3535910149" sldId="459"/>
            <ac:picMk id="35" creationId="{CCA84A9C-4D29-43B2-6433-000AE9E7F0FD}"/>
          </ac:picMkLst>
        </pc:picChg>
        <pc:picChg chg="mod">
          <ac:chgData name="Jenny Díaz Ramírez" userId="df7d83af-54c1-43f9-a4ec-fea9744b3563" providerId="ADAL" clId="{5FED732F-5535-4218-B498-E1928A0349A6}" dt="2025-03-04T17:59:41.308" v="2498" actId="1076"/>
          <ac:picMkLst>
            <pc:docMk/>
            <pc:sldMk cId="3535910149" sldId="459"/>
            <ac:picMk id="37" creationId="{2031EB5D-FD30-C1FD-1ECC-B68DBC39FBF3}"/>
          </ac:picMkLst>
        </pc:picChg>
        <pc:picChg chg="add del mod">
          <ac:chgData name="Jenny Díaz Ramírez" userId="df7d83af-54c1-43f9-a4ec-fea9744b3563" providerId="ADAL" clId="{5FED732F-5535-4218-B498-E1928A0349A6}" dt="2025-03-04T17:51:40.439" v="2209" actId="478"/>
          <ac:picMkLst>
            <pc:docMk/>
            <pc:sldMk cId="3535910149" sldId="459"/>
            <ac:picMk id="1026" creationId="{E0223FA8-E8AD-CD66-CBA6-8A3552C8B3BC}"/>
          </ac:picMkLst>
        </pc:picChg>
      </pc:sldChg>
      <pc:sldChg chg="add del">
        <pc:chgData name="Jenny Díaz Ramírez" userId="df7d83af-54c1-43f9-a4ec-fea9744b3563" providerId="ADAL" clId="{5FED732F-5535-4218-B498-E1928A0349A6}" dt="2025-02-21T21:46:57.525" v="5" actId="47"/>
        <pc:sldMkLst>
          <pc:docMk/>
          <pc:sldMk cId="0" sldId="460"/>
        </pc:sldMkLst>
      </pc:sldChg>
      <pc:sldChg chg="addSp modSp new del mod">
        <pc:chgData name="Jenny Díaz Ramírez" userId="df7d83af-54c1-43f9-a4ec-fea9744b3563" providerId="ADAL" clId="{5FED732F-5535-4218-B498-E1928A0349A6}" dt="2025-03-04T18:01:02.954" v="2503" actId="47"/>
        <pc:sldMkLst>
          <pc:docMk/>
          <pc:sldMk cId="409906503" sldId="460"/>
        </pc:sldMkLst>
        <pc:spChg chg="add mod">
          <ac:chgData name="Jenny Díaz Ramírez" userId="df7d83af-54c1-43f9-a4ec-fea9744b3563" providerId="ADAL" clId="{5FED732F-5535-4218-B498-E1928A0349A6}" dt="2025-03-04T17:51:31.660" v="2208" actId="164"/>
          <ac:spMkLst>
            <pc:docMk/>
            <pc:sldMk cId="409906503" sldId="460"/>
            <ac:spMk id="7" creationId="{691110B5-F4E0-4C00-2F15-15A22D102C67}"/>
          </ac:spMkLst>
        </pc:spChg>
        <pc:spChg chg="add mod">
          <ac:chgData name="Jenny Díaz Ramírez" userId="df7d83af-54c1-43f9-a4ec-fea9744b3563" providerId="ADAL" clId="{5FED732F-5535-4218-B498-E1928A0349A6}" dt="2025-03-04T17:51:31.660" v="2208" actId="164"/>
          <ac:spMkLst>
            <pc:docMk/>
            <pc:sldMk cId="409906503" sldId="460"/>
            <ac:spMk id="8" creationId="{05438215-D918-DDB9-5E84-B73F1ED551EF}"/>
          </ac:spMkLst>
        </pc:spChg>
        <pc:grpChg chg="mod">
          <ac:chgData name="Jenny Díaz Ramírez" userId="df7d83af-54c1-43f9-a4ec-fea9744b3563" providerId="ADAL" clId="{5FED732F-5535-4218-B498-E1928A0349A6}" dt="2025-03-04T17:51:31.660" v="2208" actId="164"/>
          <ac:grpSpMkLst>
            <pc:docMk/>
            <pc:sldMk cId="409906503" sldId="460"/>
            <ac:grpSpMk id="9" creationId="{73E8C9B7-E6F2-E0FB-6948-FF2803893F61}"/>
          </ac:grpSpMkLst>
        </pc:grpChg>
        <pc:grpChg chg="add mod">
          <ac:chgData name="Jenny Díaz Ramírez" userId="df7d83af-54c1-43f9-a4ec-fea9744b3563" providerId="ADAL" clId="{5FED732F-5535-4218-B498-E1928A0349A6}" dt="2025-03-04T17:51:31.660" v="2208" actId="164"/>
          <ac:grpSpMkLst>
            <pc:docMk/>
            <pc:sldMk cId="409906503" sldId="460"/>
            <ac:grpSpMk id="21" creationId="{B5AC3B70-83C0-DD46-B187-6ABC6FCED659}"/>
          </ac:grpSpMkLst>
        </pc:grpChg>
        <pc:picChg chg="add mod">
          <ac:chgData name="Jenny Díaz Ramírez" userId="df7d83af-54c1-43f9-a4ec-fea9744b3563" providerId="ADAL" clId="{5FED732F-5535-4218-B498-E1928A0349A6}" dt="2025-03-04T17:51:31.660" v="2208" actId="164"/>
          <ac:picMkLst>
            <pc:docMk/>
            <pc:sldMk cId="409906503" sldId="460"/>
            <ac:picMk id="4" creationId="{6F968AF8-595E-ED58-E7B0-2144E96FFBCF}"/>
          </ac:picMkLst>
        </pc:picChg>
        <pc:picChg chg="mod">
          <ac:chgData name="Jenny Díaz Ramírez" userId="df7d83af-54c1-43f9-a4ec-fea9744b3563" providerId="ADAL" clId="{5FED732F-5535-4218-B498-E1928A0349A6}" dt="2025-03-04T17:50:58.698" v="2198"/>
          <ac:picMkLst>
            <pc:docMk/>
            <pc:sldMk cId="409906503" sldId="460"/>
            <ac:picMk id="10" creationId="{3DF86E9E-02F1-E0B2-26C5-D004E1F36B69}"/>
          </ac:picMkLst>
        </pc:picChg>
        <pc:picChg chg="mod">
          <ac:chgData name="Jenny Díaz Ramírez" userId="df7d83af-54c1-43f9-a4ec-fea9744b3563" providerId="ADAL" clId="{5FED732F-5535-4218-B498-E1928A0349A6}" dt="2025-03-04T17:50:58.698" v="2198"/>
          <ac:picMkLst>
            <pc:docMk/>
            <pc:sldMk cId="409906503" sldId="460"/>
            <ac:picMk id="11" creationId="{4FED4516-24F0-F42A-E78A-6829348E660C}"/>
          </ac:picMkLst>
        </pc:picChg>
        <pc:picChg chg="mod">
          <ac:chgData name="Jenny Díaz Ramírez" userId="df7d83af-54c1-43f9-a4ec-fea9744b3563" providerId="ADAL" clId="{5FED732F-5535-4218-B498-E1928A0349A6}" dt="2025-03-04T17:50:58.698" v="2198"/>
          <ac:picMkLst>
            <pc:docMk/>
            <pc:sldMk cId="409906503" sldId="460"/>
            <ac:picMk id="12" creationId="{8865DEA5-0BA5-C827-5E22-29FEFDFDCAB5}"/>
          </ac:picMkLst>
        </pc:picChg>
        <pc:picChg chg="mod">
          <ac:chgData name="Jenny Díaz Ramírez" userId="df7d83af-54c1-43f9-a4ec-fea9744b3563" providerId="ADAL" clId="{5FED732F-5535-4218-B498-E1928A0349A6}" dt="2025-03-04T17:50:58.698" v="2198"/>
          <ac:picMkLst>
            <pc:docMk/>
            <pc:sldMk cId="409906503" sldId="460"/>
            <ac:picMk id="13" creationId="{9F19D909-AC0C-644B-6C7F-8F5BC0DA663C}"/>
          </ac:picMkLst>
        </pc:picChg>
        <pc:picChg chg="mod">
          <ac:chgData name="Jenny Díaz Ramírez" userId="df7d83af-54c1-43f9-a4ec-fea9744b3563" providerId="ADAL" clId="{5FED732F-5535-4218-B498-E1928A0349A6}" dt="2025-03-04T17:50:58.698" v="2198"/>
          <ac:picMkLst>
            <pc:docMk/>
            <pc:sldMk cId="409906503" sldId="460"/>
            <ac:picMk id="14" creationId="{61251C37-FAFC-BC8A-5D41-3274DEF5D9E5}"/>
          </ac:picMkLst>
        </pc:picChg>
        <pc:picChg chg="mod">
          <ac:chgData name="Jenny Díaz Ramírez" userId="df7d83af-54c1-43f9-a4ec-fea9744b3563" providerId="ADAL" clId="{5FED732F-5535-4218-B498-E1928A0349A6}" dt="2025-03-04T17:50:58.698" v="2198"/>
          <ac:picMkLst>
            <pc:docMk/>
            <pc:sldMk cId="409906503" sldId="460"/>
            <ac:picMk id="15" creationId="{E956FABA-E518-5EB9-65BE-61CE1F3CB89A}"/>
          </ac:picMkLst>
        </pc:picChg>
        <pc:picChg chg="mod">
          <ac:chgData name="Jenny Díaz Ramírez" userId="df7d83af-54c1-43f9-a4ec-fea9744b3563" providerId="ADAL" clId="{5FED732F-5535-4218-B498-E1928A0349A6}" dt="2025-03-04T17:50:58.698" v="2198"/>
          <ac:picMkLst>
            <pc:docMk/>
            <pc:sldMk cId="409906503" sldId="460"/>
            <ac:picMk id="16" creationId="{ECB49BB1-1B98-204C-53BC-E667788AAA85}"/>
          </ac:picMkLst>
        </pc:picChg>
        <pc:picChg chg="mod">
          <ac:chgData name="Jenny Díaz Ramírez" userId="df7d83af-54c1-43f9-a4ec-fea9744b3563" providerId="ADAL" clId="{5FED732F-5535-4218-B498-E1928A0349A6}" dt="2025-03-04T17:50:58.698" v="2198"/>
          <ac:picMkLst>
            <pc:docMk/>
            <pc:sldMk cId="409906503" sldId="460"/>
            <ac:picMk id="17" creationId="{D0C69A30-3A07-00DA-33B3-7BF1CB8D1B45}"/>
          </ac:picMkLst>
        </pc:picChg>
        <pc:picChg chg="mod">
          <ac:chgData name="Jenny Díaz Ramírez" userId="df7d83af-54c1-43f9-a4ec-fea9744b3563" providerId="ADAL" clId="{5FED732F-5535-4218-B498-E1928A0349A6}" dt="2025-03-04T17:50:58.698" v="2198"/>
          <ac:picMkLst>
            <pc:docMk/>
            <pc:sldMk cId="409906503" sldId="460"/>
            <ac:picMk id="18" creationId="{8EEF84FF-C7D8-0827-705F-7358C74BA86D}"/>
          </ac:picMkLst>
        </pc:picChg>
        <pc:picChg chg="mod">
          <ac:chgData name="Jenny Díaz Ramírez" userId="df7d83af-54c1-43f9-a4ec-fea9744b3563" providerId="ADAL" clId="{5FED732F-5535-4218-B498-E1928A0349A6}" dt="2025-03-04T17:50:58.698" v="2198"/>
          <ac:picMkLst>
            <pc:docMk/>
            <pc:sldMk cId="409906503" sldId="460"/>
            <ac:picMk id="19" creationId="{8E91056F-A4B1-1034-D8A0-31FE25032E8B}"/>
          </ac:picMkLst>
        </pc:picChg>
        <pc:cxnChg chg="add mod">
          <ac:chgData name="Jenny Díaz Ramírez" userId="df7d83af-54c1-43f9-a4ec-fea9744b3563" providerId="ADAL" clId="{5FED732F-5535-4218-B498-E1928A0349A6}" dt="2025-03-04T17:51:31.660" v="2208" actId="164"/>
          <ac:cxnSpMkLst>
            <pc:docMk/>
            <pc:sldMk cId="409906503" sldId="460"/>
            <ac:cxnSpMk id="6" creationId="{68032198-93FB-6878-5371-C775D3CB5D2F}"/>
          </ac:cxnSpMkLst>
        </pc:cxnChg>
      </pc:sldChg>
      <pc:sldChg chg="addSp delSp modSp add mod delAnim modAnim">
        <pc:chgData name="Jenny Díaz Ramírez" userId="df7d83af-54c1-43f9-a4ec-fea9744b3563" providerId="ADAL" clId="{5FED732F-5535-4218-B498-E1928A0349A6}" dt="2025-03-04T20:48:44.376" v="6048" actId="207"/>
        <pc:sldMkLst>
          <pc:docMk/>
          <pc:sldMk cId="1789778386" sldId="460"/>
        </pc:sldMkLst>
        <pc:spChg chg="mod">
          <ac:chgData name="Jenny Díaz Ramírez" userId="df7d83af-54c1-43f9-a4ec-fea9744b3563" providerId="ADAL" clId="{5FED732F-5535-4218-B498-E1928A0349A6}" dt="2025-03-04T20:32:34.028" v="5672" actId="404"/>
          <ac:spMkLst>
            <pc:docMk/>
            <pc:sldMk cId="1789778386" sldId="460"/>
            <ac:spMk id="2" creationId="{B12F4C5F-1EE6-AFE7-AE40-D8086E76B5C4}"/>
          </ac:spMkLst>
        </pc:spChg>
        <pc:spChg chg="add del mod">
          <ac:chgData name="Jenny Díaz Ramírez" userId="df7d83af-54c1-43f9-a4ec-fea9744b3563" providerId="ADAL" clId="{5FED732F-5535-4218-B498-E1928A0349A6}" dt="2025-03-04T18:33:04.438" v="4126" actId="478"/>
          <ac:spMkLst>
            <pc:docMk/>
            <pc:sldMk cId="1789778386" sldId="460"/>
            <ac:spMk id="5" creationId="{A8B733BD-B533-0658-B64C-E0C921EBA0D0}"/>
          </ac:spMkLst>
        </pc:spChg>
        <pc:spChg chg="add del mod">
          <ac:chgData name="Jenny Díaz Ramírez" userId="df7d83af-54c1-43f9-a4ec-fea9744b3563" providerId="ADAL" clId="{5FED732F-5535-4218-B498-E1928A0349A6}" dt="2025-03-04T18:33:09.060" v="4129" actId="478"/>
          <ac:spMkLst>
            <pc:docMk/>
            <pc:sldMk cId="1789778386" sldId="460"/>
            <ac:spMk id="8" creationId="{84139A9D-B8DB-B7A2-FC74-C7883DB7E90A}"/>
          </ac:spMkLst>
        </pc:spChg>
        <pc:spChg chg="add mod">
          <ac:chgData name="Jenny Díaz Ramírez" userId="df7d83af-54c1-43f9-a4ec-fea9744b3563" providerId="ADAL" clId="{5FED732F-5535-4218-B498-E1928A0349A6}" dt="2025-03-04T20:46:36.240" v="5974" actId="1076"/>
          <ac:spMkLst>
            <pc:docMk/>
            <pc:sldMk cId="1789778386" sldId="460"/>
            <ac:spMk id="10" creationId="{E5052C34-C871-7DCC-51B8-8982FA92EC0F}"/>
          </ac:spMkLst>
        </pc:spChg>
        <pc:spChg chg="add mod">
          <ac:chgData name="Jenny Díaz Ramírez" userId="df7d83af-54c1-43f9-a4ec-fea9744b3563" providerId="ADAL" clId="{5FED732F-5535-4218-B498-E1928A0349A6}" dt="2025-03-04T18:37:20.496" v="4317" actId="1076"/>
          <ac:spMkLst>
            <pc:docMk/>
            <pc:sldMk cId="1789778386" sldId="460"/>
            <ac:spMk id="11" creationId="{D2C90EF6-2EA6-EDCF-544A-07C0F5F24F26}"/>
          </ac:spMkLst>
        </pc:spChg>
        <pc:spChg chg="add mod">
          <ac:chgData name="Jenny Díaz Ramírez" userId="df7d83af-54c1-43f9-a4ec-fea9744b3563" providerId="ADAL" clId="{5FED732F-5535-4218-B498-E1928A0349A6}" dt="2025-03-04T18:37:27.330" v="4318" actId="1076"/>
          <ac:spMkLst>
            <pc:docMk/>
            <pc:sldMk cId="1789778386" sldId="460"/>
            <ac:spMk id="12" creationId="{C0D3E76F-6682-6B1A-2E95-06A4F35441D0}"/>
          </ac:spMkLst>
        </pc:spChg>
        <pc:spChg chg="add mod">
          <ac:chgData name="Jenny Díaz Ramírez" userId="df7d83af-54c1-43f9-a4ec-fea9744b3563" providerId="ADAL" clId="{5FED732F-5535-4218-B498-E1928A0349A6}" dt="2025-03-04T18:37:20.496" v="4317" actId="1076"/>
          <ac:spMkLst>
            <pc:docMk/>
            <pc:sldMk cId="1789778386" sldId="460"/>
            <ac:spMk id="13" creationId="{8673EBB3-9BE5-D1AE-BBDC-63C8C0B44AD6}"/>
          </ac:spMkLst>
        </pc:spChg>
        <pc:spChg chg="add del mod">
          <ac:chgData name="Jenny Díaz Ramírez" userId="df7d83af-54c1-43f9-a4ec-fea9744b3563" providerId="ADAL" clId="{5FED732F-5535-4218-B498-E1928A0349A6}" dt="2025-03-04T18:33:07.312" v="4128" actId="478"/>
          <ac:spMkLst>
            <pc:docMk/>
            <pc:sldMk cId="1789778386" sldId="460"/>
            <ac:spMk id="15" creationId="{3AB10968-D3F2-AD92-5CBB-61804B8917A3}"/>
          </ac:spMkLst>
        </pc:spChg>
        <pc:spChg chg="add mod">
          <ac:chgData name="Jenny Díaz Ramírez" userId="df7d83af-54c1-43f9-a4ec-fea9744b3563" providerId="ADAL" clId="{5FED732F-5535-4218-B498-E1928A0349A6}" dt="2025-03-04T20:45:34.902" v="5954" actId="404"/>
          <ac:spMkLst>
            <pc:docMk/>
            <pc:sldMk cId="1789778386" sldId="460"/>
            <ac:spMk id="16" creationId="{D73C6774-F8A0-F90C-57E9-4FBCC0052343}"/>
          </ac:spMkLst>
        </pc:spChg>
        <pc:spChg chg="add mod">
          <ac:chgData name="Jenny Díaz Ramírez" userId="df7d83af-54c1-43f9-a4ec-fea9744b3563" providerId="ADAL" clId="{5FED732F-5535-4218-B498-E1928A0349A6}" dt="2025-03-04T18:37:20.496" v="4317" actId="1076"/>
          <ac:spMkLst>
            <pc:docMk/>
            <pc:sldMk cId="1789778386" sldId="460"/>
            <ac:spMk id="18" creationId="{28EB40D9-C439-7F78-72D4-D26F662E9F37}"/>
          </ac:spMkLst>
        </pc:spChg>
        <pc:spChg chg="mod">
          <ac:chgData name="Jenny Díaz Ramírez" userId="df7d83af-54c1-43f9-a4ec-fea9744b3563" providerId="ADAL" clId="{5FED732F-5535-4218-B498-E1928A0349A6}" dt="2025-03-04T18:36:46.223" v="4309" actId="1076"/>
          <ac:spMkLst>
            <pc:docMk/>
            <pc:sldMk cId="1789778386" sldId="460"/>
            <ac:spMk id="20" creationId="{24B1C24A-E27F-2D7F-955C-167AF24552DA}"/>
          </ac:spMkLst>
        </pc:spChg>
        <pc:spChg chg="mod">
          <ac:chgData name="Jenny Díaz Ramírez" userId="df7d83af-54c1-43f9-a4ec-fea9744b3563" providerId="ADAL" clId="{5FED732F-5535-4218-B498-E1928A0349A6}" dt="2025-03-04T18:34:00.803" v="4207" actId="1076"/>
          <ac:spMkLst>
            <pc:docMk/>
            <pc:sldMk cId="1789778386" sldId="460"/>
            <ac:spMk id="21" creationId="{A4814280-75AB-4567-A9AB-CAEDCB35A41B}"/>
          </ac:spMkLst>
        </pc:spChg>
        <pc:spChg chg="mod">
          <ac:chgData name="Jenny Díaz Ramírez" userId="df7d83af-54c1-43f9-a4ec-fea9744b3563" providerId="ADAL" clId="{5FED732F-5535-4218-B498-E1928A0349A6}" dt="2025-03-04T18:36:48.501" v="4310" actId="1076"/>
          <ac:spMkLst>
            <pc:docMk/>
            <pc:sldMk cId="1789778386" sldId="460"/>
            <ac:spMk id="22" creationId="{78C9F955-3885-DBCB-0D47-B379CF85A721}"/>
          </ac:spMkLst>
        </pc:spChg>
        <pc:spChg chg="mod">
          <ac:chgData name="Jenny Díaz Ramírez" userId="df7d83af-54c1-43f9-a4ec-fea9744b3563" providerId="ADAL" clId="{5FED732F-5535-4218-B498-E1928A0349A6}" dt="2025-03-04T18:34:00.803" v="4207" actId="1076"/>
          <ac:spMkLst>
            <pc:docMk/>
            <pc:sldMk cId="1789778386" sldId="460"/>
            <ac:spMk id="23" creationId="{E1471808-1DF7-5A59-4779-19939539446A}"/>
          </ac:spMkLst>
        </pc:spChg>
        <pc:spChg chg="mod">
          <ac:chgData name="Jenny Díaz Ramírez" userId="df7d83af-54c1-43f9-a4ec-fea9744b3563" providerId="ADAL" clId="{5FED732F-5535-4218-B498-E1928A0349A6}" dt="2025-03-04T19:06:16.390" v="5607" actId="1076"/>
          <ac:spMkLst>
            <pc:docMk/>
            <pc:sldMk cId="1789778386" sldId="460"/>
            <ac:spMk id="24" creationId="{D04B849C-F6F6-65B2-6BCB-627AE52C0CBE}"/>
          </ac:spMkLst>
        </pc:spChg>
        <pc:spChg chg="mod">
          <ac:chgData name="Jenny Díaz Ramírez" userId="df7d83af-54c1-43f9-a4ec-fea9744b3563" providerId="ADAL" clId="{5FED732F-5535-4218-B498-E1928A0349A6}" dt="2025-03-04T18:34:00.803" v="4207" actId="1076"/>
          <ac:spMkLst>
            <pc:docMk/>
            <pc:sldMk cId="1789778386" sldId="460"/>
            <ac:spMk id="25" creationId="{A387FBC3-7AB6-EEA6-FC74-58BB00D81110}"/>
          </ac:spMkLst>
        </pc:spChg>
        <pc:spChg chg="mod">
          <ac:chgData name="Jenny Díaz Ramírez" userId="df7d83af-54c1-43f9-a4ec-fea9744b3563" providerId="ADAL" clId="{5FED732F-5535-4218-B498-E1928A0349A6}" dt="2025-03-04T20:46:39.325" v="5975" actId="1076"/>
          <ac:spMkLst>
            <pc:docMk/>
            <pc:sldMk cId="1789778386" sldId="460"/>
            <ac:spMk id="26" creationId="{0CC50234-8F2C-4AC8-87A8-44819F173738}"/>
          </ac:spMkLst>
        </pc:spChg>
        <pc:spChg chg="add del mod">
          <ac:chgData name="Jenny Díaz Ramírez" userId="df7d83af-54c1-43f9-a4ec-fea9744b3563" providerId="ADAL" clId="{5FED732F-5535-4218-B498-E1928A0349A6}" dt="2025-03-04T20:45:23.465" v="5948" actId="478"/>
          <ac:spMkLst>
            <pc:docMk/>
            <pc:sldMk cId="1789778386" sldId="460"/>
            <ac:spMk id="27" creationId="{84940931-3627-A698-1DFA-CB6DEC2149D7}"/>
          </ac:spMkLst>
        </pc:spChg>
        <pc:spChg chg="add mod">
          <ac:chgData name="Jenny Díaz Ramírez" userId="df7d83af-54c1-43f9-a4ec-fea9744b3563" providerId="ADAL" clId="{5FED732F-5535-4218-B498-E1928A0349A6}" dt="2025-03-04T20:46:45.128" v="5976" actId="1076"/>
          <ac:spMkLst>
            <pc:docMk/>
            <pc:sldMk cId="1789778386" sldId="460"/>
            <ac:spMk id="28" creationId="{B48D725A-F44D-9EE2-3EBA-F36C5DC0A3FF}"/>
          </ac:spMkLst>
        </pc:spChg>
        <pc:spChg chg="add mod">
          <ac:chgData name="Jenny Díaz Ramírez" userId="df7d83af-54c1-43f9-a4ec-fea9744b3563" providerId="ADAL" clId="{5FED732F-5535-4218-B498-E1928A0349A6}" dt="2025-03-04T20:46:45.128" v="5976" actId="1076"/>
          <ac:spMkLst>
            <pc:docMk/>
            <pc:sldMk cId="1789778386" sldId="460"/>
            <ac:spMk id="29" creationId="{07E87C33-5761-A496-6F49-822C508D1277}"/>
          </ac:spMkLst>
        </pc:spChg>
        <pc:spChg chg="add mod">
          <ac:chgData name="Jenny Díaz Ramírez" userId="df7d83af-54c1-43f9-a4ec-fea9744b3563" providerId="ADAL" clId="{5FED732F-5535-4218-B498-E1928A0349A6}" dt="2025-03-04T20:46:45.128" v="5976" actId="1076"/>
          <ac:spMkLst>
            <pc:docMk/>
            <pc:sldMk cId="1789778386" sldId="460"/>
            <ac:spMk id="33" creationId="{C7CC5FCB-81CF-C76B-5C71-38E6C9FB9135}"/>
          </ac:spMkLst>
        </pc:spChg>
        <pc:spChg chg="add mod">
          <ac:chgData name="Jenny Díaz Ramírez" userId="df7d83af-54c1-43f9-a4ec-fea9744b3563" providerId="ADAL" clId="{5FED732F-5535-4218-B498-E1928A0349A6}" dt="2025-03-04T20:46:45.128" v="5976" actId="1076"/>
          <ac:spMkLst>
            <pc:docMk/>
            <pc:sldMk cId="1789778386" sldId="460"/>
            <ac:spMk id="35" creationId="{99B6EAB0-87D7-B82C-23A8-211989E9F4C6}"/>
          </ac:spMkLst>
        </pc:spChg>
        <pc:spChg chg="add mod">
          <ac:chgData name="Jenny Díaz Ramírez" userId="df7d83af-54c1-43f9-a4ec-fea9744b3563" providerId="ADAL" clId="{5FED732F-5535-4218-B498-E1928A0349A6}" dt="2025-03-04T20:47:51.206" v="6031" actId="1076"/>
          <ac:spMkLst>
            <pc:docMk/>
            <pc:sldMk cId="1789778386" sldId="460"/>
            <ac:spMk id="36" creationId="{D6FDF453-9613-AAE0-DD83-1AAFF0215837}"/>
          </ac:spMkLst>
        </pc:spChg>
        <pc:spChg chg="add mod">
          <ac:chgData name="Jenny Díaz Ramírez" userId="df7d83af-54c1-43f9-a4ec-fea9744b3563" providerId="ADAL" clId="{5FED732F-5535-4218-B498-E1928A0349A6}" dt="2025-03-04T20:47:41.192" v="6028" actId="1076"/>
          <ac:spMkLst>
            <pc:docMk/>
            <pc:sldMk cId="1789778386" sldId="460"/>
            <ac:spMk id="37" creationId="{5C0F0EBA-013B-5BDE-9461-8A445016EE84}"/>
          </ac:spMkLst>
        </pc:spChg>
        <pc:spChg chg="add mod ord">
          <ac:chgData name="Jenny Díaz Ramírez" userId="df7d83af-54c1-43f9-a4ec-fea9744b3563" providerId="ADAL" clId="{5FED732F-5535-4218-B498-E1928A0349A6}" dt="2025-03-04T20:48:33.257" v="6047" actId="207"/>
          <ac:spMkLst>
            <pc:docMk/>
            <pc:sldMk cId="1789778386" sldId="460"/>
            <ac:spMk id="38" creationId="{B9A2DE40-18DA-6F29-01FE-7329479D620E}"/>
          </ac:spMkLst>
        </pc:spChg>
        <pc:spChg chg="add mod ord">
          <ac:chgData name="Jenny Díaz Ramírez" userId="df7d83af-54c1-43f9-a4ec-fea9744b3563" providerId="ADAL" clId="{5FED732F-5535-4218-B498-E1928A0349A6}" dt="2025-03-04T20:48:44.376" v="6048" actId="207"/>
          <ac:spMkLst>
            <pc:docMk/>
            <pc:sldMk cId="1789778386" sldId="460"/>
            <ac:spMk id="39" creationId="{ACC0BC6E-1A80-8664-DF64-B12C5986BEF9}"/>
          </ac:spMkLst>
        </pc:spChg>
        <pc:graphicFrameChg chg="mod">
          <ac:chgData name="Jenny Díaz Ramírez" userId="df7d83af-54c1-43f9-a4ec-fea9744b3563" providerId="ADAL" clId="{5FED732F-5535-4218-B498-E1928A0349A6}" dt="2025-03-04T19:06:05.227" v="5603" actId="1076"/>
          <ac:graphicFrameMkLst>
            <pc:docMk/>
            <pc:sldMk cId="1789778386" sldId="460"/>
            <ac:graphicFrameMk id="14" creationId="{A082F1DC-4715-9E36-BF85-6D13240C7FB2}"/>
          </ac:graphicFrameMkLst>
        </pc:graphicFrameChg>
        <pc:graphicFrameChg chg="mod">
          <ac:chgData name="Jenny Díaz Ramírez" userId="df7d83af-54c1-43f9-a4ec-fea9744b3563" providerId="ADAL" clId="{5FED732F-5535-4218-B498-E1928A0349A6}" dt="2025-03-04T19:06:05.227" v="5603" actId="1076"/>
          <ac:graphicFrameMkLst>
            <pc:docMk/>
            <pc:sldMk cId="1789778386" sldId="460"/>
            <ac:graphicFrameMk id="17" creationId="{0A769630-1A91-AC25-B63F-6462E56C863E}"/>
          </ac:graphicFrameMkLst>
        </pc:graphicFrameChg>
        <pc:graphicFrameChg chg="mod">
          <ac:chgData name="Jenny Díaz Ramírez" userId="df7d83af-54c1-43f9-a4ec-fea9744b3563" providerId="ADAL" clId="{5FED732F-5535-4218-B498-E1928A0349A6}" dt="2025-03-04T19:06:05.227" v="5603" actId="1076"/>
          <ac:graphicFrameMkLst>
            <pc:docMk/>
            <pc:sldMk cId="1789778386" sldId="460"/>
            <ac:graphicFrameMk id="19" creationId="{AA8177C0-0808-6469-04D2-5190F9C4161F}"/>
          </ac:graphicFrameMkLst>
        </pc:graphicFrameChg>
        <pc:graphicFrameChg chg="del mod replId">
          <ac:chgData name="Jenny Díaz Ramírez" userId="df7d83af-54c1-43f9-a4ec-fea9744b3563" providerId="ADAL" clId="{5FED732F-5535-4218-B498-E1928A0349A6}" dt="2025-03-04T20:45:28.979" v="5950"/>
          <ac:graphicFrameMkLst>
            <pc:docMk/>
            <pc:sldMk cId="1789778386" sldId="460"/>
            <ac:graphicFrameMk id="30" creationId="{D73C6774-F8A0-F90C-57E9-4FBCC0052343}"/>
          </ac:graphicFrameMkLst>
        </pc:graphicFrameChg>
        <pc:graphicFrameChg chg="mod">
          <ac:chgData name="Jenny Díaz Ramírez" userId="df7d83af-54c1-43f9-a4ec-fea9744b3563" providerId="ADAL" clId="{5FED732F-5535-4218-B498-E1928A0349A6}" dt="2025-03-04T18:34:00.803" v="4207" actId="1076"/>
          <ac:graphicFrameMkLst>
            <pc:docMk/>
            <pc:sldMk cId="1789778386" sldId="460"/>
            <ac:graphicFrameMk id="72711" creationId="{63FEB6B8-F4A2-C23E-68B3-4492D3C9C906}"/>
          </ac:graphicFrameMkLst>
        </pc:graphicFrameChg>
        <pc:graphicFrameChg chg="mod">
          <ac:chgData name="Jenny Díaz Ramírez" userId="df7d83af-54c1-43f9-a4ec-fea9744b3563" providerId="ADAL" clId="{5FED732F-5535-4218-B498-E1928A0349A6}" dt="2025-03-04T20:46:36.240" v="5974" actId="1076"/>
          <ac:graphicFrameMkLst>
            <pc:docMk/>
            <pc:sldMk cId="1789778386" sldId="460"/>
            <ac:graphicFrameMk id="72712" creationId="{22154E96-A287-9E33-D5D5-8BE3AE503AC7}"/>
          </ac:graphicFrameMkLst>
        </pc:graphicFrameChg>
        <pc:graphicFrameChg chg="mod">
          <ac:chgData name="Jenny Díaz Ramírez" userId="df7d83af-54c1-43f9-a4ec-fea9744b3563" providerId="ADAL" clId="{5FED732F-5535-4218-B498-E1928A0349A6}" dt="2025-03-04T19:06:20.206" v="5608" actId="1076"/>
          <ac:graphicFrameMkLst>
            <pc:docMk/>
            <pc:sldMk cId="1789778386" sldId="460"/>
            <ac:graphicFrameMk id="72713" creationId="{C48F4568-9399-D47C-5A7F-329A5C536B44}"/>
          </ac:graphicFrameMkLst>
        </pc:graphicFrameChg>
        <pc:graphicFrameChg chg="mod">
          <ac:chgData name="Jenny Díaz Ramírez" userId="df7d83af-54c1-43f9-a4ec-fea9744b3563" providerId="ADAL" clId="{5FED732F-5535-4218-B498-E1928A0349A6}" dt="2025-03-04T18:37:20.496" v="4317" actId="1076"/>
          <ac:graphicFrameMkLst>
            <pc:docMk/>
            <pc:sldMk cId="1789778386" sldId="460"/>
            <ac:graphicFrameMk id="72714" creationId="{BE12EECC-0EB6-383A-3E3F-752ADB6FC353}"/>
          </ac:graphicFrameMkLst>
        </pc:graphicFrameChg>
        <pc:graphicFrameChg chg="mod">
          <ac:chgData name="Jenny Díaz Ramírez" userId="df7d83af-54c1-43f9-a4ec-fea9744b3563" providerId="ADAL" clId="{5FED732F-5535-4218-B498-E1928A0349A6}" dt="2025-03-04T19:06:05.227" v="5603" actId="1076"/>
          <ac:graphicFrameMkLst>
            <pc:docMk/>
            <pc:sldMk cId="1789778386" sldId="460"/>
            <ac:graphicFrameMk id="72719" creationId="{C0AB660A-F43D-2CEE-B5F0-EF92D83E8542}"/>
          </ac:graphicFrameMkLst>
        </pc:graphicFrameChg>
        <pc:graphicFrameChg chg="mod">
          <ac:chgData name="Jenny Díaz Ramírez" userId="df7d83af-54c1-43f9-a4ec-fea9744b3563" providerId="ADAL" clId="{5FED732F-5535-4218-B498-E1928A0349A6}" dt="2025-03-04T19:06:05.227" v="5603" actId="1076"/>
          <ac:graphicFrameMkLst>
            <pc:docMk/>
            <pc:sldMk cId="1789778386" sldId="460"/>
            <ac:graphicFrameMk id="72721" creationId="{C2857280-293F-B8F9-F0CD-225AFB2FBA52}"/>
          </ac:graphicFrameMkLst>
        </pc:graphicFrameChg>
      </pc:sldChg>
      <pc:sldChg chg="add del">
        <pc:chgData name="Jenny Díaz Ramírez" userId="df7d83af-54c1-43f9-a4ec-fea9744b3563" providerId="ADAL" clId="{5FED732F-5535-4218-B498-E1928A0349A6}" dt="2025-02-21T21:46:57.525" v="5" actId="47"/>
        <pc:sldMkLst>
          <pc:docMk/>
          <pc:sldMk cId="0" sldId="461"/>
        </pc:sldMkLst>
      </pc:sldChg>
      <pc:sldChg chg="new del">
        <pc:chgData name="Jenny Díaz Ramírez" userId="df7d83af-54c1-43f9-a4ec-fea9744b3563" providerId="ADAL" clId="{5FED732F-5535-4218-B498-E1928A0349A6}" dt="2025-03-04T20:44:50.452" v="5905" actId="47"/>
        <pc:sldMkLst>
          <pc:docMk/>
          <pc:sldMk cId="581296913" sldId="461"/>
        </pc:sldMkLst>
      </pc:sldChg>
      <pc:sldChg chg="addSp modSp add">
        <pc:chgData name="Jenny Díaz Ramírez" userId="df7d83af-54c1-43f9-a4ec-fea9744b3563" providerId="ADAL" clId="{5FED732F-5535-4218-B498-E1928A0349A6}" dt="2025-03-04T21:08:51.462" v="6650"/>
        <pc:sldMkLst>
          <pc:docMk/>
          <pc:sldMk cId="2960425798" sldId="461"/>
        </pc:sldMkLst>
        <pc:spChg chg="add mod">
          <ac:chgData name="Jenny Díaz Ramírez" userId="df7d83af-54c1-43f9-a4ec-fea9744b3563" providerId="ADAL" clId="{5FED732F-5535-4218-B498-E1928A0349A6}" dt="2025-03-04T21:08:51.462" v="6650"/>
          <ac:spMkLst>
            <pc:docMk/>
            <pc:sldMk cId="2960425798" sldId="461"/>
            <ac:spMk id="2" creationId="{D34FB345-2890-29CC-D43E-9BE387AF743A}"/>
          </ac:spMkLst>
        </pc:spChg>
      </pc:sldChg>
      <pc:sldChg chg="add del">
        <pc:chgData name="Jenny Díaz Ramírez" userId="df7d83af-54c1-43f9-a4ec-fea9744b3563" providerId="ADAL" clId="{5FED732F-5535-4218-B498-E1928A0349A6}" dt="2025-02-21T21:46:57.525" v="5" actId="47"/>
        <pc:sldMkLst>
          <pc:docMk/>
          <pc:sldMk cId="0" sldId="462"/>
        </pc:sldMkLst>
      </pc:sldChg>
      <pc:sldChg chg="modSp add mod">
        <pc:chgData name="Jenny Díaz Ramírez" userId="df7d83af-54c1-43f9-a4ec-fea9744b3563" providerId="ADAL" clId="{5FED732F-5535-4218-B498-E1928A0349A6}" dt="2025-03-04T20:51:34.667" v="6159" actId="5793"/>
        <pc:sldMkLst>
          <pc:docMk/>
          <pc:sldMk cId="3202899101" sldId="462"/>
        </pc:sldMkLst>
        <pc:spChg chg="mod">
          <ac:chgData name="Jenny Díaz Ramírez" userId="df7d83af-54c1-43f9-a4ec-fea9744b3563" providerId="ADAL" clId="{5FED732F-5535-4218-B498-E1928A0349A6}" dt="2025-03-04T20:51:34.667" v="6159" actId="5793"/>
          <ac:spMkLst>
            <pc:docMk/>
            <pc:sldMk cId="3202899101" sldId="462"/>
            <ac:spMk id="35842" creationId="{23FC70DB-D92D-0142-9777-045CCE4621A7}"/>
          </ac:spMkLst>
        </pc:spChg>
      </pc:sldChg>
      <pc:sldChg chg="addSp modSp add mod">
        <pc:chgData name="Jenny Díaz Ramírez" userId="df7d83af-54c1-43f9-a4ec-fea9744b3563" providerId="ADAL" clId="{5FED732F-5535-4218-B498-E1928A0349A6}" dt="2025-03-04T21:08:49.424" v="6649"/>
        <pc:sldMkLst>
          <pc:docMk/>
          <pc:sldMk cId="3527947326" sldId="463"/>
        </pc:sldMkLst>
        <pc:spChg chg="add mod">
          <ac:chgData name="Jenny Díaz Ramírez" userId="df7d83af-54c1-43f9-a4ec-fea9744b3563" providerId="ADAL" clId="{5FED732F-5535-4218-B498-E1928A0349A6}" dt="2025-03-04T21:08:44.464" v="6647"/>
          <ac:spMkLst>
            <pc:docMk/>
            <pc:sldMk cId="3527947326" sldId="463"/>
            <ac:spMk id="2" creationId="{1D9E21DB-61B1-EA5E-65B9-B16BA61E8289}"/>
          </ac:spMkLst>
        </pc:spChg>
        <pc:spChg chg="add mod">
          <ac:chgData name="Jenny Díaz Ramírez" userId="df7d83af-54c1-43f9-a4ec-fea9744b3563" providerId="ADAL" clId="{5FED732F-5535-4218-B498-E1928A0349A6}" dt="2025-03-04T21:08:49.424" v="6649"/>
          <ac:spMkLst>
            <pc:docMk/>
            <pc:sldMk cId="3527947326" sldId="463"/>
            <ac:spMk id="3" creationId="{1F8E4CE9-BE38-6E0F-03B2-E0F0283FAE13}"/>
          </ac:spMkLst>
        </pc:spChg>
        <pc:spChg chg="mod">
          <ac:chgData name="Jenny Díaz Ramírez" userId="df7d83af-54c1-43f9-a4ec-fea9744b3563" providerId="ADAL" clId="{5FED732F-5535-4218-B498-E1928A0349A6}" dt="2025-03-04T20:51:30.162" v="6155" actId="5793"/>
          <ac:spMkLst>
            <pc:docMk/>
            <pc:sldMk cId="3527947326" sldId="463"/>
            <ac:spMk id="4098" creationId="{6849DE1B-4E08-9C70-E2C8-FCE9E3CD27B4}"/>
          </ac:spMkLst>
        </pc:spChg>
      </pc:sldChg>
      <pc:sldMasterChg chg="addSp modSp mod delSldLayout modSldLayout">
        <pc:chgData name="Jenny Díaz Ramírez" userId="df7d83af-54c1-43f9-a4ec-fea9744b3563" providerId="ADAL" clId="{5FED732F-5535-4218-B498-E1928A0349A6}" dt="2025-03-04T21:06:47.524" v="6604" actId="2085"/>
        <pc:sldMasterMkLst>
          <pc:docMk/>
          <pc:sldMasterMk cId="3515892240" sldId="2147483658"/>
        </pc:sldMasterMkLst>
        <pc:spChg chg="add mod">
          <ac:chgData name="Jenny Díaz Ramírez" userId="df7d83af-54c1-43f9-a4ec-fea9744b3563" providerId="ADAL" clId="{5FED732F-5535-4218-B498-E1928A0349A6}" dt="2025-03-04T21:06:02.336" v="6599" actId="1076"/>
          <ac:spMkLst>
            <pc:docMk/>
            <pc:sldMasterMk cId="3515892240" sldId="2147483658"/>
            <ac:spMk id="2" creationId="{C2546159-F0F2-8EF7-2A00-F60D135BCBED}"/>
          </ac:spMkLst>
        </pc:spChg>
        <pc:sldLayoutChg chg="addSp modSp mod">
          <pc:chgData name="Jenny Díaz Ramírez" userId="df7d83af-54c1-43f9-a4ec-fea9744b3563" providerId="ADAL" clId="{5FED732F-5535-4218-B498-E1928A0349A6}" dt="2025-03-04T21:06:47.524" v="6604" actId="2085"/>
          <pc:sldLayoutMkLst>
            <pc:docMk/>
            <pc:sldMasterMk cId="3515892240" sldId="2147483658"/>
            <pc:sldLayoutMk cId="2027108532" sldId="2147483659"/>
          </pc:sldLayoutMkLst>
          <pc:spChg chg="add mod">
            <ac:chgData name="Jenny Díaz Ramírez" userId="df7d83af-54c1-43f9-a4ec-fea9744b3563" providerId="ADAL" clId="{5FED732F-5535-4218-B498-E1928A0349A6}" dt="2025-03-04T21:06:47.524" v="6604" actId="2085"/>
            <ac:spMkLst>
              <pc:docMk/>
              <pc:sldMasterMk cId="3515892240" sldId="2147483658"/>
              <pc:sldLayoutMk cId="2027108532" sldId="2147483659"/>
              <ac:spMk id="3" creationId="{A8D85A20-4E16-9E1A-F4A1-F75F389B3404}"/>
            </ac:spMkLst>
          </pc:spChg>
        </pc:sldLayoutChg>
        <pc:sldLayoutChg chg="del">
          <pc:chgData name="Jenny Díaz Ramírez" userId="df7d83af-54c1-43f9-a4ec-fea9744b3563" providerId="ADAL" clId="{5FED732F-5535-4218-B498-E1928A0349A6}" dt="2025-03-04T18:53:46.496" v="5149" actId="47"/>
          <pc:sldLayoutMkLst>
            <pc:docMk/>
            <pc:sldMasterMk cId="3515892240" sldId="2147483658"/>
            <pc:sldLayoutMk cId="502455585" sldId="2147483699"/>
          </pc:sldLayoutMkLst>
        </pc:sldLayoutChg>
        <pc:sldLayoutChg chg="addSp modSp mod">
          <pc:chgData name="Jenny Díaz Ramírez" userId="df7d83af-54c1-43f9-a4ec-fea9744b3563" providerId="ADAL" clId="{5FED732F-5535-4218-B498-E1928A0349A6}" dt="2025-02-21T22:15:44.254" v="19" actId="208"/>
          <pc:sldLayoutMkLst>
            <pc:docMk/>
            <pc:sldMasterMk cId="3515892240" sldId="2147483658"/>
            <pc:sldLayoutMk cId="2598890964" sldId="2147483700"/>
          </pc:sldLayoutMkLst>
          <pc:spChg chg="add mod">
            <ac:chgData name="Jenny Díaz Ramírez" userId="df7d83af-54c1-43f9-a4ec-fea9744b3563" providerId="ADAL" clId="{5FED732F-5535-4218-B498-E1928A0349A6}" dt="2025-02-21T22:15:44.254" v="19" actId="208"/>
            <ac:spMkLst>
              <pc:docMk/>
              <pc:sldMasterMk cId="3515892240" sldId="2147483658"/>
              <pc:sldLayoutMk cId="2598890964" sldId="2147483700"/>
              <ac:spMk id="5" creationId="{11FD6F5B-5699-C766-5D8B-7805E561F43D}"/>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A48239-045F-4BD9-B876-30123FDCB19A}" type="doc">
      <dgm:prSet loTypeId="urn:microsoft.com/office/officeart/2005/8/layout/vList6" loCatId="list" qsTypeId="urn:microsoft.com/office/officeart/2005/8/quickstyle/simple1" qsCatId="simple" csTypeId="urn:microsoft.com/office/officeart/2005/8/colors/colorful3" csCatId="colorful" phldr="1"/>
      <dgm:spPr/>
      <dgm:t>
        <a:bodyPr/>
        <a:lstStyle/>
        <a:p>
          <a:endParaRPr lang="es-MX"/>
        </a:p>
      </dgm:t>
    </dgm:pt>
    <dgm:pt modelId="{8C745815-8483-4CF5-B005-A53026A7BC21}">
      <dgm:prSet phldrT="[Texto]" custT="1"/>
      <dgm:spPr/>
      <dgm:t>
        <a:bodyPr/>
        <a:lstStyle/>
        <a:p>
          <a:r>
            <a:rPr lang="es-MX" sz="4000" dirty="0"/>
            <a:t>Dualidad débil</a:t>
          </a:r>
        </a:p>
      </dgm:t>
    </dgm:pt>
    <dgm:pt modelId="{6CDEA57F-28F3-40C6-8060-0A28C1C04D79}" type="parTrans" cxnId="{7F1FE45A-B083-40F1-8E03-24B783EAB45F}">
      <dgm:prSet/>
      <dgm:spPr/>
      <dgm:t>
        <a:bodyPr/>
        <a:lstStyle/>
        <a:p>
          <a:endParaRPr lang="es-MX" sz="1400"/>
        </a:p>
      </dgm:t>
    </dgm:pt>
    <dgm:pt modelId="{8C8E9459-3D3D-46BA-A808-B6D2ED19E858}" type="sibTrans" cxnId="{7F1FE45A-B083-40F1-8E03-24B783EAB45F}">
      <dgm:prSet/>
      <dgm:spPr/>
      <dgm:t>
        <a:bodyPr/>
        <a:lstStyle/>
        <a:p>
          <a:endParaRPr lang="es-MX" sz="1400"/>
        </a:p>
      </dgm:t>
    </dgm:pt>
    <dgm:pt modelId="{17359613-7398-481E-A54B-A29EE687471B}">
      <dgm:prSet phldrT="[Texto]" custT="1"/>
      <dgm:spPr/>
      <dgm:t>
        <a:bodyPr/>
        <a:lstStyle/>
        <a:p>
          <a:r>
            <a:rPr lang="es-MX" sz="2000" dirty="0"/>
            <a:t> Si </a:t>
          </a:r>
          <a:r>
            <a:rPr lang="es-MX" sz="2000" i="1" dirty="0"/>
            <a:t>x</a:t>
          </a:r>
          <a:r>
            <a:rPr lang="es-MX" sz="2000" dirty="0"/>
            <a:t> es una SBF de (P), y  </a:t>
          </a:r>
          <a:r>
            <a:rPr lang="es-MX" sz="2000" i="1" dirty="0" err="1"/>
            <a:t>y</a:t>
          </a:r>
          <a:r>
            <a:rPr lang="es-MX" sz="2000" dirty="0"/>
            <a:t> es una SBF de (D)</a:t>
          </a:r>
        </a:p>
      </dgm:t>
    </dgm:pt>
    <dgm:pt modelId="{244EF584-5FA4-4964-A99A-33837ECE5F79}" type="parTrans" cxnId="{0D30FA34-EBFE-4C11-BFA3-A4369EE196A2}">
      <dgm:prSet/>
      <dgm:spPr/>
      <dgm:t>
        <a:bodyPr/>
        <a:lstStyle/>
        <a:p>
          <a:endParaRPr lang="es-MX" sz="1600"/>
        </a:p>
      </dgm:t>
    </dgm:pt>
    <dgm:pt modelId="{3268341B-6922-4C24-B262-E284BADC8DF3}" type="sibTrans" cxnId="{0D30FA34-EBFE-4C11-BFA3-A4369EE196A2}">
      <dgm:prSet/>
      <dgm:spPr/>
      <dgm:t>
        <a:bodyPr/>
        <a:lstStyle/>
        <a:p>
          <a:endParaRPr lang="es-MX" sz="1600"/>
        </a:p>
      </dgm:t>
    </dgm:pt>
    <dgm:pt modelId="{392BEA44-CFF0-4157-9BFB-3DFF3BAB6837}">
      <dgm:prSet phldrT="[Texto]" custT="1"/>
      <dgm:spPr/>
      <dgm:t>
        <a:bodyPr/>
        <a:lstStyle/>
        <a:p>
          <a:endParaRPr lang="es-MX" sz="2000" dirty="0"/>
        </a:p>
      </dgm:t>
    </dgm:pt>
    <dgm:pt modelId="{F40009CC-C226-4EB2-AFA7-3EBE620CFFAC}" type="parTrans" cxnId="{D8FE5300-6183-4EAD-B5B8-88D60D3BBEAA}">
      <dgm:prSet/>
      <dgm:spPr/>
      <dgm:t>
        <a:bodyPr/>
        <a:lstStyle/>
        <a:p>
          <a:endParaRPr lang="en-US" sz="1600"/>
        </a:p>
      </dgm:t>
    </dgm:pt>
    <dgm:pt modelId="{BF5DA0EC-0208-4C73-871A-E8E3AAB09AF7}" type="sibTrans" cxnId="{D8FE5300-6183-4EAD-B5B8-88D60D3BBEAA}">
      <dgm:prSet/>
      <dgm:spPr/>
      <dgm:t>
        <a:bodyPr/>
        <a:lstStyle/>
        <a:p>
          <a:endParaRPr lang="en-US" sz="1600"/>
        </a:p>
      </dgm:t>
    </dgm:pt>
    <dgm:pt modelId="{73387CC7-FC73-4F2D-B7AA-21B0AB6899AA}" type="pres">
      <dgm:prSet presAssocID="{70A48239-045F-4BD9-B876-30123FDCB19A}" presName="Name0" presStyleCnt="0">
        <dgm:presLayoutVars>
          <dgm:dir/>
          <dgm:animLvl val="lvl"/>
          <dgm:resizeHandles/>
        </dgm:presLayoutVars>
      </dgm:prSet>
      <dgm:spPr/>
    </dgm:pt>
    <dgm:pt modelId="{BE845985-8BAD-4A2C-AF16-B733DFCA59E5}" type="pres">
      <dgm:prSet presAssocID="{8C745815-8483-4CF5-B005-A53026A7BC21}" presName="linNode" presStyleCnt="0"/>
      <dgm:spPr/>
    </dgm:pt>
    <dgm:pt modelId="{D5F7A179-E39A-4561-B8BF-909584FD3BDE}" type="pres">
      <dgm:prSet presAssocID="{8C745815-8483-4CF5-B005-A53026A7BC21}" presName="parentShp" presStyleLbl="node1" presStyleIdx="0" presStyleCnt="1">
        <dgm:presLayoutVars>
          <dgm:bulletEnabled val="1"/>
        </dgm:presLayoutVars>
      </dgm:prSet>
      <dgm:spPr/>
    </dgm:pt>
    <dgm:pt modelId="{669BB4C8-FB36-4D81-AC63-4E76989E3B49}" type="pres">
      <dgm:prSet presAssocID="{8C745815-8483-4CF5-B005-A53026A7BC21}" presName="childShp" presStyleLbl="bgAccFollowNode1" presStyleIdx="0" presStyleCnt="1">
        <dgm:presLayoutVars>
          <dgm:bulletEnabled val="1"/>
        </dgm:presLayoutVars>
      </dgm:prSet>
      <dgm:spPr/>
    </dgm:pt>
  </dgm:ptLst>
  <dgm:cxnLst>
    <dgm:cxn modelId="{D8FE5300-6183-4EAD-B5B8-88D60D3BBEAA}" srcId="{8C745815-8483-4CF5-B005-A53026A7BC21}" destId="{392BEA44-CFF0-4157-9BFB-3DFF3BAB6837}" srcOrd="0" destOrd="0" parTransId="{F40009CC-C226-4EB2-AFA7-3EBE620CFFAC}" sibTransId="{BF5DA0EC-0208-4C73-871A-E8E3AAB09AF7}"/>
    <dgm:cxn modelId="{A1270332-15B2-4674-B77F-F874903E6EDE}" type="presOf" srcId="{70A48239-045F-4BD9-B876-30123FDCB19A}" destId="{73387CC7-FC73-4F2D-B7AA-21B0AB6899AA}" srcOrd="0" destOrd="0" presId="urn:microsoft.com/office/officeart/2005/8/layout/vList6"/>
    <dgm:cxn modelId="{0D30FA34-EBFE-4C11-BFA3-A4369EE196A2}" srcId="{8C745815-8483-4CF5-B005-A53026A7BC21}" destId="{17359613-7398-481E-A54B-A29EE687471B}" srcOrd="1" destOrd="0" parTransId="{244EF584-5FA4-4964-A99A-33837ECE5F79}" sibTransId="{3268341B-6922-4C24-B262-E284BADC8DF3}"/>
    <dgm:cxn modelId="{9FB0E167-24DF-436B-89AE-2E8193C51F91}" type="presOf" srcId="{17359613-7398-481E-A54B-A29EE687471B}" destId="{669BB4C8-FB36-4D81-AC63-4E76989E3B49}" srcOrd="0" destOrd="1" presId="urn:microsoft.com/office/officeart/2005/8/layout/vList6"/>
    <dgm:cxn modelId="{09FFDE74-DF6C-4BBC-9AFF-F14C5681E395}" type="presOf" srcId="{8C745815-8483-4CF5-B005-A53026A7BC21}" destId="{D5F7A179-E39A-4561-B8BF-909584FD3BDE}" srcOrd="0" destOrd="0" presId="urn:microsoft.com/office/officeart/2005/8/layout/vList6"/>
    <dgm:cxn modelId="{7F1FE45A-B083-40F1-8E03-24B783EAB45F}" srcId="{70A48239-045F-4BD9-B876-30123FDCB19A}" destId="{8C745815-8483-4CF5-B005-A53026A7BC21}" srcOrd="0" destOrd="0" parTransId="{6CDEA57F-28F3-40C6-8060-0A28C1C04D79}" sibTransId="{8C8E9459-3D3D-46BA-A808-B6D2ED19E858}"/>
    <dgm:cxn modelId="{3D67B9D5-2700-4141-B095-6DBF31568856}" type="presOf" srcId="{392BEA44-CFF0-4157-9BFB-3DFF3BAB6837}" destId="{669BB4C8-FB36-4D81-AC63-4E76989E3B49}" srcOrd="0" destOrd="0" presId="urn:microsoft.com/office/officeart/2005/8/layout/vList6"/>
    <dgm:cxn modelId="{F39BCBB3-4C2A-4021-B590-F32805DD682B}" type="presParOf" srcId="{73387CC7-FC73-4F2D-B7AA-21B0AB6899AA}" destId="{BE845985-8BAD-4A2C-AF16-B733DFCA59E5}" srcOrd="0" destOrd="0" presId="urn:microsoft.com/office/officeart/2005/8/layout/vList6"/>
    <dgm:cxn modelId="{9BFE5BC7-D8ED-42FA-BD65-B205DA3A3698}" type="presParOf" srcId="{BE845985-8BAD-4A2C-AF16-B733DFCA59E5}" destId="{D5F7A179-E39A-4561-B8BF-909584FD3BDE}" srcOrd="0" destOrd="0" presId="urn:microsoft.com/office/officeart/2005/8/layout/vList6"/>
    <dgm:cxn modelId="{61E6A7C8-7502-4835-9936-ED6762B9BC52}" type="presParOf" srcId="{BE845985-8BAD-4A2C-AF16-B733DFCA59E5}" destId="{669BB4C8-FB36-4D81-AC63-4E76989E3B49}"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A48239-045F-4BD9-B876-30123FDCB19A}" type="doc">
      <dgm:prSet loTypeId="urn:microsoft.com/office/officeart/2005/8/layout/vList6" loCatId="list" qsTypeId="urn:microsoft.com/office/officeart/2005/8/quickstyle/simple1" qsCatId="simple" csTypeId="urn:microsoft.com/office/officeart/2005/8/colors/colorful1#1" csCatId="colorful" phldr="1"/>
      <dgm:spPr/>
      <dgm:t>
        <a:bodyPr/>
        <a:lstStyle/>
        <a:p>
          <a:endParaRPr lang="es-MX"/>
        </a:p>
      </dgm:t>
    </dgm:pt>
    <dgm:pt modelId="{426D0E5C-96F5-47C7-AF93-D8B4A10A8717}">
      <dgm:prSet phldrT="[Texto]" custT="1"/>
      <dgm:spPr/>
      <dgm:t>
        <a:bodyPr/>
        <a:lstStyle/>
        <a:p>
          <a:r>
            <a:rPr lang="es-MX" sz="4000" dirty="0">
              <a:solidFill>
                <a:schemeClr val="accent3"/>
              </a:solidFill>
            </a:rPr>
            <a:t>Dualidad fuerte</a:t>
          </a:r>
        </a:p>
      </dgm:t>
    </dgm:pt>
    <dgm:pt modelId="{6ABF3E85-419C-4DDF-A31F-BE4E98F120D1}" type="parTrans" cxnId="{71BBF5CD-0A57-4BD6-A93B-7FD39C77C187}">
      <dgm:prSet/>
      <dgm:spPr/>
      <dgm:t>
        <a:bodyPr/>
        <a:lstStyle/>
        <a:p>
          <a:endParaRPr lang="es-MX" sz="1400"/>
        </a:p>
      </dgm:t>
    </dgm:pt>
    <dgm:pt modelId="{B7AF408D-8E63-4403-BAF1-00439F246570}" type="sibTrans" cxnId="{71BBF5CD-0A57-4BD6-A93B-7FD39C77C187}">
      <dgm:prSet/>
      <dgm:spPr/>
      <dgm:t>
        <a:bodyPr/>
        <a:lstStyle/>
        <a:p>
          <a:endParaRPr lang="es-MX" sz="1400"/>
        </a:p>
      </dgm:t>
    </dgm:pt>
    <dgm:pt modelId="{3B815B24-8E0C-4BD5-8633-265EF5125BFD}">
      <dgm:prSet phldrT="[Texto]" custT="1"/>
      <dgm:spPr/>
      <dgm:t>
        <a:bodyPr/>
        <a:lstStyle/>
        <a:p>
          <a:r>
            <a:rPr lang="es-MX" sz="2000" dirty="0"/>
            <a:t>Si </a:t>
          </a:r>
          <a:r>
            <a:rPr lang="es-MX" sz="2000" i="1" dirty="0"/>
            <a:t>x</a:t>
          </a:r>
          <a:r>
            <a:rPr lang="es-MX" sz="2000" dirty="0"/>
            <a:t>* es una solución óptima de (P), y </a:t>
          </a:r>
          <a:r>
            <a:rPr lang="es-MX" sz="2000" i="1" dirty="0"/>
            <a:t>y</a:t>
          </a:r>
          <a:r>
            <a:rPr lang="es-MX" sz="2000" dirty="0"/>
            <a:t>* es una solución óptima de (D)</a:t>
          </a:r>
        </a:p>
      </dgm:t>
    </dgm:pt>
    <dgm:pt modelId="{6E9D96C8-4A57-4498-B8DD-86F945D9CF09}" type="parTrans" cxnId="{DF0133F8-E7A3-46CB-AEDE-E2CC45BD8A5F}">
      <dgm:prSet/>
      <dgm:spPr/>
      <dgm:t>
        <a:bodyPr/>
        <a:lstStyle/>
        <a:p>
          <a:endParaRPr lang="es-MX" sz="1400"/>
        </a:p>
      </dgm:t>
    </dgm:pt>
    <dgm:pt modelId="{BF0DC9B3-6ED4-4C95-B321-A20DF96ED622}" type="sibTrans" cxnId="{DF0133F8-E7A3-46CB-AEDE-E2CC45BD8A5F}">
      <dgm:prSet/>
      <dgm:spPr/>
      <dgm:t>
        <a:bodyPr/>
        <a:lstStyle/>
        <a:p>
          <a:endParaRPr lang="es-MX" sz="1400"/>
        </a:p>
      </dgm:t>
    </dgm:pt>
    <dgm:pt modelId="{73387CC7-FC73-4F2D-B7AA-21B0AB6899AA}" type="pres">
      <dgm:prSet presAssocID="{70A48239-045F-4BD9-B876-30123FDCB19A}" presName="Name0" presStyleCnt="0">
        <dgm:presLayoutVars>
          <dgm:dir/>
          <dgm:animLvl val="lvl"/>
          <dgm:resizeHandles/>
        </dgm:presLayoutVars>
      </dgm:prSet>
      <dgm:spPr/>
    </dgm:pt>
    <dgm:pt modelId="{A0DA41AF-328D-4F53-976B-B7FFB19713A0}" type="pres">
      <dgm:prSet presAssocID="{426D0E5C-96F5-47C7-AF93-D8B4A10A8717}" presName="linNode" presStyleCnt="0"/>
      <dgm:spPr/>
    </dgm:pt>
    <dgm:pt modelId="{765A7C96-C18E-4642-91F6-6DAD51613F96}" type="pres">
      <dgm:prSet presAssocID="{426D0E5C-96F5-47C7-AF93-D8B4A10A8717}" presName="parentShp" presStyleLbl="node1" presStyleIdx="0" presStyleCnt="1">
        <dgm:presLayoutVars>
          <dgm:bulletEnabled val="1"/>
        </dgm:presLayoutVars>
      </dgm:prSet>
      <dgm:spPr/>
    </dgm:pt>
    <dgm:pt modelId="{DEC07D42-8775-42D0-B5B7-AFD6E6A128A1}" type="pres">
      <dgm:prSet presAssocID="{426D0E5C-96F5-47C7-AF93-D8B4A10A8717}" presName="childShp" presStyleLbl="bgAccFollowNode1" presStyleIdx="0" presStyleCnt="1">
        <dgm:presLayoutVars>
          <dgm:bulletEnabled val="1"/>
        </dgm:presLayoutVars>
      </dgm:prSet>
      <dgm:spPr/>
    </dgm:pt>
  </dgm:ptLst>
  <dgm:cxnLst>
    <dgm:cxn modelId="{A1270332-15B2-4674-B77F-F874903E6EDE}" type="presOf" srcId="{70A48239-045F-4BD9-B876-30123FDCB19A}" destId="{73387CC7-FC73-4F2D-B7AA-21B0AB6899AA}" srcOrd="0" destOrd="0" presId="urn:microsoft.com/office/officeart/2005/8/layout/vList6"/>
    <dgm:cxn modelId="{C97A3EAF-3EA1-4234-9A6C-711178CACE37}" type="presOf" srcId="{426D0E5C-96F5-47C7-AF93-D8B4A10A8717}" destId="{765A7C96-C18E-4642-91F6-6DAD51613F96}" srcOrd="0" destOrd="0" presId="urn:microsoft.com/office/officeart/2005/8/layout/vList6"/>
    <dgm:cxn modelId="{71BBF5CD-0A57-4BD6-A93B-7FD39C77C187}" srcId="{70A48239-045F-4BD9-B876-30123FDCB19A}" destId="{426D0E5C-96F5-47C7-AF93-D8B4A10A8717}" srcOrd="0" destOrd="0" parTransId="{6ABF3E85-419C-4DDF-A31F-BE4E98F120D1}" sibTransId="{B7AF408D-8E63-4403-BAF1-00439F246570}"/>
    <dgm:cxn modelId="{0C9FA8F4-32C8-46A3-9395-C838DD441731}" type="presOf" srcId="{3B815B24-8E0C-4BD5-8633-265EF5125BFD}" destId="{DEC07D42-8775-42D0-B5B7-AFD6E6A128A1}" srcOrd="0" destOrd="0" presId="urn:microsoft.com/office/officeart/2005/8/layout/vList6"/>
    <dgm:cxn modelId="{DF0133F8-E7A3-46CB-AEDE-E2CC45BD8A5F}" srcId="{426D0E5C-96F5-47C7-AF93-D8B4A10A8717}" destId="{3B815B24-8E0C-4BD5-8633-265EF5125BFD}" srcOrd="0" destOrd="0" parTransId="{6E9D96C8-4A57-4498-B8DD-86F945D9CF09}" sibTransId="{BF0DC9B3-6ED4-4C95-B321-A20DF96ED622}"/>
    <dgm:cxn modelId="{E6D0B43E-4AAB-4679-A2EC-CDBB65DE8DC9}" type="presParOf" srcId="{73387CC7-FC73-4F2D-B7AA-21B0AB6899AA}" destId="{A0DA41AF-328D-4F53-976B-B7FFB19713A0}" srcOrd="0" destOrd="0" presId="urn:microsoft.com/office/officeart/2005/8/layout/vList6"/>
    <dgm:cxn modelId="{3D46DDE3-424B-4425-852B-90A946CEE988}" type="presParOf" srcId="{A0DA41AF-328D-4F53-976B-B7FFB19713A0}" destId="{765A7C96-C18E-4642-91F6-6DAD51613F96}" srcOrd="0" destOrd="0" presId="urn:microsoft.com/office/officeart/2005/8/layout/vList6"/>
    <dgm:cxn modelId="{7B90BFB3-353F-4FCC-A7FB-00B8CA5F079E}" type="presParOf" srcId="{A0DA41AF-328D-4F53-976B-B7FFB19713A0}" destId="{DEC07D42-8775-42D0-B5B7-AFD6E6A128A1}" srcOrd="1" destOrd="0" presId="urn:microsoft.com/office/officeart/2005/8/layout/v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9BB4C8-FB36-4D81-AC63-4E76989E3B49}">
      <dsp:nvSpPr>
        <dsp:cNvPr id="0" name=""/>
        <dsp:cNvSpPr/>
      </dsp:nvSpPr>
      <dsp:spPr>
        <a:xfrm>
          <a:off x="2600343" y="0"/>
          <a:ext cx="3900514" cy="1571636"/>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endParaRPr lang="es-MX" sz="2000" kern="1200" dirty="0"/>
        </a:p>
        <a:p>
          <a:pPr marL="228600" lvl="1" indent="-228600" algn="l" defTabSz="889000">
            <a:lnSpc>
              <a:spcPct val="90000"/>
            </a:lnSpc>
            <a:spcBef>
              <a:spcPct val="0"/>
            </a:spcBef>
            <a:spcAft>
              <a:spcPct val="15000"/>
            </a:spcAft>
            <a:buChar char="•"/>
          </a:pPr>
          <a:r>
            <a:rPr lang="es-MX" sz="2000" kern="1200" dirty="0"/>
            <a:t> Si </a:t>
          </a:r>
          <a:r>
            <a:rPr lang="es-MX" sz="2000" i="1" kern="1200" dirty="0"/>
            <a:t>x</a:t>
          </a:r>
          <a:r>
            <a:rPr lang="es-MX" sz="2000" kern="1200" dirty="0"/>
            <a:t> es una SBF de (P), y  </a:t>
          </a:r>
          <a:r>
            <a:rPr lang="es-MX" sz="2000" i="1" kern="1200" dirty="0" err="1"/>
            <a:t>y</a:t>
          </a:r>
          <a:r>
            <a:rPr lang="es-MX" sz="2000" kern="1200" dirty="0"/>
            <a:t> es una SBF de (D)</a:t>
          </a:r>
        </a:p>
      </dsp:txBody>
      <dsp:txXfrm>
        <a:off x="2600343" y="196455"/>
        <a:ext cx="3311151" cy="1178727"/>
      </dsp:txXfrm>
    </dsp:sp>
    <dsp:sp modelId="{D5F7A179-E39A-4561-B8BF-909584FD3BDE}">
      <dsp:nvSpPr>
        <dsp:cNvPr id="0" name=""/>
        <dsp:cNvSpPr/>
      </dsp:nvSpPr>
      <dsp:spPr>
        <a:xfrm>
          <a:off x="0" y="0"/>
          <a:ext cx="2600343" cy="157163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s-MX" sz="4000" kern="1200" dirty="0"/>
            <a:t>Dualidad débil</a:t>
          </a:r>
        </a:p>
      </dsp:txBody>
      <dsp:txXfrm>
        <a:off x="76721" y="76721"/>
        <a:ext cx="2446901" cy="14181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07D42-8775-42D0-B5B7-AFD6E6A128A1}">
      <dsp:nvSpPr>
        <dsp:cNvPr id="0" name=""/>
        <dsp:cNvSpPr/>
      </dsp:nvSpPr>
      <dsp:spPr>
        <a:xfrm>
          <a:off x="2600343" y="0"/>
          <a:ext cx="3900514" cy="1571636"/>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Si </a:t>
          </a:r>
          <a:r>
            <a:rPr lang="es-MX" sz="2000" i="1" kern="1200" dirty="0"/>
            <a:t>x</a:t>
          </a:r>
          <a:r>
            <a:rPr lang="es-MX" sz="2000" kern="1200" dirty="0"/>
            <a:t>* es una solución óptima de (P), y </a:t>
          </a:r>
          <a:r>
            <a:rPr lang="es-MX" sz="2000" i="1" kern="1200" dirty="0"/>
            <a:t>y</a:t>
          </a:r>
          <a:r>
            <a:rPr lang="es-MX" sz="2000" kern="1200" dirty="0"/>
            <a:t>* es una solución óptima de (D)</a:t>
          </a:r>
        </a:p>
      </dsp:txBody>
      <dsp:txXfrm>
        <a:off x="2600343" y="196455"/>
        <a:ext cx="3311151" cy="1178727"/>
      </dsp:txXfrm>
    </dsp:sp>
    <dsp:sp modelId="{765A7C96-C18E-4642-91F6-6DAD51613F96}">
      <dsp:nvSpPr>
        <dsp:cNvPr id="0" name=""/>
        <dsp:cNvSpPr/>
      </dsp:nvSpPr>
      <dsp:spPr>
        <a:xfrm>
          <a:off x="0" y="0"/>
          <a:ext cx="2600343" cy="157163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s-MX" sz="4000" kern="1200" dirty="0">
              <a:solidFill>
                <a:schemeClr val="accent3"/>
              </a:solidFill>
            </a:rPr>
            <a:t>Dualidad fuerte</a:t>
          </a:r>
        </a:p>
      </dsp:txBody>
      <dsp:txXfrm>
        <a:off x="76721" y="76721"/>
        <a:ext cx="2446901" cy="141819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05/03/2025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err="1"/>
              <a:t>If</a:t>
            </a:r>
            <a:r>
              <a:rPr lang="es-MX" dirty="0"/>
              <a:t> </a:t>
            </a:r>
            <a:r>
              <a:rPr lang="es-MX" dirty="0" err="1"/>
              <a:t>the</a:t>
            </a:r>
            <a:r>
              <a:rPr lang="es-MX" dirty="0"/>
              <a:t> original </a:t>
            </a:r>
            <a:r>
              <a:rPr lang="es-MX" dirty="0" err="1"/>
              <a:t>problem</a:t>
            </a:r>
            <a:r>
              <a:rPr lang="es-MX" dirty="0"/>
              <a:t> </a:t>
            </a:r>
            <a:r>
              <a:rPr lang="es-MX" dirty="0" err="1"/>
              <a:t>is</a:t>
            </a:r>
            <a:r>
              <a:rPr lang="es-MX" dirty="0"/>
              <a:t> a </a:t>
            </a:r>
            <a:r>
              <a:rPr lang="es-MX" dirty="0" err="1"/>
              <a:t>minimization</a:t>
            </a:r>
            <a:r>
              <a:rPr lang="es-MX" dirty="0"/>
              <a:t> </a:t>
            </a:r>
            <a:r>
              <a:rPr lang="es-MX" dirty="0" err="1"/>
              <a:t>problem</a:t>
            </a:r>
            <a:r>
              <a:rPr lang="es-MX" dirty="0"/>
              <a:t>,</a:t>
            </a:r>
            <a:r>
              <a:rPr lang="es-MX" baseline="0" dirty="0"/>
              <a:t> stands </a:t>
            </a:r>
            <a:r>
              <a:rPr lang="es-MX" baseline="0" dirty="0" err="1"/>
              <a:t>on</a:t>
            </a:r>
            <a:r>
              <a:rPr lang="es-MX" baseline="0" dirty="0"/>
              <a:t> </a:t>
            </a:r>
            <a:r>
              <a:rPr lang="es-MX" baseline="0" dirty="0" err="1"/>
              <a:t>the</a:t>
            </a:r>
            <a:r>
              <a:rPr lang="es-MX" baseline="0" dirty="0"/>
              <a:t> </a:t>
            </a:r>
            <a:r>
              <a:rPr lang="es-MX" baseline="0" dirty="0" err="1"/>
              <a:t>right</a:t>
            </a:r>
            <a:r>
              <a:rPr lang="es-MX" baseline="0" dirty="0"/>
              <a:t> </a:t>
            </a:r>
            <a:r>
              <a:rPr lang="es-MX" baseline="0" dirty="0" err="1"/>
              <a:t>hand</a:t>
            </a:r>
            <a:r>
              <a:rPr lang="es-MX" baseline="0" dirty="0"/>
              <a:t> </a:t>
            </a:r>
            <a:r>
              <a:rPr lang="es-MX" baseline="0" dirty="0" err="1"/>
              <a:t>side</a:t>
            </a:r>
            <a:r>
              <a:rPr lang="es-MX" baseline="0" dirty="0"/>
              <a:t> of </a:t>
            </a:r>
            <a:r>
              <a:rPr lang="es-MX" baseline="0" dirty="0" err="1"/>
              <a:t>the</a:t>
            </a:r>
            <a:r>
              <a:rPr lang="es-MX" baseline="0" dirty="0"/>
              <a:t> </a:t>
            </a:r>
            <a:r>
              <a:rPr lang="es-MX" baseline="0" dirty="0" err="1"/>
              <a:t>table</a:t>
            </a:r>
            <a:r>
              <a:rPr lang="es-MX" baseline="0" dirty="0"/>
              <a:t> and </a:t>
            </a:r>
            <a:r>
              <a:rPr lang="es-MX" baseline="0" dirty="0" err="1"/>
              <a:t>read</a:t>
            </a:r>
            <a:r>
              <a:rPr lang="es-MX" baseline="0" dirty="0"/>
              <a:t> </a:t>
            </a:r>
            <a:r>
              <a:rPr lang="es-MX" baseline="0" dirty="0" err="1"/>
              <a:t>the</a:t>
            </a:r>
            <a:r>
              <a:rPr lang="es-MX" baseline="0" dirty="0"/>
              <a:t> dual </a:t>
            </a:r>
            <a:r>
              <a:rPr lang="es-MX" baseline="0" dirty="0" err="1"/>
              <a:t>toward</a:t>
            </a:r>
            <a:r>
              <a:rPr lang="es-MX" baseline="0" dirty="0"/>
              <a:t> </a:t>
            </a:r>
            <a:r>
              <a:rPr lang="es-MX" baseline="0" dirty="0" err="1"/>
              <a:t>the</a:t>
            </a:r>
            <a:r>
              <a:rPr lang="es-MX" baseline="0" dirty="0"/>
              <a:t> </a:t>
            </a:r>
            <a:r>
              <a:rPr lang="es-MX" baseline="0" dirty="0" err="1"/>
              <a:t>left</a:t>
            </a:r>
            <a:r>
              <a:rPr lang="es-MX" baseline="0" dirty="0"/>
              <a:t>.</a:t>
            </a:r>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12</a:t>
            </a:fld>
            <a:endParaRPr lang="es-ES"/>
          </a:p>
        </p:txBody>
      </p:sp>
    </p:spTree>
    <p:extLst>
      <p:ext uri="{BB962C8B-B14F-4D97-AF65-F5344CB8AC3E}">
        <p14:creationId xmlns:p14="http://schemas.microsoft.com/office/powerpoint/2010/main" val="494489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a:t>Ejemplo 4.2-1</a:t>
            </a:r>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17</a:t>
            </a:fld>
            <a:endParaRPr lang="es-ES"/>
          </a:p>
        </p:txBody>
      </p:sp>
    </p:spTree>
    <p:extLst>
      <p:ext uri="{BB962C8B-B14F-4D97-AF65-F5344CB8AC3E}">
        <p14:creationId xmlns:p14="http://schemas.microsoft.com/office/powerpoint/2010/main" val="1997557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20</a:t>
            </a:fld>
            <a:endParaRPr lang="es-ES"/>
          </a:p>
        </p:txBody>
      </p:sp>
    </p:spTree>
    <p:extLst>
      <p:ext uri="{BB962C8B-B14F-4D97-AF65-F5344CB8AC3E}">
        <p14:creationId xmlns:p14="http://schemas.microsoft.com/office/powerpoint/2010/main" val="184942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a:t>Taha 4.2C 3 y 6</a:t>
            </a:r>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22</a:t>
            </a:fld>
            <a:endParaRPr lang="es-ES"/>
          </a:p>
        </p:txBody>
      </p:sp>
    </p:spTree>
    <p:extLst>
      <p:ext uri="{BB962C8B-B14F-4D97-AF65-F5344CB8AC3E}">
        <p14:creationId xmlns:p14="http://schemas.microsoft.com/office/powerpoint/2010/main" val="4228942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a:t>Taha 4.2D 7</a:t>
            </a:r>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23</a:t>
            </a:fld>
            <a:endParaRPr lang="es-ES"/>
          </a:p>
        </p:txBody>
      </p:sp>
    </p:spTree>
    <p:extLst>
      <p:ext uri="{BB962C8B-B14F-4D97-AF65-F5344CB8AC3E}">
        <p14:creationId xmlns:p14="http://schemas.microsoft.com/office/powerpoint/2010/main" val="2886716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A8D85A20-4E16-9E1A-F4A1-F75F389B3404}"/>
              </a:ext>
            </a:extLst>
          </p:cNvPr>
          <p:cNvSpPr/>
          <p:nvPr userDrawn="1"/>
        </p:nvSpPr>
        <p:spPr>
          <a:xfrm>
            <a:off x="11984854" y="3364637"/>
            <a:ext cx="207145" cy="22598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B9D905-59B2-F49C-9D0B-7B82B23DC82E}"/>
              </a:ext>
            </a:extLst>
          </p:cNvPr>
          <p:cNvSpPr/>
          <p:nvPr userDrawn="1"/>
        </p:nvSpPr>
        <p:spPr>
          <a:xfrm>
            <a:off x="11975976" y="284085"/>
            <a:ext cx="207145" cy="121624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a:xfrm>
            <a:off x="6745412" y="6492875"/>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Aptos" panose="020B0004020202020204" pitchFamily="34" charset="0"/>
              </a:defRPr>
            </a:lvl1pPr>
            <a:lvl2pPr>
              <a:defRPr sz="4000"/>
            </a:lvl2pPr>
            <a:lvl3pPr>
              <a:defRPr sz="4000"/>
            </a:lvl3pPr>
            <a:lvl4pPr>
              <a:defRPr sz="4000"/>
            </a:lvl4pPr>
            <a:lvl5pPr>
              <a:defRPr sz="4000"/>
            </a:lvl5pPr>
          </a:lstStyle>
          <a:p>
            <a:pPr lvl="0" rtl="0"/>
            <a:r>
              <a:rPr lang="en-US" noProof="0" dirty="0"/>
              <a:t>Click to edit Master text styles</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a:xfrm>
            <a:off x="6745413" y="6610348"/>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a:xfrm>
            <a:off x="4931216" y="6632892"/>
            <a:ext cx="2324569" cy="247651"/>
          </a:xfrm>
        </p:spPr>
        <p:txBody>
          <a:bodyPr rtlCol="0"/>
          <a:lstStyle/>
          <a:p>
            <a:pPr rtl="0"/>
            <a:r>
              <a:rPr lang="es-MX" noProof="0" dirty="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a:xfrm>
            <a:off x="11668760" y="6610347"/>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latin typeface="Aptos" panose="020B0004020202020204" pitchFamily="34" charset="0"/>
              </a:defRPr>
            </a:lvl1pPr>
          </a:lstStyle>
          <a:p>
            <a:pPr rtl="0"/>
            <a:r>
              <a:rPr lang="en-US" noProof="0"/>
              <a:t>Click icon to add chart</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Aptos Black" panose="020B0004020202020204" pitchFamily="34" charset="0"/>
              </a:defRPr>
            </a:lvl1pPr>
          </a:lstStyle>
          <a:p>
            <a:pPr rtl="0"/>
            <a:r>
              <a:rPr lang="es-MX" noProof="0" dirty="0"/>
              <a:t>Haz clic para editar </a:t>
            </a:r>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a:xfrm>
            <a:off x="11668760" y="6624589"/>
            <a:ext cx="523240" cy="247651"/>
          </a:xfrm>
        </p:spPr>
        <p:txBody>
          <a:bodyPr rtlCol="0"/>
          <a:lstStyle/>
          <a:p>
            <a:pPr rtl="0"/>
            <a:fld id="{294A09A9-5501-47C1-A89A-A340965A2BE2}" type="slidenum">
              <a:rPr lang="es-MX" noProof="0" smtClean="0"/>
              <a:pPr rtl="0"/>
              <a:t>‹#›</a:t>
            </a:fld>
            <a:endParaRPr lang="es-MX" noProof="0" dirty="0">
              <a:latin typeface="+mn-lt"/>
            </a:endParaRPr>
          </a:p>
        </p:txBody>
      </p:sp>
      <p:sp>
        <p:nvSpPr>
          <p:cNvPr id="7" name="Marcador de posición de pie de página 4">
            <a:extLst>
              <a:ext uri="{FF2B5EF4-FFF2-40B4-BE49-F238E27FC236}">
                <a16:creationId xmlns:a16="http://schemas.microsoft.com/office/drawing/2014/main" id="{F88E2CE6-D902-5A33-C844-8A40B1779D5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a:xfrm>
            <a:off x="6745412" y="6492875"/>
            <a:ext cx="1562125" cy="247651"/>
          </a:xfrm>
          <a:prstGeom prst="rect">
            <a:avLst/>
          </a:prstGeom>
        </p:spPr>
        <p:txBody>
          <a:bodyPr rtlCol="0"/>
          <a:lstStyle/>
          <a:p>
            <a:pPr rtl="0"/>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OPTIMIZACIÓN DE OPERACIONES</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 name="Marcador de posición de pie de página 4">
            <a:extLst>
              <a:ext uri="{FF2B5EF4-FFF2-40B4-BE49-F238E27FC236}">
                <a16:creationId xmlns:a16="http://schemas.microsoft.com/office/drawing/2014/main" id="{9CFD7E6B-8BA7-35DB-BE61-5DF2483E56D9}"/>
              </a:ext>
            </a:extLst>
          </p:cNvPr>
          <p:cNvSpPr>
            <a:spLocks noGrp="1"/>
          </p:cNvSpPr>
          <p:nvPr>
            <p:ph type="ftr" sz="quarter" idx="3"/>
          </p:nvPr>
        </p:nvSpPr>
        <p:spPr>
          <a:xfrm>
            <a:off x="5362113" y="6610347"/>
            <a:ext cx="2148534" cy="247651"/>
          </a:xfrm>
          <a:prstGeom prst="rect">
            <a:avLst/>
          </a:prstGeom>
        </p:spPr>
        <p:txBody>
          <a:bodyPr vert="horz" lIns="0" tIns="0" rIns="0" bIns="0" rtlCol="0" anchor="t" anchorCtr="0"/>
          <a:lstStyle>
            <a:lvl1pPr algn="l">
              <a:defRPr sz="1100" b="0" i="0">
                <a:solidFill>
                  <a:schemeClr val="bg2">
                    <a:lumMod val="50000"/>
                  </a:schemeClr>
                </a:solidFill>
                <a:latin typeface="+mj-lt"/>
              </a:defRPr>
            </a:lvl1pPr>
          </a:lstStyle>
          <a:p>
            <a:r>
              <a:rPr lang="es-MX" dirty="0"/>
              <a:t>OPTIMIZACIÓN DE OPERACIONES</a:t>
            </a:r>
          </a:p>
        </p:txBody>
      </p:sp>
      <p:sp>
        <p:nvSpPr>
          <p:cNvPr id="4" name="Marcador de posición de número de diapositiva 5">
            <a:extLst>
              <a:ext uri="{FF2B5EF4-FFF2-40B4-BE49-F238E27FC236}">
                <a16:creationId xmlns:a16="http://schemas.microsoft.com/office/drawing/2014/main" id="{43FD86DC-D2BD-AECC-1A0A-3CE74BEE57C9}"/>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Aptos" panose="020B0004020202020204" pitchFamily="34" charset="0"/>
              </a:defRPr>
            </a:lvl1pPr>
          </a:lstStyle>
          <a:p>
            <a:pPr rtl="0"/>
            <a:r>
              <a:rPr lang="en-US" noProof="0"/>
              <a:t>Click to edit Master title style</a:t>
            </a:r>
            <a:endParaRPr lang="es-MX" noProof="0" dirty="0"/>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5" name="Marcador de posición de pie de página 4">
            <a:extLst>
              <a:ext uri="{FF2B5EF4-FFF2-40B4-BE49-F238E27FC236}">
                <a16:creationId xmlns:a16="http://schemas.microsoft.com/office/drawing/2014/main" id="{8B6548D6-A880-04F4-F832-A1B39206F240}"/>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8843598B-FC54-B745-3054-795FE6B8A9C1}"/>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779080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dirty="0"/>
              <a:t>Click to edit Master title style</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a:xfrm>
            <a:off x="6745412" y="6492875"/>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5" name="Marcador de posición de pie de página 4">
            <a:extLst>
              <a:ext uri="{FF2B5EF4-FFF2-40B4-BE49-F238E27FC236}">
                <a16:creationId xmlns:a16="http://schemas.microsoft.com/office/drawing/2014/main" id="{23F1A244-DFA6-8C44-BF95-8851B5A76AB8}"/>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19E1CAB4-A60C-2959-8605-86F431A58C1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F94C5751-D7B6-785B-559F-3B3AF0781146}"/>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32D17B95-1D7F-FF57-3E13-0B36D861BAE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8CEC982C-CBC7-82F8-DD9C-CEC7134E4694}"/>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4B831637-7548-7CD1-8B74-EAFCD709322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a:xfrm>
            <a:off x="6756044" y="6610349"/>
            <a:ext cx="1562125" cy="247651"/>
          </a:xfrm>
          <a:prstGeom prst="rect">
            <a:avLst/>
          </a:prstGeom>
        </p:spPr>
        <p:txBody>
          <a:bodyPr rtlCol="0"/>
          <a:lstStyle/>
          <a:p>
            <a:pPr rtl="0"/>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a:xfrm>
            <a:off x="5258715" y="6610349"/>
            <a:ext cx="1497330" cy="247651"/>
          </a:xfrm>
        </p:spPr>
        <p:txBody>
          <a:bodyPr rtlCol="0"/>
          <a:lstStyle/>
          <a:p>
            <a:pPr rtl="0"/>
            <a:r>
              <a:rPr lang="es-MX" noProof="0"/>
              <a:t>OPTIMIZACIÓN DE OPERACIONES</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a:xfrm>
            <a:off x="4735475" y="6610349"/>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2" name="Marcador de posición de fecha 3">
            <a:extLst>
              <a:ext uri="{FF2B5EF4-FFF2-40B4-BE49-F238E27FC236}">
                <a16:creationId xmlns:a16="http://schemas.microsoft.com/office/drawing/2014/main" id="{B8E7A9BD-F162-7384-3111-26CE7D4945AF}"/>
              </a:ext>
            </a:extLst>
          </p:cNvPr>
          <p:cNvSpPr>
            <a:spLocks noGrp="1"/>
          </p:cNvSpPr>
          <p:nvPr>
            <p:ph type="dt" sz="half" idx="2"/>
          </p:nvPr>
        </p:nvSpPr>
        <p:spPr>
          <a:xfrm>
            <a:off x="6725272" y="6610349"/>
            <a:ext cx="1562125"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endParaRPr lang="es-MX" noProof="0" dirty="0">
              <a:latin typeface="+mn-lt"/>
            </a:endParaRPr>
          </a:p>
        </p:txBody>
      </p:sp>
      <p:sp>
        <p:nvSpPr>
          <p:cNvPr id="3" name="Marcador de posición de pie de página 4">
            <a:extLst>
              <a:ext uri="{FF2B5EF4-FFF2-40B4-BE49-F238E27FC236}">
                <a16:creationId xmlns:a16="http://schemas.microsoft.com/office/drawing/2014/main" id="{D3659ACD-AA93-F09D-1EA3-C961DA2E29D5}"/>
              </a:ext>
            </a:extLst>
          </p:cNvPr>
          <p:cNvSpPr>
            <a:spLocks noGrp="1"/>
          </p:cNvSpPr>
          <p:nvPr>
            <p:ph type="ftr" sz="quarter" idx="3"/>
          </p:nvPr>
        </p:nvSpPr>
        <p:spPr>
          <a:xfrm>
            <a:off x="5227943" y="6610349"/>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OPTIMIZACIÓN DE OPERACIONES</a:t>
            </a:r>
            <a:endParaRPr lang="es-MX" b="0" noProof="0" dirty="0"/>
          </a:p>
        </p:txBody>
      </p:sp>
      <p:sp>
        <p:nvSpPr>
          <p:cNvPr id="4" name="Marcador de posición de número de diapositiva 5">
            <a:extLst>
              <a:ext uri="{FF2B5EF4-FFF2-40B4-BE49-F238E27FC236}">
                <a16:creationId xmlns:a16="http://schemas.microsoft.com/office/drawing/2014/main" id="{61A49C7E-58DD-E07A-BB14-2F2606BA9D67}"/>
              </a:ext>
            </a:extLst>
          </p:cNvPr>
          <p:cNvSpPr>
            <a:spLocks noGrp="1"/>
          </p:cNvSpPr>
          <p:nvPr>
            <p:ph type="sldNum" sz="quarter" idx="4"/>
          </p:nvPr>
        </p:nvSpPr>
        <p:spPr>
          <a:xfrm>
            <a:off x="4704703" y="6610349"/>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68354" y="1600204"/>
            <a:ext cx="10368396" cy="45259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7" name="Forma libre 38">
            <a:extLst>
              <a:ext uri="{FF2B5EF4-FFF2-40B4-BE49-F238E27FC236}">
                <a16:creationId xmlns:a16="http://schemas.microsoft.com/office/drawing/2014/main" id="{6C14B503-619D-FECA-B1C8-EC84086F4DE6}"/>
              </a:ext>
            </a:extLst>
          </p:cNvPr>
          <p:cNvSpPr>
            <a:spLocks/>
          </p:cNvSpPr>
          <p:nvPr/>
        </p:nvSpPr>
        <p:spPr bwMode="auto">
          <a:xfrm rot="16200000" flipV="1">
            <a:off x="-136" y="5890869"/>
            <a:ext cx="968626" cy="968353"/>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 name="Título 1">
            <a:extLst>
              <a:ext uri="{FF2B5EF4-FFF2-40B4-BE49-F238E27FC236}">
                <a16:creationId xmlns:a16="http://schemas.microsoft.com/office/drawing/2014/main" id="{4B9ABDB8-8380-48B9-9C6F-79E9D39B5936}"/>
              </a:ext>
            </a:extLst>
          </p:cNvPr>
          <p:cNvSpPr>
            <a:spLocks noGrp="1"/>
          </p:cNvSpPr>
          <p:nvPr userDrawn="1">
            <p:ph type="title"/>
          </p:nvPr>
        </p:nvSpPr>
        <p:spPr>
          <a:xfrm>
            <a:off x="952500" y="365125"/>
            <a:ext cx="10401300" cy="1325563"/>
          </a:xfrm>
        </p:spPr>
        <p:txBody>
          <a:bodyPr rtlCol="0"/>
          <a:lstStyle/>
          <a:p>
            <a:pPr rtl="0"/>
            <a:r>
              <a:rPr lang="en-US" noProof="0"/>
              <a:t>Click to edit Master title style</a:t>
            </a:r>
            <a:endParaRPr lang="es-MX" noProof="0"/>
          </a:p>
        </p:txBody>
      </p:sp>
      <p:sp>
        <p:nvSpPr>
          <p:cNvPr id="9" name="Forma libre 15">
            <a:extLst>
              <a:ext uri="{FF2B5EF4-FFF2-40B4-BE49-F238E27FC236}">
                <a16:creationId xmlns:a16="http://schemas.microsoft.com/office/drawing/2014/main" id="{0AC106E8-3E4A-A8F8-E16C-BBF1326B7F20}"/>
              </a:ext>
            </a:extLst>
          </p:cNvPr>
          <p:cNvSpPr>
            <a:spLocks/>
          </p:cNvSpPr>
          <p:nvPr/>
        </p:nvSpPr>
        <p:spPr bwMode="auto">
          <a:xfrm rot="10800000">
            <a:off x="10540797" y="1080290"/>
            <a:ext cx="1675717" cy="22342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7">
            <a:extLst>
              <a:ext uri="{FF2B5EF4-FFF2-40B4-BE49-F238E27FC236}">
                <a16:creationId xmlns:a16="http://schemas.microsoft.com/office/drawing/2014/main" id="{56559DE5-8022-90C0-3366-610481E321EF}"/>
              </a:ext>
            </a:extLst>
          </p:cNvPr>
          <p:cNvSpPr>
            <a:spLocks/>
          </p:cNvSpPr>
          <p:nvPr/>
        </p:nvSpPr>
        <p:spPr bwMode="auto">
          <a:xfrm rot="10800000">
            <a:off x="8891306" y="-10633"/>
            <a:ext cx="2181524" cy="1090923"/>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 name="TextBox 3">
            <a:extLst>
              <a:ext uri="{FF2B5EF4-FFF2-40B4-BE49-F238E27FC236}">
                <a16:creationId xmlns:a16="http://schemas.microsoft.com/office/drawing/2014/main" id="{E91DE9D0-F43D-F8FF-BDC1-DD57D9BD8CF7}"/>
              </a:ext>
            </a:extLst>
          </p:cNvPr>
          <p:cNvSpPr txBox="1"/>
          <p:nvPr userDrawn="1"/>
        </p:nvSpPr>
        <p:spPr>
          <a:xfrm>
            <a:off x="11336750" y="613333"/>
            <a:ext cx="837858" cy="369332"/>
          </a:xfrm>
          <a:prstGeom prst="rect">
            <a:avLst/>
          </a:prstGeom>
          <a:noFill/>
        </p:spPr>
        <p:txBody>
          <a:bodyPr wrap="square" rtlCol="0">
            <a:spAutoFit/>
          </a:bodyPr>
          <a:lstStyle/>
          <a:p>
            <a:endParaRPr lang="en-US" dirty="0">
              <a:solidFill>
                <a:sysClr val="windowText" lastClr="000000"/>
              </a:solidFill>
            </a:endParaRPr>
          </a:p>
        </p:txBody>
      </p:sp>
      <p:sp>
        <p:nvSpPr>
          <p:cNvPr id="5" name="TextBox 4">
            <a:extLst>
              <a:ext uri="{FF2B5EF4-FFF2-40B4-BE49-F238E27FC236}">
                <a16:creationId xmlns:a16="http://schemas.microsoft.com/office/drawing/2014/main" id="{11FD6F5B-5699-C766-5D8B-7805E561F43D}"/>
              </a:ext>
            </a:extLst>
          </p:cNvPr>
          <p:cNvSpPr txBox="1"/>
          <p:nvPr userDrawn="1"/>
        </p:nvSpPr>
        <p:spPr>
          <a:xfrm>
            <a:off x="11230252" y="142043"/>
            <a:ext cx="837858" cy="369332"/>
          </a:xfrm>
          <a:prstGeom prst="rect">
            <a:avLst/>
          </a:prstGeom>
          <a:noFill/>
        </p:spPr>
        <p:txBody>
          <a:bodyPr wrap="square" rtlCol="0">
            <a:spAutoFit/>
          </a:bodyPr>
          <a:lstStyle/>
          <a:p>
            <a:endParaRPr lang="en-US" dirty="0">
              <a:ln>
                <a:solidFill>
                  <a:sysClr val="windowText" lastClr="000000"/>
                </a:solidFill>
              </a:ln>
              <a:solidFill>
                <a:sysClr val="windowText" lastClr="000000"/>
              </a:solidFill>
            </a:endParaRPr>
          </a:p>
        </p:txBody>
      </p:sp>
    </p:spTree>
    <p:extLst>
      <p:ext uri="{BB962C8B-B14F-4D97-AF65-F5344CB8AC3E}">
        <p14:creationId xmlns:p14="http://schemas.microsoft.com/office/powerpoint/2010/main" val="2598890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8C642-49FB-4E16-A3A0-B2ACBEABFFD6}"/>
              </a:ext>
            </a:extLst>
          </p:cNvPr>
          <p:cNvSpPr>
            <a:spLocks noGrp="1"/>
          </p:cNvSpPr>
          <p:nvPr>
            <p:ph type="title"/>
          </p:nvPr>
        </p:nvSpPr>
        <p:spPr/>
        <p:txBody>
          <a:bodyPr rtlCol="0"/>
          <a:lstStyle/>
          <a:p>
            <a:pPr rtl="0"/>
            <a:r>
              <a:rPr lang="en-US" noProof="0"/>
              <a:t>Click to edit Master title style</a:t>
            </a:r>
            <a:endParaRPr lang="es-MX" noProof="0"/>
          </a:p>
        </p:txBody>
      </p:sp>
      <p:sp>
        <p:nvSpPr>
          <p:cNvPr id="6" name="Marcador de posición de pie de página 4">
            <a:extLst>
              <a:ext uri="{FF2B5EF4-FFF2-40B4-BE49-F238E27FC236}">
                <a16:creationId xmlns:a16="http://schemas.microsoft.com/office/drawing/2014/main" id="{D2277398-E71C-9E18-6FA2-AF0656698E4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7" name="Marcador de posición de número de diapositiva 5">
            <a:extLst>
              <a:ext uri="{FF2B5EF4-FFF2-40B4-BE49-F238E27FC236}">
                <a16:creationId xmlns:a16="http://schemas.microsoft.com/office/drawing/2014/main" id="{B84FCA9A-3098-8020-E608-4F4F97405E4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161254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endParaRPr lang="es-ES"/>
          </a:p>
        </p:txBody>
      </p:sp>
      <p:sp>
        <p:nvSpPr>
          <p:cNvPr id="6" name="5 Marcador de pie de página"/>
          <p:cNvSpPr>
            <a:spLocks noGrp="1"/>
          </p:cNvSpPr>
          <p:nvPr>
            <p:ph type="ftr" sz="quarter" idx="11"/>
          </p:nvPr>
        </p:nvSpPr>
        <p:spPr/>
        <p:txBody>
          <a:bodyPr/>
          <a:lstStyle/>
          <a:p>
            <a:r>
              <a:rPr lang="es-ES"/>
              <a:t>OPTIMIZACIÓN DE OPERACIONES</a:t>
            </a:r>
          </a:p>
        </p:txBody>
      </p:sp>
      <p:sp>
        <p:nvSpPr>
          <p:cNvPr id="7" name="6 Marcador de número de diapositiva"/>
          <p:cNvSpPr>
            <a:spLocks noGrp="1"/>
          </p:cNvSpPr>
          <p:nvPr>
            <p:ph type="sldNum" sz="quarter" idx="12"/>
          </p:nvPr>
        </p:nvSpPr>
        <p:spPr/>
        <p:txBody>
          <a:bodyPr/>
          <a:lstStyle/>
          <a:p>
            <a:fld id="{6FFA54E1-8A5A-492B-8D87-772C5A9980B5}" type="slidenum">
              <a:rPr lang="es-ES" smtClean="0"/>
              <a:pPr/>
              <a:t>‹#›</a:t>
            </a:fld>
            <a:endParaRPr lang="es-ES"/>
          </a:p>
        </p:txBody>
      </p:sp>
    </p:spTree>
    <p:extLst>
      <p:ext uri="{BB962C8B-B14F-4D97-AF65-F5344CB8AC3E}">
        <p14:creationId xmlns:p14="http://schemas.microsoft.com/office/powerpoint/2010/main" val="1822654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endParaRPr lang="es-MX"/>
          </a:p>
        </p:txBody>
      </p:sp>
      <p:sp>
        <p:nvSpPr>
          <p:cNvPr id="5" name="Marcador de pie de página 4"/>
          <p:cNvSpPr>
            <a:spLocks noGrp="1"/>
          </p:cNvSpPr>
          <p:nvPr>
            <p:ph type="ftr" sz="quarter" idx="11"/>
          </p:nvPr>
        </p:nvSpPr>
        <p:spPr/>
        <p:txBody>
          <a:bodyPr/>
          <a:lstStyle/>
          <a:p>
            <a:r>
              <a:rPr lang="es-MX"/>
              <a:t>OPTIMIZACIÓN DE OPERACIONES</a:t>
            </a:r>
          </a:p>
        </p:txBody>
      </p:sp>
      <p:sp>
        <p:nvSpPr>
          <p:cNvPr id="6" name="Marcador de número de diapositiva 5"/>
          <p:cNvSpPr>
            <a:spLocks noGrp="1"/>
          </p:cNvSpPr>
          <p:nvPr>
            <p:ph type="sldNum" sz="quarter" idx="12"/>
          </p:nvPr>
        </p:nvSpPr>
        <p:spPr/>
        <p:txBody>
          <a:bodyPr/>
          <a:lstStyle/>
          <a:p>
            <a:fld id="{8F80DD32-27E0-4A84-8B42-9482A74C9885}" type="slidenum">
              <a:rPr lang="es-MX" smtClean="0"/>
              <a:t>‹#›</a:t>
            </a:fld>
            <a:endParaRPr lang="es-MX"/>
          </a:p>
        </p:txBody>
      </p:sp>
    </p:spTree>
    <p:extLst>
      <p:ext uri="{BB962C8B-B14F-4D97-AF65-F5344CB8AC3E}">
        <p14:creationId xmlns:p14="http://schemas.microsoft.com/office/powerpoint/2010/main" val="1818095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endParaRPr lang="es-MX"/>
          </a:p>
        </p:txBody>
      </p:sp>
      <p:sp>
        <p:nvSpPr>
          <p:cNvPr id="3" name="Marcador de pie de página 2"/>
          <p:cNvSpPr>
            <a:spLocks noGrp="1"/>
          </p:cNvSpPr>
          <p:nvPr>
            <p:ph type="ftr" sz="quarter" idx="11"/>
          </p:nvPr>
        </p:nvSpPr>
        <p:spPr/>
        <p:txBody>
          <a:bodyPr/>
          <a:lstStyle/>
          <a:p>
            <a:r>
              <a:rPr lang="es-MX"/>
              <a:t>OPTIMIZACIÓN DE OPERACIONES</a:t>
            </a:r>
          </a:p>
        </p:txBody>
      </p:sp>
      <p:sp>
        <p:nvSpPr>
          <p:cNvPr id="4" name="Marcador de número de diapositiva 3"/>
          <p:cNvSpPr>
            <a:spLocks noGrp="1"/>
          </p:cNvSpPr>
          <p:nvPr>
            <p:ph type="sldNum" sz="quarter" idx="12"/>
          </p:nvPr>
        </p:nvSpPr>
        <p:spPr/>
        <p:txBody>
          <a:bodyPr/>
          <a:lstStyle/>
          <a:p>
            <a:fld id="{8F80DD32-27E0-4A84-8B42-9482A74C9885}" type="slidenum">
              <a:rPr lang="es-MX" smtClean="0"/>
              <a:t>‹#›</a:t>
            </a:fld>
            <a:endParaRPr lang="es-MX"/>
          </a:p>
        </p:txBody>
      </p:sp>
    </p:spTree>
    <p:extLst>
      <p:ext uri="{BB962C8B-B14F-4D97-AF65-F5344CB8AC3E}">
        <p14:creationId xmlns:p14="http://schemas.microsoft.com/office/powerpoint/2010/main" val="244693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dirty="0"/>
              <a:t>Haz clic para modificar el estilo de título del patrón</a:t>
            </a: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11668760" y="6602243"/>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
        <p:nvSpPr>
          <p:cNvPr id="2" name="TextBox 1">
            <a:extLst>
              <a:ext uri="{FF2B5EF4-FFF2-40B4-BE49-F238E27FC236}">
                <a16:creationId xmlns:a16="http://schemas.microsoft.com/office/drawing/2014/main" id="{C2546159-F0F2-8EF7-2A00-F60D135BCBED}"/>
              </a:ext>
            </a:extLst>
          </p:cNvPr>
          <p:cNvSpPr txBox="1"/>
          <p:nvPr userDrawn="1"/>
        </p:nvSpPr>
        <p:spPr>
          <a:xfrm rot="16200000">
            <a:off x="11446444" y="745724"/>
            <a:ext cx="1260281" cy="230832"/>
          </a:xfrm>
          <a:prstGeom prst="rect">
            <a:avLst/>
          </a:prstGeom>
          <a:noFill/>
        </p:spPr>
        <p:txBody>
          <a:bodyPr wrap="none" rtlCol="0">
            <a:spAutoFit/>
          </a:bodyPr>
          <a:lstStyle/>
          <a:p>
            <a:r>
              <a:rPr lang="en-US" sz="900" dirty="0">
                <a:solidFill>
                  <a:schemeClr val="tx1">
                    <a:lumMod val="50000"/>
                  </a:schemeClr>
                </a:solidFill>
                <a:latin typeface="Agency FB" panose="020B0503020202020204" pitchFamily="34" charset="0"/>
              </a:rPr>
              <a:t>Jenny Díaz, Rodolfo Mendoza</a:t>
            </a: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98" r:id="rId8"/>
    <p:sldLayoutId id="2147483676" r:id="rId9"/>
    <p:sldLayoutId id="2147483677" r:id="rId10"/>
    <p:sldLayoutId id="2147483685" r:id="rId11"/>
    <p:sldLayoutId id="2147483688" r:id="rId12"/>
    <p:sldLayoutId id="2147483692" r:id="rId13"/>
    <p:sldLayoutId id="2147483682" r:id="rId14"/>
    <p:sldLayoutId id="2147483700" r:id="rId15"/>
    <p:sldLayoutId id="2147483697" r:id="rId16"/>
    <p:sldLayoutId id="2147483702" r:id="rId17"/>
    <p:sldLayoutId id="2147483703" r:id="rId18"/>
    <p:sldLayoutId id="2147483704" r:id="rId19"/>
  </p:sldLayoutIdLst>
  <p:hf hdr="0"/>
  <p:txStyles>
    <p:title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15.xml"/><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15.xml"/><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15.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4.bin"/><Relationship Id="rId2" Type="http://schemas.openxmlformats.org/officeDocument/2006/relationships/oleObject" Target="../embeddings/oleObject9.bin"/><Relationship Id="rId1" Type="http://schemas.openxmlformats.org/officeDocument/2006/relationships/slideLayout" Target="../slideLayouts/slideLayout18.xml"/><Relationship Id="rId6" Type="http://schemas.openxmlformats.org/officeDocument/2006/relationships/oleObject" Target="../embeddings/oleObject11.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4.wmf"/></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20.wmf"/><Relationship Id="rId5" Type="http://schemas.openxmlformats.org/officeDocument/2006/relationships/oleObject" Target="../embeddings/oleObject16.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15.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9.bin"/><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6.bin"/><Relationship Id="rId18" Type="http://schemas.openxmlformats.org/officeDocument/2006/relationships/image" Target="../media/image33.wmf"/><Relationship Id="rId26" Type="http://schemas.openxmlformats.org/officeDocument/2006/relationships/image" Target="../media/image37.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30.wmf"/><Relationship Id="rId17" Type="http://schemas.openxmlformats.org/officeDocument/2006/relationships/oleObject" Target="../embeddings/oleObject28.bin"/><Relationship Id="rId25" Type="http://schemas.openxmlformats.org/officeDocument/2006/relationships/oleObject" Target="../embeddings/oleObject32.bin"/><Relationship Id="rId2" Type="http://schemas.openxmlformats.org/officeDocument/2006/relationships/notesSlide" Target="../notesSlides/notesSlide4.xml"/><Relationship Id="rId16" Type="http://schemas.openxmlformats.org/officeDocument/2006/relationships/image" Target="../media/image32.wmf"/><Relationship Id="rId20" Type="http://schemas.openxmlformats.org/officeDocument/2006/relationships/image" Target="../media/image34.wmf"/><Relationship Id="rId1" Type="http://schemas.openxmlformats.org/officeDocument/2006/relationships/slideLayout" Target="../slideLayouts/slideLayout15.xml"/><Relationship Id="rId6" Type="http://schemas.openxmlformats.org/officeDocument/2006/relationships/image" Target="../media/image27.wmf"/><Relationship Id="rId11" Type="http://schemas.openxmlformats.org/officeDocument/2006/relationships/oleObject" Target="../embeddings/oleObject25.bin"/><Relationship Id="rId24" Type="http://schemas.openxmlformats.org/officeDocument/2006/relationships/image" Target="../media/image36.wmf"/><Relationship Id="rId5" Type="http://schemas.openxmlformats.org/officeDocument/2006/relationships/oleObject" Target="../embeddings/oleObject22.bin"/><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29.wmf"/><Relationship Id="rId19" Type="http://schemas.openxmlformats.org/officeDocument/2006/relationships/oleObject" Target="../embeddings/oleObject29.bin"/><Relationship Id="rId4" Type="http://schemas.openxmlformats.org/officeDocument/2006/relationships/image" Target="../media/image26.wmf"/><Relationship Id="rId9" Type="http://schemas.openxmlformats.org/officeDocument/2006/relationships/oleObject" Target="../embeddings/oleObject24.bin"/><Relationship Id="rId14" Type="http://schemas.openxmlformats.org/officeDocument/2006/relationships/image" Target="../media/image31.wmf"/><Relationship Id="rId22" Type="http://schemas.openxmlformats.org/officeDocument/2006/relationships/image" Target="../media/image35.wmf"/></Relationships>
</file>

<file path=ppt/slides/_rels/slide2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3.bin"/><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40.wmf"/><Relationship Id="rId5" Type="http://schemas.openxmlformats.org/officeDocument/2006/relationships/oleObject" Target="../embeddings/oleObject35.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37.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43.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5.xm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5.xml"/><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9.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39.bin"/><Relationship Id="rId1" Type="http://schemas.openxmlformats.org/officeDocument/2006/relationships/slideLayout" Target="../slideLayouts/slideLayout15.xml"/><Relationship Id="rId5" Type="http://schemas.openxmlformats.org/officeDocument/2006/relationships/image" Target="../media/image54.wmf"/><Relationship Id="rId4" Type="http://schemas.openxmlformats.org/officeDocument/2006/relationships/oleObject" Target="../embeddings/oleObject40.bin"/></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5.xml"/><Relationship Id="rId5" Type="http://schemas.openxmlformats.org/officeDocument/2006/relationships/image" Target="../media/image5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63.wmf"/><Relationship Id="rId3" Type="http://schemas.openxmlformats.org/officeDocument/2006/relationships/image" Target="../media/image59.wmf"/><Relationship Id="rId7" Type="http://schemas.openxmlformats.org/officeDocument/2006/relationships/image" Target="../media/image60.wmf"/><Relationship Id="rId12" Type="http://schemas.openxmlformats.org/officeDocument/2006/relationships/oleObject" Target="../embeddings/oleObject46.bin"/><Relationship Id="rId2" Type="http://schemas.openxmlformats.org/officeDocument/2006/relationships/oleObject" Target="../embeddings/oleObject41.bin"/><Relationship Id="rId1" Type="http://schemas.openxmlformats.org/officeDocument/2006/relationships/slideLayout" Target="../slideLayouts/slideLayout15.xml"/><Relationship Id="rId6" Type="http://schemas.openxmlformats.org/officeDocument/2006/relationships/oleObject" Target="../embeddings/oleObject43.bin"/><Relationship Id="rId11" Type="http://schemas.openxmlformats.org/officeDocument/2006/relationships/image" Target="../media/image62.wmf"/><Relationship Id="rId5" Type="http://schemas.openxmlformats.org/officeDocument/2006/relationships/image" Target="../media/image30.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6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831976" y="1483744"/>
            <a:ext cx="6320118" cy="2146458"/>
          </a:xfrm>
        </p:spPr>
        <p:txBody>
          <a:bodyPr rtlCol="0"/>
          <a:lstStyle/>
          <a:p>
            <a:pPr rtl="0"/>
            <a:r>
              <a:rPr lang="es-MX" sz="4000" dirty="0">
                <a:latin typeface="Abadi" panose="020B0604020104020204" pitchFamily="34" charset="0"/>
              </a:rPr>
              <a:t>Dualidad y Análisis de Sensibilidad</a:t>
            </a:r>
            <a:br>
              <a:rPr lang="es-MX" sz="4000" dirty="0">
                <a:latin typeface="Abadi" panose="020B0604020104020204" pitchFamily="34" charset="0"/>
              </a:rPr>
            </a:br>
            <a:r>
              <a:rPr lang="es-MX" sz="4000" dirty="0">
                <a:latin typeface="Abadi" panose="020B0604020104020204" pitchFamily="34" charset="0"/>
              </a:rPr>
              <a:t>–Dualidad– </a:t>
            </a: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a:latin typeface="+mj-lt"/>
              </a:rPr>
              <a:t>Profesor </a:t>
            </a:r>
            <a:r>
              <a:rPr lang="es-MX" dirty="0" err="1">
                <a:latin typeface="+mj-lt"/>
              </a:rPr>
              <a:t>name</a:t>
            </a:r>
            <a:endParaRPr lang="es-MX" dirty="0">
              <a:latin typeface="+mj-lt"/>
            </a:endParaRPr>
          </a:p>
          <a:p>
            <a:pPr rtl="0"/>
            <a:r>
              <a:rPr lang="es-MX" dirty="0">
                <a:latin typeface="+mj-lt"/>
              </a:rPr>
              <a:t>Optimización de Procesos Industriales</a:t>
            </a:r>
          </a:p>
          <a:p>
            <a:pPr rtl="0"/>
            <a:r>
              <a:rPr lang="es-MX" dirty="0">
                <a:latin typeface="+mj-lt"/>
              </a:rPr>
              <a:t>Escuela de Ingeniería y Ciencias</a:t>
            </a:r>
          </a:p>
          <a:p>
            <a:pPr rtl="0"/>
            <a:r>
              <a:rPr lang="es-MX" dirty="0">
                <a:latin typeface="+mj-lt"/>
              </a:rPr>
              <a:t>Tecnológico de Monterrey</a:t>
            </a:r>
            <a:endParaRPr lang="es-MX" dirty="0"/>
          </a:p>
          <a:p>
            <a:pPr rtl="0"/>
            <a:endParaRPr lang="es-MX" dirty="0"/>
          </a:p>
        </p:txBody>
      </p:sp>
      <p:pic>
        <p:nvPicPr>
          <p:cNvPr id="1026" name="Picture 2" descr="ITESM + Tec de Monterrey Artwork – javier arturo rodríguez">
            <a:extLst>
              <a:ext uri="{FF2B5EF4-FFF2-40B4-BE49-F238E27FC236}">
                <a16:creationId xmlns:a16="http://schemas.microsoft.com/office/drawing/2014/main" id="{81EE2347-21B2-2241-0047-FCE86C38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66" y="218795"/>
            <a:ext cx="1693319" cy="44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497271" y="1842295"/>
            <a:ext cx="8041175" cy="4525963"/>
          </a:xfrm>
        </p:spPr>
        <p:txBody>
          <a:bodyPr>
            <a:normAutofit/>
          </a:bodyPr>
          <a:lstStyle/>
          <a:p>
            <a:pPr marL="0" indent="0" algn="just">
              <a:buNone/>
            </a:pPr>
            <a:r>
              <a:rPr lang="es-MX" sz="2400" dirty="0"/>
              <a:t>La teoría de la dualidad nos va a permitir, entre otras cosas, relacionar cada problema de programación lineal con otro denominado problema dual y obtener relaciones sobre el tipo de soluciones de ambos problemas.</a:t>
            </a:r>
            <a:endParaRPr lang="es-MX" sz="2000" dirty="0"/>
          </a:p>
        </p:txBody>
      </p:sp>
      <p:sp>
        <p:nvSpPr>
          <p:cNvPr id="2" name="Título 1"/>
          <p:cNvSpPr>
            <a:spLocks noGrp="1"/>
          </p:cNvSpPr>
          <p:nvPr>
            <p:ph type="title"/>
          </p:nvPr>
        </p:nvSpPr>
        <p:spPr/>
        <p:txBody>
          <a:bodyPr/>
          <a:lstStyle/>
          <a:p>
            <a:r>
              <a:rPr lang="es-MX" dirty="0"/>
              <a:t>Introducción</a:t>
            </a:r>
          </a:p>
        </p:txBody>
      </p:sp>
      <p:sp>
        <p:nvSpPr>
          <p:cNvPr id="8" name="Footer Placeholder 7">
            <a:extLst>
              <a:ext uri="{FF2B5EF4-FFF2-40B4-BE49-F238E27FC236}">
                <a16:creationId xmlns:a16="http://schemas.microsoft.com/office/drawing/2014/main" id="{1DBAEBD4-E13B-208F-5002-7474BCD9AB28}"/>
              </a:ext>
            </a:extLst>
          </p:cNvPr>
          <p:cNvSpPr>
            <a:spLocks noGrp="1"/>
          </p:cNvSpPr>
          <p:nvPr>
            <p:ph type="ftr" sz="quarter" idx="4294967295"/>
          </p:nvPr>
        </p:nvSpPr>
        <p:spPr>
          <a:xfrm>
            <a:off x="528917" y="6610350"/>
            <a:ext cx="2644775" cy="247650"/>
          </a:xfrm>
        </p:spPr>
        <p:txBody>
          <a:bodyPr/>
          <a:lstStyle/>
          <a:p>
            <a:r>
              <a:rPr lang="es-MX" dirty="0"/>
              <a:t>OPTIMIZACIÓN DE OPERACIONES</a:t>
            </a:r>
          </a:p>
        </p:txBody>
      </p:sp>
      <p:sp>
        <p:nvSpPr>
          <p:cNvPr id="9" name="Slide Number Placeholder 8">
            <a:extLst>
              <a:ext uri="{FF2B5EF4-FFF2-40B4-BE49-F238E27FC236}">
                <a16:creationId xmlns:a16="http://schemas.microsoft.com/office/drawing/2014/main" id="{F74CF88A-1852-081E-E26D-2B1A76D3BF73}"/>
              </a:ext>
            </a:extLst>
          </p:cNvPr>
          <p:cNvSpPr>
            <a:spLocks noGrp="1"/>
          </p:cNvSpPr>
          <p:nvPr>
            <p:ph type="sldNum" sz="quarter" idx="4294967295"/>
          </p:nvPr>
        </p:nvSpPr>
        <p:spPr>
          <a:xfrm>
            <a:off x="11668125" y="6602413"/>
            <a:ext cx="523875" cy="247650"/>
          </a:xfrm>
        </p:spPr>
        <p:txBody>
          <a:bodyPr/>
          <a:lstStyle/>
          <a:p>
            <a:fld id="{8F80DD32-27E0-4A84-8B42-9482A74C9885}" type="slidenum">
              <a:rPr lang="es-MX" smtClean="0"/>
              <a:t>2</a:t>
            </a:fld>
            <a:endParaRPr lang="es-MX"/>
          </a:p>
        </p:txBody>
      </p:sp>
      <p:sp>
        <p:nvSpPr>
          <p:cNvPr id="4" name="CuadroTexto 3"/>
          <p:cNvSpPr txBox="1"/>
          <p:nvPr/>
        </p:nvSpPr>
        <p:spPr>
          <a:xfrm>
            <a:off x="1839856" y="4124144"/>
            <a:ext cx="2755113" cy="523220"/>
          </a:xfrm>
          <a:prstGeom prst="rect">
            <a:avLst/>
          </a:prstGeom>
          <a:noFill/>
        </p:spPr>
        <p:txBody>
          <a:bodyPr wrap="none" rtlCol="0">
            <a:spAutoFit/>
          </a:bodyPr>
          <a:lstStyle/>
          <a:p>
            <a:r>
              <a:rPr lang="es-MX" sz="2800" dirty="0">
                <a:ln w="0"/>
                <a:solidFill>
                  <a:schemeClr val="accent3"/>
                </a:solidFill>
                <a:effectLst>
                  <a:outerShdw blurRad="38100" dist="25400" dir="5400000" algn="ctr" rotWithShape="0">
                    <a:srgbClr val="6E747A">
                      <a:alpha val="43000"/>
                    </a:srgbClr>
                  </a:outerShdw>
                </a:effectLst>
              </a:rPr>
              <a:t>Problema Primal</a:t>
            </a:r>
          </a:p>
        </p:txBody>
      </p:sp>
      <p:sp>
        <p:nvSpPr>
          <p:cNvPr id="5" name="CuadroTexto 4"/>
          <p:cNvSpPr txBox="1"/>
          <p:nvPr/>
        </p:nvSpPr>
        <p:spPr>
          <a:xfrm>
            <a:off x="6774926" y="4124144"/>
            <a:ext cx="2389244" cy="523220"/>
          </a:xfrm>
          <a:prstGeom prst="rect">
            <a:avLst/>
          </a:prstGeom>
          <a:noFill/>
        </p:spPr>
        <p:txBody>
          <a:bodyPr wrap="none" rtlCol="0">
            <a:spAutoFit/>
            <a:scene3d>
              <a:camera prst="orthographicFront"/>
              <a:lightRig rig="soft" dir="t">
                <a:rot lat="0" lon="0" rev="15600000"/>
              </a:lightRig>
            </a:scene3d>
            <a:sp3d extrusionH="57150" prstMaterial="softEdge">
              <a:bevelT w="25400" h="38100"/>
            </a:sp3d>
          </a:bodyPr>
          <a:lstStyle/>
          <a:p>
            <a:r>
              <a:rPr lang="es-MX" sz="2800" b="1" dirty="0">
                <a:ln/>
                <a:solidFill>
                  <a:schemeClr val="accent4"/>
                </a:solidFill>
              </a:rPr>
              <a:t>Problema Dual</a:t>
            </a:r>
          </a:p>
        </p:txBody>
      </p:sp>
      <p:sp>
        <p:nvSpPr>
          <p:cNvPr id="6" name="Flecha izquierda y derecha 5"/>
          <p:cNvSpPr/>
          <p:nvPr/>
        </p:nvSpPr>
        <p:spPr>
          <a:xfrm>
            <a:off x="5086464" y="4124144"/>
            <a:ext cx="1315044" cy="523220"/>
          </a:xfrm>
          <a:prstGeom prst="lef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s-MX"/>
          </a:p>
        </p:txBody>
      </p:sp>
      <p:sp>
        <p:nvSpPr>
          <p:cNvPr id="11" name="TextBox 10">
            <a:extLst>
              <a:ext uri="{FF2B5EF4-FFF2-40B4-BE49-F238E27FC236}">
                <a16:creationId xmlns:a16="http://schemas.microsoft.com/office/drawing/2014/main" id="{3A4D720E-0685-FD73-0443-C03D8C0EBA8B}"/>
              </a:ext>
            </a:extLst>
          </p:cNvPr>
          <p:cNvSpPr txBox="1"/>
          <p:nvPr/>
        </p:nvSpPr>
        <p:spPr>
          <a:xfrm>
            <a:off x="952500" y="5202837"/>
            <a:ext cx="4008608" cy="923330"/>
          </a:xfrm>
          <a:prstGeom prst="rect">
            <a:avLst/>
          </a:prstGeom>
          <a:solidFill>
            <a:schemeClr val="accent2">
              <a:lumMod val="20000"/>
              <a:lumOff val="80000"/>
            </a:schemeClr>
          </a:solidFill>
        </p:spPr>
        <p:txBody>
          <a:bodyPr wrap="square">
            <a:spAutoFit/>
          </a:bodyPr>
          <a:lstStyle/>
          <a:p>
            <a:pPr marL="118872" indent="0" algn="ctr">
              <a:buNone/>
            </a:pPr>
            <a:r>
              <a:rPr lang="en-US" dirty="0">
                <a:solidFill>
                  <a:schemeClr val="bg1"/>
                </a:solidFill>
              </a:rPr>
              <a:t>El </a:t>
            </a:r>
            <a:r>
              <a:rPr lang="en-US" dirty="0" err="1">
                <a:solidFill>
                  <a:schemeClr val="bg1"/>
                </a:solidFill>
              </a:rPr>
              <a:t>problema</a:t>
            </a:r>
            <a:r>
              <a:rPr lang="en-US" dirty="0">
                <a:solidFill>
                  <a:schemeClr val="bg1"/>
                </a:solidFill>
              </a:rPr>
              <a:t> </a:t>
            </a:r>
            <a:r>
              <a:rPr lang="en-US" dirty="0">
                <a:solidFill>
                  <a:schemeClr val="accent4"/>
                </a:solidFill>
              </a:rPr>
              <a:t>dual</a:t>
            </a:r>
            <a:r>
              <a:rPr lang="en-US" dirty="0">
                <a:solidFill>
                  <a:schemeClr val="bg1"/>
                </a:solidFill>
              </a:rPr>
              <a:t> se </a:t>
            </a:r>
            <a:r>
              <a:rPr lang="en-US" dirty="0" err="1">
                <a:solidFill>
                  <a:schemeClr val="bg1"/>
                </a:solidFill>
              </a:rPr>
              <a:t>puede</a:t>
            </a:r>
            <a:r>
              <a:rPr lang="en-US" dirty="0">
                <a:solidFill>
                  <a:schemeClr val="bg1"/>
                </a:solidFill>
              </a:rPr>
              <a:t> </a:t>
            </a:r>
            <a:r>
              <a:rPr lang="en-US" dirty="0" err="1">
                <a:solidFill>
                  <a:schemeClr val="bg1"/>
                </a:solidFill>
              </a:rPr>
              <a:t>definir</a:t>
            </a:r>
            <a:r>
              <a:rPr lang="en-US" dirty="0">
                <a:solidFill>
                  <a:schemeClr val="bg1"/>
                </a:solidFill>
              </a:rPr>
              <a:t> </a:t>
            </a:r>
            <a:r>
              <a:rPr lang="en-US" dirty="0" err="1">
                <a:solidFill>
                  <a:schemeClr val="bg1"/>
                </a:solidFill>
              </a:rPr>
              <a:t>directa</a:t>
            </a:r>
            <a:r>
              <a:rPr lang="en-US" dirty="0">
                <a:solidFill>
                  <a:schemeClr val="bg1"/>
                </a:solidFill>
              </a:rPr>
              <a:t> y </a:t>
            </a:r>
            <a:r>
              <a:rPr lang="en-US" dirty="0" err="1">
                <a:solidFill>
                  <a:schemeClr val="bg1"/>
                </a:solidFill>
              </a:rPr>
              <a:t>sistemáticamente</a:t>
            </a:r>
            <a:r>
              <a:rPr lang="en-US" dirty="0">
                <a:solidFill>
                  <a:schemeClr val="bg1"/>
                </a:solidFill>
              </a:rPr>
              <a:t>, </a:t>
            </a:r>
            <a:r>
              <a:rPr lang="en-US" dirty="0" err="1">
                <a:solidFill>
                  <a:schemeClr val="bg1"/>
                </a:solidFill>
              </a:rPr>
              <a:t>empezando</a:t>
            </a:r>
            <a:r>
              <a:rPr lang="en-US" dirty="0">
                <a:solidFill>
                  <a:schemeClr val="bg1"/>
                </a:solidFill>
              </a:rPr>
              <a:t> con </a:t>
            </a:r>
            <a:r>
              <a:rPr lang="en-US" dirty="0" err="1">
                <a:solidFill>
                  <a:schemeClr val="bg1"/>
                </a:solidFill>
              </a:rPr>
              <a:t>el</a:t>
            </a:r>
            <a:r>
              <a:rPr lang="en-US" dirty="0">
                <a:solidFill>
                  <a:schemeClr val="bg1"/>
                </a:solidFill>
              </a:rPr>
              <a:t> </a:t>
            </a:r>
            <a:r>
              <a:rPr lang="en-US" dirty="0" err="1">
                <a:solidFill>
                  <a:schemeClr val="bg1"/>
                </a:solidFill>
              </a:rPr>
              <a:t>problema</a:t>
            </a:r>
            <a:r>
              <a:rPr lang="en-US" dirty="0">
                <a:solidFill>
                  <a:schemeClr val="bg1"/>
                </a:solidFill>
              </a:rPr>
              <a:t> </a:t>
            </a:r>
            <a:r>
              <a:rPr lang="en-US" dirty="0">
                <a:solidFill>
                  <a:schemeClr val="accent3"/>
                </a:solidFill>
              </a:rPr>
              <a:t>primal</a:t>
            </a:r>
            <a:r>
              <a:rPr lang="en-US" dirty="0">
                <a:solidFill>
                  <a:schemeClr val="bg1"/>
                </a:solidFill>
              </a:rPr>
              <a:t>.</a:t>
            </a:r>
          </a:p>
        </p:txBody>
      </p:sp>
      <p:sp>
        <p:nvSpPr>
          <p:cNvPr id="13" name="TextBox 12">
            <a:extLst>
              <a:ext uri="{FF2B5EF4-FFF2-40B4-BE49-F238E27FC236}">
                <a16:creationId xmlns:a16="http://schemas.microsoft.com/office/drawing/2014/main" id="{14EF8975-3333-1756-1E44-631AA828B66F}"/>
              </a:ext>
            </a:extLst>
          </p:cNvPr>
          <p:cNvSpPr txBox="1"/>
          <p:nvPr/>
        </p:nvSpPr>
        <p:spPr>
          <a:xfrm>
            <a:off x="6401508" y="5065075"/>
            <a:ext cx="4008607" cy="1200329"/>
          </a:xfrm>
          <a:prstGeom prst="rect">
            <a:avLst/>
          </a:prstGeom>
          <a:solidFill>
            <a:schemeClr val="accent1">
              <a:lumMod val="20000"/>
              <a:lumOff val="80000"/>
            </a:schemeClr>
          </a:solidFill>
        </p:spPr>
        <p:txBody>
          <a:bodyPr wrap="square">
            <a:spAutoFit/>
          </a:bodyPr>
          <a:lstStyle/>
          <a:p>
            <a:pPr marL="118872" indent="0" algn="ctr">
              <a:buNone/>
            </a:pPr>
            <a:r>
              <a:rPr lang="en-US" dirty="0">
                <a:solidFill>
                  <a:schemeClr val="bg1"/>
                </a:solidFill>
              </a:rPr>
              <a:t>La </a:t>
            </a:r>
            <a:r>
              <a:rPr lang="en-US" dirty="0" err="1">
                <a:solidFill>
                  <a:schemeClr val="bg1"/>
                </a:solidFill>
              </a:rPr>
              <a:t>solución</a:t>
            </a:r>
            <a:r>
              <a:rPr lang="en-US" dirty="0">
                <a:solidFill>
                  <a:schemeClr val="bg1"/>
                </a:solidFill>
              </a:rPr>
              <a:t> </a:t>
            </a:r>
            <a:r>
              <a:rPr lang="en-US" dirty="0" err="1">
                <a:solidFill>
                  <a:schemeClr val="bg1"/>
                </a:solidFill>
              </a:rPr>
              <a:t>óptima</a:t>
            </a:r>
            <a:r>
              <a:rPr lang="en-US" dirty="0">
                <a:solidFill>
                  <a:schemeClr val="bg1"/>
                </a:solidFill>
              </a:rPr>
              <a:t> de uno de </a:t>
            </a:r>
            <a:r>
              <a:rPr lang="en-US" dirty="0" err="1">
                <a:solidFill>
                  <a:schemeClr val="bg1"/>
                </a:solidFill>
              </a:rPr>
              <a:t>los</a:t>
            </a:r>
            <a:r>
              <a:rPr lang="en-US" dirty="0">
                <a:solidFill>
                  <a:schemeClr val="bg1"/>
                </a:solidFill>
              </a:rPr>
              <a:t> dos </a:t>
            </a:r>
            <a:r>
              <a:rPr lang="en-US" dirty="0" err="1">
                <a:solidFill>
                  <a:schemeClr val="bg1"/>
                </a:solidFill>
              </a:rPr>
              <a:t>problemas</a:t>
            </a:r>
            <a:r>
              <a:rPr lang="en-US" dirty="0">
                <a:solidFill>
                  <a:schemeClr val="bg1"/>
                </a:solidFill>
              </a:rPr>
              <a:t> da </a:t>
            </a:r>
            <a:r>
              <a:rPr lang="en-US" dirty="0" err="1">
                <a:solidFill>
                  <a:schemeClr val="bg1"/>
                </a:solidFill>
              </a:rPr>
              <a:t>automáticamente</a:t>
            </a:r>
            <a:r>
              <a:rPr lang="en-US" dirty="0">
                <a:solidFill>
                  <a:schemeClr val="bg1"/>
                </a:solidFill>
              </a:rPr>
              <a:t> la </a:t>
            </a:r>
            <a:r>
              <a:rPr lang="en-US" dirty="0" err="1">
                <a:solidFill>
                  <a:schemeClr val="bg1"/>
                </a:solidFill>
              </a:rPr>
              <a:t>solución</a:t>
            </a:r>
            <a:r>
              <a:rPr lang="en-US" dirty="0">
                <a:solidFill>
                  <a:schemeClr val="bg1"/>
                </a:solidFill>
              </a:rPr>
              <a:t> </a:t>
            </a:r>
            <a:r>
              <a:rPr lang="en-US" dirty="0" err="1">
                <a:solidFill>
                  <a:schemeClr val="bg1"/>
                </a:solidFill>
              </a:rPr>
              <a:t>óptima</a:t>
            </a:r>
            <a:r>
              <a:rPr lang="en-US" dirty="0">
                <a:solidFill>
                  <a:schemeClr val="bg1"/>
                </a:solidFill>
              </a:rPr>
              <a:t> del </a:t>
            </a:r>
            <a:r>
              <a:rPr lang="en-US" dirty="0" err="1">
                <a:solidFill>
                  <a:schemeClr val="bg1"/>
                </a:solidFill>
              </a:rPr>
              <a:t>otro</a:t>
            </a:r>
            <a:r>
              <a:rPr lang="en-US" dirty="0">
                <a:solidFill>
                  <a:schemeClr val="bg1"/>
                </a:solidFill>
              </a:rPr>
              <a:t> (</a:t>
            </a:r>
            <a:r>
              <a:rPr lang="en-US" dirty="0" err="1">
                <a:solidFill>
                  <a:schemeClr val="bg1"/>
                </a:solidFill>
              </a:rPr>
              <a:t>si</a:t>
            </a:r>
            <a:r>
              <a:rPr lang="en-US" dirty="0">
                <a:solidFill>
                  <a:schemeClr val="bg1"/>
                </a:solidFill>
              </a:rPr>
              <a:t> ambos </a:t>
            </a:r>
            <a:r>
              <a:rPr lang="en-US" dirty="0" err="1">
                <a:solidFill>
                  <a:schemeClr val="bg1"/>
                </a:solidFill>
              </a:rPr>
              <a:t>tienen</a:t>
            </a:r>
            <a:r>
              <a:rPr lang="en-US" dirty="0">
                <a:solidFill>
                  <a:schemeClr val="bg1"/>
                </a:solidFill>
              </a:rPr>
              <a:t> </a:t>
            </a:r>
            <a:r>
              <a:rPr lang="en-US" dirty="0" err="1">
                <a:solidFill>
                  <a:schemeClr val="bg1"/>
                </a:solidFill>
              </a:rPr>
              <a:t>solución</a:t>
            </a:r>
            <a:r>
              <a:rPr lang="en-US" dirty="0">
                <a:solidFill>
                  <a:schemeClr val="bg1"/>
                </a:solidFill>
              </a:rPr>
              <a:t>).</a:t>
            </a:r>
          </a:p>
        </p:txBody>
      </p:sp>
    </p:spTree>
    <p:extLst>
      <p:ext uri="{BB962C8B-B14F-4D97-AF65-F5344CB8AC3E}">
        <p14:creationId xmlns:p14="http://schemas.microsoft.com/office/powerpoint/2010/main" val="261240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9417F-0172-FF20-1B32-48779AA5BF84}"/>
              </a:ext>
            </a:extLst>
          </p:cNvPr>
          <p:cNvSpPr>
            <a:spLocks noGrp="1"/>
          </p:cNvSpPr>
          <p:nvPr>
            <p:ph idx="1"/>
          </p:nvPr>
        </p:nvSpPr>
        <p:spPr/>
        <p:txBody>
          <a:bodyPr/>
          <a:lstStyle/>
          <a:p>
            <a:endParaRPr lang="en-US"/>
          </a:p>
        </p:txBody>
      </p:sp>
      <p:sp>
        <p:nvSpPr>
          <p:cNvPr id="2" name="Título 1"/>
          <p:cNvSpPr>
            <a:spLocks noGrp="1"/>
          </p:cNvSpPr>
          <p:nvPr>
            <p:ph type="title"/>
          </p:nvPr>
        </p:nvSpPr>
        <p:spPr/>
        <p:txBody>
          <a:bodyPr/>
          <a:lstStyle/>
          <a:p>
            <a:r>
              <a:rPr lang="es-MX" dirty="0"/>
              <a:t>Modelo General de PL</a:t>
            </a:r>
          </a:p>
        </p:txBody>
      </p:sp>
      <p:pic>
        <p:nvPicPr>
          <p:cNvPr id="4" name="Imagen 3"/>
          <p:cNvPicPr>
            <a:picLocks noChangeAspect="1"/>
          </p:cNvPicPr>
          <p:nvPr/>
        </p:nvPicPr>
        <p:blipFill rotWithShape="1">
          <a:blip r:embed="rId2"/>
          <a:srcRect r="41288"/>
          <a:stretch/>
        </p:blipFill>
        <p:spPr>
          <a:xfrm>
            <a:off x="2583859" y="2258202"/>
            <a:ext cx="6535633" cy="3736197"/>
          </a:xfrm>
          <a:prstGeom prst="rect">
            <a:avLst/>
          </a:prstGeom>
        </p:spPr>
      </p:pic>
      <p:cxnSp>
        <p:nvCxnSpPr>
          <p:cNvPr id="7" name="Conector recto de flecha 6"/>
          <p:cNvCxnSpPr/>
          <p:nvPr/>
        </p:nvCxnSpPr>
        <p:spPr>
          <a:xfrm>
            <a:off x="5313680" y="2011680"/>
            <a:ext cx="0" cy="3379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a:off x="5039360" y="1605113"/>
            <a:ext cx="4003040" cy="369332"/>
          </a:xfrm>
          <a:prstGeom prst="rect">
            <a:avLst/>
          </a:prstGeom>
          <a:noFill/>
        </p:spPr>
        <p:txBody>
          <a:bodyPr wrap="square" rtlCol="0">
            <a:spAutoFit/>
          </a:bodyPr>
          <a:lstStyle/>
          <a:p>
            <a:r>
              <a:rPr lang="es-MX" dirty="0">
                <a:solidFill>
                  <a:srgbClr val="FF0000"/>
                </a:solidFill>
              </a:rPr>
              <a:t>Coeficientes de la función objetivo</a:t>
            </a:r>
          </a:p>
        </p:txBody>
      </p:sp>
      <p:cxnSp>
        <p:nvCxnSpPr>
          <p:cNvPr id="9" name="Conector recto de flecha 8"/>
          <p:cNvCxnSpPr/>
          <p:nvPr/>
        </p:nvCxnSpPr>
        <p:spPr>
          <a:xfrm>
            <a:off x="6096000" y="2041103"/>
            <a:ext cx="0" cy="3379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a:off x="7396480" y="2011680"/>
            <a:ext cx="0" cy="3379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a:off x="8950960" y="3367556"/>
            <a:ext cx="1178560" cy="369332"/>
          </a:xfrm>
          <a:prstGeom prst="rect">
            <a:avLst/>
          </a:prstGeom>
          <a:noFill/>
        </p:spPr>
        <p:txBody>
          <a:bodyPr wrap="square" rtlCol="0">
            <a:spAutoFit/>
          </a:bodyPr>
          <a:lstStyle/>
          <a:p>
            <a:r>
              <a:rPr lang="es-MX" dirty="0">
                <a:solidFill>
                  <a:srgbClr val="FF0000"/>
                </a:solidFill>
              </a:rPr>
              <a:t>Recursos</a:t>
            </a:r>
          </a:p>
        </p:txBody>
      </p:sp>
      <p:sp>
        <p:nvSpPr>
          <p:cNvPr id="12" name="Rectángulo 11"/>
          <p:cNvSpPr/>
          <p:nvPr/>
        </p:nvSpPr>
        <p:spPr>
          <a:xfrm>
            <a:off x="8249920" y="2722880"/>
            <a:ext cx="701040" cy="21742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p:cNvSpPr txBox="1"/>
          <p:nvPr/>
        </p:nvSpPr>
        <p:spPr>
          <a:xfrm>
            <a:off x="1300480" y="4107320"/>
            <a:ext cx="2936240" cy="369332"/>
          </a:xfrm>
          <a:prstGeom prst="rect">
            <a:avLst/>
          </a:prstGeom>
          <a:noFill/>
        </p:spPr>
        <p:txBody>
          <a:bodyPr wrap="square" rtlCol="0">
            <a:spAutoFit/>
          </a:bodyPr>
          <a:lstStyle/>
          <a:p>
            <a:r>
              <a:rPr lang="es-MX" dirty="0">
                <a:solidFill>
                  <a:srgbClr val="FF0000"/>
                </a:solidFill>
              </a:rPr>
              <a:t>Coeficientes Tecnológicos</a:t>
            </a:r>
          </a:p>
        </p:txBody>
      </p:sp>
      <p:cxnSp>
        <p:nvCxnSpPr>
          <p:cNvPr id="14" name="Conector recto de flecha 13"/>
          <p:cNvCxnSpPr/>
          <p:nvPr/>
        </p:nvCxnSpPr>
        <p:spPr>
          <a:xfrm flipV="1">
            <a:off x="3840480" y="3657600"/>
            <a:ext cx="934720" cy="6554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302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68354" y="1600204"/>
            <a:ext cx="3279409" cy="1055685"/>
          </a:xfrm>
        </p:spPr>
        <p:txBody>
          <a:bodyPr>
            <a:noAutofit/>
          </a:bodyPr>
          <a:lstStyle/>
          <a:p>
            <a:r>
              <a:rPr lang="en-US" sz="2000" dirty="0"/>
              <a:t>n variables</a:t>
            </a:r>
          </a:p>
          <a:p>
            <a:r>
              <a:rPr lang="en-US" sz="2000" dirty="0"/>
              <a:t>m  functional constraints</a:t>
            </a:r>
          </a:p>
        </p:txBody>
      </p:sp>
      <p:sp>
        <p:nvSpPr>
          <p:cNvPr id="2" name="1 Título"/>
          <p:cNvSpPr>
            <a:spLocks noGrp="1"/>
          </p:cNvSpPr>
          <p:nvPr>
            <p:ph type="title"/>
          </p:nvPr>
        </p:nvSpPr>
        <p:spPr/>
        <p:txBody>
          <a:bodyPr>
            <a:normAutofit/>
          </a:bodyPr>
          <a:lstStyle/>
          <a:p>
            <a:r>
              <a:rPr lang="es-MX" dirty="0"/>
              <a:t>Representación de un PPL</a:t>
            </a:r>
          </a:p>
        </p:txBody>
      </p:sp>
      <p:sp>
        <p:nvSpPr>
          <p:cNvPr id="4" name="3 Marcador de texto"/>
          <p:cNvSpPr>
            <a:spLocks noGrp="1"/>
          </p:cNvSpPr>
          <p:nvPr>
            <p:ph type="body" idx="4294967295"/>
          </p:nvPr>
        </p:nvSpPr>
        <p:spPr>
          <a:xfrm rot="16200000">
            <a:off x="3553602" y="2589171"/>
            <a:ext cx="2146345" cy="346678"/>
          </a:xfrm>
          <a:solidFill>
            <a:schemeClr val="accent3"/>
          </a:solidFill>
          <a:ln>
            <a:solidFill>
              <a:schemeClr val="accent3"/>
            </a:solidFill>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a:normAutofit fontScale="77500" lnSpcReduction="20000"/>
          </a:bodyPr>
          <a:lstStyle/>
          <a:p>
            <a:pPr marL="0" indent="0">
              <a:buNone/>
            </a:pPr>
            <a:r>
              <a:rPr lang="es-MX" dirty="0"/>
              <a:t>Primal</a:t>
            </a:r>
          </a:p>
        </p:txBody>
      </p:sp>
      <p:sp>
        <p:nvSpPr>
          <p:cNvPr id="5" name="Slide Number Placeholder 4"/>
          <p:cNvSpPr>
            <a:spLocks noGrp="1"/>
          </p:cNvSpPr>
          <p:nvPr>
            <p:ph type="sldNum" sz="quarter" idx="4294967295"/>
          </p:nvPr>
        </p:nvSpPr>
        <p:spPr>
          <a:xfrm>
            <a:off x="11668125" y="6602413"/>
            <a:ext cx="523875" cy="247650"/>
          </a:xfrm>
        </p:spPr>
        <p:txBody>
          <a:bodyPr/>
          <a:lstStyle/>
          <a:p>
            <a:fld id="{6FFA54E1-8A5A-492B-8D87-772C5A9980B5}" type="slidenum">
              <a:rPr lang="es-ES" smtClean="0"/>
              <a:pPr/>
              <a:t>4</a:t>
            </a:fld>
            <a:endParaRPr lang="es-ES"/>
          </a:p>
        </p:txBody>
      </p:sp>
      <p:sp>
        <p:nvSpPr>
          <p:cNvPr id="6" name="5 Marcador de pie de página"/>
          <p:cNvSpPr>
            <a:spLocks noGrp="1"/>
          </p:cNvSpPr>
          <p:nvPr>
            <p:ph type="ftr" sz="quarter" idx="4294967295"/>
          </p:nvPr>
        </p:nvSpPr>
        <p:spPr>
          <a:xfrm>
            <a:off x="0" y="6583363"/>
            <a:ext cx="5508625" cy="274637"/>
          </a:xfrm>
        </p:spPr>
        <p:txBody>
          <a:bodyPr/>
          <a:lstStyle/>
          <a:p>
            <a:r>
              <a:rPr lang="es-ES"/>
              <a:t>OPTIMIZACIÓN DE OPERACIONES</a:t>
            </a:r>
            <a:endParaRPr lang="es-ES" dirty="0"/>
          </a:p>
        </p:txBody>
      </p:sp>
      <p:graphicFrame>
        <p:nvGraphicFramePr>
          <p:cNvPr id="47106" name="3 Marcador de contenido"/>
          <p:cNvGraphicFramePr>
            <a:graphicFrameLocks noChangeAspect="1"/>
          </p:cNvGraphicFramePr>
          <p:nvPr>
            <p:extLst>
              <p:ext uri="{D42A27DB-BD31-4B8C-83A1-F6EECF244321}">
                <p14:modId xmlns:p14="http://schemas.microsoft.com/office/powerpoint/2010/main" val="2950515170"/>
              </p:ext>
            </p:extLst>
          </p:nvPr>
        </p:nvGraphicFramePr>
        <p:xfrm>
          <a:off x="1382793" y="2655889"/>
          <a:ext cx="2309812" cy="1252538"/>
        </p:xfrm>
        <a:graphic>
          <a:graphicData uri="http://schemas.openxmlformats.org/presentationml/2006/ole">
            <mc:AlternateContent xmlns:mc="http://schemas.openxmlformats.org/markup-compatibility/2006">
              <mc:Choice xmlns:v="urn:schemas-microsoft-com:vml" Requires="v">
                <p:oleObj name="Ecuación" r:id="rId2" imgW="952200" imgH="583920" progId="Equation.3">
                  <p:embed/>
                </p:oleObj>
              </mc:Choice>
              <mc:Fallback>
                <p:oleObj name="Ecuación" r:id="rId2" imgW="952200" imgH="583920" progId="Equation.3">
                  <p:embed/>
                  <p:pic>
                    <p:nvPicPr>
                      <p:cNvPr id="47106"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2793" y="2655889"/>
                        <a:ext cx="2309812" cy="1252538"/>
                      </a:xfrm>
                      <a:prstGeom prst="rect">
                        <a:avLst/>
                      </a:prstGeom>
                      <a:solidFill>
                        <a:schemeClr val="accent1">
                          <a:lumMod val="20000"/>
                          <a:lumOff val="80000"/>
                        </a:schemeClr>
                      </a:solidFill>
                      <a:ln w="9525">
                        <a:solidFill>
                          <a:srgbClr val="FF6600"/>
                        </a:solidFill>
                        <a:miter lim="800000"/>
                        <a:headEnd/>
                        <a:tailEnd/>
                      </a:ln>
                    </p:spPr>
                  </p:pic>
                </p:oleObj>
              </mc:Fallback>
            </mc:AlternateContent>
          </a:graphicData>
        </a:graphic>
      </p:graphicFrame>
      <p:graphicFrame>
        <p:nvGraphicFramePr>
          <p:cNvPr id="47107" name="3 Marcador de contenido"/>
          <p:cNvGraphicFramePr>
            <a:graphicFrameLocks noChangeAspect="1"/>
          </p:cNvGraphicFramePr>
          <p:nvPr>
            <p:extLst>
              <p:ext uri="{D42A27DB-BD31-4B8C-83A1-F6EECF244321}">
                <p14:modId xmlns:p14="http://schemas.microsoft.com/office/powerpoint/2010/main" val="746369090"/>
              </p:ext>
            </p:extLst>
          </p:nvPr>
        </p:nvGraphicFramePr>
        <p:xfrm>
          <a:off x="5115902" y="4499537"/>
          <a:ext cx="4357718" cy="2164725"/>
        </p:xfrm>
        <a:graphic>
          <a:graphicData uri="http://schemas.openxmlformats.org/presentationml/2006/ole">
            <mc:AlternateContent xmlns:mc="http://schemas.openxmlformats.org/markup-compatibility/2006">
              <mc:Choice xmlns:v="urn:schemas-microsoft-com:vml" Requires="v">
                <p:oleObj name="Ecuación" r:id="rId4" imgW="1917360" imgH="1143000" progId="Equation.3">
                  <p:embed/>
                </p:oleObj>
              </mc:Choice>
              <mc:Fallback>
                <p:oleObj name="Ecuación" r:id="rId4" imgW="1917360" imgH="1143000" progId="Equation.3">
                  <p:embed/>
                  <p:pic>
                    <p:nvPicPr>
                      <p:cNvPr id="47107" name="3 Marcador de contenid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5902" y="4499537"/>
                        <a:ext cx="4357718" cy="216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8" name="Object 4"/>
          <p:cNvGraphicFramePr>
            <a:graphicFrameLocks noChangeAspect="1"/>
          </p:cNvGraphicFramePr>
          <p:nvPr>
            <p:extLst>
              <p:ext uri="{D42A27DB-BD31-4B8C-83A1-F6EECF244321}">
                <p14:modId xmlns:p14="http://schemas.microsoft.com/office/powerpoint/2010/main" val="214483699"/>
              </p:ext>
            </p:extLst>
          </p:nvPr>
        </p:nvGraphicFramePr>
        <p:xfrm>
          <a:off x="4984714" y="1745810"/>
          <a:ext cx="5143536" cy="2419180"/>
        </p:xfrm>
        <a:graphic>
          <a:graphicData uri="http://schemas.openxmlformats.org/presentationml/2006/ole">
            <mc:AlternateContent xmlns:mc="http://schemas.openxmlformats.org/markup-compatibility/2006">
              <mc:Choice xmlns:v="urn:schemas-microsoft-com:vml" Requires="v">
                <p:oleObj name="Ecuación" r:id="rId6" imgW="2273040" imgH="1282680" progId="Equation.3">
                  <p:embed/>
                </p:oleObj>
              </mc:Choice>
              <mc:Fallback>
                <p:oleObj name="Ecuación" r:id="rId6" imgW="2273040" imgH="1282680" progId="Equation.3">
                  <p:embed/>
                  <p:pic>
                    <p:nvPicPr>
                      <p:cNvPr id="4710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4714" y="1745810"/>
                        <a:ext cx="5143536" cy="2419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10 Flecha curvada hacia la derecha"/>
          <p:cNvSpPr/>
          <p:nvPr/>
        </p:nvSpPr>
        <p:spPr>
          <a:xfrm>
            <a:off x="3556729" y="3835683"/>
            <a:ext cx="642942" cy="157163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12 Flecha circular"/>
          <p:cNvSpPr/>
          <p:nvPr/>
        </p:nvSpPr>
        <p:spPr>
          <a:xfrm rot="17954880" flipV="1">
            <a:off x="9245134" y="3477374"/>
            <a:ext cx="1928826" cy="1785950"/>
          </a:xfrm>
          <a:prstGeom prst="circularArrow">
            <a:avLst>
              <a:gd name="adj1" fmla="val 12500"/>
              <a:gd name="adj2" fmla="val 1142319"/>
              <a:gd name="adj3" fmla="val 20457681"/>
              <a:gd name="adj4" fmla="val 12515819"/>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3 Marcador de texto">
            <a:extLst>
              <a:ext uri="{FF2B5EF4-FFF2-40B4-BE49-F238E27FC236}">
                <a16:creationId xmlns:a16="http://schemas.microsoft.com/office/drawing/2014/main" id="{D3B9F7DA-49E1-8D10-D8EA-B1A344E572E3}"/>
              </a:ext>
            </a:extLst>
          </p:cNvPr>
          <p:cNvSpPr txBox="1">
            <a:spLocks/>
          </p:cNvSpPr>
          <p:nvPr/>
        </p:nvSpPr>
        <p:spPr>
          <a:xfrm rot="16200000">
            <a:off x="3556086" y="5223633"/>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3" presetClass="entr" presetSubtype="5" fill="hold" nodeType="afterEffect">
                                  <p:stCondLst>
                                    <p:cond delay="0"/>
                                  </p:stCondLst>
                                  <p:childTnLst>
                                    <p:set>
                                      <p:cBhvr>
                                        <p:cTn id="9" dur="1" fill="hold">
                                          <p:stCondLst>
                                            <p:cond delay="0"/>
                                          </p:stCondLst>
                                        </p:cTn>
                                        <p:tgtEl>
                                          <p:spTgt spid="47107"/>
                                        </p:tgtEl>
                                        <p:attrNameLst>
                                          <p:attrName>style.visibility</p:attrName>
                                        </p:attrNameLst>
                                      </p:cBhvr>
                                      <p:to>
                                        <p:strVal val="visible"/>
                                      </p:to>
                                    </p:set>
                                    <p:animEffect transition="in" filter="blinds(vertical)">
                                      <p:cBhvr>
                                        <p:cTn id="10" dur="2000"/>
                                        <p:tgtEl>
                                          <p:spTgt spid="4710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47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B41D-BA3C-0B0D-F772-42FB412C837A}"/>
            </a:ext>
          </a:extLst>
        </p:cNvPr>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FA643B27-F872-D4DC-8584-3602945FC953}"/>
              </a:ext>
            </a:extLst>
          </p:cNvPr>
          <p:cNvSpPr>
            <a:spLocks noGrp="1"/>
          </p:cNvSpPr>
          <p:nvPr>
            <p:ph idx="1"/>
          </p:nvPr>
        </p:nvSpPr>
        <p:spPr>
          <a:xfrm>
            <a:off x="968354" y="1600204"/>
            <a:ext cx="3279409" cy="1055685"/>
          </a:xfrm>
        </p:spPr>
        <p:txBody>
          <a:bodyPr>
            <a:noAutofit/>
          </a:bodyPr>
          <a:lstStyle/>
          <a:p>
            <a:r>
              <a:rPr lang="en-US" sz="2000" dirty="0"/>
              <a:t>m variables</a:t>
            </a:r>
          </a:p>
          <a:p>
            <a:r>
              <a:rPr lang="en-US" sz="2000" dirty="0"/>
              <a:t>n  functional constraints</a:t>
            </a:r>
          </a:p>
        </p:txBody>
      </p:sp>
      <p:sp>
        <p:nvSpPr>
          <p:cNvPr id="2" name="1 Título">
            <a:extLst>
              <a:ext uri="{FF2B5EF4-FFF2-40B4-BE49-F238E27FC236}">
                <a16:creationId xmlns:a16="http://schemas.microsoft.com/office/drawing/2014/main" id="{838919CD-E1C8-C756-A706-BDB5967E5E04}"/>
              </a:ext>
            </a:extLst>
          </p:cNvPr>
          <p:cNvSpPr>
            <a:spLocks noGrp="1"/>
          </p:cNvSpPr>
          <p:nvPr>
            <p:ph type="title"/>
          </p:nvPr>
        </p:nvSpPr>
        <p:spPr/>
        <p:txBody>
          <a:bodyPr>
            <a:normAutofit/>
          </a:bodyPr>
          <a:lstStyle/>
          <a:p>
            <a:r>
              <a:rPr lang="es-MX" dirty="0"/>
              <a:t>Representación de un PPL</a:t>
            </a:r>
          </a:p>
        </p:txBody>
      </p:sp>
      <p:sp>
        <p:nvSpPr>
          <p:cNvPr id="5" name="Slide Number Placeholder 4">
            <a:extLst>
              <a:ext uri="{FF2B5EF4-FFF2-40B4-BE49-F238E27FC236}">
                <a16:creationId xmlns:a16="http://schemas.microsoft.com/office/drawing/2014/main" id="{AFE4BC5D-9B79-8DA0-F88B-F676F4E0FB22}"/>
              </a:ext>
            </a:extLst>
          </p:cNvPr>
          <p:cNvSpPr>
            <a:spLocks noGrp="1"/>
          </p:cNvSpPr>
          <p:nvPr>
            <p:ph type="sldNum" sz="quarter" idx="4294967295"/>
          </p:nvPr>
        </p:nvSpPr>
        <p:spPr>
          <a:xfrm>
            <a:off x="11668125" y="6602413"/>
            <a:ext cx="523875" cy="247650"/>
          </a:xfrm>
        </p:spPr>
        <p:txBody>
          <a:bodyPr/>
          <a:lstStyle/>
          <a:p>
            <a:fld id="{6FFA54E1-8A5A-492B-8D87-772C5A9980B5}" type="slidenum">
              <a:rPr lang="es-ES" smtClean="0"/>
              <a:pPr/>
              <a:t>5</a:t>
            </a:fld>
            <a:endParaRPr lang="es-ES"/>
          </a:p>
        </p:txBody>
      </p:sp>
      <p:sp>
        <p:nvSpPr>
          <p:cNvPr id="6" name="5 Marcador de pie de página">
            <a:extLst>
              <a:ext uri="{FF2B5EF4-FFF2-40B4-BE49-F238E27FC236}">
                <a16:creationId xmlns:a16="http://schemas.microsoft.com/office/drawing/2014/main" id="{E37CE69A-0DB7-AF51-446C-2BBB2A3BE85E}"/>
              </a:ext>
            </a:extLst>
          </p:cNvPr>
          <p:cNvSpPr>
            <a:spLocks noGrp="1"/>
          </p:cNvSpPr>
          <p:nvPr>
            <p:ph type="ftr" sz="quarter" idx="4294967295"/>
          </p:nvPr>
        </p:nvSpPr>
        <p:spPr>
          <a:xfrm>
            <a:off x="0" y="6583363"/>
            <a:ext cx="5508625" cy="274637"/>
          </a:xfrm>
        </p:spPr>
        <p:txBody>
          <a:bodyPr/>
          <a:lstStyle/>
          <a:p>
            <a:r>
              <a:rPr lang="es-ES"/>
              <a:t>OPTIMIZACIÓN DE OPERACIONES</a:t>
            </a:r>
            <a:endParaRPr lang="es-ES" dirty="0"/>
          </a:p>
        </p:txBody>
      </p:sp>
      <p:sp>
        <p:nvSpPr>
          <p:cNvPr id="11" name="10 Flecha curvada hacia la derecha">
            <a:extLst>
              <a:ext uri="{FF2B5EF4-FFF2-40B4-BE49-F238E27FC236}">
                <a16:creationId xmlns:a16="http://schemas.microsoft.com/office/drawing/2014/main" id="{C0FCCCBA-06A9-82A1-26E6-E97741278DA7}"/>
              </a:ext>
            </a:extLst>
          </p:cNvPr>
          <p:cNvSpPr/>
          <p:nvPr/>
        </p:nvSpPr>
        <p:spPr>
          <a:xfrm>
            <a:off x="5065680" y="3616178"/>
            <a:ext cx="642942" cy="1571636"/>
          </a:xfrm>
          <a:prstGeom prst="curvedRightArrow">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12 Flecha circular">
            <a:extLst>
              <a:ext uri="{FF2B5EF4-FFF2-40B4-BE49-F238E27FC236}">
                <a16:creationId xmlns:a16="http://schemas.microsoft.com/office/drawing/2014/main" id="{4830B0ED-8D69-A5CF-32FF-417242EB3F88}"/>
              </a:ext>
            </a:extLst>
          </p:cNvPr>
          <p:cNvSpPr/>
          <p:nvPr/>
        </p:nvSpPr>
        <p:spPr>
          <a:xfrm rot="17954880" flipV="1">
            <a:off x="9245134" y="3477374"/>
            <a:ext cx="1928826" cy="1785950"/>
          </a:xfrm>
          <a:prstGeom prst="circularArrow">
            <a:avLst>
              <a:gd name="adj1" fmla="val 12500"/>
              <a:gd name="adj2" fmla="val 1142319"/>
              <a:gd name="adj3" fmla="val 20457681"/>
              <a:gd name="adj4" fmla="val 12515819"/>
              <a:gd name="adj5" fmla="val 1250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3 Marcador de texto">
            <a:extLst>
              <a:ext uri="{FF2B5EF4-FFF2-40B4-BE49-F238E27FC236}">
                <a16:creationId xmlns:a16="http://schemas.microsoft.com/office/drawing/2014/main" id="{45BA791F-9800-329A-57ED-50599F793127}"/>
              </a:ext>
            </a:extLst>
          </p:cNvPr>
          <p:cNvSpPr txBox="1">
            <a:spLocks/>
          </p:cNvSpPr>
          <p:nvPr/>
        </p:nvSpPr>
        <p:spPr>
          <a:xfrm rot="16200000">
            <a:off x="3583549" y="2693392"/>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graphicFrame>
        <p:nvGraphicFramePr>
          <p:cNvPr id="8" name="3 Marcador de contenido">
            <a:extLst>
              <a:ext uri="{FF2B5EF4-FFF2-40B4-BE49-F238E27FC236}">
                <a16:creationId xmlns:a16="http://schemas.microsoft.com/office/drawing/2014/main" id="{F832FEFE-738B-D8A2-73B4-B7A3929026C0}"/>
              </a:ext>
            </a:extLst>
          </p:cNvPr>
          <p:cNvGraphicFramePr>
            <a:graphicFrameLocks noChangeAspect="1"/>
          </p:cNvGraphicFramePr>
          <p:nvPr>
            <p:extLst>
              <p:ext uri="{D42A27DB-BD31-4B8C-83A1-F6EECF244321}">
                <p14:modId xmlns:p14="http://schemas.microsoft.com/office/powerpoint/2010/main" val="797840968"/>
              </p:ext>
            </p:extLst>
          </p:nvPr>
        </p:nvGraphicFramePr>
        <p:xfrm>
          <a:off x="1027959" y="2619518"/>
          <a:ext cx="2401888" cy="1252537"/>
        </p:xfrm>
        <a:graphic>
          <a:graphicData uri="http://schemas.openxmlformats.org/presentationml/2006/ole">
            <mc:AlternateContent xmlns:mc="http://schemas.openxmlformats.org/markup-compatibility/2006">
              <mc:Choice xmlns:v="urn:schemas-microsoft-com:vml" Requires="v">
                <p:oleObj name="Ecuación" r:id="rId2" imgW="990360" imgH="583920" progId="Equation.3">
                  <p:embed/>
                </p:oleObj>
              </mc:Choice>
              <mc:Fallback>
                <p:oleObj name="Ecuación" r:id="rId2" imgW="990360" imgH="583920" progId="Equation.3">
                  <p:embed/>
                  <p:pic>
                    <p:nvPicPr>
                      <p:cNvPr id="8" name="3 Marcador de contenido">
                        <a:extLst>
                          <a:ext uri="{FF2B5EF4-FFF2-40B4-BE49-F238E27FC236}">
                            <a16:creationId xmlns:a16="http://schemas.microsoft.com/office/drawing/2014/main" id="{F832FEFE-738B-D8A2-73B4-B7A392902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959" y="2619518"/>
                        <a:ext cx="2401888" cy="1252537"/>
                      </a:xfrm>
                      <a:prstGeom prst="rect">
                        <a:avLst/>
                      </a:prstGeom>
                      <a:solidFill>
                        <a:schemeClr val="accent4">
                          <a:lumMod val="20000"/>
                          <a:lumOff val="80000"/>
                        </a:schemeClr>
                      </a:solidFill>
                      <a:ln w="9525">
                        <a:solidFill>
                          <a:srgbClr val="FF6600"/>
                        </a:solidFill>
                        <a:miter lim="800000"/>
                        <a:headEnd/>
                        <a:tailEnd/>
                      </a:ln>
                    </p:spPr>
                  </p:pic>
                </p:oleObj>
              </mc:Fallback>
            </mc:AlternateContent>
          </a:graphicData>
        </a:graphic>
      </p:graphicFrame>
      <p:graphicFrame>
        <p:nvGraphicFramePr>
          <p:cNvPr id="9" name="3 Marcador de contenido">
            <a:extLst>
              <a:ext uri="{FF2B5EF4-FFF2-40B4-BE49-F238E27FC236}">
                <a16:creationId xmlns:a16="http://schemas.microsoft.com/office/drawing/2014/main" id="{D4952FB8-E1B9-15F6-3235-F48D95AA31F5}"/>
              </a:ext>
            </a:extLst>
          </p:cNvPr>
          <p:cNvGraphicFramePr>
            <a:graphicFrameLocks noChangeAspect="1"/>
          </p:cNvGraphicFramePr>
          <p:nvPr>
            <p:extLst>
              <p:ext uri="{D42A27DB-BD31-4B8C-83A1-F6EECF244321}">
                <p14:modId xmlns:p14="http://schemas.microsoft.com/office/powerpoint/2010/main" val="2760997234"/>
              </p:ext>
            </p:extLst>
          </p:nvPr>
        </p:nvGraphicFramePr>
        <p:xfrm>
          <a:off x="6150575" y="4395495"/>
          <a:ext cx="4443413" cy="1973263"/>
        </p:xfrm>
        <a:graphic>
          <a:graphicData uri="http://schemas.openxmlformats.org/presentationml/2006/ole">
            <mc:AlternateContent xmlns:mc="http://schemas.openxmlformats.org/markup-compatibility/2006">
              <mc:Choice xmlns:v="urn:schemas-microsoft-com:vml" Requires="v">
                <p:oleObj name="Ecuación" r:id="rId4" imgW="1955520" imgH="1041120" progId="Equation.3">
                  <p:embed/>
                </p:oleObj>
              </mc:Choice>
              <mc:Fallback>
                <p:oleObj name="Ecuación" r:id="rId4" imgW="1955520" imgH="1041120" progId="Equation.3">
                  <p:embed/>
                  <p:pic>
                    <p:nvPicPr>
                      <p:cNvPr id="9" name="3 Marcador de contenido">
                        <a:extLst>
                          <a:ext uri="{FF2B5EF4-FFF2-40B4-BE49-F238E27FC236}">
                            <a16:creationId xmlns:a16="http://schemas.microsoft.com/office/drawing/2014/main" id="{D4952FB8-E1B9-15F6-3235-F48D95AA31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0575" y="4395495"/>
                        <a:ext cx="4443413" cy="197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4">
            <a:extLst>
              <a:ext uri="{FF2B5EF4-FFF2-40B4-BE49-F238E27FC236}">
                <a16:creationId xmlns:a16="http://schemas.microsoft.com/office/drawing/2014/main" id="{E76B87AB-15EC-E36A-468B-581EF9413473}"/>
              </a:ext>
            </a:extLst>
          </p:cNvPr>
          <p:cNvGraphicFramePr>
            <a:graphicFrameLocks noChangeAspect="1"/>
          </p:cNvGraphicFramePr>
          <p:nvPr>
            <p:extLst>
              <p:ext uri="{D42A27DB-BD31-4B8C-83A1-F6EECF244321}">
                <p14:modId xmlns:p14="http://schemas.microsoft.com/office/powerpoint/2010/main" val="1925107847"/>
              </p:ext>
            </p:extLst>
          </p:nvPr>
        </p:nvGraphicFramePr>
        <p:xfrm>
          <a:off x="5007575" y="1704682"/>
          <a:ext cx="5230813" cy="2324100"/>
        </p:xfrm>
        <a:graphic>
          <a:graphicData uri="http://schemas.openxmlformats.org/presentationml/2006/ole">
            <mc:AlternateContent xmlns:mc="http://schemas.openxmlformats.org/markup-compatibility/2006">
              <mc:Choice xmlns:v="urn:schemas-microsoft-com:vml" Requires="v">
                <p:oleObj name="Ecuación" r:id="rId6" imgW="2311200" imgH="1231560" progId="Equation.3">
                  <p:embed/>
                </p:oleObj>
              </mc:Choice>
              <mc:Fallback>
                <p:oleObj name="Ecuación" r:id="rId6" imgW="2311200" imgH="1231560" progId="Equation.3">
                  <p:embed/>
                  <p:pic>
                    <p:nvPicPr>
                      <p:cNvPr id="10" name="Object 4">
                        <a:extLst>
                          <a:ext uri="{FF2B5EF4-FFF2-40B4-BE49-F238E27FC236}">
                            <a16:creationId xmlns:a16="http://schemas.microsoft.com/office/drawing/2014/main" id="{E76B87AB-15EC-E36A-468B-581EF94134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7575" y="1704682"/>
                        <a:ext cx="5230813" cy="232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2667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checkerboard(across)">
                                      <p:cBhvr>
                                        <p:cTn id="11" dur="500"/>
                                        <p:tgtEl>
                                          <p:spTgt spid="13"/>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500"/>
                            </p:stCondLst>
                            <p:childTnLst>
                              <p:par>
                                <p:cTn id="16" presetID="3" presetClass="entr" presetSubtype="5"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vertical)">
                                      <p:cBhvr>
                                        <p:cTn id="18"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2 Marcador de contenido"/>
          <p:cNvSpPr>
            <a:spLocks noGrp="1"/>
          </p:cNvSpPr>
          <p:nvPr>
            <p:ph idx="1"/>
          </p:nvPr>
        </p:nvSpPr>
        <p:spPr/>
        <p:txBody>
          <a:bodyPr>
            <a:noAutofit/>
          </a:bodyPr>
          <a:lstStyle/>
          <a:p>
            <a:r>
              <a:rPr lang="en-US" dirty="0"/>
              <a:t>m </a:t>
            </a:r>
            <a:r>
              <a:rPr lang="en-US" sz="2000" dirty="0"/>
              <a:t>variables</a:t>
            </a:r>
          </a:p>
          <a:p>
            <a:r>
              <a:rPr lang="en-US" sz="2000" dirty="0"/>
              <a:t>n  functional constraints</a:t>
            </a:r>
          </a:p>
        </p:txBody>
      </p:sp>
      <p:sp>
        <p:nvSpPr>
          <p:cNvPr id="2" name="1 Título"/>
          <p:cNvSpPr>
            <a:spLocks noGrp="1"/>
          </p:cNvSpPr>
          <p:nvPr>
            <p:ph type="title"/>
          </p:nvPr>
        </p:nvSpPr>
        <p:spPr/>
        <p:txBody>
          <a:bodyPr>
            <a:normAutofit/>
          </a:bodyPr>
          <a:lstStyle/>
          <a:p>
            <a:r>
              <a:rPr lang="es-MX" dirty="0"/>
              <a:t>Representación de un PPL</a:t>
            </a:r>
          </a:p>
        </p:txBody>
      </p:sp>
      <p:sp>
        <p:nvSpPr>
          <p:cNvPr id="4" name="3 Marcador de texto"/>
          <p:cNvSpPr>
            <a:spLocks noGrp="1"/>
          </p:cNvSpPr>
          <p:nvPr>
            <p:ph type="body" idx="4294967295"/>
          </p:nvPr>
        </p:nvSpPr>
        <p:spPr>
          <a:xfrm rot="16200000">
            <a:off x="0" y="3590925"/>
            <a:ext cx="4040188" cy="715963"/>
          </a:xfrm>
          <a:ln/>
        </p:spPr>
        <p:style>
          <a:lnRef idx="1">
            <a:schemeClr val="accent4"/>
          </a:lnRef>
          <a:fillRef idx="3">
            <a:schemeClr val="accent4"/>
          </a:fillRef>
          <a:effectRef idx="2">
            <a:schemeClr val="accent4"/>
          </a:effectRef>
          <a:fontRef idx="minor">
            <a:schemeClr val="lt1"/>
          </a:fontRef>
        </p:style>
        <p:txBody>
          <a:bodyPr/>
          <a:lstStyle/>
          <a:p>
            <a:r>
              <a:rPr lang="es-MX" dirty="0"/>
              <a:t>DUAL</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6</a:t>
            </a:fld>
            <a:endParaRPr lang="es-ES"/>
          </a:p>
        </p:txBody>
      </p:sp>
      <p:sp>
        <p:nvSpPr>
          <p:cNvPr id="5" name="4 Marcador de pie de página"/>
          <p:cNvSpPr>
            <a:spLocks noGrp="1"/>
          </p:cNvSpPr>
          <p:nvPr>
            <p:ph type="ftr" sz="quarter" idx="4294967295"/>
          </p:nvPr>
        </p:nvSpPr>
        <p:spPr>
          <a:xfrm>
            <a:off x="0" y="6583363"/>
            <a:ext cx="5508625" cy="274637"/>
          </a:xfrm>
        </p:spPr>
        <p:txBody>
          <a:bodyPr/>
          <a:lstStyle/>
          <a:p>
            <a:r>
              <a:rPr lang="es-ES"/>
              <a:t>OPTIMIZACIÓN DE OPERACIONES</a:t>
            </a:r>
            <a:endParaRPr lang="es-ES" dirty="0"/>
          </a:p>
        </p:txBody>
      </p:sp>
      <p:graphicFrame>
        <p:nvGraphicFramePr>
          <p:cNvPr id="47106" name="3 Marcador de contenido"/>
          <p:cNvGraphicFramePr>
            <a:graphicFrameLocks noChangeAspect="1"/>
          </p:cNvGraphicFramePr>
          <p:nvPr>
            <p:extLst>
              <p:ext uri="{D42A27DB-BD31-4B8C-83A1-F6EECF244321}">
                <p14:modId xmlns:p14="http://schemas.microsoft.com/office/powerpoint/2010/main" val="3091171663"/>
              </p:ext>
            </p:extLst>
          </p:nvPr>
        </p:nvGraphicFramePr>
        <p:xfrm>
          <a:off x="7978775" y="3500439"/>
          <a:ext cx="2401888" cy="1252537"/>
        </p:xfrm>
        <a:graphic>
          <a:graphicData uri="http://schemas.openxmlformats.org/presentationml/2006/ole">
            <mc:AlternateContent xmlns:mc="http://schemas.openxmlformats.org/markup-compatibility/2006">
              <mc:Choice xmlns:v="urn:schemas-microsoft-com:vml" Requires="v">
                <p:oleObj name="Ecuación" r:id="rId2" imgW="990360" imgH="583920" progId="Equation.3">
                  <p:embed/>
                </p:oleObj>
              </mc:Choice>
              <mc:Fallback>
                <p:oleObj name="Ecuación" r:id="rId2" imgW="990360" imgH="583920" progId="Equation.3">
                  <p:embed/>
                  <p:pic>
                    <p:nvPicPr>
                      <p:cNvPr id="47106"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8775" y="3500439"/>
                        <a:ext cx="2401888" cy="1252537"/>
                      </a:xfrm>
                      <a:prstGeom prst="rect">
                        <a:avLst/>
                      </a:prstGeom>
                      <a:solidFill>
                        <a:schemeClr val="accent4">
                          <a:lumMod val="20000"/>
                          <a:lumOff val="80000"/>
                        </a:schemeClr>
                      </a:solidFill>
                      <a:ln w="9525">
                        <a:solidFill>
                          <a:srgbClr val="FF6600"/>
                        </a:solidFill>
                        <a:miter lim="800000"/>
                        <a:headEnd/>
                        <a:tailEnd/>
                      </a:ln>
                    </p:spPr>
                  </p:pic>
                </p:oleObj>
              </mc:Fallback>
            </mc:AlternateContent>
          </a:graphicData>
        </a:graphic>
      </p:graphicFrame>
      <p:graphicFrame>
        <p:nvGraphicFramePr>
          <p:cNvPr id="47107" name="3 Marcador de contenido"/>
          <p:cNvGraphicFramePr>
            <a:graphicFrameLocks noChangeAspect="1"/>
          </p:cNvGraphicFramePr>
          <p:nvPr/>
        </p:nvGraphicFramePr>
        <p:xfrm>
          <a:off x="3695701" y="4524376"/>
          <a:ext cx="4443413" cy="1973263"/>
        </p:xfrm>
        <a:graphic>
          <a:graphicData uri="http://schemas.openxmlformats.org/presentationml/2006/ole">
            <mc:AlternateContent xmlns:mc="http://schemas.openxmlformats.org/markup-compatibility/2006">
              <mc:Choice xmlns:v="urn:schemas-microsoft-com:vml" Requires="v">
                <p:oleObj name="Ecuación" r:id="rId4" imgW="1955520" imgH="1041120" progId="Equation.3">
                  <p:embed/>
                </p:oleObj>
              </mc:Choice>
              <mc:Fallback>
                <p:oleObj name="Ecuación" r:id="rId4" imgW="1955520" imgH="1041120" progId="Equation.3">
                  <p:embed/>
                  <p:pic>
                    <p:nvPicPr>
                      <p:cNvPr id="47107" name="3 Marcador de contenid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5701" y="4524376"/>
                        <a:ext cx="4443413" cy="197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8" name="Object 4"/>
          <p:cNvGraphicFramePr>
            <a:graphicFrameLocks noChangeAspect="1"/>
          </p:cNvGraphicFramePr>
          <p:nvPr/>
        </p:nvGraphicFramePr>
        <p:xfrm>
          <a:off x="2552701" y="1833563"/>
          <a:ext cx="5230813" cy="2324100"/>
        </p:xfrm>
        <a:graphic>
          <a:graphicData uri="http://schemas.openxmlformats.org/presentationml/2006/ole">
            <mc:AlternateContent xmlns:mc="http://schemas.openxmlformats.org/markup-compatibility/2006">
              <mc:Choice xmlns:v="urn:schemas-microsoft-com:vml" Requires="v">
                <p:oleObj name="Ecuación" r:id="rId6" imgW="2311200" imgH="1231560" progId="Equation.3">
                  <p:embed/>
                </p:oleObj>
              </mc:Choice>
              <mc:Fallback>
                <p:oleObj name="Ecuación" r:id="rId6" imgW="2311200" imgH="1231560" progId="Equation.3">
                  <p:embed/>
                  <p:pic>
                    <p:nvPicPr>
                      <p:cNvPr id="4710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2701" y="1833563"/>
                        <a:ext cx="5230813" cy="232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10 Flecha curvada hacia la derecha"/>
          <p:cNvSpPr/>
          <p:nvPr/>
        </p:nvSpPr>
        <p:spPr>
          <a:xfrm>
            <a:off x="2809852" y="3500438"/>
            <a:ext cx="642942" cy="157163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12 Flecha circular"/>
          <p:cNvSpPr/>
          <p:nvPr/>
        </p:nvSpPr>
        <p:spPr>
          <a:xfrm rot="20136479" flipV="1">
            <a:off x="7916727" y="4753475"/>
            <a:ext cx="1928826" cy="1785950"/>
          </a:xfrm>
          <a:prstGeom prst="circularArrow">
            <a:avLst>
              <a:gd name="adj1" fmla="val 12500"/>
              <a:gd name="adj2" fmla="val 1142319"/>
              <a:gd name="adj3" fmla="val 20457681"/>
              <a:gd name="adj4" fmla="val 12515819"/>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3" presetClass="entr" presetSubtype="5" fill="hold" nodeType="afterEffect">
                                  <p:stCondLst>
                                    <p:cond delay="0"/>
                                  </p:stCondLst>
                                  <p:childTnLst>
                                    <p:set>
                                      <p:cBhvr>
                                        <p:cTn id="9" dur="1" fill="hold">
                                          <p:stCondLst>
                                            <p:cond delay="0"/>
                                          </p:stCondLst>
                                        </p:cTn>
                                        <p:tgtEl>
                                          <p:spTgt spid="47107"/>
                                        </p:tgtEl>
                                        <p:attrNameLst>
                                          <p:attrName>style.visibility</p:attrName>
                                        </p:attrNameLst>
                                      </p:cBhvr>
                                      <p:to>
                                        <p:strVal val="visible"/>
                                      </p:to>
                                    </p:set>
                                    <p:animEffect transition="in" filter="blinds(vertical)">
                                      <p:cBhvr>
                                        <p:cTn id="10" dur="2000"/>
                                        <p:tgtEl>
                                          <p:spTgt spid="4710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checkerboard(across)">
                                      <p:cBhvr>
                                        <p:cTn id="15" dur="500"/>
                                        <p:tgtEl>
                                          <p:spTgt spid="13"/>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47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noChangeAspect="1"/>
          </p:cNvGraphicFramePr>
          <p:nvPr>
            <p:ph idx="1"/>
            <p:extLst>
              <p:ext uri="{D42A27DB-BD31-4B8C-83A1-F6EECF244321}">
                <p14:modId xmlns:p14="http://schemas.microsoft.com/office/powerpoint/2010/main" val="917017557"/>
              </p:ext>
            </p:extLst>
          </p:nvPr>
        </p:nvGraphicFramePr>
        <p:xfrm>
          <a:off x="2644775" y="2183624"/>
          <a:ext cx="2299823" cy="3162257"/>
        </p:xfrm>
        <a:graphic>
          <a:graphicData uri="http://schemas.openxmlformats.org/presentationml/2006/ole">
            <mc:AlternateContent xmlns:mc="http://schemas.openxmlformats.org/markup-compatibility/2006">
              <mc:Choice xmlns:v="urn:schemas-microsoft-com:vml" Requires="v">
                <p:oleObj name="Ecuación" r:id="rId2" imgW="914400" imgH="1257120" progId="Equation.3">
                  <p:embed/>
                </p:oleObj>
              </mc:Choice>
              <mc:Fallback>
                <p:oleObj name="Ecuación" r:id="rId2" imgW="914400" imgH="1257120" progId="Equation.3">
                  <p:embed/>
                  <p:pic>
                    <p:nvPicPr>
                      <p:cNvPr id="4"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775" y="2183624"/>
                        <a:ext cx="2299823" cy="3162257"/>
                      </a:xfrm>
                      <a:prstGeom prst="rect">
                        <a:avLst/>
                      </a:prstGeom>
                      <a:noFill/>
                    </p:spPr>
                  </p:pic>
                </p:oleObj>
              </mc:Fallback>
            </mc:AlternateContent>
          </a:graphicData>
        </a:graphic>
      </p:graphicFrame>
      <p:sp>
        <p:nvSpPr>
          <p:cNvPr id="2" name="1 Título"/>
          <p:cNvSpPr>
            <a:spLocks noGrp="1"/>
          </p:cNvSpPr>
          <p:nvPr>
            <p:ph type="title"/>
          </p:nvPr>
        </p:nvSpPr>
        <p:spPr/>
        <p:txBody>
          <a:bodyPr/>
          <a:lstStyle/>
          <a:p>
            <a:r>
              <a:rPr lang="es-MX" dirty="0"/>
              <a:t>Ejercicios</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7</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22532" name="3 Marcador de contenido"/>
          <p:cNvGraphicFramePr>
            <a:graphicFrameLocks noChangeAspect="1"/>
          </p:cNvGraphicFramePr>
          <p:nvPr/>
        </p:nvGraphicFramePr>
        <p:xfrm>
          <a:off x="6381752" y="2143116"/>
          <a:ext cx="2216150" cy="3046412"/>
        </p:xfrm>
        <a:graphic>
          <a:graphicData uri="http://schemas.openxmlformats.org/presentationml/2006/ole">
            <mc:AlternateContent xmlns:mc="http://schemas.openxmlformats.org/markup-compatibility/2006">
              <mc:Choice xmlns:v="urn:schemas-microsoft-com:vml" Requires="v">
                <p:oleObj name="Ecuación" r:id="rId4" imgW="914400" imgH="1257120" progId="Equation.3">
                  <p:embed/>
                </p:oleObj>
              </mc:Choice>
              <mc:Fallback>
                <p:oleObj name="Ecuación" r:id="rId4" imgW="914400" imgH="1257120" progId="Equation.3">
                  <p:embed/>
                  <p:pic>
                    <p:nvPicPr>
                      <p:cNvPr id="22532" name="3 Marcador de contenid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1752" y="2143116"/>
                        <a:ext cx="2216150" cy="304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CuadroTexto"/>
          <p:cNvSpPr txBox="1"/>
          <p:nvPr/>
        </p:nvSpPr>
        <p:spPr>
          <a:xfrm>
            <a:off x="2295498" y="5562617"/>
            <a:ext cx="7715304" cy="83099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Escribe las matrices </a:t>
            </a:r>
            <a:r>
              <a:rPr lang="es-MX" sz="2400" b="1" dirty="0">
                <a:latin typeface="Times New Roman" pitchFamily="18" charset="0"/>
                <a:cs typeface="Times New Roman" pitchFamily="18" charset="0"/>
              </a:rPr>
              <a:t>A, b, c, x, 0 </a:t>
            </a:r>
            <a:r>
              <a:rPr lang="es-MX" sz="2400" dirty="0">
                <a:latin typeface="Times New Roman" pitchFamily="18" charset="0"/>
                <a:cs typeface="Times New Roman" pitchFamily="18" charset="0"/>
              </a:rPr>
              <a:t>para los problemas originales y en su forma estándar</a:t>
            </a:r>
            <a:endParaRPr lang="es-MX" sz="2400" b="1"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52500" y="2142565"/>
            <a:ext cx="10384250" cy="3983602"/>
          </a:xfrm>
        </p:spPr>
        <p:txBody>
          <a:bodyPr>
            <a:noAutofit/>
          </a:bodyPr>
          <a:lstStyle/>
          <a:p>
            <a:pPr eaLnBrk="0" fontAlgn="base" hangingPunct="0">
              <a:lnSpc>
                <a:spcPct val="100000"/>
              </a:lnSpc>
              <a:spcBef>
                <a:spcPct val="0"/>
              </a:spcBef>
              <a:spcAft>
                <a:spcPct val="0"/>
              </a:spcAft>
            </a:pPr>
            <a:r>
              <a:rPr lang="es-MX" altLang="es-MX" sz="2000" dirty="0">
                <a:latin typeface="Arial" panose="020B0604020202020204" pitchFamily="34" charset="0"/>
              </a:rPr>
              <a:t>Se define una </a:t>
            </a:r>
            <a:r>
              <a:rPr lang="es-MX" altLang="es-MX" sz="2000" dirty="0">
                <a:solidFill>
                  <a:schemeClr val="accent4"/>
                </a:solidFill>
                <a:latin typeface="Arial" panose="020B0604020202020204" pitchFamily="34" charset="0"/>
              </a:rPr>
              <a:t>variable dual </a:t>
            </a:r>
            <a:r>
              <a:rPr lang="es-MX" altLang="es-MX" sz="2000" dirty="0">
                <a:latin typeface="Arial" panose="020B0604020202020204" pitchFamily="34" charset="0"/>
              </a:rPr>
              <a:t>por cada </a:t>
            </a:r>
            <a:r>
              <a:rPr lang="es-MX" altLang="es-MX" sz="2000" dirty="0">
                <a:solidFill>
                  <a:schemeClr val="accent3"/>
                </a:solidFill>
                <a:latin typeface="Arial" panose="020B0604020202020204" pitchFamily="34" charset="0"/>
              </a:rPr>
              <a:t>restricción</a:t>
            </a:r>
            <a:r>
              <a:rPr lang="es-MX" altLang="es-MX" sz="2000" dirty="0">
                <a:latin typeface="Arial" panose="020B0604020202020204" pitchFamily="34" charset="0"/>
              </a:rPr>
              <a:t> del problema </a:t>
            </a:r>
            <a:r>
              <a:rPr lang="es-MX" altLang="es-MX" sz="2000" dirty="0">
                <a:solidFill>
                  <a:schemeClr val="accent3"/>
                </a:solidFill>
                <a:latin typeface="Arial" panose="020B0604020202020204" pitchFamily="34" charset="0"/>
              </a:rPr>
              <a:t>primal</a:t>
            </a:r>
            <a:r>
              <a:rPr lang="es-MX" altLang="es-MX" sz="2000" dirty="0">
                <a:latin typeface="Arial" panose="020B0604020202020204" pitchFamily="34" charset="0"/>
              </a:rPr>
              <a:t>. </a:t>
            </a:r>
          </a:p>
          <a:p>
            <a:pPr eaLnBrk="0" fontAlgn="base" hangingPunct="0">
              <a:lnSpc>
                <a:spcPct val="100000"/>
              </a:lnSpc>
              <a:spcBef>
                <a:spcPct val="0"/>
              </a:spcBef>
              <a:spcAft>
                <a:spcPct val="0"/>
              </a:spcAft>
            </a:pPr>
            <a:r>
              <a:rPr lang="es-MX" altLang="es-MX" sz="2000" dirty="0">
                <a:latin typeface="Arial" panose="020B0604020202020204" pitchFamily="34" charset="0"/>
              </a:rPr>
              <a:t>Se define una </a:t>
            </a:r>
            <a:r>
              <a:rPr lang="es-MX" altLang="es-MX" sz="2000" dirty="0">
                <a:solidFill>
                  <a:schemeClr val="accent4"/>
                </a:solidFill>
                <a:latin typeface="Arial" panose="020B0604020202020204" pitchFamily="34" charset="0"/>
              </a:rPr>
              <a:t>restricción dual </a:t>
            </a:r>
            <a:r>
              <a:rPr lang="es-MX" altLang="es-MX" sz="2000" dirty="0">
                <a:latin typeface="Arial" panose="020B0604020202020204" pitchFamily="34" charset="0"/>
              </a:rPr>
              <a:t>por cada </a:t>
            </a:r>
            <a:r>
              <a:rPr lang="es-MX" altLang="es-MX" sz="2000" dirty="0">
                <a:solidFill>
                  <a:schemeClr val="accent3"/>
                </a:solidFill>
                <a:latin typeface="Arial" panose="020B0604020202020204" pitchFamily="34" charset="0"/>
              </a:rPr>
              <a:t>variable</a:t>
            </a:r>
            <a:r>
              <a:rPr lang="es-MX" altLang="es-MX" sz="2000" dirty="0">
                <a:latin typeface="Arial" panose="020B0604020202020204" pitchFamily="34" charset="0"/>
              </a:rPr>
              <a:t> del problema </a:t>
            </a:r>
            <a:r>
              <a:rPr lang="es-MX" altLang="es-MX" sz="2000" dirty="0">
                <a:solidFill>
                  <a:schemeClr val="accent3"/>
                </a:solidFill>
                <a:latin typeface="Arial" panose="020B0604020202020204" pitchFamily="34" charset="0"/>
              </a:rPr>
              <a:t>primal</a:t>
            </a:r>
            <a:r>
              <a:rPr lang="es-MX" altLang="es-MX" sz="2000" dirty="0">
                <a:latin typeface="Arial" panose="020B0604020202020204" pitchFamily="34" charset="0"/>
              </a:rPr>
              <a:t>. </a:t>
            </a:r>
          </a:p>
          <a:p>
            <a:pPr eaLnBrk="0" fontAlgn="base" hangingPunct="0">
              <a:lnSpc>
                <a:spcPct val="100000"/>
              </a:lnSpc>
              <a:spcBef>
                <a:spcPct val="0"/>
              </a:spcBef>
              <a:spcAft>
                <a:spcPct val="0"/>
              </a:spcAft>
            </a:pPr>
            <a:r>
              <a:rPr lang="es-MX" altLang="es-MX" sz="2000" dirty="0">
                <a:latin typeface="Arial" panose="020B0604020202020204" pitchFamily="34" charset="0"/>
              </a:rPr>
              <a:t>Los coeficientes de la </a:t>
            </a:r>
            <a:r>
              <a:rPr lang="es-MX" altLang="es-MX" sz="2000" dirty="0">
                <a:solidFill>
                  <a:schemeClr val="accent3"/>
                </a:solidFill>
                <a:latin typeface="Arial" panose="020B0604020202020204" pitchFamily="34" charset="0"/>
              </a:rPr>
              <a:t>función objetivo </a:t>
            </a:r>
            <a:r>
              <a:rPr lang="es-MX" altLang="es-MX" sz="2000" dirty="0">
                <a:latin typeface="Arial" panose="020B0604020202020204" pitchFamily="34" charset="0"/>
              </a:rPr>
              <a:t>del problema </a:t>
            </a:r>
            <a:r>
              <a:rPr lang="es-MX" altLang="es-MX" sz="2000" dirty="0">
                <a:solidFill>
                  <a:schemeClr val="accent3"/>
                </a:solidFill>
                <a:latin typeface="Arial" panose="020B0604020202020204" pitchFamily="34" charset="0"/>
              </a:rPr>
              <a:t>primal</a:t>
            </a:r>
            <a:r>
              <a:rPr lang="es-MX" altLang="es-MX" sz="2000" dirty="0">
                <a:latin typeface="Arial" panose="020B0604020202020204" pitchFamily="34" charset="0"/>
              </a:rPr>
              <a:t> definen el término independiente (</a:t>
            </a:r>
            <a:r>
              <a:rPr lang="es-MX" altLang="es-MX" sz="2000" dirty="0">
                <a:solidFill>
                  <a:schemeClr val="accent4"/>
                </a:solidFill>
                <a:latin typeface="Arial" panose="020B0604020202020204" pitchFamily="34" charset="0"/>
              </a:rPr>
              <a:t>lado derecho</a:t>
            </a:r>
            <a:r>
              <a:rPr lang="es-MX" altLang="es-MX" sz="2000" dirty="0">
                <a:latin typeface="Arial" panose="020B0604020202020204" pitchFamily="34" charset="0"/>
              </a:rPr>
              <a:t>) del problema </a:t>
            </a:r>
            <a:r>
              <a:rPr lang="es-MX" altLang="es-MX" sz="2000" dirty="0">
                <a:solidFill>
                  <a:schemeClr val="accent4"/>
                </a:solidFill>
                <a:latin typeface="Arial" panose="020B0604020202020204" pitchFamily="34" charset="0"/>
              </a:rPr>
              <a:t>dual</a:t>
            </a:r>
            <a:r>
              <a:rPr lang="es-MX" altLang="es-MX" sz="2000" dirty="0">
                <a:latin typeface="Arial" panose="020B0604020202020204" pitchFamily="34" charset="0"/>
              </a:rPr>
              <a:t>. </a:t>
            </a:r>
          </a:p>
          <a:p>
            <a:pPr eaLnBrk="0" fontAlgn="base" hangingPunct="0">
              <a:lnSpc>
                <a:spcPct val="100000"/>
              </a:lnSpc>
              <a:spcBef>
                <a:spcPct val="0"/>
              </a:spcBef>
              <a:spcAft>
                <a:spcPct val="0"/>
              </a:spcAft>
            </a:pPr>
            <a:r>
              <a:rPr lang="es-MX" altLang="es-MX" sz="2000" dirty="0">
                <a:latin typeface="Arial" panose="020B0604020202020204" pitchFamily="34" charset="0"/>
              </a:rPr>
              <a:t>El término independiente (</a:t>
            </a:r>
            <a:r>
              <a:rPr lang="es-MX" altLang="es-MX" sz="2000" dirty="0">
                <a:solidFill>
                  <a:schemeClr val="accent3"/>
                </a:solidFill>
                <a:latin typeface="Arial" panose="020B0604020202020204" pitchFamily="34" charset="0"/>
              </a:rPr>
              <a:t>lado derecho</a:t>
            </a:r>
            <a:r>
              <a:rPr lang="es-MX" altLang="es-MX" sz="2000" dirty="0">
                <a:latin typeface="Arial" panose="020B0604020202020204" pitchFamily="34" charset="0"/>
              </a:rPr>
              <a:t>) de las restricciones del problema </a:t>
            </a:r>
            <a:r>
              <a:rPr lang="es-MX" altLang="es-MX" sz="2000" dirty="0">
                <a:solidFill>
                  <a:schemeClr val="accent3"/>
                </a:solidFill>
                <a:latin typeface="Arial" panose="020B0604020202020204" pitchFamily="34" charset="0"/>
              </a:rPr>
              <a:t>primal</a:t>
            </a:r>
            <a:r>
              <a:rPr lang="es-MX" altLang="es-MX" sz="2000" dirty="0">
                <a:latin typeface="Arial" panose="020B0604020202020204" pitchFamily="34" charset="0"/>
              </a:rPr>
              <a:t> define los coeficientes de la </a:t>
            </a:r>
            <a:r>
              <a:rPr lang="es-MX" altLang="es-MX" sz="2000" dirty="0">
                <a:solidFill>
                  <a:schemeClr val="accent4"/>
                </a:solidFill>
                <a:latin typeface="Arial" panose="020B0604020202020204" pitchFamily="34" charset="0"/>
              </a:rPr>
              <a:t>función objetivo </a:t>
            </a:r>
            <a:r>
              <a:rPr lang="es-MX" altLang="es-MX" sz="2000" dirty="0">
                <a:latin typeface="Arial" panose="020B0604020202020204" pitchFamily="34" charset="0"/>
              </a:rPr>
              <a:t>del problema </a:t>
            </a:r>
            <a:r>
              <a:rPr lang="es-MX" altLang="es-MX" sz="2000" dirty="0">
                <a:solidFill>
                  <a:schemeClr val="accent4"/>
                </a:solidFill>
                <a:latin typeface="Arial" panose="020B0604020202020204" pitchFamily="34" charset="0"/>
              </a:rPr>
              <a:t>dual</a:t>
            </a:r>
            <a:r>
              <a:rPr lang="es-MX" altLang="es-MX" sz="2000" dirty="0">
                <a:latin typeface="Arial" panose="020B0604020202020204" pitchFamily="34" charset="0"/>
              </a:rPr>
              <a:t>. </a:t>
            </a:r>
          </a:p>
          <a:p>
            <a:pPr eaLnBrk="0" fontAlgn="base" hangingPunct="0">
              <a:lnSpc>
                <a:spcPct val="100000"/>
              </a:lnSpc>
              <a:spcBef>
                <a:spcPct val="0"/>
              </a:spcBef>
              <a:spcAft>
                <a:spcPct val="0"/>
              </a:spcAft>
            </a:pPr>
            <a:r>
              <a:rPr lang="es-MX" altLang="es-MX" sz="2000" dirty="0">
                <a:latin typeface="Arial" panose="020B0604020202020204" pitchFamily="34" charset="0"/>
              </a:rPr>
              <a:t>Los </a:t>
            </a:r>
            <a:r>
              <a:rPr lang="es-MX" altLang="es-MX" sz="2000" dirty="0">
                <a:solidFill>
                  <a:schemeClr val="accent3"/>
                </a:solidFill>
                <a:latin typeface="Arial" panose="020B0604020202020204" pitchFamily="34" charset="0"/>
              </a:rPr>
              <a:t>coeficientes</a:t>
            </a:r>
            <a:r>
              <a:rPr lang="es-MX" altLang="es-MX" sz="2000" dirty="0">
                <a:latin typeface="Arial" panose="020B0604020202020204" pitchFamily="34" charset="0"/>
              </a:rPr>
              <a:t> de las restricciones de una </a:t>
            </a:r>
            <a:r>
              <a:rPr lang="es-MX" altLang="es-MX" sz="2000" dirty="0">
                <a:solidFill>
                  <a:schemeClr val="accent3"/>
                </a:solidFill>
                <a:latin typeface="Arial" panose="020B0604020202020204" pitchFamily="34" charset="0"/>
              </a:rPr>
              <a:t>variable primal </a:t>
            </a:r>
            <a:r>
              <a:rPr lang="es-MX" altLang="es-MX" sz="2000" dirty="0">
                <a:latin typeface="Arial" panose="020B0604020202020204" pitchFamily="34" charset="0"/>
              </a:rPr>
              <a:t>(columna) definen los coeficientes en el lado izquierdo de las </a:t>
            </a:r>
            <a:r>
              <a:rPr lang="es-MX" altLang="es-MX" sz="2000" dirty="0">
                <a:solidFill>
                  <a:schemeClr val="accent4"/>
                </a:solidFill>
                <a:latin typeface="Arial" panose="020B0604020202020204" pitchFamily="34" charset="0"/>
              </a:rPr>
              <a:t>restricciones</a:t>
            </a:r>
            <a:r>
              <a:rPr lang="es-MX" altLang="es-MX" sz="2000" dirty="0">
                <a:latin typeface="Arial" panose="020B0604020202020204" pitchFamily="34" charset="0"/>
              </a:rPr>
              <a:t> del </a:t>
            </a:r>
            <a:r>
              <a:rPr lang="es-MX" altLang="es-MX" sz="2000" dirty="0">
                <a:solidFill>
                  <a:schemeClr val="accent4"/>
                </a:solidFill>
                <a:latin typeface="Arial" panose="020B0604020202020204" pitchFamily="34" charset="0"/>
              </a:rPr>
              <a:t>problema dual</a:t>
            </a:r>
            <a:r>
              <a:rPr lang="es-MX" altLang="es-MX" sz="2000" dirty="0">
                <a:latin typeface="Arial" panose="020B0604020202020204" pitchFamily="34" charset="0"/>
              </a:rPr>
              <a:t>. </a:t>
            </a:r>
          </a:p>
          <a:p>
            <a:pPr eaLnBrk="0" fontAlgn="base" hangingPunct="0">
              <a:lnSpc>
                <a:spcPct val="100000"/>
              </a:lnSpc>
              <a:spcBef>
                <a:spcPct val="0"/>
              </a:spcBef>
              <a:spcAft>
                <a:spcPct val="0"/>
              </a:spcAft>
            </a:pPr>
            <a:r>
              <a:rPr lang="es-MX" altLang="es-MX" sz="2000" dirty="0">
                <a:latin typeface="Arial" panose="020B0604020202020204" pitchFamily="34" charset="0"/>
              </a:rPr>
              <a:t>La </a:t>
            </a:r>
            <a:r>
              <a:rPr lang="es-MX" altLang="es-MX" sz="2000" dirty="0">
                <a:solidFill>
                  <a:schemeClr val="accent5"/>
                </a:solidFill>
                <a:latin typeface="Arial" panose="020B0604020202020204" pitchFamily="34" charset="0"/>
              </a:rPr>
              <a:t>dirección</a:t>
            </a:r>
            <a:r>
              <a:rPr lang="es-MX" altLang="es-MX" sz="2000" dirty="0">
                <a:latin typeface="Arial" panose="020B0604020202020204" pitchFamily="34" charset="0"/>
              </a:rPr>
              <a:t> de optimización </a:t>
            </a:r>
            <a:r>
              <a:rPr lang="es-MX" altLang="es-MX" sz="2000" dirty="0">
                <a:solidFill>
                  <a:schemeClr val="accent5"/>
                </a:solidFill>
                <a:latin typeface="Arial" panose="020B0604020202020204" pitchFamily="34" charset="0"/>
              </a:rPr>
              <a:t>cambia</a:t>
            </a:r>
            <a:r>
              <a:rPr lang="es-MX" altLang="es-MX" sz="2000" dirty="0">
                <a:latin typeface="Arial" panose="020B0604020202020204" pitchFamily="34" charset="0"/>
              </a:rPr>
              <a:t> (de maximización a minimización y viceversa). </a:t>
            </a:r>
          </a:p>
          <a:p>
            <a:pPr>
              <a:spcBef>
                <a:spcPts val="600"/>
              </a:spcBef>
            </a:pPr>
            <a:endParaRPr lang="en-US" sz="2000" dirty="0"/>
          </a:p>
        </p:txBody>
      </p:sp>
      <p:sp>
        <p:nvSpPr>
          <p:cNvPr id="2" name="1 Título"/>
          <p:cNvSpPr>
            <a:spLocks noGrp="1"/>
          </p:cNvSpPr>
          <p:nvPr>
            <p:ph type="title"/>
          </p:nvPr>
        </p:nvSpPr>
        <p:spPr>
          <a:xfrm>
            <a:off x="952500" y="365125"/>
            <a:ext cx="8003241" cy="1325563"/>
          </a:xfrm>
        </p:spPr>
        <p:txBody>
          <a:bodyPr>
            <a:normAutofit/>
          </a:bodyPr>
          <a:lstStyle/>
          <a:p>
            <a:r>
              <a:rPr lang="es-MX" dirty="0"/>
              <a:t>Construcción de un problema dual a partir del primal</a:t>
            </a:r>
          </a:p>
        </p:txBody>
      </p:sp>
      <p:sp>
        <p:nvSpPr>
          <p:cNvPr id="4" name="Slide Number Placeholder 3"/>
          <p:cNvSpPr>
            <a:spLocks noGrp="1"/>
          </p:cNvSpPr>
          <p:nvPr>
            <p:ph type="sldNum" sz="quarter" idx="4294967295"/>
          </p:nvPr>
        </p:nvSpPr>
        <p:spPr>
          <a:xfrm>
            <a:off x="11668125" y="6602413"/>
            <a:ext cx="523875" cy="247650"/>
          </a:xfrm>
        </p:spPr>
        <p:txBody>
          <a:bodyPr/>
          <a:lstStyle/>
          <a:p>
            <a:fld id="{6FFA54E1-8A5A-492B-8D87-772C5A9980B5}" type="slidenum">
              <a:rPr lang="es-ES" smtClean="0"/>
              <a:pPr/>
              <a:t>8</a:t>
            </a:fld>
            <a:endParaRPr lang="es-ES"/>
          </a:p>
        </p:txBody>
      </p:sp>
      <p:sp>
        <p:nvSpPr>
          <p:cNvPr id="5" name="4 Marcador de pie de página"/>
          <p:cNvSpPr>
            <a:spLocks noGrp="1"/>
          </p:cNvSpPr>
          <p:nvPr>
            <p:ph type="ftr" sz="quarter" idx="4294967295"/>
          </p:nvPr>
        </p:nvSpPr>
        <p:spPr>
          <a:xfrm>
            <a:off x="708212" y="6602413"/>
            <a:ext cx="2644775" cy="247650"/>
          </a:xfrm>
        </p:spPr>
        <p:txBody>
          <a:bodyPr/>
          <a:lstStyle/>
          <a:p>
            <a:r>
              <a:rPr lang="es-ES"/>
              <a:t>OPTIMIZACIÓN DE OPERACIONES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990666" y="0"/>
            <a:ext cx="6201334" cy="6858000"/>
          </a:xfrm>
          <a:prstGeom prst="rect">
            <a:avLst/>
          </a:prstGeom>
          <a:solidFill>
            <a:srgbClr val="FDF1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 name="Conector recto 3"/>
          <p:cNvCxnSpPr/>
          <p:nvPr/>
        </p:nvCxnSpPr>
        <p:spPr>
          <a:xfrm>
            <a:off x="5990666" y="1214700"/>
            <a:ext cx="0" cy="522257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CuadroTexto 4"/>
          <p:cNvSpPr txBox="1"/>
          <p:nvPr/>
        </p:nvSpPr>
        <p:spPr>
          <a:xfrm>
            <a:off x="820271" y="1576899"/>
            <a:ext cx="3614900" cy="369332"/>
          </a:xfrm>
          <a:prstGeom prst="rect">
            <a:avLst/>
          </a:prstGeom>
          <a:noFill/>
        </p:spPr>
        <p:txBody>
          <a:bodyPr wrap="none" rtlCol="0">
            <a:spAutoFit/>
          </a:bodyPr>
          <a:lstStyle/>
          <a:p>
            <a:r>
              <a:rPr lang="es-MX" dirty="0">
                <a:solidFill>
                  <a:schemeClr val="bg1"/>
                </a:solidFill>
              </a:rPr>
              <a:t>Coeficientes de la función objetivo</a:t>
            </a:r>
          </a:p>
        </p:txBody>
      </p:sp>
      <p:cxnSp>
        <p:nvCxnSpPr>
          <p:cNvPr id="7" name="Conector recto de flecha 6"/>
          <p:cNvCxnSpPr/>
          <p:nvPr/>
        </p:nvCxnSpPr>
        <p:spPr>
          <a:xfrm>
            <a:off x="4477871" y="1761565"/>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a:off x="7741921" y="1576899"/>
            <a:ext cx="1121782" cy="369332"/>
          </a:xfrm>
          <a:prstGeom prst="rect">
            <a:avLst/>
          </a:prstGeom>
          <a:noFill/>
        </p:spPr>
        <p:txBody>
          <a:bodyPr wrap="none" rtlCol="0">
            <a:spAutoFit/>
          </a:bodyPr>
          <a:lstStyle/>
          <a:p>
            <a:r>
              <a:rPr lang="es-MX" dirty="0">
                <a:solidFill>
                  <a:schemeClr val="bg1"/>
                </a:solidFill>
              </a:rPr>
              <a:t>Recursos</a:t>
            </a:r>
          </a:p>
        </p:txBody>
      </p:sp>
      <p:sp>
        <p:nvSpPr>
          <p:cNvPr id="9" name="CuadroTexto 8"/>
          <p:cNvSpPr txBox="1"/>
          <p:nvPr/>
        </p:nvSpPr>
        <p:spPr>
          <a:xfrm>
            <a:off x="820271" y="2035947"/>
            <a:ext cx="1009572" cy="369332"/>
          </a:xfrm>
          <a:prstGeom prst="rect">
            <a:avLst/>
          </a:prstGeom>
          <a:noFill/>
        </p:spPr>
        <p:txBody>
          <a:bodyPr wrap="none" rtlCol="0">
            <a:spAutoFit/>
          </a:bodyPr>
          <a:lstStyle/>
          <a:p>
            <a:r>
              <a:rPr lang="es-MX" dirty="0">
                <a:solidFill>
                  <a:schemeClr val="bg1"/>
                </a:solidFill>
              </a:rPr>
              <a:t>Recurso</a:t>
            </a:r>
          </a:p>
        </p:txBody>
      </p:sp>
      <p:sp>
        <p:nvSpPr>
          <p:cNvPr id="10" name="CuadroTexto 9"/>
          <p:cNvSpPr txBox="1"/>
          <p:nvPr/>
        </p:nvSpPr>
        <p:spPr>
          <a:xfrm>
            <a:off x="7696731" y="2028761"/>
            <a:ext cx="3614900" cy="369332"/>
          </a:xfrm>
          <a:prstGeom prst="rect">
            <a:avLst/>
          </a:prstGeom>
          <a:noFill/>
        </p:spPr>
        <p:txBody>
          <a:bodyPr wrap="none" rtlCol="0">
            <a:spAutoFit/>
          </a:bodyPr>
          <a:lstStyle/>
          <a:p>
            <a:r>
              <a:rPr lang="es-MX" dirty="0">
                <a:solidFill>
                  <a:schemeClr val="bg1"/>
                </a:solidFill>
              </a:rPr>
              <a:t>Coeficientes de la función objetivo</a:t>
            </a:r>
          </a:p>
        </p:txBody>
      </p:sp>
      <p:cxnSp>
        <p:nvCxnSpPr>
          <p:cNvPr id="11" name="Conector recto de flecha 10"/>
          <p:cNvCxnSpPr/>
          <p:nvPr/>
        </p:nvCxnSpPr>
        <p:spPr>
          <a:xfrm>
            <a:off x="4477871" y="2213427"/>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CuadroTexto 12"/>
          <p:cNvSpPr txBox="1"/>
          <p:nvPr/>
        </p:nvSpPr>
        <p:spPr>
          <a:xfrm>
            <a:off x="820271" y="2977241"/>
            <a:ext cx="2226892" cy="369332"/>
          </a:xfrm>
          <a:prstGeom prst="rect">
            <a:avLst/>
          </a:prstGeom>
          <a:noFill/>
        </p:spPr>
        <p:txBody>
          <a:bodyPr wrap="none" rtlCol="0">
            <a:spAutoFit/>
          </a:bodyPr>
          <a:lstStyle/>
          <a:p>
            <a:r>
              <a:rPr lang="es-MX" dirty="0">
                <a:solidFill>
                  <a:schemeClr val="bg1"/>
                </a:solidFill>
              </a:rPr>
              <a:t>Solución óptima (X*)</a:t>
            </a:r>
          </a:p>
        </p:txBody>
      </p:sp>
      <p:cxnSp>
        <p:nvCxnSpPr>
          <p:cNvPr id="14" name="Conector recto de flecha 13"/>
          <p:cNvCxnSpPr/>
          <p:nvPr/>
        </p:nvCxnSpPr>
        <p:spPr>
          <a:xfrm>
            <a:off x="4477871" y="3161907"/>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uadroTexto 14"/>
          <p:cNvSpPr txBox="1"/>
          <p:nvPr/>
        </p:nvSpPr>
        <p:spPr>
          <a:xfrm>
            <a:off x="7696731" y="2977241"/>
            <a:ext cx="2475742" cy="369332"/>
          </a:xfrm>
          <a:prstGeom prst="rect">
            <a:avLst/>
          </a:prstGeom>
          <a:noFill/>
        </p:spPr>
        <p:txBody>
          <a:bodyPr wrap="none" rtlCol="0">
            <a:spAutoFit/>
          </a:bodyPr>
          <a:lstStyle/>
          <a:p>
            <a:r>
              <a:rPr lang="es-MX" dirty="0">
                <a:solidFill>
                  <a:schemeClr val="bg1"/>
                </a:solidFill>
              </a:rPr>
              <a:t>Precios duales/sombra</a:t>
            </a:r>
          </a:p>
        </p:txBody>
      </p:sp>
      <p:sp>
        <p:nvSpPr>
          <p:cNvPr id="16" name="CuadroTexto 15"/>
          <p:cNvSpPr txBox="1"/>
          <p:nvPr/>
        </p:nvSpPr>
        <p:spPr>
          <a:xfrm>
            <a:off x="820271" y="3399247"/>
            <a:ext cx="2475742" cy="369332"/>
          </a:xfrm>
          <a:prstGeom prst="rect">
            <a:avLst/>
          </a:prstGeom>
          <a:noFill/>
        </p:spPr>
        <p:txBody>
          <a:bodyPr wrap="none" rtlCol="0">
            <a:spAutoFit/>
          </a:bodyPr>
          <a:lstStyle/>
          <a:p>
            <a:r>
              <a:rPr lang="es-MX" dirty="0">
                <a:solidFill>
                  <a:schemeClr val="bg1"/>
                </a:solidFill>
              </a:rPr>
              <a:t>Precios duales/sombra</a:t>
            </a:r>
          </a:p>
        </p:txBody>
      </p:sp>
      <p:sp>
        <p:nvSpPr>
          <p:cNvPr id="17" name="CuadroTexto 16"/>
          <p:cNvSpPr txBox="1"/>
          <p:nvPr/>
        </p:nvSpPr>
        <p:spPr>
          <a:xfrm>
            <a:off x="7741921" y="3399247"/>
            <a:ext cx="2223686" cy="369332"/>
          </a:xfrm>
          <a:prstGeom prst="rect">
            <a:avLst/>
          </a:prstGeom>
          <a:noFill/>
        </p:spPr>
        <p:txBody>
          <a:bodyPr wrap="none" rtlCol="0">
            <a:spAutoFit/>
          </a:bodyPr>
          <a:lstStyle/>
          <a:p>
            <a:r>
              <a:rPr lang="es-MX" dirty="0">
                <a:solidFill>
                  <a:schemeClr val="bg1"/>
                </a:solidFill>
              </a:rPr>
              <a:t>Solución óptima (Y*)</a:t>
            </a:r>
          </a:p>
        </p:txBody>
      </p:sp>
      <p:sp>
        <p:nvSpPr>
          <p:cNvPr id="18" name="CuadroTexto 17"/>
          <p:cNvSpPr txBox="1"/>
          <p:nvPr/>
        </p:nvSpPr>
        <p:spPr>
          <a:xfrm>
            <a:off x="820271" y="4022519"/>
            <a:ext cx="1940724" cy="369332"/>
          </a:xfrm>
          <a:prstGeom prst="rect">
            <a:avLst/>
          </a:prstGeom>
          <a:noFill/>
        </p:spPr>
        <p:txBody>
          <a:bodyPr wrap="none" rtlCol="0">
            <a:spAutoFit/>
          </a:bodyPr>
          <a:lstStyle/>
          <a:p>
            <a:r>
              <a:rPr lang="es-MX" dirty="0">
                <a:solidFill>
                  <a:schemeClr val="bg1"/>
                </a:solidFill>
              </a:rPr>
              <a:t>Costos reducidos</a:t>
            </a:r>
          </a:p>
        </p:txBody>
      </p:sp>
      <p:sp>
        <p:nvSpPr>
          <p:cNvPr id="19" name="CuadroTexto 18"/>
          <p:cNvSpPr txBox="1"/>
          <p:nvPr/>
        </p:nvSpPr>
        <p:spPr>
          <a:xfrm>
            <a:off x="7741921" y="4022519"/>
            <a:ext cx="4140429" cy="369332"/>
          </a:xfrm>
          <a:prstGeom prst="rect">
            <a:avLst/>
          </a:prstGeom>
          <a:noFill/>
        </p:spPr>
        <p:txBody>
          <a:bodyPr wrap="none" rtlCol="0">
            <a:spAutoFit/>
          </a:bodyPr>
          <a:lstStyle/>
          <a:p>
            <a:r>
              <a:rPr lang="es-MX" dirty="0">
                <a:solidFill>
                  <a:schemeClr val="bg1"/>
                </a:solidFill>
              </a:rPr>
              <a:t>Valor de las variables de holgura/exceso</a:t>
            </a:r>
          </a:p>
        </p:txBody>
      </p:sp>
      <p:sp>
        <p:nvSpPr>
          <p:cNvPr id="20" name="CuadroTexto 19"/>
          <p:cNvSpPr txBox="1"/>
          <p:nvPr/>
        </p:nvSpPr>
        <p:spPr>
          <a:xfrm>
            <a:off x="820271" y="4483475"/>
            <a:ext cx="4140429" cy="369332"/>
          </a:xfrm>
          <a:prstGeom prst="rect">
            <a:avLst/>
          </a:prstGeom>
          <a:noFill/>
        </p:spPr>
        <p:txBody>
          <a:bodyPr wrap="none" rtlCol="0">
            <a:spAutoFit/>
          </a:bodyPr>
          <a:lstStyle/>
          <a:p>
            <a:r>
              <a:rPr lang="es-MX" dirty="0">
                <a:solidFill>
                  <a:schemeClr val="bg1"/>
                </a:solidFill>
              </a:rPr>
              <a:t>Valor de las variables de holgura/exceso</a:t>
            </a:r>
          </a:p>
        </p:txBody>
      </p:sp>
      <p:sp>
        <p:nvSpPr>
          <p:cNvPr id="21" name="CuadroTexto 20"/>
          <p:cNvSpPr txBox="1"/>
          <p:nvPr/>
        </p:nvSpPr>
        <p:spPr>
          <a:xfrm>
            <a:off x="7696731" y="4483475"/>
            <a:ext cx="1940724" cy="369332"/>
          </a:xfrm>
          <a:prstGeom prst="rect">
            <a:avLst/>
          </a:prstGeom>
          <a:noFill/>
        </p:spPr>
        <p:txBody>
          <a:bodyPr wrap="none" rtlCol="0">
            <a:spAutoFit/>
          </a:bodyPr>
          <a:lstStyle/>
          <a:p>
            <a:r>
              <a:rPr lang="es-MX" dirty="0">
                <a:solidFill>
                  <a:schemeClr val="bg1"/>
                </a:solidFill>
              </a:rPr>
              <a:t>Costos reducidos</a:t>
            </a:r>
          </a:p>
        </p:txBody>
      </p:sp>
      <p:cxnSp>
        <p:nvCxnSpPr>
          <p:cNvPr id="22" name="Conector recto de flecha 21"/>
          <p:cNvCxnSpPr/>
          <p:nvPr/>
        </p:nvCxnSpPr>
        <p:spPr>
          <a:xfrm>
            <a:off x="4477871" y="3592213"/>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p:nvPr/>
        </p:nvCxnSpPr>
        <p:spPr>
          <a:xfrm>
            <a:off x="4477871" y="4210777"/>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a:off x="4854388" y="4652682"/>
            <a:ext cx="24339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uadroTexto 25"/>
          <p:cNvSpPr txBox="1"/>
          <p:nvPr/>
        </p:nvSpPr>
        <p:spPr>
          <a:xfrm>
            <a:off x="819358" y="5173549"/>
            <a:ext cx="3680879" cy="369332"/>
          </a:xfrm>
          <a:prstGeom prst="rect">
            <a:avLst/>
          </a:prstGeom>
          <a:noFill/>
        </p:spPr>
        <p:txBody>
          <a:bodyPr wrap="none" rtlCol="0">
            <a:spAutoFit/>
          </a:bodyPr>
          <a:lstStyle/>
          <a:p>
            <a:r>
              <a:rPr lang="es-MX" dirty="0">
                <a:solidFill>
                  <a:schemeClr val="bg1"/>
                </a:solidFill>
              </a:rPr>
              <a:t>Rango de los coeficientes de la </a:t>
            </a:r>
            <a:r>
              <a:rPr lang="es-MX" dirty="0" err="1">
                <a:solidFill>
                  <a:schemeClr val="bg1"/>
                </a:solidFill>
              </a:rPr>
              <a:t>F.O</a:t>
            </a:r>
            <a:r>
              <a:rPr lang="es-MX" dirty="0">
                <a:solidFill>
                  <a:schemeClr val="bg1"/>
                </a:solidFill>
              </a:rPr>
              <a:t>.</a:t>
            </a:r>
          </a:p>
        </p:txBody>
      </p:sp>
      <p:sp>
        <p:nvSpPr>
          <p:cNvPr id="27" name="CuadroTexto 26"/>
          <p:cNvSpPr txBox="1"/>
          <p:nvPr/>
        </p:nvSpPr>
        <p:spPr>
          <a:xfrm>
            <a:off x="7734675" y="5173549"/>
            <a:ext cx="2730940" cy="369332"/>
          </a:xfrm>
          <a:prstGeom prst="rect">
            <a:avLst/>
          </a:prstGeom>
          <a:noFill/>
        </p:spPr>
        <p:txBody>
          <a:bodyPr wrap="none" rtlCol="0">
            <a:spAutoFit/>
          </a:bodyPr>
          <a:lstStyle/>
          <a:p>
            <a:r>
              <a:rPr lang="es-MX" dirty="0">
                <a:solidFill>
                  <a:schemeClr val="bg1"/>
                </a:solidFill>
              </a:rPr>
              <a:t>Rango de los recursos  (b)</a:t>
            </a:r>
          </a:p>
        </p:txBody>
      </p:sp>
      <p:sp>
        <p:nvSpPr>
          <p:cNvPr id="28" name="CuadroTexto 27"/>
          <p:cNvSpPr txBox="1"/>
          <p:nvPr/>
        </p:nvSpPr>
        <p:spPr>
          <a:xfrm>
            <a:off x="820271" y="5642805"/>
            <a:ext cx="2730940" cy="369332"/>
          </a:xfrm>
          <a:prstGeom prst="rect">
            <a:avLst/>
          </a:prstGeom>
          <a:noFill/>
        </p:spPr>
        <p:txBody>
          <a:bodyPr wrap="none" rtlCol="0">
            <a:spAutoFit/>
          </a:bodyPr>
          <a:lstStyle/>
          <a:p>
            <a:r>
              <a:rPr lang="es-MX" dirty="0">
                <a:solidFill>
                  <a:schemeClr val="bg1"/>
                </a:solidFill>
              </a:rPr>
              <a:t>Rango de los recursos  (b)</a:t>
            </a:r>
          </a:p>
        </p:txBody>
      </p:sp>
      <p:sp>
        <p:nvSpPr>
          <p:cNvPr id="29" name="CuadroTexto 28"/>
          <p:cNvSpPr txBox="1"/>
          <p:nvPr/>
        </p:nvSpPr>
        <p:spPr>
          <a:xfrm>
            <a:off x="7741921" y="5642805"/>
            <a:ext cx="3680879" cy="369332"/>
          </a:xfrm>
          <a:prstGeom prst="rect">
            <a:avLst/>
          </a:prstGeom>
          <a:noFill/>
        </p:spPr>
        <p:txBody>
          <a:bodyPr wrap="none" rtlCol="0">
            <a:spAutoFit/>
          </a:bodyPr>
          <a:lstStyle/>
          <a:p>
            <a:r>
              <a:rPr lang="es-MX" dirty="0">
                <a:solidFill>
                  <a:schemeClr val="bg1"/>
                </a:solidFill>
              </a:rPr>
              <a:t>Rango de los coeficientes de la </a:t>
            </a:r>
            <a:r>
              <a:rPr lang="es-MX" dirty="0" err="1">
                <a:solidFill>
                  <a:schemeClr val="bg1"/>
                </a:solidFill>
              </a:rPr>
              <a:t>F.O</a:t>
            </a:r>
            <a:r>
              <a:rPr lang="es-MX" dirty="0">
                <a:solidFill>
                  <a:schemeClr val="bg1"/>
                </a:solidFill>
              </a:rPr>
              <a:t>.</a:t>
            </a:r>
          </a:p>
        </p:txBody>
      </p:sp>
      <p:cxnSp>
        <p:nvCxnSpPr>
          <p:cNvPr id="30" name="Conector recto de flecha 29"/>
          <p:cNvCxnSpPr/>
          <p:nvPr/>
        </p:nvCxnSpPr>
        <p:spPr>
          <a:xfrm>
            <a:off x="4477871" y="5358215"/>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p:cNvCxnSpPr/>
          <p:nvPr/>
        </p:nvCxnSpPr>
        <p:spPr>
          <a:xfrm>
            <a:off x="4477871" y="5827471"/>
            <a:ext cx="28104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32"/>
          <p:cNvCxnSpPr/>
          <p:nvPr/>
        </p:nvCxnSpPr>
        <p:spPr>
          <a:xfrm flipV="1">
            <a:off x="941294" y="2595282"/>
            <a:ext cx="1038113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Conector recto 33"/>
          <p:cNvCxnSpPr/>
          <p:nvPr/>
        </p:nvCxnSpPr>
        <p:spPr>
          <a:xfrm flipV="1">
            <a:off x="941294" y="3825986"/>
            <a:ext cx="1038113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Conector recto 34"/>
          <p:cNvCxnSpPr/>
          <p:nvPr/>
        </p:nvCxnSpPr>
        <p:spPr>
          <a:xfrm flipV="1">
            <a:off x="941294" y="4968986"/>
            <a:ext cx="1038113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3 Marcador de texto">
            <a:extLst>
              <a:ext uri="{FF2B5EF4-FFF2-40B4-BE49-F238E27FC236}">
                <a16:creationId xmlns:a16="http://schemas.microsoft.com/office/drawing/2014/main" id="{554D1AAF-0C83-458B-09AC-C6784AB9EE02}"/>
              </a:ext>
            </a:extLst>
          </p:cNvPr>
          <p:cNvSpPr txBox="1">
            <a:spLocks/>
          </p:cNvSpPr>
          <p:nvPr/>
        </p:nvSpPr>
        <p:spPr>
          <a:xfrm>
            <a:off x="2137919" y="741550"/>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t>Modelo Primal</a:t>
            </a:r>
          </a:p>
        </p:txBody>
      </p:sp>
      <p:sp>
        <p:nvSpPr>
          <p:cNvPr id="39" name="3 Marcador de texto">
            <a:extLst>
              <a:ext uri="{FF2B5EF4-FFF2-40B4-BE49-F238E27FC236}">
                <a16:creationId xmlns:a16="http://schemas.microsoft.com/office/drawing/2014/main" id="{8A26EC79-06DA-BDA6-5DDB-9C7CB034DCA2}"/>
              </a:ext>
            </a:extLst>
          </p:cNvPr>
          <p:cNvSpPr txBox="1">
            <a:spLocks/>
          </p:cNvSpPr>
          <p:nvPr/>
        </p:nvSpPr>
        <p:spPr>
          <a:xfrm>
            <a:off x="7780591" y="741550"/>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Modelo Dual</a:t>
            </a:r>
          </a:p>
        </p:txBody>
      </p:sp>
    </p:spTree>
    <p:extLst>
      <p:ext uri="{BB962C8B-B14F-4D97-AF65-F5344CB8AC3E}">
        <p14:creationId xmlns:p14="http://schemas.microsoft.com/office/powerpoint/2010/main" val="3106234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Ejercicios</a:t>
            </a:r>
            <a:br>
              <a:rPr lang="es-MX" dirty="0"/>
            </a:br>
            <a:r>
              <a:rPr lang="es-MX" dirty="0"/>
              <a:t>Conversiones de (P) </a:t>
            </a:r>
            <a:r>
              <a:rPr lang="es-MX" dirty="0" err="1"/>
              <a:t>to</a:t>
            </a:r>
            <a:r>
              <a:rPr lang="es-MX" dirty="0"/>
              <a:t> (D)</a:t>
            </a:r>
          </a:p>
        </p:txBody>
      </p:sp>
      <p:graphicFrame>
        <p:nvGraphicFramePr>
          <p:cNvPr id="4" name="3 Marcador de contenido"/>
          <p:cNvGraphicFramePr>
            <a:graphicFrameLocks noGrp="1" noChangeAspect="1"/>
          </p:cNvGraphicFramePr>
          <p:nvPr>
            <p:ph idx="1"/>
          </p:nvPr>
        </p:nvGraphicFramePr>
        <p:xfrm>
          <a:off x="2381224" y="1857365"/>
          <a:ext cx="1143008" cy="1357321"/>
        </p:xfrm>
        <a:graphic>
          <a:graphicData uri="http://schemas.openxmlformats.org/presentationml/2006/ole">
            <mc:AlternateContent xmlns:mc="http://schemas.openxmlformats.org/markup-compatibility/2006">
              <mc:Choice xmlns:v="urn:schemas-microsoft-com:vml" Requires="v">
                <p:oleObj name="Ecuación" r:id="rId2" imgW="482400" imgH="583920" progId="Equation.3">
                  <p:embed/>
                </p:oleObj>
              </mc:Choice>
              <mc:Fallback>
                <p:oleObj name="Ecuación" r:id="rId2" imgW="482400" imgH="583920" progId="Equation.3">
                  <p:embed/>
                  <p:pic>
                    <p:nvPicPr>
                      <p:cNvPr id="4"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24" y="1857365"/>
                        <a:ext cx="1143008" cy="1357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CuadroTexto"/>
          <p:cNvSpPr txBox="1"/>
          <p:nvPr/>
        </p:nvSpPr>
        <p:spPr>
          <a:xfrm>
            <a:off x="2024035" y="5715017"/>
            <a:ext cx="7715304"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Escriba el problema dual de estos </a:t>
            </a:r>
            <a:r>
              <a:rPr lang="es-MX" sz="2400" dirty="0" err="1">
                <a:latin typeface="Times New Roman" pitchFamily="18" charset="0"/>
                <a:cs typeface="Times New Roman" pitchFamily="18" charset="0"/>
              </a:rPr>
              <a:t>PPLs</a:t>
            </a:r>
            <a:endParaRPr lang="es-MX" sz="2400" b="1" dirty="0">
              <a:latin typeface="Times New Roman" pitchFamily="18" charset="0"/>
              <a:cs typeface="Times New Roman" pitchFamily="18" charset="0"/>
            </a:endParaRPr>
          </a:p>
        </p:txBody>
      </p:sp>
      <p:graphicFrame>
        <p:nvGraphicFramePr>
          <p:cNvPr id="53253" name="3 Marcador de contenido"/>
          <p:cNvGraphicFramePr>
            <a:graphicFrameLocks noChangeAspect="1"/>
          </p:cNvGraphicFramePr>
          <p:nvPr/>
        </p:nvGraphicFramePr>
        <p:xfrm>
          <a:off x="3881422" y="2821782"/>
          <a:ext cx="1143000" cy="1357313"/>
        </p:xfrm>
        <a:graphic>
          <a:graphicData uri="http://schemas.openxmlformats.org/presentationml/2006/ole">
            <mc:AlternateContent xmlns:mc="http://schemas.openxmlformats.org/markup-compatibility/2006">
              <mc:Choice xmlns:v="urn:schemas-microsoft-com:vml" Requires="v">
                <p:oleObj name="Ecuación" r:id="rId4" imgW="482400" imgH="583920" progId="Equation.3">
                  <p:embed/>
                </p:oleObj>
              </mc:Choice>
              <mc:Fallback>
                <p:oleObj name="Ecuación" r:id="rId4" imgW="482400" imgH="583920" progId="Equation.3">
                  <p:embed/>
                  <p:pic>
                    <p:nvPicPr>
                      <p:cNvPr id="53253" name="3 Marcador de contenid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1422" y="2821782"/>
                        <a:ext cx="1143000" cy="1357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4" name="3 Marcador de contenido"/>
          <p:cNvGraphicFramePr>
            <a:graphicFrameLocks noChangeAspect="1"/>
          </p:cNvGraphicFramePr>
          <p:nvPr/>
        </p:nvGraphicFramePr>
        <p:xfrm>
          <a:off x="5167306" y="4071942"/>
          <a:ext cx="1143000" cy="1357312"/>
        </p:xfrm>
        <a:graphic>
          <a:graphicData uri="http://schemas.openxmlformats.org/presentationml/2006/ole">
            <mc:AlternateContent xmlns:mc="http://schemas.openxmlformats.org/markup-compatibility/2006">
              <mc:Choice xmlns:v="urn:schemas-microsoft-com:vml" Requires="v">
                <p:oleObj name="Ecuación" r:id="rId6" imgW="482400" imgH="583920" progId="Equation.3">
                  <p:embed/>
                </p:oleObj>
              </mc:Choice>
              <mc:Fallback>
                <p:oleObj name="Ecuación" r:id="rId6" imgW="482400" imgH="583920" progId="Equation.3">
                  <p:embed/>
                  <p:pic>
                    <p:nvPicPr>
                      <p:cNvPr id="53254" name="3 Marcador de contenid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67306" y="4071942"/>
                        <a:ext cx="1143000" cy="1357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5" name="3 Marcador de contenido"/>
          <p:cNvGraphicFramePr>
            <a:graphicFrameLocks noChangeAspect="1"/>
          </p:cNvGraphicFramePr>
          <p:nvPr/>
        </p:nvGraphicFramePr>
        <p:xfrm>
          <a:off x="6467476" y="2081214"/>
          <a:ext cx="995363" cy="765175"/>
        </p:xfrm>
        <a:graphic>
          <a:graphicData uri="http://schemas.openxmlformats.org/presentationml/2006/ole">
            <mc:AlternateContent xmlns:mc="http://schemas.openxmlformats.org/markup-compatibility/2006">
              <mc:Choice xmlns:v="urn:schemas-microsoft-com:vml" Requires="v">
                <p:oleObj name="Ecuación" r:id="rId8" imgW="469800" imgH="368280" progId="Equation.3">
                  <p:embed/>
                </p:oleObj>
              </mc:Choice>
              <mc:Fallback>
                <p:oleObj name="Ecuación" r:id="rId8" imgW="469800" imgH="368280" progId="Equation.3">
                  <p:embed/>
                  <p:pic>
                    <p:nvPicPr>
                      <p:cNvPr id="53255" name="3 Marcador de contenid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67476" y="2081214"/>
                        <a:ext cx="995363"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6" name="Object 8"/>
          <p:cNvGraphicFramePr>
            <a:graphicFrameLocks noChangeAspect="1"/>
          </p:cNvGraphicFramePr>
          <p:nvPr/>
        </p:nvGraphicFramePr>
        <p:xfrm>
          <a:off x="7596199" y="2893219"/>
          <a:ext cx="995363" cy="1214438"/>
        </p:xfrm>
        <a:graphic>
          <a:graphicData uri="http://schemas.openxmlformats.org/presentationml/2006/ole">
            <mc:AlternateContent xmlns:mc="http://schemas.openxmlformats.org/markup-compatibility/2006">
              <mc:Choice xmlns:v="urn:schemas-microsoft-com:vml" Requires="v">
                <p:oleObj name="Ecuación" r:id="rId10" imgW="469800" imgH="583920" progId="Equation.3">
                  <p:embed/>
                </p:oleObj>
              </mc:Choice>
              <mc:Fallback>
                <p:oleObj name="Ecuación" r:id="rId10" imgW="469800" imgH="583920" progId="Equation.3">
                  <p:embed/>
                  <p:pic>
                    <p:nvPicPr>
                      <p:cNvPr id="53256"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96199" y="2893219"/>
                        <a:ext cx="995363" cy="1214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7" name="Object 9"/>
          <p:cNvGraphicFramePr>
            <a:graphicFrameLocks noChangeAspect="1"/>
          </p:cNvGraphicFramePr>
          <p:nvPr/>
        </p:nvGraphicFramePr>
        <p:xfrm>
          <a:off x="8701088" y="4143381"/>
          <a:ext cx="995362" cy="1214437"/>
        </p:xfrm>
        <a:graphic>
          <a:graphicData uri="http://schemas.openxmlformats.org/presentationml/2006/ole">
            <mc:AlternateContent xmlns:mc="http://schemas.openxmlformats.org/markup-compatibility/2006">
              <mc:Choice xmlns:v="urn:schemas-microsoft-com:vml" Requires="v">
                <p:oleObj name="Ecuación" r:id="rId12" imgW="469800" imgH="583920" progId="Equation.3">
                  <p:embed/>
                </p:oleObj>
              </mc:Choice>
              <mc:Fallback>
                <p:oleObj name="Ecuación" r:id="rId12" imgW="469800" imgH="583920" progId="Equation.3">
                  <p:embed/>
                  <p:pic>
                    <p:nvPicPr>
                      <p:cNvPr id="53257"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01088" y="4143381"/>
                        <a:ext cx="995362" cy="1214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6FFA54E1-8A5A-492B-8D87-772C5A9980B5}" type="slidenum">
              <a:rPr lang="es-ES" smtClean="0"/>
              <a:pPr/>
              <a:t>10</a:t>
            </a:fld>
            <a:endParaRPr lang="es-ES"/>
          </a:p>
        </p:txBody>
      </p:sp>
      <p:sp>
        <p:nvSpPr>
          <p:cNvPr id="5" name="4 Marcador de pie de página"/>
          <p:cNvSpPr>
            <a:spLocks noGrp="1"/>
          </p:cNvSpPr>
          <p:nvPr>
            <p:ph type="ftr" sz="quarter" idx="11"/>
          </p:nvPr>
        </p:nvSpPr>
        <p:spPr/>
        <p:txBody>
          <a:bodyPr/>
          <a:lstStyle/>
          <a:p>
            <a:r>
              <a:rPr lang="es-ES"/>
              <a:t>OPTIMIZACIÓN DE OPERACIONES</a:t>
            </a:r>
          </a:p>
        </p:txBody>
      </p:sp>
      <p:sp>
        <p:nvSpPr>
          <p:cNvPr id="6" name="Date Placeholder 5">
            <a:extLst>
              <a:ext uri="{FF2B5EF4-FFF2-40B4-BE49-F238E27FC236}">
                <a16:creationId xmlns:a16="http://schemas.microsoft.com/office/drawing/2014/main" id="{67094C6E-EFDA-F439-5D16-D91A0D39EAC8}"/>
              </a:ext>
            </a:extLst>
          </p:cNvPr>
          <p:cNvSpPr>
            <a:spLocks noGrp="1"/>
          </p:cNvSpPr>
          <p:nvPr>
            <p:ph type="dt" sz="half" idx="10"/>
          </p:nvPr>
        </p:nvSpPr>
        <p:spPr/>
        <p:txBody>
          <a:bodyPr/>
          <a:lstStyle/>
          <a:p>
            <a:endParaRPr lang="es-MX"/>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Construcción del problema dual </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11</a:t>
            </a:fld>
            <a:endParaRPr lang="es-ES"/>
          </a:p>
        </p:txBody>
      </p:sp>
      <p:sp>
        <p:nvSpPr>
          <p:cNvPr id="6" name="5 Marcador de pie de página"/>
          <p:cNvSpPr>
            <a:spLocks noGrp="1"/>
          </p:cNvSpPr>
          <p:nvPr>
            <p:ph type="ftr" sz="quarter" idx="4294967295"/>
          </p:nvPr>
        </p:nvSpPr>
        <p:spPr>
          <a:xfrm>
            <a:off x="0" y="6583363"/>
            <a:ext cx="5507038" cy="274637"/>
          </a:xfrm>
        </p:spPr>
        <p:txBody>
          <a:bodyPr/>
          <a:lstStyle/>
          <a:p>
            <a:r>
              <a:rPr lang="es-ES" dirty="0"/>
              <a:t>OPTIMIZACIÓN DE OPERACIONES</a:t>
            </a:r>
          </a:p>
        </p:txBody>
      </p:sp>
      <mc:AlternateContent xmlns:mc="http://schemas.openxmlformats.org/markup-compatibility/2006">
        <mc:Choice xmlns:a14="http://schemas.microsoft.com/office/drawing/2010/main" Requires="a14">
          <p:sp>
            <p:nvSpPr>
              <p:cNvPr id="48132" name="Object 4"/>
              <p:cNvSpPr txBox="1"/>
              <p:nvPr/>
            </p:nvSpPr>
            <p:spPr bwMode="auto">
              <a:xfrm>
                <a:off x="6823075" y="2606675"/>
                <a:ext cx="3824288" cy="239553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en-US" i="1" smtClean="0">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min</m:t>
                          </m:r>
                        </m:fName>
                        <m:e>
                          <m:r>
                            <a:rPr lang="en-US" i="1">
                              <a:solidFill>
                                <a:srgbClr val="000000"/>
                              </a:solidFill>
                              <a:latin typeface="Cambria Math" panose="02040503050406030204" pitchFamily="18" charset="0"/>
                            </a:rPr>
                            <m:t>𝑊</m:t>
                          </m:r>
                        </m:e>
                      </m:func>
                      <m:r>
                        <a:rPr lang="en-US" i="1">
                          <a:solidFill>
                            <a:srgbClr val="000000"/>
                          </a:solidFill>
                          <a:latin typeface="Cambria Math" panose="02040503050406030204" pitchFamily="18" charset="0"/>
                        </a:rPr>
                        <m:t>=10</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+8</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2</m:t>
                          </m:r>
                        </m:sub>
                      </m:sSub>
                    </m:oMath>
                    <m:oMath xmlns:m="http://schemas.openxmlformats.org/officeDocument/2006/math">
                      <m:r>
                        <m:rPr>
                          <m:nor/>
                        </m:rPr>
                        <a:rPr lang="en-US" i="0">
                          <a:solidFill>
                            <a:srgbClr val="000000"/>
                          </a:solidFill>
                          <a:latin typeface="Cambria Math" panose="02040503050406030204" pitchFamily="18" charset="0"/>
                        </a:rPr>
                        <m:t>st</m:t>
                      </m:r>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≥5</m:t>
                      </m:r>
                    </m:oMath>
                    <m:oMath xmlns:m="http://schemas.openxmlformats.org/officeDocument/2006/math">
                      <m:r>
                        <a:rPr lang="en-US" i="1">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≥12</m:t>
                      </m:r>
                    </m:oMath>
                    <m:oMath xmlns:m="http://schemas.openxmlformats.org/officeDocument/2006/math">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+3</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2</m:t>
                          </m:r>
                        </m:sub>
                      </m:sSub>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≥4</m:t>
                      </m:r>
                    </m:oMath>
                    <m:oMath xmlns:m="http://schemas.openxmlformats.org/officeDocument/2006/math">
                      <m:r>
                        <a:rPr lang="en-US" i="1">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+0</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≥0,</m:t>
                      </m:r>
                    </m:oMath>
                    <m:oMath xmlns:m="http://schemas.openxmlformats.org/officeDocument/2006/math">
                      <m:r>
                        <a:rPr lang="en-US" i="1">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s-MX" b="0" i="1" smtClean="0">
                              <a:solidFill>
                                <a:srgbClr val="000000"/>
                              </a:solidFill>
                              <a:latin typeface="Cambria Math" panose="02040503050406030204" pitchFamily="18" charset="0"/>
                            </a:rPr>
                            <m:t>2</m:t>
                          </m:r>
                        </m:sub>
                      </m:sSub>
                      <m:r>
                        <a:rPr lang="es-MX" b="0" i="1" smtClean="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irrestricta</m:t>
                      </m:r>
                    </m:oMath>
                  </m:oMathPara>
                </a14:m>
                <a:endParaRPr lang="en-US" dirty="0"/>
              </a:p>
            </p:txBody>
          </p:sp>
        </mc:Choice>
        <mc:Fallback>
          <p:sp>
            <p:nvSpPr>
              <p:cNvPr id="48132" name="Object 4"/>
              <p:cNvSpPr txBox="1">
                <a:spLocks noRot="1" noChangeAspect="1" noMove="1" noResize="1" noEditPoints="1" noAdjustHandles="1" noChangeArrowheads="1" noChangeShapeType="1" noTextEdit="1"/>
              </p:cNvSpPr>
              <p:nvPr/>
            </p:nvSpPr>
            <p:spPr bwMode="auto">
              <a:xfrm>
                <a:off x="6823075" y="2606675"/>
                <a:ext cx="3824288" cy="239553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134" name="Object 6"/>
              <p:cNvSpPr txBox="1"/>
              <p:nvPr/>
            </p:nvSpPr>
            <p:spPr bwMode="auto">
              <a:xfrm>
                <a:off x="1184275" y="2713038"/>
                <a:ext cx="4713288" cy="16049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max</m:t>
                          </m:r>
                        </m:fName>
                        <m:e>
                          <m:r>
                            <a:rPr lang="en-US" i="1">
                              <a:solidFill>
                                <a:srgbClr val="000000"/>
                              </a:solidFill>
                              <a:latin typeface="Cambria Math" panose="02040503050406030204" pitchFamily="18" charset="0"/>
                            </a:rPr>
                            <m:t>𝑍</m:t>
                          </m:r>
                        </m:e>
                      </m:func>
                      <m:r>
                        <a:rPr lang="en-US" i="1">
                          <a:solidFill>
                            <a:srgbClr val="000000"/>
                          </a:solidFill>
                          <a:latin typeface="Cambria Math" panose="02040503050406030204" pitchFamily="18" charset="0"/>
                        </a:rPr>
                        <m:t>=5</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+12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+4</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+0</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4</m:t>
                          </m:r>
                        </m:sub>
                      </m:sSub>
                    </m:oMath>
                    <m:oMath xmlns:m="http://schemas.openxmlformats.org/officeDocument/2006/math">
                      <m:r>
                        <m:rPr>
                          <m:nor/>
                        </m:rPr>
                        <a:rPr lang="en-US" i="0">
                          <a:solidFill>
                            <a:srgbClr val="000000"/>
                          </a:solidFill>
                          <a:latin typeface="Cambria Math" panose="02040503050406030204" pitchFamily="18" charset="0"/>
                        </a:rPr>
                        <m:t>st</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4</m:t>
                          </m:r>
                        </m:sub>
                      </m:sSub>
                      <m:r>
                        <a:rPr lang="en-US" i="1">
                          <a:solidFill>
                            <a:srgbClr val="000000"/>
                          </a:solidFill>
                          <a:latin typeface="Cambria Math" panose="02040503050406030204" pitchFamily="18" charset="0"/>
                        </a:rPr>
                        <m:t>=10</m:t>
                      </m:r>
                    </m:oMath>
                    <m:oMath xmlns:m="http://schemas.openxmlformats.org/officeDocument/2006/math">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+3</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+0</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4</m:t>
                          </m:r>
                        </m:sub>
                      </m:sSub>
                      <m:r>
                        <a:rPr lang="en-US" i="1">
                          <a:solidFill>
                            <a:srgbClr val="000000"/>
                          </a:solidFill>
                          <a:latin typeface="Cambria Math" panose="02040503050406030204" pitchFamily="18" charset="0"/>
                        </a:rPr>
                        <m:t>=8</m:t>
                      </m:r>
                    </m:oMath>
                    <m:oMath xmlns:m="http://schemas.openxmlformats.org/officeDocument/2006/math">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4</m:t>
                          </m:r>
                        </m:sub>
                      </m:sSub>
                      <m:r>
                        <a:rPr lang="en-US" i="1">
                          <a:solidFill>
                            <a:srgbClr val="000000"/>
                          </a:solidFill>
                          <a:latin typeface="Cambria Math" panose="02040503050406030204" pitchFamily="18" charset="0"/>
                        </a:rPr>
                        <m:t>≥0</m:t>
                      </m:r>
                    </m:oMath>
                  </m:oMathPara>
                </a14:m>
                <a:endParaRPr lang="en-US" dirty="0"/>
              </a:p>
            </p:txBody>
          </p:sp>
        </mc:Choice>
        <mc:Fallback>
          <p:sp>
            <p:nvSpPr>
              <p:cNvPr id="48134" name="Object 6"/>
              <p:cNvSpPr txBox="1">
                <a:spLocks noRot="1" noChangeAspect="1" noMove="1" noResize="1" noEditPoints="1" noAdjustHandles="1" noChangeArrowheads="1" noChangeShapeType="1" noTextEdit="1"/>
              </p:cNvSpPr>
              <p:nvPr/>
            </p:nvSpPr>
            <p:spPr bwMode="auto">
              <a:xfrm>
                <a:off x="1184275" y="2713038"/>
                <a:ext cx="4713288" cy="1604962"/>
              </a:xfrm>
              <a:prstGeom prst="rect">
                <a:avLst/>
              </a:prstGeom>
              <a:blipFill>
                <a:blip r:embed="rId3"/>
                <a:stretch>
                  <a:fillRect/>
                </a:stretch>
              </a:blipFill>
            </p:spPr>
            <p:txBody>
              <a:bodyPr/>
              <a:lstStyle/>
              <a:p>
                <a:r>
                  <a:rPr lang="en-US">
                    <a:noFill/>
                  </a:rPr>
                  <a:t> </a:t>
                </a:r>
              </a:p>
            </p:txBody>
          </p:sp>
        </mc:Fallback>
      </mc:AlternateContent>
      <p:sp>
        <p:nvSpPr>
          <p:cNvPr id="13" name="3 Marcador de texto">
            <a:extLst>
              <a:ext uri="{FF2B5EF4-FFF2-40B4-BE49-F238E27FC236}">
                <a16:creationId xmlns:a16="http://schemas.microsoft.com/office/drawing/2014/main" id="{C90DC0C8-786E-C188-5EE7-0DD4372C3CD2}"/>
              </a:ext>
            </a:extLst>
          </p:cNvPr>
          <p:cNvSpPr txBox="1">
            <a:spLocks/>
          </p:cNvSpPr>
          <p:nvPr/>
        </p:nvSpPr>
        <p:spPr>
          <a:xfrm>
            <a:off x="2199932" y="2023875"/>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14" name="3 Marcador de texto">
            <a:extLst>
              <a:ext uri="{FF2B5EF4-FFF2-40B4-BE49-F238E27FC236}">
                <a16:creationId xmlns:a16="http://schemas.microsoft.com/office/drawing/2014/main" id="{729D365F-D52B-81FE-C77E-8DCC70C297F1}"/>
              </a:ext>
            </a:extLst>
          </p:cNvPr>
          <p:cNvSpPr txBox="1">
            <a:spLocks/>
          </p:cNvSpPr>
          <p:nvPr/>
        </p:nvSpPr>
        <p:spPr>
          <a:xfrm>
            <a:off x="6980604" y="2029970"/>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fade">
                                      <p:cBhvr>
                                        <p:cTn id="7" dur="500"/>
                                        <p:tgtEl>
                                          <p:spTgt spid="4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Marcador de contenido"/>
          <p:cNvGraphicFramePr>
            <a:graphicFrameLocks noGrp="1"/>
          </p:cNvGraphicFramePr>
          <p:nvPr>
            <p:ph idx="1"/>
            <p:extLst>
              <p:ext uri="{D42A27DB-BD31-4B8C-83A1-F6EECF244321}">
                <p14:modId xmlns:p14="http://schemas.microsoft.com/office/powerpoint/2010/main" val="1255801405"/>
              </p:ext>
            </p:extLst>
          </p:nvPr>
        </p:nvGraphicFramePr>
        <p:xfrm>
          <a:off x="968375" y="1600200"/>
          <a:ext cx="10367961" cy="4051306"/>
        </p:xfrm>
        <a:graphic>
          <a:graphicData uri="http://schemas.openxmlformats.org/drawingml/2006/table">
            <a:tbl>
              <a:tblPr/>
              <a:tblGrid>
                <a:gridCol w="2054579">
                  <a:extLst>
                    <a:ext uri="{9D8B030D-6E8A-4147-A177-3AD203B41FA5}">
                      <a16:colId xmlns:a16="http://schemas.microsoft.com/office/drawing/2014/main" val="20000"/>
                    </a:ext>
                  </a:extLst>
                </a:gridCol>
                <a:gridCol w="3111751">
                  <a:extLst>
                    <a:ext uri="{9D8B030D-6E8A-4147-A177-3AD203B41FA5}">
                      <a16:colId xmlns:a16="http://schemas.microsoft.com/office/drawing/2014/main" val="20001"/>
                    </a:ext>
                  </a:extLst>
                </a:gridCol>
                <a:gridCol w="3070280">
                  <a:extLst>
                    <a:ext uri="{9D8B030D-6E8A-4147-A177-3AD203B41FA5}">
                      <a16:colId xmlns:a16="http://schemas.microsoft.com/office/drawing/2014/main" val="20002"/>
                    </a:ext>
                  </a:extLst>
                </a:gridCol>
                <a:gridCol w="2131351">
                  <a:extLst>
                    <a:ext uri="{9D8B030D-6E8A-4147-A177-3AD203B41FA5}">
                      <a16:colId xmlns:a16="http://schemas.microsoft.com/office/drawing/2014/main" val="20003"/>
                    </a:ext>
                  </a:extLst>
                </a:gridCol>
              </a:tblGrid>
              <a:tr h="604670">
                <a:tc gridSpan="2">
                  <a:txBody>
                    <a:bodyPr/>
                    <a:lstStyle/>
                    <a:p>
                      <a:pPr marL="226695" indent="-226695" algn="ctr">
                        <a:spcAft>
                          <a:spcPts val="0"/>
                        </a:spcAft>
                      </a:pPr>
                      <a:r>
                        <a:rPr lang="es-MX" sz="1800" dirty="0">
                          <a:solidFill>
                            <a:schemeClr val="bg1"/>
                          </a:solidFill>
                          <a:latin typeface="Calibri"/>
                          <a:ea typeface="Calibri"/>
                          <a:cs typeface="Times New Roman"/>
                        </a:rPr>
                        <a:t>Primal  (P)</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solidFill>
                      <a:schemeClr val="tx1"/>
                    </a:solidFill>
                  </a:tcPr>
                </a:tc>
                <a:tc hMerge="1">
                  <a:txBody>
                    <a:bodyPr/>
                    <a:lstStyle/>
                    <a:p>
                      <a:pPr marL="226695" indent="-226695" algn="ctr">
                        <a:spcAft>
                          <a:spcPts val="0"/>
                        </a:spcAft>
                      </a:pPr>
                      <a:endParaRPr lang="es-MX" sz="1800" dirty="0">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tcPr>
                </a:tc>
                <a:tc gridSpan="2">
                  <a:txBody>
                    <a:bodyPr/>
                    <a:lstStyle/>
                    <a:p>
                      <a:pPr marL="226695" indent="-226695" algn="ctr">
                        <a:spcAft>
                          <a:spcPts val="0"/>
                        </a:spcAft>
                      </a:pPr>
                      <a:r>
                        <a:rPr lang="es-MX" sz="1800" dirty="0">
                          <a:solidFill>
                            <a:schemeClr val="bg1"/>
                          </a:solidFill>
                          <a:latin typeface="Calibri"/>
                          <a:ea typeface="Calibri"/>
                          <a:cs typeface="Times New Roman"/>
                        </a:rPr>
                        <a:t>Dual   (D)</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solidFill>
                      <a:schemeClr val="tx1"/>
                    </a:solidFill>
                  </a:tcPr>
                </a:tc>
                <a:tc hMerge="1">
                  <a:txBody>
                    <a:bodyPr/>
                    <a:lstStyle/>
                    <a:p>
                      <a:pPr marL="226695" indent="-226695" algn="ctr">
                        <a:spcAft>
                          <a:spcPts val="0"/>
                        </a:spcAft>
                      </a:pPr>
                      <a:endParaRPr lang="es-MX" sz="1800" dirty="0">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28575" cap="flat" cmpd="sng" algn="ctr">
                      <a:solidFill>
                        <a:srgbClr val="4F81BD"/>
                      </a:solidFill>
                      <a:prstDash val="solid"/>
                      <a:round/>
                      <a:headEnd type="none" w="med" len="med"/>
                      <a:tailEnd type="none" w="med" len="med"/>
                    </a:lnB>
                  </a:tcPr>
                </a:tc>
                <a:extLst>
                  <a:ext uri="{0D108BD9-81ED-4DB2-BD59-A6C34878D82A}">
                    <a16:rowId xmlns:a16="http://schemas.microsoft.com/office/drawing/2014/main" val="10000"/>
                  </a:ext>
                </a:extLst>
              </a:tr>
              <a:tr h="544265">
                <a:tc>
                  <a:txBody>
                    <a:bodyPr/>
                    <a:lstStyle/>
                    <a:p>
                      <a:pPr marL="226695" indent="-226695" algn="ctr">
                        <a:spcAft>
                          <a:spcPts val="0"/>
                        </a:spcAft>
                      </a:pPr>
                      <a:r>
                        <a:rPr lang="es-MX" sz="1800" dirty="0">
                          <a:solidFill>
                            <a:schemeClr val="bg1"/>
                          </a:solidFill>
                          <a:latin typeface="Calibri"/>
                          <a:ea typeface="Calibri"/>
                          <a:cs typeface="Times New Roman"/>
                        </a:rPr>
                        <a:t>Función objetivo</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r>
                        <a:rPr lang="es-MX" sz="1800" dirty="0">
                          <a:solidFill>
                            <a:schemeClr val="bg1"/>
                          </a:solidFill>
                          <a:latin typeface="Calibri"/>
                          <a:ea typeface="Calibri"/>
                          <a:cs typeface="Times New Roman"/>
                        </a:rPr>
                        <a:t>Max Z (W)</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r>
                        <a:rPr lang="es-MX" sz="1800" dirty="0">
                          <a:solidFill>
                            <a:schemeClr val="bg1"/>
                          </a:solidFill>
                          <a:latin typeface="Calibri"/>
                          <a:ea typeface="Calibri"/>
                          <a:cs typeface="Times New Roman"/>
                        </a:rPr>
                        <a:t>Min W (Z)</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r>
                        <a:rPr lang="es-MX" sz="1800" dirty="0">
                          <a:solidFill>
                            <a:schemeClr val="bg1"/>
                          </a:solidFill>
                          <a:latin typeface="Calibri"/>
                          <a:ea typeface="Calibri"/>
                          <a:cs typeface="Times New Roman"/>
                        </a:rPr>
                        <a:t>Función objetivo</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1378724">
                <a:tc>
                  <a:txBody>
                    <a:bodyPr/>
                    <a:lstStyle/>
                    <a:p>
                      <a:pPr marL="226695" indent="-226695" algn="ctr">
                        <a:spcAft>
                          <a:spcPts val="0"/>
                        </a:spcAft>
                      </a:pPr>
                      <a:r>
                        <a:rPr lang="es-MX" sz="1800" dirty="0">
                          <a:solidFill>
                            <a:schemeClr val="bg1"/>
                          </a:solidFill>
                          <a:latin typeface="Calibri"/>
                          <a:ea typeface="Calibri"/>
                          <a:cs typeface="Times New Roman"/>
                        </a:rPr>
                        <a:t>Restricciones</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endParaRPr lang="es-MX" sz="1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endParaRPr lang="es-MX" sz="1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r>
                        <a:rPr lang="es-MX" sz="1800" dirty="0">
                          <a:solidFill>
                            <a:schemeClr val="bg1"/>
                          </a:solidFill>
                          <a:latin typeface="Calibri"/>
                          <a:ea typeface="Calibri"/>
                          <a:cs typeface="Times New Roman"/>
                        </a:rPr>
                        <a:t>Variables</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1523647">
                <a:tc>
                  <a:txBody>
                    <a:bodyPr/>
                    <a:lstStyle/>
                    <a:p>
                      <a:pPr marL="226695" indent="-226695" algn="ctr">
                        <a:spcAft>
                          <a:spcPts val="0"/>
                        </a:spcAft>
                      </a:pPr>
                      <a:r>
                        <a:rPr lang="es-MX" sz="1800" dirty="0">
                          <a:solidFill>
                            <a:schemeClr val="bg1"/>
                          </a:solidFill>
                          <a:latin typeface="Calibri"/>
                          <a:ea typeface="Calibri"/>
                          <a:cs typeface="Times New Roman"/>
                        </a:rPr>
                        <a:t>Variables</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endParaRPr lang="es-MX" sz="1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endParaRPr lang="es-MX" sz="1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tc>
                  <a:txBody>
                    <a:bodyPr/>
                    <a:lstStyle/>
                    <a:p>
                      <a:pPr marL="226695" indent="-226695" algn="ctr">
                        <a:spcAft>
                          <a:spcPts val="0"/>
                        </a:spcAft>
                      </a:pPr>
                      <a:r>
                        <a:rPr lang="es-MX" sz="1800" dirty="0">
                          <a:solidFill>
                            <a:schemeClr val="bg1"/>
                          </a:solidFill>
                          <a:latin typeface="Calibri"/>
                          <a:ea typeface="Calibri"/>
                          <a:cs typeface="Times New Roman"/>
                        </a:rPr>
                        <a:t>Restricciones</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bl>
          </a:graphicData>
        </a:graphic>
      </p:graphicFrame>
      <p:sp>
        <p:nvSpPr>
          <p:cNvPr id="2" name="1 Título"/>
          <p:cNvSpPr>
            <a:spLocks noGrp="1"/>
          </p:cNvSpPr>
          <p:nvPr>
            <p:ph type="title"/>
          </p:nvPr>
        </p:nvSpPr>
        <p:spPr/>
        <p:txBody>
          <a:bodyPr>
            <a:normAutofit/>
          </a:bodyPr>
          <a:lstStyle/>
          <a:p>
            <a:r>
              <a:rPr lang="es-MX" dirty="0"/>
              <a:t>Relación primal-dual</a:t>
            </a:r>
            <a:br>
              <a:rPr lang="es-MX" dirty="0"/>
            </a:br>
            <a:r>
              <a:rPr lang="es-MX" dirty="0"/>
              <a:t>Tabla de conversión general</a:t>
            </a:r>
          </a:p>
        </p:txBody>
      </p:sp>
      <p:sp>
        <p:nvSpPr>
          <p:cNvPr id="4" name="Slide Number Placeholder 3"/>
          <p:cNvSpPr>
            <a:spLocks noGrp="1"/>
          </p:cNvSpPr>
          <p:nvPr>
            <p:ph type="sldNum" sz="quarter" idx="4294967295"/>
          </p:nvPr>
        </p:nvSpPr>
        <p:spPr>
          <a:xfrm>
            <a:off x="11668125" y="6602413"/>
            <a:ext cx="523875" cy="247650"/>
          </a:xfrm>
        </p:spPr>
        <p:txBody>
          <a:bodyPr/>
          <a:lstStyle/>
          <a:p>
            <a:fld id="{6FFA54E1-8A5A-492B-8D87-772C5A9980B5}" type="slidenum">
              <a:rPr lang="es-ES" smtClean="0"/>
              <a:pPr/>
              <a:t>12</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93185" name="Object 1"/>
          <p:cNvGraphicFramePr>
            <a:graphicFrameLocks noChangeAspect="1"/>
          </p:cNvGraphicFramePr>
          <p:nvPr>
            <p:extLst>
              <p:ext uri="{D42A27DB-BD31-4B8C-83A1-F6EECF244321}">
                <p14:modId xmlns:p14="http://schemas.microsoft.com/office/powerpoint/2010/main" val="2410683272"/>
              </p:ext>
            </p:extLst>
          </p:nvPr>
        </p:nvGraphicFramePr>
        <p:xfrm>
          <a:off x="3600500" y="2928798"/>
          <a:ext cx="1552575" cy="1150938"/>
        </p:xfrm>
        <a:graphic>
          <a:graphicData uri="http://schemas.openxmlformats.org/presentationml/2006/ole">
            <mc:AlternateContent xmlns:mc="http://schemas.openxmlformats.org/markup-compatibility/2006">
              <mc:Choice xmlns:v="urn:schemas-microsoft-com:vml" Requires="v">
                <p:oleObj name="Ecuación" r:id="rId3" imgW="685800" imgH="609480" progId="Equation.3">
                  <p:embed/>
                </p:oleObj>
              </mc:Choice>
              <mc:Fallback>
                <p:oleObj name="Ecuación" r:id="rId3" imgW="685800" imgH="609480" progId="Equation.3">
                  <p:embed/>
                  <p:pic>
                    <p:nvPicPr>
                      <p:cNvPr id="93185"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500" y="2928798"/>
                        <a:ext cx="1552575"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6" name="Object 2"/>
          <p:cNvGraphicFramePr>
            <a:graphicFrameLocks noChangeAspect="1"/>
          </p:cNvGraphicFramePr>
          <p:nvPr>
            <p:extLst>
              <p:ext uri="{D42A27DB-BD31-4B8C-83A1-F6EECF244321}">
                <p14:modId xmlns:p14="http://schemas.microsoft.com/office/powerpoint/2010/main" val="3013743907"/>
              </p:ext>
            </p:extLst>
          </p:nvPr>
        </p:nvGraphicFramePr>
        <p:xfrm>
          <a:off x="6742082" y="4357693"/>
          <a:ext cx="1552575" cy="1150938"/>
        </p:xfrm>
        <a:graphic>
          <a:graphicData uri="http://schemas.openxmlformats.org/presentationml/2006/ole">
            <mc:AlternateContent xmlns:mc="http://schemas.openxmlformats.org/markup-compatibility/2006">
              <mc:Choice xmlns:v="urn:schemas-microsoft-com:vml" Requires="v">
                <p:oleObj name="Ecuación" r:id="rId5" imgW="685800" imgH="609480" progId="Equation.3">
                  <p:embed/>
                </p:oleObj>
              </mc:Choice>
              <mc:Fallback>
                <p:oleObj name="Ecuación" r:id="rId5" imgW="685800" imgH="609480" progId="Equation.3">
                  <p:embed/>
                  <p:pic>
                    <p:nvPicPr>
                      <p:cNvPr id="93186"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2082" y="4357693"/>
                        <a:ext cx="1552575"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8" name="Object 4"/>
          <p:cNvGraphicFramePr>
            <a:graphicFrameLocks noChangeAspect="1"/>
          </p:cNvGraphicFramePr>
          <p:nvPr>
            <p:extLst>
              <p:ext uri="{D42A27DB-BD31-4B8C-83A1-F6EECF244321}">
                <p14:modId xmlns:p14="http://schemas.microsoft.com/office/powerpoint/2010/main" val="2500395152"/>
              </p:ext>
            </p:extLst>
          </p:nvPr>
        </p:nvGraphicFramePr>
        <p:xfrm>
          <a:off x="6592194" y="2829719"/>
          <a:ext cx="2386012" cy="1198562"/>
        </p:xfrm>
        <a:graphic>
          <a:graphicData uri="http://schemas.openxmlformats.org/presentationml/2006/ole">
            <mc:AlternateContent xmlns:mc="http://schemas.openxmlformats.org/markup-compatibility/2006">
              <mc:Choice xmlns:v="urn:schemas-microsoft-com:vml" Requires="v">
                <p:oleObj name="Ecuación" r:id="rId7" imgW="1054080" imgH="634680" progId="Equation.3">
                  <p:embed/>
                </p:oleObj>
              </mc:Choice>
              <mc:Fallback>
                <p:oleObj name="Ecuación" r:id="rId7" imgW="1054080" imgH="634680" progId="Equation.3">
                  <p:embed/>
                  <p:pic>
                    <p:nvPicPr>
                      <p:cNvPr id="9318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92194" y="2829719"/>
                        <a:ext cx="2386012" cy="1198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189" name="Object 5"/>
          <p:cNvGraphicFramePr>
            <a:graphicFrameLocks noChangeAspect="1"/>
          </p:cNvGraphicFramePr>
          <p:nvPr>
            <p:extLst>
              <p:ext uri="{D42A27DB-BD31-4B8C-83A1-F6EECF244321}">
                <p14:modId xmlns:p14="http://schemas.microsoft.com/office/powerpoint/2010/main" val="1546113429"/>
              </p:ext>
            </p:extLst>
          </p:nvPr>
        </p:nvGraphicFramePr>
        <p:xfrm>
          <a:off x="3359700" y="4279900"/>
          <a:ext cx="2443162" cy="1293813"/>
        </p:xfrm>
        <a:graphic>
          <a:graphicData uri="http://schemas.openxmlformats.org/presentationml/2006/ole">
            <mc:AlternateContent xmlns:mc="http://schemas.openxmlformats.org/markup-compatibility/2006">
              <mc:Choice xmlns:v="urn:schemas-microsoft-com:vml" Requires="v">
                <p:oleObj name="Ecuación" r:id="rId9" imgW="1079280" imgH="685800" progId="Equation.3">
                  <p:embed/>
                </p:oleObj>
              </mc:Choice>
              <mc:Fallback>
                <p:oleObj name="Ecuación" r:id="rId9" imgW="1079280" imgH="685800" progId="Equation.3">
                  <p:embed/>
                  <p:pic>
                    <p:nvPicPr>
                      <p:cNvPr id="9318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9700" y="4279900"/>
                        <a:ext cx="2443162" cy="1293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 name="13 Conector recto de flecha"/>
          <p:cNvCxnSpPr/>
          <p:nvPr/>
        </p:nvCxnSpPr>
        <p:spPr>
          <a:xfrm>
            <a:off x="5802862" y="3070220"/>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15" name="14 Conector recto de flecha"/>
          <p:cNvCxnSpPr/>
          <p:nvPr/>
        </p:nvCxnSpPr>
        <p:spPr>
          <a:xfrm>
            <a:off x="5802862" y="3540777"/>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16" name="15 Conector recto de flecha"/>
          <p:cNvCxnSpPr/>
          <p:nvPr/>
        </p:nvCxnSpPr>
        <p:spPr>
          <a:xfrm>
            <a:off x="5802862" y="3969405"/>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17" name="16 Conector recto de flecha"/>
          <p:cNvCxnSpPr/>
          <p:nvPr/>
        </p:nvCxnSpPr>
        <p:spPr>
          <a:xfrm>
            <a:off x="5830884" y="4570418"/>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18" name="17 Conector recto de flecha"/>
          <p:cNvCxnSpPr/>
          <p:nvPr/>
        </p:nvCxnSpPr>
        <p:spPr>
          <a:xfrm>
            <a:off x="5851495" y="4999046"/>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cxnSp>
        <p:nvCxnSpPr>
          <p:cNvPr id="19" name="18 Conector recto de flecha"/>
          <p:cNvCxnSpPr/>
          <p:nvPr/>
        </p:nvCxnSpPr>
        <p:spPr>
          <a:xfrm>
            <a:off x="5830884" y="5427674"/>
            <a:ext cx="642942" cy="1588"/>
          </a:xfrm>
          <a:prstGeom prst="straightConnector1">
            <a:avLst/>
          </a:prstGeom>
          <a:ln>
            <a:headEnd type="arrow"/>
            <a:tailEnd type="arrow"/>
          </a:ln>
        </p:spPr>
        <p:style>
          <a:lnRef idx="2">
            <a:schemeClr val="accent4"/>
          </a:lnRef>
          <a:fillRef idx="0">
            <a:schemeClr val="accent4"/>
          </a:fillRef>
          <a:effectRef idx="1">
            <a:schemeClr val="accent4"/>
          </a:effectRef>
          <a:fontRef idx="minor">
            <a:schemeClr val="tx1"/>
          </a:fontRef>
        </p:style>
      </p:cxnSp>
      <p:sp>
        <p:nvSpPr>
          <p:cNvPr id="9" name="Rectangle 3">
            <a:extLst>
              <a:ext uri="{FF2B5EF4-FFF2-40B4-BE49-F238E27FC236}">
                <a16:creationId xmlns:a16="http://schemas.microsoft.com/office/drawing/2014/main" id="{66071921-AD27-4B50-081C-AA5BF16796FD}"/>
              </a:ext>
            </a:extLst>
          </p:cNvPr>
          <p:cNvSpPr>
            <a:spLocks noGrp="1" noChangeArrowheads="1"/>
          </p:cNvSpPr>
          <p:nvPr>
            <p:ph type="body" idx="4294967295"/>
          </p:nvPr>
        </p:nvSpPr>
        <p:spPr bwMode="auto">
          <a:xfrm>
            <a:off x="2523671" y="5802908"/>
            <a:ext cx="7257367" cy="923330"/>
          </a:xfrm>
          <a:prstGeom prst="rect">
            <a:avLst/>
          </a:prstGeom>
          <a:solidFill>
            <a:schemeClr val="accent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a:ln>
                  <a:noFill/>
                </a:ln>
                <a:effectLst/>
                <a:latin typeface="Arial" panose="020B0604020202020204" pitchFamily="34" charset="0"/>
              </a:rPr>
              <a:t>PARA USAR ESTA TABLA, LOCALICE EL PROBLEMA ORIGINAL en el lado izquierdo o derecho de la tabla (dual o primal, no importa), dependiendo únicamente de la dirección de optimización.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Relación primal-dual</a:t>
            </a:r>
            <a:br>
              <a:rPr lang="es-MX" dirty="0"/>
            </a:br>
            <a:r>
              <a:rPr lang="es-MX" dirty="0"/>
              <a:t>Tabla de conversión si el primal es </a:t>
            </a:r>
            <a:r>
              <a:rPr lang="es-MX" dirty="0" err="1"/>
              <a:t>max</a:t>
            </a:r>
            <a:endParaRPr lang="es-MX" dirty="0"/>
          </a:p>
        </p:txBody>
      </p:sp>
      <p:pic>
        <p:nvPicPr>
          <p:cNvPr id="5" name="Picture 4"/>
          <p:cNvPicPr>
            <a:picLocks noChangeAspect="1"/>
          </p:cNvPicPr>
          <p:nvPr/>
        </p:nvPicPr>
        <p:blipFill>
          <a:blip r:embed="rId2"/>
          <a:stretch>
            <a:fillRect/>
          </a:stretch>
        </p:blipFill>
        <p:spPr>
          <a:xfrm>
            <a:off x="1904803" y="1690688"/>
            <a:ext cx="8076916" cy="4198127"/>
          </a:xfrm>
          <a:prstGeom prst="rect">
            <a:avLst/>
          </a:prstGeom>
        </p:spPr>
      </p:pic>
    </p:spTree>
    <p:extLst>
      <p:ext uri="{BB962C8B-B14F-4D97-AF65-F5344CB8AC3E}">
        <p14:creationId xmlns:p14="http://schemas.microsoft.com/office/powerpoint/2010/main" val="1250475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5FB0-7AE3-C3AE-E335-DE89E3EC941F}"/>
            </a:ext>
          </a:extLst>
        </p:cNvPr>
        <p:cNvGrpSpPr/>
        <p:nvPr/>
      </p:nvGrpSpPr>
      <p:grpSpPr>
        <a:xfrm>
          <a:off x="0" y="0"/>
          <a:ext cx="0" cy="0"/>
          <a:chOff x="0" y="0"/>
          <a:chExt cx="0" cy="0"/>
        </a:xfrm>
      </p:grpSpPr>
      <p:graphicFrame>
        <p:nvGraphicFramePr>
          <p:cNvPr id="4" name="3 Marcador de contenido">
            <a:extLst>
              <a:ext uri="{FF2B5EF4-FFF2-40B4-BE49-F238E27FC236}">
                <a16:creationId xmlns:a16="http://schemas.microsoft.com/office/drawing/2014/main" id="{854F8E32-FD20-4699-2293-A6E61C8028C6}"/>
              </a:ext>
            </a:extLst>
          </p:cNvPr>
          <p:cNvGraphicFramePr>
            <a:graphicFrameLocks noGrp="1" noChangeAspect="1"/>
          </p:cNvGraphicFramePr>
          <p:nvPr>
            <p:ph idx="1"/>
          </p:nvPr>
        </p:nvGraphicFramePr>
        <p:xfrm>
          <a:off x="2644775" y="2183624"/>
          <a:ext cx="2299823" cy="3162257"/>
        </p:xfrm>
        <a:graphic>
          <a:graphicData uri="http://schemas.openxmlformats.org/presentationml/2006/ole">
            <mc:AlternateContent xmlns:mc="http://schemas.openxmlformats.org/markup-compatibility/2006">
              <mc:Choice xmlns:v="urn:schemas-microsoft-com:vml" Requires="v">
                <p:oleObj name="Ecuación" r:id="rId2" imgW="914400" imgH="1257120" progId="Equation.3">
                  <p:embed/>
                </p:oleObj>
              </mc:Choice>
              <mc:Fallback>
                <p:oleObj name="Ecuación" r:id="rId2" imgW="914400" imgH="1257120" progId="Equation.3">
                  <p:embed/>
                  <p:pic>
                    <p:nvPicPr>
                      <p:cNvPr id="4" name="3 Marcador de contenido">
                        <a:extLst>
                          <a:ext uri="{FF2B5EF4-FFF2-40B4-BE49-F238E27FC236}">
                            <a16:creationId xmlns:a16="http://schemas.microsoft.com/office/drawing/2014/main" id="{854F8E32-FD20-4699-2293-A6E61C8028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775" y="2183624"/>
                        <a:ext cx="2299823" cy="3162257"/>
                      </a:xfrm>
                      <a:prstGeom prst="rect">
                        <a:avLst/>
                      </a:prstGeom>
                      <a:noFill/>
                    </p:spPr>
                  </p:pic>
                </p:oleObj>
              </mc:Fallback>
            </mc:AlternateContent>
          </a:graphicData>
        </a:graphic>
      </p:graphicFrame>
      <p:sp>
        <p:nvSpPr>
          <p:cNvPr id="2" name="1 Título">
            <a:extLst>
              <a:ext uri="{FF2B5EF4-FFF2-40B4-BE49-F238E27FC236}">
                <a16:creationId xmlns:a16="http://schemas.microsoft.com/office/drawing/2014/main" id="{807A2BE7-367E-CD50-961C-E00E42330FE3}"/>
              </a:ext>
            </a:extLst>
          </p:cNvPr>
          <p:cNvSpPr>
            <a:spLocks noGrp="1"/>
          </p:cNvSpPr>
          <p:nvPr>
            <p:ph type="title"/>
          </p:nvPr>
        </p:nvSpPr>
        <p:spPr/>
        <p:txBody>
          <a:bodyPr/>
          <a:lstStyle/>
          <a:p>
            <a:r>
              <a:rPr lang="es-MX" dirty="0"/>
              <a:t>Ejercicios</a:t>
            </a:r>
          </a:p>
        </p:txBody>
      </p:sp>
      <p:sp>
        <p:nvSpPr>
          <p:cNvPr id="3" name="Slide Number Placeholder 2">
            <a:extLst>
              <a:ext uri="{FF2B5EF4-FFF2-40B4-BE49-F238E27FC236}">
                <a16:creationId xmlns:a16="http://schemas.microsoft.com/office/drawing/2014/main" id="{ADC9664F-9D56-7F96-6B53-76045ACA1543}"/>
              </a:ext>
            </a:extLst>
          </p:cNvPr>
          <p:cNvSpPr>
            <a:spLocks noGrp="1"/>
          </p:cNvSpPr>
          <p:nvPr>
            <p:ph type="sldNum" sz="quarter" idx="4294967295"/>
          </p:nvPr>
        </p:nvSpPr>
        <p:spPr>
          <a:xfrm>
            <a:off x="11668125" y="6602413"/>
            <a:ext cx="523875" cy="247650"/>
          </a:xfrm>
        </p:spPr>
        <p:txBody>
          <a:bodyPr/>
          <a:lstStyle/>
          <a:p>
            <a:fld id="{6FFA54E1-8A5A-492B-8D87-772C5A9980B5}" type="slidenum">
              <a:rPr lang="es-ES" smtClean="0"/>
              <a:pPr/>
              <a:t>14</a:t>
            </a:fld>
            <a:endParaRPr lang="es-ES"/>
          </a:p>
        </p:txBody>
      </p:sp>
      <p:graphicFrame>
        <p:nvGraphicFramePr>
          <p:cNvPr id="22532" name="3 Marcador de contenido">
            <a:extLst>
              <a:ext uri="{FF2B5EF4-FFF2-40B4-BE49-F238E27FC236}">
                <a16:creationId xmlns:a16="http://schemas.microsoft.com/office/drawing/2014/main" id="{6FEDD977-7782-BA6C-CD45-25DD15BB6294}"/>
              </a:ext>
            </a:extLst>
          </p:cNvPr>
          <p:cNvGraphicFramePr>
            <a:graphicFrameLocks noChangeAspect="1"/>
          </p:cNvGraphicFramePr>
          <p:nvPr/>
        </p:nvGraphicFramePr>
        <p:xfrm>
          <a:off x="6381752" y="2143116"/>
          <a:ext cx="2216150" cy="3046412"/>
        </p:xfrm>
        <a:graphic>
          <a:graphicData uri="http://schemas.openxmlformats.org/presentationml/2006/ole">
            <mc:AlternateContent xmlns:mc="http://schemas.openxmlformats.org/markup-compatibility/2006">
              <mc:Choice xmlns:v="urn:schemas-microsoft-com:vml" Requires="v">
                <p:oleObj name="Ecuación" r:id="rId4" imgW="914400" imgH="1257120" progId="Equation.3">
                  <p:embed/>
                </p:oleObj>
              </mc:Choice>
              <mc:Fallback>
                <p:oleObj name="Ecuación" r:id="rId4" imgW="914400" imgH="1257120" progId="Equation.3">
                  <p:embed/>
                  <p:pic>
                    <p:nvPicPr>
                      <p:cNvPr id="22532" name="3 Marcador de contenido">
                        <a:extLst>
                          <a:ext uri="{FF2B5EF4-FFF2-40B4-BE49-F238E27FC236}">
                            <a16:creationId xmlns:a16="http://schemas.microsoft.com/office/drawing/2014/main" id="{6FEDD977-7782-BA6C-CD45-25DD15BB62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1752" y="2143116"/>
                        <a:ext cx="2216150" cy="304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CuadroTexto">
            <a:extLst>
              <a:ext uri="{FF2B5EF4-FFF2-40B4-BE49-F238E27FC236}">
                <a16:creationId xmlns:a16="http://schemas.microsoft.com/office/drawing/2014/main" id="{F20E8B78-03F5-1800-B016-23777D5D4D0B}"/>
              </a:ext>
            </a:extLst>
          </p:cNvPr>
          <p:cNvSpPr txBox="1"/>
          <p:nvPr/>
        </p:nvSpPr>
        <p:spPr>
          <a:xfrm>
            <a:off x="2295498" y="5562617"/>
            <a:ext cx="7715304"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Construya el problema dual </a:t>
            </a:r>
            <a:endParaRPr lang="es-MX" sz="2400" b="1" dirty="0">
              <a:latin typeface="Times New Roman" pitchFamily="18" charset="0"/>
              <a:cs typeface="Times New Roman" pitchFamily="18" charset="0"/>
            </a:endParaRPr>
          </a:p>
        </p:txBody>
      </p:sp>
      <p:sp>
        <p:nvSpPr>
          <p:cNvPr id="7" name="5 Marcador de pie de página">
            <a:extLst>
              <a:ext uri="{FF2B5EF4-FFF2-40B4-BE49-F238E27FC236}">
                <a16:creationId xmlns:a16="http://schemas.microsoft.com/office/drawing/2014/main" id="{3C9E9D9B-4CA8-5365-C242-89F080737091}"/>
              </a:ext>
            </a:extLst>
          </p:cNvPr>
          <p:cNvSpPr txBox="1">
            <a:spLocks/>
          </p:cNvSpPr>
          <p:nvPr/>
        </p:nvSpPr>
        <p:spPr>
          <a:xfrm>
            <a:off x="0" y="6583363"/>
            <a:ext cx="5507038" cy="274637"/>
          </a:xfrm>
          <a:prstGeom prst="rect">
            <a:avLst/>
          </a:prstGeom>
        </p:spPr>
        <p:txBody>
          <a:bodyPr vert="horz" lIns="0" tIns="0" rIns="0" bIns="0" rtlCol="0" anchor="t" anchorCtr="0"/>
          <a:lstStyle>
            <a:defPPr rtl="0">
              <a:defRPr lang="es-mx"/>
            </a:defPPr>
            <a:lvl1pPr marL="0" algn="ctr" defTabSz="914400" rtl="0" eaLnBrk="1" latinLnBrk="0" hangingPunct="1">
              <a:defRPr sz="1100" b="0" i="0" kern="1200">
                <a:solidFill>
                  <a:schemeClr val="bg2">
                    <a:lumMod val="5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a:t>OPTIMIZACIÓN DE OPERACIONES</a:t>
            </a:r>
          </a:p>
        </p:txBody>
      </p:sp>
    </p:spTree>
    <p:extLst>
      <p:ext uri="{BB962C8B-B14F-4D97-AF65-F5344CB8AC3E}">
        <p14:creationId xmlns:p14="http://schemas.microsoft.com/office/powerpoint/2010/main" val="1655373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err="1"/>
              <a:t>Duality</a:t>
            </a:r>
            <a:r>
              <a:rPr lang="es-MX" dirty="0"/>
              <a:t> </a:t>
            </a:r>
            <a:r>
              <a:rPr lang="es-MX" dirty="0" err="1"/>
              <a:t>Theorem</a:t>
            </a:r>
            <a:endParaRPr lang="es-MX" dirty="0"/>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15</a:t>
            </a:fld>
            <a:endParaRPr lang="es-ES"/>
          </a:p>
        </p:txBody>
      </p:sp>
      <p:sp>
        <p:nvSpPr>
          <p:cNvPr id="9" name="8 Flecha a la derecha con bandas"/>
          <p:cNvSpPr/>
          <p:nvPr/>
        </p:nvSpPr>
        <p:spPr>
          <a:xfrm>
            <a:off x="5524496" y="2571744"/>
            <a:ext cx="928694" cy="92869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0" name="4 Marcador de contenido"/>
          <p:cNvSpPr txBox="1">
            <a:spLocks/>
          </p:cNvSpPr>
          <p:nvPr/>
        </p:nvSpPr>
        <p:spPr>
          <a:xfrm>
            <a:off x="1952596" y="3663958"/>
            <a:ext cx="3471858" cy="1050926"/>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Si el problema primal es factible y Z = ∞</a:t>
            </a:r>
          </a:p>
        </p:txBody>
      </p:sp>
      <p:sp>
        <p:nvSpPr>
          <p:cNvPr id="12" name="11 Flecha a la derecha con bandas"/>
          <p:cNvSpPr/>
          <p:nvPr/>
        </p:nvSpPr>
        <p:spPr>
          <a:xfrm>
            <a:off x="5495892" y="3786190"/>
            <a:ext cx="928694" cy="92869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3" name="4 Marcador de contenido"/>
          <p:cNvSpPr txBox="1">
            <a:spLocks/>
          </p:cNvSpPr>
          <p:nvPr/>
        </p:nvSpPr>
        <p:spPr>
          <a:xfrm>
            <a:off x="1938366" y="5092718"/>
            <a:ext cx="3471858" cy="1050926"/>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Si el problema primal es </a:t>
            </a:r>
            <a:r>
              <a:rPr lang="es-MX" sz="2400" dirty="0" err="1">
                <a:solidFill>
                  <a:schemeClr val="bg1"/>
                </a:solidFill>
              </a:rPr>
              <a:t>infactible</a:t>
            </a:r>
            <a:r>
              <a:rPr lang="es-MX" sz="2400" dirty="0">
                <a:solidFill>
                  <a:schemeClr val="bg1"/>
                </a:solidFill>
              </a:rPr>
              <a:t> </a:t>
            </a:r>
          </a:p>
        </p:txBody>
      </p:sp>
      <p:sp>
        <p:nvSpPr>
          <p:cNvPr id="14" name="7 Marcador de contenido"/>
          <p:cNvSpPr txBox="1">
            <a:spLocks/>
          </p:cNvSpPr>
          <p:nvPr/>
        </p:nvSpPr>
        <p:spPr>
          <a:xfrm>
            <a:off x="6338918" y="5092718"/>
            <a:ext cx="3829048" cy="1265240"/>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El problema dual es:</a:t>
            </a:r>
          </a:p>
          <a:p>
            <a:pPr marL="896112" lvl="1" indent="-320040">
              <a:buClr>
                <a:schemeClr val="accent1"/>
              </a:buClr>
              <a:buSzPct val="80000"/>
              <a:buFont typeface="Wingdings 2"/>
              <a:buChar char=""/>
            </a:pPr>
            <a:r>
              <a:rPr lang="es-MX" sz="2400" dirty="0">
                <a:solidFill>
                  <a:schemeClr val="bg1"/>
                </a:solidFill>
              </a:rPr>
              <a:t>Factible y Z = ∞, o</a:t>
            </a:r>
          </a:p>
          <a:p>
            <a:pPr marL="896112" lvl="1" indent="-320040">
              <a:buClr>
                <a:schemeClr val="accent1"/>
              </a:buClr>
              <a:buSzPct val="80000"/>
              <a:buFont typeface="Wingdings 2"/>
              <a:buChar char=""/>
            </a:pPr>
            <a:r>
              <a:rPr lang="es-MX" sz="2400" dirty="0" err="1">
                <a:solidFill>
                  <a:schemeClr val="bg1"/>
                </a:solidFill>
              </a:rPr>
              <a:t>Infactible</a:t>
            </a:r>
            <a:endParaRPr lang="es-MX" sz="2400" dirty="0">
              <a:solidFill>
                <a:schemeClr val="bg1"/>
              </a:solidFill>
            </a:endParaRPr>
          </a:p>
        </p:txBody>
      </p:sp>
      <p:sp>
        <p:nvSpPr>
          <p:cNvPr id="15" name="14 Flecha a la derecha con bandas"/>
          <p:cNvSpPr/>
          <p:nvPr/>
        </p:nvSpPr>
        <p:spPr>
          <a:xfrm>
            <a:off x="5481662" y="5214950"/>
            <a:ext cx="928694" cy="92869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7" name="4 Marcador de contenido">
            <a:extLst>
              <a:ext uri="{FF2B5EF4-FFF2-40B4-BE49-F238E27FC236}">
                <a16:creationId xmlns:a16="http://schemas.microsoft.com/office/drawing/2014/main" id="{C7DD031A-44AF-AB1F-6109-A90953D5BB01}"/>
              </a:ext>
            </a:extLst>
          </p:cNvPr>
          <p:cNvSpPr txBox="1">
            <a:spLocks/>
          </p:cNvSpPr>
          <p:nvPr/>
        </p:nvSpPr>
        <p:spPr>
          <a:xfrm>
            <a:off x="2009804" y="2554271"/>
            <a:ext cx="3471858" cy="1050926"/>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Si el problema primal es factible y Z = ∞</a:t>
            </a:r>
          </a:p>
        </p:txBody>
      </p:sp>
      <p:sp>
        <p:nvSpPr>
          <p:cNvPr id="18" name="4 Marcador de contenido">
            <a:extLst>
              <a:ext uri="{FF2B5EF4-FFF2-40B4-BE49-F238E27FC236}">
                <a16:creationId xmlns:a16="http://schemas.microsoft.com/office/drawing/2014/main" id="{0C2394EC-2358-BD8C-9E01-FB5487E1EBB3}"/>
              </a:ext>
            </a:extLst>
          </p:cNvPr>
          <p:cNvSpPr txBox="1">
            <a:spLocks/>
          </p:cNvSpPr>
          <p:nvPr/>
        </p:nvSpPr>
        <p:spPr>
          <a:xfrm>
            <a:off x="6496024" y="2554271"/>
            <a:ext cx="3471858" cy="1050926"/>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El problema dual es factible y Z &lt; ∞</a:t>
            </a:r>
          </a:p>
        </p:txBody>
      </p:sp>
      <p:sp>
        <p:nvSpPr>
          <p:cNvPr id="19" name="4 Marcador de contenido">
            <a:extLst>
              <a:ext uri="{FF2B5EF4-FFF2-40B4-BE49-F238E27FC236}">
                <a16:creationId xmlns:a16="http://schemas.microsoft.com/office/drawing/2014/main" id="{AE6606CA-1684-0725-B8DE-2240C3B66612}"/>
              </a:ext>
            </a:extLst>
          </p:cNvPr>
          <p:cNvSpPr txBox="1">
            <a:spLocks/>
          </p:cNvSpPr>
          <p:nvPr/>
        </p:nvSpPr>
        <p:spPr>
          <a:xfrm>
            <a:off x="6496024" y="3795289"/>
            <a:ext cx="3471858" cy="1050926"/>
          </a:xfrm>
          <a:prstGeom prst="rect">
            <a:avLst/>
          </a:prstGeom>
        </p:spPr>
        <p:txBody>
          <a:bodyPr vert="horz" lIns="54864" tIns="91440" rtlCol="0">
            <a:normAutofit/>
          </a:bodyPr>
          <a:lstStyle/>
          <a:p>
            <a:pPr marL="438912" indent="-320040">
              <a:buClr>
                <a:schemeClr val="accent1"/>
              </a:buClr>
              <a:buSzPct val="80000"/>
              <a:buFont typeface="Wingdings 2"/>
              <a:buChar char=""/>
              <a:defRPr/>
            </a:pPr>
            <a:r>
              <a:rPr lang="es-MX" sz="2400" dirty="0">
                <a:solidFill>
                  <a:schemeClr val="bg1"/>
                </a:solidFill>
              </a:rPr>
              <a:t>El problema dual es </a:t>
            </a:r>
            <a:r>
              <a:rPr lang="es-MX" sz="2400" dirty="0" err="1">
                <a:solidFill>
                  <a:schemeClr val="bg1"/>
                </a:solidFill>
              </a:rPr>
              <a:t>infactible</a:t>
            </a:r>
            <a:endParaRPr lang="es-MX" sz="2400" dirty="0">
              <a:solidFill>
                <a:schemeClr val="bg1"/>
              </a:solidFill>
            </a:endParaRPr>
          </a:p>
        </p:txBody>
      </p:sp>
      <p:sp>
        <p:nvSpPr>
          <p:cNvPr id="22" name="3 Marcador de texto">
            <a:extLst>
              <a:ext uri="{FF2B5EF4-FFF2-40B4-BE49-F238E27FC236}">
                <a16:creationId xmlns:a16="http://schemas.microsoft.com/office/drawing/2014/main" id="{63875CDC-57C3-0132-FB61-74E27F509DAB}"/>
              </a:ext>
            </a:extLst>
          </p:cNvPr>
          <p:cNvSpPr txBox="1">
            <a:spLocks/>
          </p:cNvSpPr>
          <p:nvPr/>
        </p:nvSpPr>
        <p:spPr>
          <a:xfrm>
            <a:off x="2199932" y="2023875"/>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23" name="3 Marcador de texto">
            <a:extLst>
              <a:ext uri="{FF2B5EF4-FFF2-40B4-BE49-F238E27FC236}">
                <a16:creationId xmlns:a16="http://schemas.microsoft.com/office/drawing/2014/main" id="{92FA8709-F8AD-B89B-A3AC-3E21C5022850}"/>
              </a:ext>
            </a:extLst>
          </p:cNvPr>
          <p:cNvSpPr txBox="1">
            <a:spLocks/>
          </p:cNvSpPr>
          <p:nvPr/>
        </p:nvSpPr>
        <p:spPr>
          <a:xfrm>
            <a:off x="6980604" y="2029970"/>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
        <p:nvSpPr>
          <p:cNvPr id="24" name="5 Marcador de pie de página">
            <a:extLst>
              <a:ext uri="{FF2B5EF4-FFF2-40B4-BE49-F238E27FC236}">
                <a16:creationId xmlns:a16="http://schemas.microsoft.com/office/drawing/2014/main" id="{B2FCCF4C-4517-EF66-28FE-FD05B8E8B308}"/>
              </a:ext>
            </a:extLst>
          </p:cNvPr>
          <p:cNvSpPr txBox="1">
            <a:spLocks/>
          </p:cNvSpPr>
          <p:nvPr/>
        </p:nvSpPr>
        <p:spPr>
          <a:xfrm>
            <a:off x="0" y="6583363"/>
            <a:ext cx="5507038" cy="274637"/>
          </a:xfrm>
          <a:prstGeom prst="rect">
            <a:avLst/>
          </a:prstGeom>
        </p:spPr>
        <p:txBody>
          <a:bodyPr vert="horz" lIns="0" tIns="0" rIns="0" bIns="0" rtlCol="0" anchor="t" anchorCtr="0"/>
          <a:lstStyle>
            <a:defPPr rtl="0">
              <a:defRPr lang="es-mx"/>
            </a:defPPr>
            <a:lvl1pPr marL="0" algn="ctr" defTabSz="914400" rtl="0" eaLnBrk="1" latinLnBrk="0" hangingPunct="1">
              <a:defRPr sz="1100" b="0" i="0" kern="1200">
                <a:solidFill>
                  <a:schemeClr val="bg2">
                    <a:lumMod val="5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a:t>OPTIMIZACIÓN DE OPERACIONES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7"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5" presetClass="entr" presetSubtype="10" fill="hold" grpId="0" nodeType="after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checkerboard(across)">
                                      <p:cBhvr>
                                        <p:cTn id="30" dur="500"/>
                                        <p:tgtEl>
                                          <p:spTgt spid="14">
                                            <p:txEl>
                                              <p:pRg st="0" end="0"/>
                                            </p:txEl>
                                          </p:spTgt>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4">
                                            <p:txEl>
                                              <p:pRg st="1" end="1"/>
                                            </p:txEl>
                                          </p:spTgt>
                                        </p:tgtEl>
                                        <p:attrNameLst>
                                          <p:attrName>style.visibility</p:attrName>
                                        </p:attrNameLst>
                                      </p:cBhvr>
                                      <p:to>
                                        <p:strVal val="visible"/>
                                      </p:to>
                                    </p:set>
                                    <p:animEffect transition="in" filter="checkerboard(across)">
                                      <p:cBhvr>
                                        <p:cTn id="33" dur="500"/>
                                        <p:tgtEl>
                                          <p:spTgt spid="14">
                                            <p:txEl>
                                              <p:pRg st="1" end="1"/>
                                            </p:txEl>
                                          </p:spTgt>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4">
                                            <p:txEl>
                                              <p:pRg st="2" end="2"/>
                                            </p:txEl>
                                          </p:spTgt>
                                        </p:tgtEl>
                                        <p:attrNameLst>
                                          <p:attrName>style.visibility</p:attrName>
                                        </p:attrNameLst>
                                      </p:cBhvr>
                                      <p:to>
                                        <p:strVal val="visible"/>
                                      </p:to>
                                    </p:set>
                                    <p:animEffect transition="in" filter="checkerboard(across)">
                                      <p:cBhvr>
                                        <p:cTn id="36" dur="500"/>
                                        <p:tgtEl>
                                          <p:spTgt spid="1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12" grpId="0" animBg="1"/>
      <p:bldP spid="13" grpId="0" build="p"/>
      <p:bldP spid="14" grpId="0" uiExpand="1" build="p"/>
      <p:bldP spid="15" grpId="0" animBg="1"/>
      <p:bldP spid="17" grpId="0" build="p"/>
      <p:bldP spid="18" grpId="0" build="p"/>
      <p:bldP spid="1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C948581-9D84-9D0A-92C3-2838EB9027E5}"/>
              </a:ext>
            </a:extLst>
          </p:cNvPr>
          <p:cNvSpPr>
            <a:spLocks noGrp="1"/>
          </p:cNvSpPr>
          <p:nvPr>
            <p:ph idx="1"/>
          </p:nvPr>
        </p:nvSpPr>
        <p:spPr/>
        <p:txBody>
          <a:bodyPr/>
          <a:lstStyle/>
          <a:p>
            <a:endParaRPr lang="en-US"/>
          </a:p>
        </p:txBody>
      </p:sp>
      <p:sp>
        <p:nvSpPr>
          <p:cNvPr id="2" name="1 Título"/>
          <p:cNvSpPr>
            <a:spLocks noGrp="1"/>
          </p:cNvSpPr>
          <p:nvPr>
            <p:ph type="title"/>
          </p:nvPr>
        </p:nvSpPr>
        <p:spPr/>
        <p:txBody>
          <a:bodyPr>
            <a:normAutofit/>
          </a:bodyPr>
          <a:lstStyle/>
          <a:p>
            <a:r>
              <a:rPr lang="es-MX" dirty="0" err="1"/>
              <a:t>Duality</a:t>
            </a:r>
            <a:r>
              <a:rPr lang="es-MX" dirty="0"/>
              <a:t> </a:t>
            </a:r>
            <a:r>
              <a:rPr lang="es-MX" dirty="0" err="1"/>
              <a:t>Theorem</a:t>
            </a:r>
            <a:r>
              <a:rPr lang="es-MX" dirty="0"/>
              <a:t> …</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16</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4" name="6 Marcador de contenido"/>
          <p:cNvGraphicFramePr>
            <a:graphicFrameLocks/>
          </p:cNvGraphicFramePr>
          <p:nvPr>
            <p:extLst>
              <p:ext uri="{D42A27DB-BD31-4B8C-83A1-F6EECF244321}">
                <p14:modId xmlns:p14="http://schemas.microsoft.com/office/powerpoint/2010/main" val="3349274850"/>
              </p:ext>
            </p:extLst>
          </p:nvPr>
        </p:nvGraphicFramePr>
        <p:xfrm>
          <a:off x="1895460" y="2174871"/>
          <a:ext cx="8401079" cy="3786216"/>
        </p:xfrm>
        <a:graphic>
          <a:graphicData uri="http://schemas.openxmlformats.org/drawingml/2006/table">
            <a:tbl>
              <a:tblPr/>
              <a:tblGrid>
                <a:gridCol w="1664810">
                  <a:extLst>
                    <a:ext uri="{9D8B030D-6E8A-4147-A177-3AD203B41FA5}">
                      <a16:colId xmlns:a16="http://schemas.microsoft.com/office/drawing/2014/main" val="20000"/>
                    </a:ext>
                  </a:extLst>
                </a:gridCol>
                <a:gridCol w="2521428">
                  <a:extLst>
                    <a:ext uri="{9D8B030D-6E8A-4147-A177-3AD203B41FA5}">
                      <a16:colId xmlns:a16="http://schemas.microsoft.com/office/drawing/2014/main" val="20001"/>
                    </a:ext>
                  </a:extLst>
                </a:gridCol>
                <a:gridCol w="2487824">
                  <a:extLst>
                    <a:ext uri="{9D8B030D-6E8A-4147-A177-3AD203B41FA5}">
                      <a16:colId xmlns:a16="http://schemas.microsoft.com/office/drawing/2014/main" val="20002"/>
                    </a:ext>
                  </a:extLst>
                </a:gridCol>
                <a:gridCol w="1727017">
                  <a:extLst>
                    <a:ext uri="{9D8B030D-6E8A-4147-A177-3AD203B41FA5}">
                      <a16:colId xmlns:a16="http://schemas.microsoft.com/office/drawing/2014/main" val="20003"/>
                    </a:ext>
                  </a:extLst>
                </a:gridCol>
              </a:tblGrid>
              <a:tr h="946554">
                <a:tc>
                  <a:txBody>
                    <a:bodyPr/>
                    <a:lstStyle/>
                    <a:p>
                      <a:pPr marL="226695" indent="-226695" algn="ctr">
                        <a:spcAft>
                          <a:spcPts val="0"/>
                        </a:spcAft>
                      </a:pPr>
                      <a:r>
                        <a:rPr lang="es-MX" sz="2800" dirty="0">
                          <a:solidFill>
                            <a:schemeClr val="bg1"/>
                          </a:solidFill>
                          <a:latin typeface="Calibri"/>
                          <a:ea typeface="Calibri"/>
                          <a:cs typeface="Times New Roman"/>
                        </a:rPr>
                        <a:t>P\D</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r>
                        <a:rPr lang="es-MX" sz="2800" dirty="0">
                          <a:solidFill>
                            <a:schemeClr val="bg1"/>
                          </a:solidFill>
                          <a:latin typeface="Calibri"/>
                          <a:ea typeface="Calibri"/>
                          <a:cs typeface="Times New Roman"/>
                        </a:rPr>
                        <a:t>Factible</a:t>
                      </a:r>
                    </a:p>
                    <a:p>
                      <a:pPr marL="226695" indent="-226695" algn="ctr">
                        <a:spcAft>
                          <a:spcPts val="0"/>
                        </a:spcAft>
                      </a:pPr>
                      <a:r>
                        <a:rPr lang="es-MX" sz="2800" dirty="0">
                          <a:solidFill>
                            <a:schemeClr val="bg1"/>
                          </a:solidFill>
                          <a:latin typeface="Calibri"/>
                          <a:ea typeface="Calibri"/>
                          <a:cs typeface="Times New Roman"/>
                        </a:rPr>
                        <a:t>Z&lt;∞</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r>
                        <a:rPr lang="es-MX" sz="2800" dirty="0">
                          <a:solidFill>
                            <a:schemeClr val="bg1"/>
                          </a:solidFill>
                          <a:latin typeface="Calibri"/>
                          <a:ea typeface="Calibri"/>
                          <a:cs typeface="Times New Roman"/>
                        </a:rPr>
                        <a:t>Factible</a:t>
                      </a:r>
                    </a:p>
                    <a:p>
                      <a:pPr marL="226695" indent="-226695" algn="ctr">
                        <a:spcAft>
                          <a:spcPts val="0"/>
                        </a:spcAft>
                      </a:pPr>
                      <a:r>
                        <a:rPr lang="es-MX" sz="2800" dirty="0">
                          <a:solidFill>
                            <a:schemeClr val="bg1"/>
                          </a:solidFill>
                          <a:latin typeface="Calibri"/>
                          <a:ea typeface="Calibri"/>
                          <a:cs typeface="Times New Roman"/>
                        </a:rPr>
                        <a:t>Z=∞</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r>
                        <a:rPr lang="es-MX" sz="2800" dirty="0" err="1">
                          <a:solidFill>
                            <a:schemeClr val="bg1"/>
                          </a:solidFill>
                          <a:latin typeface="Calibri"/>
                          <a:ea typeface="Calibri"/>
                          <a:cs typeface="Times New Roman"/>
                        </a:rPr>
                        <a:t>Infactible</a:t>
                      </a: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28575"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946554">
                <a:tc>
                  <a:txBody>
                    <a:bodyPr/>
                    <a:lstStyle/>
                    <a:p>
                      <a:pPr marL="226695" indent="-226695" algn="ctr">
                        <a:spcAft>
                          <a:spcPts val="0"/>
                        </a:spcAft>
                      </a:pPr>
                      <a:r>
                        <a:rPr lang="es-MX" sz="2800" dirty="0">
                          <a:solidFill>
                            <a:schemeClr val="bg1"/>
                          </a:solidFill>
                          <a:latin typeface="Calibri"/>
                          <a:ea typeface="Calibri"/>
                          <a:cs typeface="Times New Roman"/>
                        </a:rPr>
                        <a:t>Factible</a:t>
                      </a:r>
                    </a:p>
                    <a:p>
                      <a:pPr marL="226695" indent="-226695" algn="ctr">
                        <a:spcAft>
                          <a:spcPts val="0"/>
                        </a:spcAft>
                      </a:pPr>
                      <a:r>
                        <a:rPr lang="es-MX" sz="2800" dirty="0">
                          <a:solidFill>
                            <a:schemeClr val="bg1"/>
                          </a:solidFill>
                          <a:latin typeface="Calibri"/>
                          <a:ea typeface="Calibri"/>
                          <a:cs typeface="Times New Roman"/>
                        </a:rPr>
                        <a:t>Z&lt;∞</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r>
                        <a:rPr lang="es-MX" sz="3600" dirty="0">
                          <a:solidFill>
                            <a:schemeClr val="bg1"/>
                          </a:solidFill>
                          <a:latin typeface="Calibri"/>
                          <a:ea typeface="Calibri"/>
                          <a:cs typeface="Times New Roman"/>
                        </a:rPr>
                        <a:t>*</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946554">
                <a:tc>
                  <a:txBody>
                    <a:bodyPr/>
                    <a:lstStyle/>
                    <a:p>
                      <a:pPr marL="226695" indent="-226695" algn="ctr">
                        <a:spcAft>
                          <a:spcPts val="0"/>
                        </a:spcAft>
                      </a:pPr>
                      <a:r>
                        <a:rPr lang="es-MX" sz="2800" dirty="0">
                          <a:solidFill>
                            <a:schemeClr val="bg1"/>
                          </a:solidFill>
                          <a:latin typeface="Calibri"/>
                          <a:ea typeface="Calibri"/>
                          <a:cs typeface="Times New Roman"/>
                        </a:rPr>
                        <a:t>Factible</a:t>
                      </a:r>
                    </a:p>
                    <a:p>
                      <a:pPr marL="226695" indent="-226695" algn="ctr">
                        <a:spcAft>
                          <a:spcPts val="0"/>
                        </a:spcAft>
                      </a:pPr>
                      <a:r>
                        <a:rPr lang="es-MX" sz="2800" dirty="0">
                          <a:solidFill>
                            <a:schemeClr val="bg1"/>
                          </a:solidFill>
                          <a:latin typeface="Calibri"/>
                          <a:ea typeface="Calibri"/>
                          <a:cs typeface="Times New Roman"/>
                        </a:rPr>
                        <a:t>Z=∞</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marR="0" indent="-226695" algn="ctr" defTabSz="914400" rtl="0" eaLnBrk="1" fontAlgn="auto" latinLnBrk="0" hangingPunct="1">
                        <a:lnSpc>
                          <a:spcPct val="100000"/>
                        </a:lnSpc>
                        <a:spcBef>
                          <a:spcPts val="0"/>
                        </a:spcBef>
                        <a:spcAft>
                          <a:spcPts val="0"/>
                        </a:spcAft>
                        <a:buClrTx/>
                        <a:buSzTx/>
                        <a:buFontTx/>
                        <a:buNone/>
                        <a:tabLst/>
                        <a:defRPr/>
                      </a:pPr>
                      <a:r>
                        <a:rPr lang="es-MX" sz="3200" dirty="0">
                          <a:solidFill>
                            <a:schemeClr val="bg1"/>
                          </a:solidFill>
                          <a:latin typeface="Calibri"/>
                          <a:ea typeface="Calibri"/>
                          <a:cs typeface="Times New Roman"/>
                        </a:rPr>
                        <a:t>*</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2"/>
                  </a:ext>
                </a:extLst>
              </a:tr>
              <a:tr h="946554">
                <a:tc>
                  <a:txBody>
                    <a:bodyPr/>
                    <a:lstStyle/>
                    <a:p>
                      <a:pPr marL="226695" indent="-226695" algn="ctr">
                        <a:spcAft>
                          <a:spcPts val="0"/>
                        </a:spcAft>
                      </a:pPr>
                      <a:r>
                        <a:rPr lang="es-MX" sz="2800" dirty="0" err="1">
                          <a:solidFill>
                            <a:schemeClr val="bg1"/>
                          </a:solidFill>
                          <a:latin typeface="Calibri"/>
                          <a:ea typeface="Calibri"/>
                          <a:cs typeface="Times New Roman"/>
                        </a:rPr>
                        <a:t>Infactible</a:t>
                      </a: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indent="-226695" algn="ctr">
                        <a:spcAft>
                          <a:spcPts val="0"/>
                        </a:spcAft>
                      </a:pPr>
                      <a:endParaRPr lang="es-MX" sz="2800" dirty="0">
                        <a:solidFill>
                          <a:schemeClr val="bg1"/>
                        </a:solidFill>
                        <a:latin typeface="Calibri"/>
                        <a:ea typeface="Calibri"/>
                        <a:cs typeface="Times New Roman"/>
                      </a:endParaRP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marR="0" indent="-226695" algn="ctr" defTabSz="914400" rtl="0" eaLnBrk="1" fontAlgn="auto" latinLnBrk="0" hangingPunct="1">
                        <a:lnSpc>
                          <a:spcPct val="100000"/>
                        </a:lnSpc>
                        <a:spcBef>
                          <a:spcPts val="0"/>
                        </a:spcBef>
                        <a:spcAft>
                          <a:spcPts val="0"/>
                        </a:spcAft>
                        <a:buClrTx/>
                        <a:buSzTx/>
                        <a:buFontTx/>
                        <a:buNone/>
                        <a:tabLst/>
                        <a:defRPr/>
                      </a:pPr>
                      <a:r>
                        <a:rPr lang="es-MX" sz="3600" dirty="0">
                          <a:solidFill>
                            <a:schemeClr val="bg1"/>
                          </a:solidFill>
                          <a:latin typeface="Calibri"/>
                          <a:ea typeface="Calibri"/>
                          <a:cs typeface="Times New Roman"/>
                        </a:rPr>
                        <a:t>*</a:t>
                      </a:r>
                    </a:p>
                  </a:txBody>
                  <a:tcPr marL="50479" marR="50479"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tc>
                  <a:txBody>
                    <a:bodyPr/>
                    <a:lstStyle/>
                    <a:p>
                      <a:pPr marL="226695" marR="0" indent="-226695" algn="ctr" defTabSz="914400" rtl="0" eaLnBrk="1" fontAlgn="auto" latinLnBrk="0" hangingPunct="1">
                        <a:lnSpc>
                          <a:spcPct val="100000"/>
                        </a:lnSpc>
                        <a:spcBef>
                          <a:spcPts val="0"/>
                        </a:spcBef>
                        <a:spcAft>
                          <a:spcPts val="0"/>
                        </a:spcAft>
                        <a:buClrTx/>
                        <a:buSzTx/>
                        <a:buFontTx/>
                        <a:buNone/>
                        <a:tabLst/>
                        <a:defRPr/>
                      </a:pPr>
                      <a:r>
                        <a:rPr lang="es-MX" sz="3200" dirty="0">
                          <a:solidFill>
                            <a:schemeClr val="bg1"/>
                          </a:solidFill>
                          <a:latin typeface="Calibri"/>
                          <a:ea typeface="Calibri"/>
                          <a:cs typeface="Times New Roman"/>
                        </a:rPr>
                        <a:t>*</a:t>
                      </a:r>
                    </a:p>
                  </a:txBody>
                  <a:tcPr marL="50479" marR="50479" marT="0" marB="0" anchor="ctr">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Marcador de contenido"/>
          <p:cNvSpPr>
            <a:spLocks noGrp="1"/>
          </p:cNvSpPr>
          <p:nvPr>
            <p:ph idx="1"/>
          </p:nvPr>
        </p:nvSpPr>
        <p:spPr>
          <a:xfrm>
            <a:off x="968354" y="1600204"/>
            <a:ext cx="10368396" cy="1325563"/>
          </a:xfrm>
        </p:spPr>
        <p:txBody>
          <a:bodyPr/>
          <a:lstStyle/>
          <a:p>
            <a:r>
              <a:rPr lang="es-MX" dirty="0"/>
              <a:t>Si P: </a:t>
            </a:r>
            <a:r>
              <a:rPr lang="es-MX" dirty="0" err="1"/>
              <a:t>max</a:t>
            </a:r>
            <a:r>
              <a:rPr lang="es-MX" dirty="0"/>
              <a:t>, D: min</a:t>
            </a:r>
          </a:p>
          <a:p>
            <a:r>
              <a:rPr lang="es-MX" dirty="0"/>
              <a:t>El dual del dual es el primal</a:t>
            </a:r>
          </a:p>
        </p:txBody>
      </p:sp>
      <p:sp>
        <p:nvSpPr>
          <p:cNvPr id="2" name="1 Título"/>
          <p:cNvSpPr>
            <a:spLocks noGrp="1"/>
          </p:cNvSpPr>
          <p:nvPr>
            <p:ph type="title"/>
          </p:nvPr>
        </p:nvSpPr>
        <p:spPr/>
        <p:txBody>
          <a:bodyPr>
            <a:normAutofit/>
          </a:bodyPr>
          <a:lstStyle/>
          <a:p>
            <a:r>
              <a:rPr lang="es-MX" dirty="0"/>
              <a:t>Relación Primal Dual</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17</a:t>
            </a:fld>
            <a:endParaRPr lang="es-ES"/>
          </a:p>
        </p:txBody>
      </p:sp>
      <p:sp>
        <p:nvSpPr>
          <p:cNvPr id="13" name="12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4" name="3 Diagrama"/>
          <p:cNvGraphicFramePr/>
          <p:nvPr>
            <p:extLst>
              <p:ext uri="{D42A27DB-BD31-4B8C-83A1-F6EECF244321}">
                <p14:modId xmlns:p14="http://schemas.microsoft.com/office/powerpoint/2010/main" val="3541036718"/>
              </p:ext>
            </p:extLst>
          </p:nvPr>
        </p:nvGraphicFramePr>
        <p:xfrm>
          <a:off x="1809720" y="2928934"/>
          <a:ext cx="6500858" cy="15716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4 Grupo"/>
          <p:cNvGrpSpPr/>
          <p:nvPr/>
        </p:nvGrpSpPr>
        <p:grpSpPr>
          <a:xfrm>
            <a:off x="8310578" y="2857496"/>
            <a:ext cx="2357422" cy="1571636"/>
            <a:chOff x="0" y="462"/>
            <a:chExt cx="2686068" cy="1802518"/>
          </a:xfrm>
        </p:grpSpPr>
        <p:sp>
          <p:nvSpPr>
            <p:cNvPr id="6" name="5 Rectángulo redondeado"/>
            <p:cNvSpPr/>
            <p:nvPr/>
          </p:nvSpPr>
          <p:spPr>
            <a:xfrm>
              <a:off x="0" y="462"/>
              <a:ext cx="2686068" cy="1802518"/>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8" name="7 Rectángulo"/>
            <p:cNvSpPr/>
            <p:nvPr/>
          </p:nvSpPr>
          <p:spPr>
            <a:xfrm>
              <a:off x="87992" y="88454"/>
              <a:ext cx="2510084" cy="16265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83820" rIns="167640" bIns="83820" numCol="1" spcCol="1270" anchor="ctr" anchorCtr="0">
              <a:noAutofit/>
            </a:bodyPr>
            <a:lstStyle/>
            <a:p>
              <a:pPr algn="ctr" defTabSz="1955800">
                <a:lnSpc>
                  <a:spcPct val="90000"/>
                </a:lnSpc>
                <a:spcBef>
                  <a:spcPct val="0"/>
                </a:spcBef>
                <a:spcAft>
                  <a:spcPct val="35000"/>
                </a:spcAft>
              </a:pPr>
              <a:r>
                <a:rPr lang="es-MX" sz="4000" dirty="0" err="1">
                  <a:solidFill>
                    <a:schemeClr val="accent3"/>
                  </a:solidFill>
                </a:rPr>
                <a:t>c‘x≤y’b</a:t>
              </a:r>
              <a:endParaRPr lang="es-MX" sz="4000" dirty="0">
                <a:solidFill>
                  <a:schemeClr val="accent3"/>
                </a:solidFill>
              </a:endParaRPr>
            </a:p>
          </p:txBody>
        </p:sp>
      </p:grpSp>
      <p:grpSp>
        <p:nvGrpSpPr>
          <p:cNvPr id="9" name="8 Grupo"/>
          <p:cNvGrpSpPr/>
          <p:nvPr/>
        </p:nvGrpSpPr>
        <p:grpSpPr>
          <a:xfrm>
            <a:off x="8310578" y="4714884"/>
            <a:ext cx="2357422" cy="1643074"/>
            <a:chOff x="0" y="1870974"/>
            <a:chExt cx="2600343" cy="1700489"/>
          </a:xfrm>
        </p:grpSpPr>
        <p:sp>
          <p:nvSpPr>
            <p:cNvPr id="10" name="9 Rectángulo redondeado"/>
            <p:cNvSpPr/>
            <p:nvPr/>
          </p:nvSpPr>
          <p:spPr>
            <a:xfrm>
              <a:off x="0" y="1870974"/>
              <a:ext cx="2600343" cy="1700489"/>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1" name="10 Rectángulo"/>
            <p:cNvSpPr/>
            <p:nvPr/>
          </p:nvSpPr>
          <p:spPr>
            <a:xfrm>
              <a:off x="83011" y="1953985"/>
              <a:ext cx="2434321" cy="15344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7640" tIns="83820" rIns="167640" bIns="83820" numCol="1" spcCol="1270" anchor="ctr" anchorCtr="0">
              <a:noAutofit/>
            </a:bodyPr>
            <a:lstStyle/>
            <a:p>
              <a:pPr algn="ctr" defTabSz="1955800">
                <a:lnSpc>
                  <a:spcPct val="90000"/>
                </a:lnSpc>
                <a:spcBef>
                  <a:spcPct val="0"/>
                </a:spcBef>
                <a:spcAft>
                  <a:spcPct val="35000"/>
                </a:spcAft>
              </a:pPr>
              <a:r>
                <a:rPr lang="es-MX" sz="3600" dirty="0" err="1"/>
                <a:t>c‘x</a:t>
              </a:r>
              <a:r>
                <a:rPr lang="es-MX" sz="3600" dirty="0"/>
                <a:t>*=y*’b</a:t>
              </a:r>
            </a:p>
          </p:txBody>
        </p:sp>
      </p:grpSp>
      <p:graphicFrame>
        <p:nvGraphicFramePr>
          <p:cNvPr id="14" name="3 Diagrama">
            <a:extLst>
              <a:ext uri="{FF2B5EF4-FFF2-40B4-BE49-F238E27FC236}">
                <a16:creationId xmlns:a16="http://schemas.microsoft.com/office/drawing/2014/main" id="{098A60F4-825E-4768-547E-44BA484ED94B}"/>
              </a:ext>
            </a:extLst>
          </p:cNvPr>
          <p:cNvGraphicFramePr/>
          <p:nvPr>
            <p:extLst>
              <p:ext uri="{D42A27DB-BD31-4B8C-83A1-F6EECF244321}">
                <p14:modId xmlns:p14="http://schemas.microsoft.com/office/powerpoint/2010/main" val="1141965193"/>
              </p:ext>
            </p:extLst>
          </p:nvPr>
        </p:nvGraphicFramePr>
        <p:xfrm>
          <a:off x="1801793" y="4706114"/>
          <a:ext cx="6500858" cy="15716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Marcador de contenido"/>
          <p:cNvSpPr>
            <a:spLocks noGrp="1"/>
          </p:cNvSpPr>
          <p:nvPr>
            <p:ph idx="1"/>
          </p:nvPr>
        </p:nvSpPr>
        <p:spPr>
          <a:xfrm>
            <a:off x="1326776" y="1600204"/>
            <a:ext cx="9090212" cy="4525963"/>
          </a:xfrm>
        </p:spPr>
        <p:txBody>
          <a:bodyPr>
            <a:noAutofit/>
          </a:bodyPr>
          <a:lstStyle/>
          <a:p>
            <a:r>
              <a:rPr lang="en-US" sz="2400" dirty="0"/>
              <a:t>En </a:t>
            </a:r>
            <a:r>
              <a:rPr lang="en-US" sz="2400" dirty="0" err="1"/>
              <a:t>una</a:t>
            </a:r>
            <a:r>
              <a:rPr lang="en-US" sz="2400" dirty="0"/>
              <a:t> </a:t>
            </a:r>
            <a:r>
              <a:rPr lang="en-US" sz="2400" dirty="0" err="1"/>
              <a:t>iteración</a:t>
            </a:r>
            <a:r>
              <a:rPr lang="en-US" sz="2400" dirty="0"/>
              <a:t>, </a:t>
            </a:r>
            <a:r>
              <a:rPr lang="en-US" sz="2400" dirty="0" err="1"/>
              <a:t>el</a:t>
            </a:r>
            <a:r>
              <a:rPr lang="en-US" sz="2400" dirty="0"/>
              <a:t> método Simplex </a:t>
            </a:r>
            <a:r>
              <a:rPr lang="en-US" sz="2400" dirty="0" err="1"/>
              <a:t>identifica</a:t>
            </a:r>
            <a:r>
              <a:rPr lang="en-US" sz="2400" dirty="0"/>
              <a:t> </a:t>
            </a:r>
            <a:r>
              <a:rPr lang="en-US" sz="2400" dirty="0" err="1"/>
              <a:t>simultáneamente</a:t>
            </a:r>
            <a:r>
              <a:rPr lang="en-US" sz="2400" dirty="0"/>
              <a:t> </a:t>
            </a:r>
            <a:r>
              <a:rPr lang="en-US" sz="2400" dirty="0" err="1"/>
              <a:t>una</a:t>
            </a:r>
            <a:r>
              <a:rPr lang="en-US" sz="2400" dirty="0"/>
              <a:t> SBF </a:t>
            </a:r>
            <a:r>
              <a:rPr lang="en-US" sz="2400" i="1" dirty="0">
                <a:solidFill>
                  <a:srgbClr val="FF0000"/>
                </a:solidFill>
                <a:latin typeface="Times New Roman" pitchFamily="18" charset="0"/>
                <a:cs typeface="Times New Roman" pitchFamily="18" charset="0"/>
              </a:rPr>
              <a:t>x</a:t>
            </a:r>
            <a:r>
              <a:rPr lang="en-US" sz="2400" i="1" dirty="0">
                <a:latin typeface="Times New Roman" pitchFamily="18" charset="0"/>
                <a:cs typeface="Times New Roman" pitchFamily="18" charset="0"/>
              </a:rPr>
              <a:t> </a:t>
            </a:r>
            <a:r>
              <a:rPr lang="en-US" sz="2400" dirty="0"/>
              <a:t>para (P) y </a:t>
            </a:r>
            <a:r>
              <a:rPr lang="en-US" sz="2400" dirty="0" err="1"/>
              <a:t>una</a:t>
            </a:r>
            <a:r>
              <a:rPr lang="en-US" sz="2400" dirty="0"/>
              <a:t> </a:t>
            </a:r>
            <a:r>
              <a:rPr lang="en-US" sz="2400" dirty="0" err="1"/>
              <a:t>solución</a:t>
            </a:r>
            <a:r>
              <a:rPr lang="en-US" sz="2400" dirty="0"/>
              <a:t> </a:t>
            </a:r>
            <a:r>
              <a:rPr lang="en-US" sz="2400" dirty="0" err="1"/>
              <a:t>complementaria</a:t>
            </a:r>
            <a:r>
              <a:rPr lang="en-US" sz="2400" dirty="0"/>
              <a:t> </a:t>
            </a:r>
            <a:r>
              <a:rPr lang="en-US" sz="2400" i="1" dirty="0">
                <a:solidFill>
                  <a:srgbClr val="FF0000"/>
                </a:solidFill>
                <a:latin typeface="Times New Roman" pitchFamily="18" charset="0"/>
                <a:cs typeface="Times New Roman" pitchFamily="18" charset="0"/>
              </a:rPr>
              <a:t>y </a:t>
            </a:r>
            <a:r>
              <a:rPr lang="en-US" sz="2400" dirty="0"/>
              <a:t>para (D), </a:t>
            </a:r>
            <a:r>
              <a:rPr lang="en-US" sz="2400" dirty="0" err="1"/>
              <a:t>donde</a:t>
            </a:r>
            <a:r>
              <a:rPr lang="en-US" sz="2400" dirty="0"/>
              <a:t> </a:t>
            </a:r>
            <a:r>
              <a:rPr lang="en-US" sz="2400" i="1" dirty="0" err="1">
                <a:latin typeface="Times New Roman" pitchFamily="18" charset="0"/>
                <a:cs typeface="Times New Roman" pitchFamily="18" charset="0"/>
              </a:rPr>
              <a:t>c’x</a:t>
            </a:r>
            <a:r>
              <a:rPr lang="en-US" sz="2400" i="1" dirty="0">
                <a:latin typeface="Times New Roman" pitchFamily="18" charset="0"/>
                <a:cs typeface="Times New Roman" pitchFamily="18" charset="0"/>
              </a:rPr>
              <a:t>=</a:t>
            </a:r>
            <a:r>
              <a:rPr lang="en-US" sz="2400" i="1" dirty="0" err="1">
                <a:latin typeface="Times New Roman" pitchFamily="18" charset="0"/>
                <a:cs typeface="Times New Roman" pitchFamily="18" charset="0"/>
              </a:rPr>
              <a:t>y’b</a:t>
            </a:r>
            <a:r>
              <a:rPr lang="en-US" sz="2400" dirty="0"/>
              <a:t>.</a:t>
            </a:r>
          </a:p>
          <a:p>
            <a:endParaRPr lang="en-US" sz="2400" dirty="0"/>
          </a:p>
          <a:p>
            <a:pPr lvl="1"/>
            <a:r>
              <a:rPr lang="en-US" dirty="0"/>
              <a:t>Si </a:t>
            </a:r>
            <a:r>
              <a:rPr lang="en-US" i="1" dirty="0">
                <a:solidFill>
                  <a:srgbClr val="FF0000"/>
                </a:solidFill>
                <a:latin typeface="Times New Roman" pitchFamily="18" charset="0"/>
                <a:cs typeface="Times New Roman" pitchFamily="18" charset="0"/>
              </a:rPr>
              <a:t>x</a:t>
            </a:r>
            <a:r>
              <a:rPr lang="en-US" dirty="0"/>
              <a:t> no es </a:t>
            </a:r>
            <a:r>
              <a:rPr lang="en-US" dirty="0" err="1"/>
              <a:t>óptima</a:t>
            </a:r>
            <a:r>
              <a:rPr lang="en-US" dirty="0"/>
              <a:t> para (P) </a:t>
            </a:r>
            <a:r>
              <a:rPr lang="en-US" dirty="0">
                <a:sym typeface="Wingdings" panose="05000000000000000000" pitchFamily="2" charset="2"/>
              </a:rPr>
              <a:t> </a:t>
            </a:r>
            <a:r>
              <a:rPr lang="en-US" i="1" dirty="0">
                <a:solidFill>
                  <a:srgbClr val="FF0000"/>
                </a:solidFill>
                <a:latin typeface="Times New Roman" pitchFamily="18" charset="0"/>
                <a:cs typeface="Times New Roman" pitchFamily="18" charset="0"/>
              </a:rPr>
              <a:t>y</a:t>
            </a:r>
            <a:r>
              <a:rPr lang="en-US" dirty="0"/>
              <a:t> no es </a:t>
            </a:r>
            <a:r>
              <a:rPr lang="en-US" dirty="0" err="1"/>
              <a:t>factible</a:t>
            </a:r>
            <a:r>
              <a:rPr lang="en-US" dirty="0"/>
              <a:t> para (D)</a:t>
            </a:r>
          </a:p>
          <a:p>
            <a:pPr lvl="1"/>
            <a:endParaRPr lang="en-US" dirty="0"/>
          </a:p>
          <a:p>
            <a:pPr lvl="1"/>
            <a:r>
              <a:rPr lang="en-US" dirty="0"/>
              <a:t>Si </a:t>
            </a:r>
            <a:r>
              <a:rPr lang="en-US" i="1" dirty="0">
                <a:solidFill>
                  <a:srgbClr val="FF0000"/>
                </a:solidFill>
                <a:latin typeface="Times New Roman" pitchFamily="18" charset="0"/>
                <a:cs typeface="Times New Roman" pitchFamily="18" charset="0"/>
              </a:rPr>
              <a:t>x</a:t>
            </a:r>
            <a:r>
              <a:rPr lang="en-US" dirty="0">
                <a:solidFill>
                  <a:srgbClr val="FF0000"/>
                </a:solidFill>
              </a:rPr>
              <a:t>*</a:t>
            </a:r>
            <a:r>
              <a:rPr lang="en-US" dirty="0"/>
              <a:t> es </a:t>
            </a:r>
            <a:r>
              <a:rPr lang="en-US" dirty="0" err="1"/>
              <a:t>óptima</a:t>
            </a:r>
            <a:r>
              <a:rPr lang="en-US" dirty="0"/>
              <a:t> para (P), </a:t>
            </a:r>
            <a:r>
              <a:rPr lang="en-US" dirty="0" err="1"/>
              <a:t>entonces</a:t>
            </a:r>
            <a:r>
              <a:rPr lang="en-US" dirty="0"/>
              <a:t> </a:t>
            </a:r>
            <a:r>
              <a:rPr lang="en-US" i="1" dirty="0">
                <a:solidFill>
                  <a:srgbClr val="FF0000"/>
                </a:solidFill>
                <a:latin typeface="Times New Roman" pitchFamily="18" charset="0"/>
                <a:cs typeface="Times New Roman" pitchFamily="18" charset="0"/>
              </a:rPr>
              <a:t>y</a:t>
            </a:r>
            <a:r>
              <a:rPr lang="en-US" dirty="0">
                <a:solidFill>
                  <a:srgbClr val="FF0000"/>
                </a:solidFill>
              </a:rPr>
              <a:t>* </a:t>
            </a:r>
            <a:r>
              <a:rPr lang="en-US" dirty="0"/>
              <a:t>es la </a:t>
            </a:r>
            <a:r>
              <a:rPr lang="en-US" dirty="0" err="1"/>
              <a:t>solución</a:t>
            </a:r>
            <a:r>
              <a:rPr lang="en-US" dirty="0"/>
              <a:t> </a:t>
            </a:r>
            <a:r>
              <a:rPr lang="en-US" dirty="0" err="1"/>
              <a:t>óptima</a:t>
            </a:r>
            <a:r>
              <a:rPr lang="en-US" dirty="0"/>
              <a:t> </a:t>
            </a:r>
            <a:r>
              <a:rPr lang="en-US" dirty="0" err="1"/>
              <a:t>complementaria</a:t>
            </a:r>
            <a:r>
              <a:rPr lang="en-US" dirty="0"/>
              <a:t> para (D), y </a:t>
            </a:r>
            <a:r>
              <a:rPr lang="en-US" i="1" dirty="0" err="1">
                <a:latin typeface="Times New Roman" pitchFamily="18" charset="0"/>
                <a:cs typeface="Times New Roman" pitchFamily="18" charset="0"/>
              </a:rPr>
              <a:t>c’x</a:t>
            </a:r>
            <a:r>
              <a:rPr lang="en-US" i="1" dirty="0">
                <a:latin typeface="Times New Roman" pitchFamily="18" charset="0"/>
                <a:cs typeface="Times New Roman" pitchFamily="18" charset="0"/>
              </a:rPr>
              <a:t>* = y*’b</a:t>
            </a:r>
          </a:p>
          <a:p>
            <a:endParaRPr lang="en-US" sz="2400" dirty="0"/>
          </a:p>
          <a:p>
            <a:r>
              <a:rPr lang="en-US" sz="2400" i="1" dirty="0">
                <a:solidFill>
                  <a:srgbClr val="FF0000"/>
                </a:solidFill>
                <a:latin typeface="Times New Roman" pitchFamily="18" charset="0"/>
                <a:cs typeface="Times New Roman" pitchFamily="18" charset="0"/>
              </a:rPr>
              <a:t>y</a:t>
            </a:r>
            <a:r>
              <a:rPr lang="en-US" sz="2400" dirty="0"/>
              <a:t>: </a:t>
            </a:r>
            <a:r>
              <a:rPr lang="en-US" sz="2400" dirty="0" err="1"/>
              <a:t>precios</a:t>
            </a:r>
            <a:r>
              <a:rPr lang="en-US" sz="2400" dirty="0"/>
              <a:t> sombra para (P).</a:t>
            </a:r>
          </a:p>
        </p:txBody>
      </p:sp>
      <p:sp>
        <p:nvSpPr>
          <p:cNvPr id="2" name="1 Título"/>
          <p:cNvSpPr>
            <a:spLocks noGrp="1"/>
          </p:cNvSpPr>
          <p:nvPr>
            <p:ph type="title"/>
          </p:nvPr>
        </p:nvSpPr>
        <p:spPr/>
        <p:txBody>
          <a:bodyPr>
            <a:normAutofit/>
          </a:bodyPr>
          <a:lstStyle/>
          <a:p>
            <a:r>
              <a:rPr lang="es-MX" dirty="0"/>
              <a:t>Relación Primal Dual …</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18</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sp>
        <p:nvSpPr>
          <p:cNvPr id="4" name="3 Marcador de texto"/>
          <p:cNvSpPr txBox="1">
            <a:spLocks/>
          </p:cNvSpPr>
          <p:nvPr/>
        </p:nvSpPr>
        <p:spPr>
          <a:xfrm rot="16200000">
            <a:off x="-1615791" y="3447240"/>
            <a:ext cx="4643472" cy="714382"/>
          </a:xfrm>
          <a:prstGeom prst="rect">
            <a:avLst/>
          </a:prstGeom>
          <a:ln w="6350" cap="rnd" cmpd="sng" algn="ctr">
            <a:solidFill>
              <a:srgbClr val="C00000"/>
            </a:solidFill>
            <a:prstDash val="solid"/>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54864" tIns="91440" rtlCol="0">
            <a:normAutofit/>
          </a:bodyPr>
          <a:lstStyle/>
          <a:p>
            <a:pPr marL="438912" indent="-320040">
              <a:buClr>
                <a:schemeClr val="accent1"/>
              </a:buClr>
              <a:buSzPct val="80000"/>
              <a:defRPr/>
            </a:pPr>
            <a:r>
              <a:rPr lang="en-US" sz="3200" dirty="0" err="1">
                <a:solidFill>
                  <a:schemeClr val="accent3"/>
                </a:solidFill>
              </a:rPr>
              <a:t>Holgura</a:t>
            </a:r>
            <a:r>
              <a:rPr lang="en-US" sz="3200" dirty="0">
                <a:solidFill>
                  <a:schemeClr val="accent3"/>
                </a:solidFill>
              </a:rPr>
              <a:t> </a:t>
            </a:r>
            <a:r>
              <a:rPr lang="en-US" sz="3200" dirty="0" err="1">
                <a:solidFill>
                  <a:schemeClr val="accent3"/>
                </a:solidFill>
              </a:rPr>
              <a:t>complementaria</a:t>
            </a:r>
            <a:endParaRPr lang="en-US" sz="3200" dirty="0">
              <a:solidFill>
                <a:schemeClr val="accent3"/>
              </a:solidFill>
            </a:endParaRPr>
          </a:p>
        </p:txBody>
      </p:sp>
      <p:graphicFrame>
        <p:nvGraphicFramePr>
          <p:cNvPr id="6" name="Object 3">
            <a:extLst>
              <a:ext uri="{FF2B5EF4-FFF2-40B4-BE49-F238E27FC236}">
                <a16:creationId xmlns:a16="http://schemas.microsoft.com/office/drawing/2014/main" id="{A612063D-F57C-C353-C74A-EFC699BF1A89}"/>
              </a:ext>
            </a:extLst>
          </p:cNvPr>
          <p:cNvGraphicFramePr>
            <a:graphicFrameLocks noChangeAspect="1"/>
          </p:cNvGraphicFramePr>
          <p:nvPr>
            <p:extLst>
              <p:ext uri="{D42A27DB-BD31-4B8C-83A1-F6EECF244321}">
                <p14:modId xmlns:p14="http://schemas.microsoft.com/office/powerpoint/2010/main" val="1018929379"/>
              </p:ext>
            </p:extLst>
          </p:nvPr>
        </p:nvGraphicFramePr>
        <p:xfrm>
          <a:off x="6153150" y="5160313"/>
          <a:ext cx="3333750" cy="857250"/>
        </p:xfrm>
        <a:graphic>
          <a:graphicData uri="http://schemas.openxmlformats.org/presentationml/2006/ole">
            <mc:AlternateContent xmlns:mc="http://schemas.openxmlformats.org/markup-compatibility/2006">
              <mc:Choice xmlns:v="urn:schemas-microsoft-com:vml" Requires="v">
                <p:oleObj name="Ecuación" r:id="rId2" imgW="888840" imgH="228600" progId="Equation.3">
                  <p:embed/>
                </p:oleObj>
              </mc:Choice>
              <mc:Fallback>
                <p:oleObj name="Ecuación" r:id="rId2" imgW="888840" imgH="228600" progId="Equation.3">
                  <p:embed/>
                  <p:pic>
                    <p:nvPicPr>
                      <p:cNvPr id="6" name="Object 3">
                        <a:extLst>
                          <a:ext uri="{FF2B5EF4-FFF2-40B4-BE49-F238E27FC236}">
                            <a16:creationId xmlns:a16="http://schemas.microsoft.com/office/drawing/2014/main" id="{A612063D-F57C-C353-C74A-EFC699BF1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3150" y="5160313"/>
                        <a:ext cx="333375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noChangeAspect="1"/>
          </p:cNvGraphicFramePr>
          <p:nvPr>
            <p:ph idx="1"/>
            <p:extLst>
              <p:ext uri="{D42A27DB-BD31-4B8C-83A1-F6EECF244321}">
                <p14:modId xmlns:p14="http://schemas.microsoft.com/office/powerpoint/2010/main" val="749592882"/>
              </p:ext>
            </p:extLst>
          </p:nvPr>
        </p:nvGraphicFramePr>
        <p:xfrm>
          <a:off x="2166926" y="2151727"/>
          <a:ext cx="3240017" cy="2689214"/>
        </p:xfrm>
        <a:graphic>
          <a:graphicData uri="http://schemas.openxmlformats.org/presentationml/2006/ole">
            <mc:AlternateContent xmlns:mc="http://schemas.openxmlformats.org/markup-compatibility/2006">
              <mc:Choice xmlns:v="urn:schemas-microsoft-com:vml" Requires="v">
                <p:oleObj name="Ecuación" r:id="rId2" imgW="1269720" imgH="1054080" progId="Equation.3">
                  <p:embed/>
                </p:oleObj>
              </mc:Choice>
              <mc:Fallback>
                <p:oleObj name="Ecuación" r:id="rId2" imgW="1269720" imgH="1054080" progId="Equation.3">
                  <p:embed/>
                  <p:pic>
                    <p:nvPicPr>
                      <p:cNvPr id="4"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26" y="2151727"/>
                        <a:ext cx="3240017" cy="2689214"/>
                      </a:xfrm>
                      <a:prstGeom prst="rect">
                        <a:avLst/>
                      </a:prstGeom>
                      <a:noFill/>
                    </p:spPr>
                  </p:pic>
                </p:oleObj>
              </mc:Fallback>
            </mc:AlternateContent>
          </a:graphicData>
        </a:graphic>
      </p:graphicFrame>
      <p:sp>
        <p:nvSpPr>
          <p:cNvPr id="2" name="1 Título"/>
          <p:cNvSpPr>
            <a:spLocks noGrp="1"/>
          </p:cNvSpPr>
          <p:nvPr>
            <p:ph type="title"/>
          </p:nvPr>
        </p:nvSpPr>
        <p:spPr/>
        <p:txBody>
          <a:bodyPr>
            <a:normAutofit/>
          </a:bodyPr>
          <a:lstStyle/>
          <a:p>
            <a:r>
              <a:rPr lang="es-MX" dirty="0" err="1"/>
              <a:t>Exercise</a:t>
            </a:r>
            <a:br>
              <a:rPr lang="es-MX" dirty="0"/>
            </a:br>
            <a:r>
              <a:rPr lang="es-MX" dirty="0"/>
              <a:t>Holgura complementaria</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19</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sp>
        <p:nvSpPr>
          <p:cNvPr id="8" name="7 CuadroTexto"/>
          <p:cNvSpPr txBox="1"/>
          <p:nvPr/>
        </p:nvSpPr>
        <p:spPr>
          <a:xfrm>
            <a:off x="2024035" y="5715017"/>
            <a:ext cx="7715304" cy="83099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Resuelva por el método gráfico y </a:t>
            </a:r>
            <a:r>
              <a:rPr lang="es-MX" sz="2400" dirty="0" err="1">
                <a:latin typeface="Times New Roman" pitchFamily="18" charset="0"/>
                <a:cs typeface="Times New Roman" pitchFamily="18" charset="0"/>
              </a:rPr>
              <a:t>algebráicamente</a:t>
            </a:r>
            <a:r>
              <a:rPr lang="es-MX" sz="2400" dirty="0">
                <a:latin typeface="Times New Roman" pitchFamily="18" charset="0"/>
                <a:cs typeface="Times New Roman" pitchFamily="18" charset="0"/>
              </a:rPr>
              <a:t> este LPP y su dual</a:t>
            </a:r>
            <a:endParaRPr lang="es-MX" sz="2400" b="1" dirty="0">
              <a:latin typeface="Times New Roman" pitchFamily="18" charset="0"/>
              <a:cs typeface="Times New Roman" pitchFamily="18" charset="0"/>
            </a:endParaRPr>
          </a:p>
        </p:txBody>
      </p:sp>
      <p:sp>
        <p:nvSpPr>
          <p:cNvPr id="6" name="5 Rectángulo"/>
          <p:cNvSpPr/>
          <p:nvPr/>
        </p:nvSpPr>
        <p:spPr>
          <a:xfrm>
            <a:off x="6524628" y="2151727"/>
            <a:ext cx="3500446" cy="2554545"/>
          </a:xfrm>
          <a:prstGeom prst="rect">
            <a:avLst/>
          </a:prstGeom>
        </p:spPr>
        <p:txBody>
          <a:bodyPr wrap="square">
            <a:spAutoFit/>
          </a:bodyPr>
          <a:lstStyle/>
          <a:p>
            <a:pPr lvl="1"/>
            <a:r>
              <a:rPr lang="en-US" sz="2000" dirty="0">
                <a:solidFill>
                  <a:schemeClr val="bg1"/>
                </a:solidFill>
              </a:rPr>
              <a:t>Si </a:t>
            </a:r>
            <a:r>
              <a:rPr lang="en-US" sz="2000" i="1" dirty="0">
                <a:solidFill>
                  <a:schemeClr val="bg1"/>
                </a:solidFill>
                <a:latin typeface="Times New Roman" pitchFamily="18" charset="0"/>
                <a:cs typeface="Times New Roman" pitchFamily="18" charset="0"/>
              </a:rPr>
              <a:t>x</a:t>
            </a:r>
            <a:r>
              <a:rPr lang="en-US" sz="2000" dirty="0">
                <a:solidFill>
                  <a:schemeClr val="bg1"/>
                </a:solidFill>
              </a:rPr>
              <a:t> no es </a:t>
            </a:r>
            <a:r>
              <a:rPr lang="en-US" sz="2000" dirty="0" err="1">
                <a:solidFill>
                  <a:schemeClr val="bg1"/>
                </a:solidFill>
              </a:rPr>
              <a:t>óptima</a:t>
            </a:r>
            <a:r>
              <a:rPr lang="en-US" sz="2000" dirty="0">
                <a:solidFill>
                  <a:schemeClr val="bg1"/>
                </a:solidFill>
              </a:rPr>
              <a:t> para (P) </a:t>
            </a:r>
            <a:r>
              <a:rPr lang="en-US" sz="2000" dirty="0">
                <a:solidFill>
                  <a:schemeClr val="bg1"/>
                </a:solidFill>
                <a:sym typeface="Wingdings" panose="05000000000000000000" pitchFamily="2" charset="2"/>
              </a:rPr>
              <a:t> </a:t>
            </a:r>
            <a:r>
              <a:rPr lang="en-US" sz="2000" i="1" dirty="0">
                <a:solidFill>
                  <a:schemeClr val="bg1"/>
                </a:solidFill>
                <a:latin typeface="Times New Roman" pitchFamily="18" charset="0"/>
                <a:cs typeface="Times New Roman" pitchFamily="18" charset="0"/>
              </a:rPr>
              <a:t>y</a:t>
            </a:r>
            <a:r>
              <a:rPr lang="en-US" sz="2000" dirty="0">
                <a:solidFill>
                  <a:schemeClr val="bg1"/>
                </a:solidFill>
              </a:rPr>
              <a:t> no es </a:t>
            </a:r>
            <a:r>
              <a:rPr lang="en-US" sz="2000" dirty="0" err="1">
                <a:solidFill>
                  <a:schemeClr val="bg1"/>
                </a:solidFill>
              </a:rPr>
              <a:t>factible</a:t>
            </a:r>
            <a:r>
              <a:rPr lang="en-US" sz="2000" dirty="0">
                <a:solidFill>
                  <a:schemeClr val="bg1"/>
                </a:solidFill>
              </a:rPr>
              <a:t> para (D)</a:t>
            </a:r>
          </a:p>
          <a:p>
            <a:pPr lvl="1"/>
            <a:endParaRPr lang="en-US" sz="2000" dirty="0">
              <a:solidFill>
                <a:schemeClr val="bg1"/>
              </a:solidFill>
            </a:endParaRPr>
          </a:p>
          <a:p>
            <a:pPr lvl="1"/>
            <a:r>
              <a:rPr lang="en-US" sz="2000" dirty="0">
                <a:solidFill>
                  <a:schemeClr val="bg1"/>
                </a:solidFill>
              </a:rPr>
              <a:t>Si </a:t>
            </a:r>
            <a:r>
              <a:rPr lang="en-US" sz="2000" i="1" dirty="0">
                <a:solidFill>
                  <a:schemeClr val="bg1"/>
                </a:solidFill>
                <a:latin typeface="Times New Roman" pitchFamily="18" charset="0"/>
                <a:cs typeface="Times New Roman" pitchFamily="18" charset="0"/>
              </a:rPr>
              <a:t>x</a:t>
            </a:r>
            <a:r>
              <a:rPr lang="en-US" sz="2000" dirty="0">
                <a:solidFill>
                  <a:schemeClr val="bg1"/>
                </a:solidFill>
              </a:rPr>
              <a:t>* es </a:t>
            </a:r>
            <a:r>
              <a:rPr lang="en-US" sz="2000" dirty="0" err="1">
                <a:solidFill>
                  <a:schemeClr val="bg1"/>
                </a:solidFill>
              </a:rPr>
              <a:t>óptima</a:t>
            </a:r>
            <a:r>
              <a:rPr lang="en-US" sz="2000" dirty="0">
                <a:solidFill>
                  <a:schemeClr val="bg1"/>
                </a:solidFill>
              </a:rPr>
              <a:t> para (P), </a:t>
            </a:r>
            <a:r>
              <a:rPr lang="en-US" sz="2000" dirty="0" err="1">
                <a:solidFill>
                  <a:schemeClr val="bg1"/>
                </a:solidFill>
              </a:rPr>
              <a:t>entonces</a:t>
            </a:r>
            <a:r>
              <a:rPr lang="en-US" sz="2000" dirty="0">
                <a:solidFill>
                  <a:schemeClr val="bg1"/>
                </a:solidFill>
              </a:rPr>
              <a:t> </a:t>
            </a:r>
            <a:r>
              <a:rPr lang="en-US" sz="2000" i="1" dirty="0">
                <a:solidFill>
                  <a:schemeClr val="bg1"/>
                </a:solidFill>
                <a:latin typeface="Times New Roman" pitchFamily="18" charset="0"/>
                <a:cs typeface="Times New Roman" pitchFamily="18" charset="0"/>
              </a:rPr>
              <a:t>y</a:t>
            </a:r>
            <a:r>
              <a:rPr lang="en-US" sz="2000" dirty="0">
                <a:solidFill>
                  <a:schemeClr val="bg1"/>
                </a:solidFill>
              </a:rPr>
              <a:t>* es la </a:t>
            </a:r>
            <a:r>
              <a:rPr lang="en-US" sz="2000" dirty="0" err="1">
                <a:solidFill>
                  <a:schemeClr val="bg1"/>
                </a:solidFill>
              </a:rPr>
              <a:t>solución</a:t>
            </a:r>
            <a:r>
              <a:rPr lang="en-US" sz="2000" dirty="0">
                <a:solidFill>
                  <a:schemeClr val="bg1"/>
                </a:solidFill>
              </a:rPr>
              <a:t> </a:t>
            </a:r>
            <a:r>
              <a:rPr lang="en-US" sz="2000" dirty="0" err="1">
                <a:solidFill>
                  <a:schemeClr val="bg1"/>
                </a:solidFill>
              </a:rPr>
              <a:t>óptima</a:t>
            </a:r>
            <a:r>
              <a:rPr lang="en-US" sz="2000" dirty="0">
                <a:solidFill>
                  <a:schemeClr val="bg1"/>
                </a:solidFill>
              </a:rPr>
              <a:t> </a:t>
            </a:r>
            <a:r>
              <a:rPr lang="en-US" sz="2000" dirty="0" err="1">
                <a:solidFill>
                  <a:schemeClr val="bg1"/>
                </a:solidFill>
              </a:rPr>
              <a:t>complementaria</a:t>
            </a:r>
            <a:r>
              <a:rPr lang="en-US" sz="2000" dirty="0">
                <a:solidFill>
                  <a:schemeClr val="bg1"/>
                </a:solidFill>
              </a:rPr>
              <a:t> para (D), y </a:t>
            </a:r>
            <a:r>
              <a:rPr lang="en-US" sz="2000" i="1" dirty="0" err="1">
                <a:solidFill>
                  <a:schemeClr val="bg1"/>
                </a:solidFill>
                <a:latin typeface="Times New Roman" pitchFamily="18" charset="0"/>
                <a:cs typeface="Times New Roman" pitchFamily="18" charset="0"/>
              </a:rPr>
              <a:t>c’x</a:t>
            </a:r>
            <a:r>
              <a:rPr lang="en-US" sz="2000" i="1" dirty="0">
                <a:solidFill>
                  <a:schemeClr val="bg1"/>
                </a:solidFill>
                <a:latin typeface="Times New Roman" pitchFamily="18" charset="0"/>
                <a:cs typeface="Times New Roman" pitchFamily="18" charset="0"/>
              </a:rPr>
              <a:t>* = y*’b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Tabla"/>
          <p:cNvGraphicFramePr>
            <a:graphicFrameLocks noGrp="1"/>
          </p:cNvGraphicFramePr>
          <p:nvPr/>
        </p:nvGraphicFramePr>
        <p:xfrm>
          <a:off x="3309918" y="2261228"/>
          <a:ext cx="5488940" cy="1310648"/>
        </p:xfrm>
        <a:graphic>
          <a:graphicData uri="http://schemas.openxmlformats.org/drawingml/2006/table">
            <a:tbl>
              <a:tblPr/>
              <a:tblGrid>
                <a:gridCol w="887082">
                  <a:extLst>
                    <a:ext uri="{9D8B030D-6E8A-4147-A177-3AD203B41FA5}">
                      <a16:colId xmlns:a16="http://schemas.microsoft.com/office/drawing/2014/main" val="20000"/>
                    </a:ext>
                  </a:extLst>
                </a:gridCol>
                <a:gridCol w="3429024">
                  <a:extLst>
                    <a:ext uri="{9D8B030D-6E8A-4147-A177-3AD203B41FA5}">
                      <a16:colId xmlns:a16="http://schemas.microsoft.com/office/drawing/2014/main" val="20001"/>
                    </a:ext>
                  </a:extLst>
                </a:gridCol>
                <a:gridCol w="1172834">
                  <a:extLst>
                    <a:ext uri="{9D8B030D-6E8A-4147-A177-3AD203B41FA5}">
                      <a16:colId xmlns:a16="http://schemas.microsoft.com/office/drawing/2014/main" val="20002"/>
                    </a:ext>
                  </a:extLst>
                </a:gridCol>
              </a:tblGrid>
              <a:tr h="655324">
                <a:tc>
                  <a:txBody>
                    <a:bodyPr/>
                    <a:lstStyle/>
                    <a:p>
                      <a:pPr marL="226695" indent="-226695" algn="ctr">
                        <a:spcAft>
                          <a:spcPts val="0"/>
                        </a:spcAft>
                      </a:pPr>
                      <a:r>
                        <a:rPr lang="es-MX" sz="2000" dirty="0">
                          <a:solidFill>
                            <a:srgbClr val="943634"/>
                          </a:solidFill>
                          <a:latin typeface="Calibri"/>
                          <a:ea typeface="Calibri"/>
                          <a:cs typeface="Times New Roman"/>
                        </a:rPr>
                        <a:t>Z</a:t>
                      </a:r>
                    </a:p>
                  </a:txBody>
                  <a:tcPr marL="68580" marR="68580" marT="0" marB="0" anchor="ctr">
                    <a:lnL>
                      <a:noFill/>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marL="226695" indent="-226695" algn="just">
                        <a:spcAft>
                          <a:spcPts val="0"/>
                        </a:spcAft>
                      </a:pPr>
                      <a:endParaRPr lang="es-MX" sz="200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a:noFill/>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extLst>
                  <a:ext uri="{0D108BD9-81ED-4DB2-BD59-A6C34878D82A}">
                    <a16:rowId xmlns:a16="http://schemas.microsoft.com/office/drawing/2014/main" val="10000"/>
                  </a:ext>
                </a:extLst>
              </a:tr>
              <a:tr h="655324">
                <a:tc>
                  <a:txBody>
                    <a:bodyPr/>
                    <a:lstStyle/>
                    <a:p>
                      <a:pPr marL="226695" indent="-226695" algn="ctr">
                        <a:spcAft>
                          <a:spcPts val="0"/>
                        </a:spcAft>
                      </a:pPr>
                      <a:endParaRPr lang="es-MX" sz="2000" dirty="0">
                        <a:solidFill>
                          <a:srgbClr val="943634"/>
                        </a:solidFill>
                        <a:latin typeface="Calibri"/>
                        <a:ea typeface="Calibri"/>
                        <a:cs typeface="Times New Roman"/>
                      </a:endParaRPr>
                    </a:p>
                  </a:txBody>
                  <a:tcPr marL="68580" marR="68580" marT="0" marB="0" anchor="ctr">
                    <a:lnL>
                      <a:noFill/>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a:noFill/>
                    </a:lnB>
                    <a:solidFill>
                      <a:srgbClr val="EFD3D2"/>
                    </a:solidFill>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a:noFill/>
                    </a:lnB>
                    <a:solidFill>
                      <a:srgbClr val="EFD3D2"/>
                    </a:solidFill>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a:noFill/>
                    </a:lnR>
                    <a:lnT w="12700" cap="flat" cmpd="sng" algn="ctr">
                      <a:solidFill>
                        <a:srgbClr val="C0504D"/>
                      </a:solidFill>
                      <a:prstDash val="solid"/>
                      <a:round/>
                      <a:headEnd type="none" w="med" len="med"/>
                      <a:tailEnd type="none" w="med" len="med"/>
                    </a:lnT>
                    <a:lnB>
                      <a:noFill/>
                    </a:lnB>
                    <a:solidFill>
                      <a:srgbClr val="EFD3D2"/>
                    </a:solidFill>
                  </a:tcPr>
                </a:tc>
                <a:extLst>
                  <a:ext uri="{0D108BD9-81ED-4DB2-BD59-A6C34878D82A}">
                    <a16:rowId xmlns:a16="http://schemas.microsoft.com/office/drawing/2014/main" val="10001"/>
                  </a:ext>
                </a:extLst>
              </a:tr>
            </a:tbl>
          </a:graphicData>
        </a:graphic>
      </p:graphicFrame>
      <p:sp>
        <p:nvSpPr>
          <p:cNvPr id="2" name="1 Título"/>
          <p:cNvSpPr>
            <a:spLocks noGrp="1"/>
          </p:cNvSpPr>
          <p:nvPr>
            <p:ph type="title"/>
          </p:nvPr>
        </p:nvSpPr>
        <p:spPr/>
        <p:txBody>
          <a:bodyPr/>
          <a:lstStyle/>
          <a:p>
            <a:r>
              <a:rPr lang="es-MX" dirty="0"/>
              <a:t>Las variables duales en el Simplex</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20</a:t>
            </a:fld>
            <a:endParaRPr lang="es-ES"/>
          </a:p>
        </p:txBody>
      </p:sp>
      <p:sp>
        <p:nvSpPr>
          <p:cNvPr id="4" name="3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70662" name="3 Marcador de contenido"/>
          <p:cNvGraphicFramePr>
            <a:graphicFrameLocks noChangeAspect="1"/>
          </p:cNvGraphicFramePr>
          <p:nvPr/>
        </p:nvGraphicFramePr>
        <p:xfrm>
          <a:off x="4730750" y="2357438"/>
          <a:ext cx="2090738" cy="495300"/>
        </p:xfrm>
        <a:graphic>
          <a:graphicData uri="http://schemas.openxmlformats.org/presentationml/2006/ole">
            <mc:AlternateContent xmlns:mc="http://schemas.openxmlformats.org/markup-compatibility/2006">
              <mc:Choice xmlns:v="urn:schemas-microsoft-com:vml" Requires="v">
                <p:oleObj name="Ecuación" r:id="rId3" imgW="1002960" imgH="228600" progId="Equation.3">
                  <p:embed/>
                </p:oleObj>
              </mc:Choice>
              <mc:Fallback>
                <p:oleObj name="Ecuación" r:id="rId3" imgW="1002960" imgH="228600" progId="Equation.3">
                  <p:embed/>
                  <p:pic>
                    <p:nvPicPr>
                      <p:cNvPr id="70662" name="3 Marcador de conteni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0" y="2357438"/>
                        <a:ext cx="2090738"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08" name="Object 4"/>
          <p:cNvGraphicFramePr>
            <a:graphicFrameLocks noChangeAspect="1"/>
          </p:cNvGraphicFramePr>
          <p:nvPr/>
        </p:nvGraphicFramePr>
        <p:xfrm>
          <a:off x="5381620" y="3087688"/>
          <a:ext cx="846138" cy="412750"/>
        </p:xfrm>
        <a:graphic>
          <a:graphicData uri="http://schemas.openxmlformats.org/presentationml/2006/ole">
            <mc:AlternateContent xmlns:mc="http://schemas.openxmlformats.org/markup-compatibility/2006">
              <mc:Choice xmlns:v="urn:schemas-microsoft-com:vml" Requires="v">
                <p:oleObj name="Ecuación" r:id="rId5" imgW="406080" imgH="190440" progId="Equation.3">
                  <p:embed/>
                </p:oleObj>
              </mc:Choice>
              <mc:Fallback>
                <p:oleObj name="Ecuación" r:id="rId5" imgW="406080" imgH="190440" progId="Equation.3">
                  <p:embed/>
                  <p:pic>
                    <p:nvPicPr>
                      <p:cNvPr id="7270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1620" y="3087688"/>
                        <a:ext cx="846138"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0" name="Object 6"/>
          <p:cNvGraphicFramePr>
            <a:graphicFrameLocks noChangeAspect="1"/>
          </p:cNvGraphicFramePr>
          <p:nvPr/>
        </p:nvGraphicFramePr>
        <p:xfrm>
          <a:off x="7810512" y="3060700"/>
          <a:ext cx="766762" cy="439738"/>
        </p:xfrm>
        <a:graphic>
          <a:graphicData uri="http://schemas.openxmlformats.org/presentationml/2006/ole">
            <mc:AlternateContent xmlns:mc="http://schemas.openxmlformats.org/markup-compatibility/2006">
              <mc:Choice xmlns:v="urn:schemas-microsoft-com:vml" Requires="v">
                <p:oleObj name="Ecuación" r:id="rId7" imgW="368280" imgH="203040" progId="Equation.3">
                  <p:embed/>
                </p:oleObj>
              </mc:Choice>
              <mc:Fallback>
                <p:oleObj name="Ecuación" r:id="rId7" imgW="368280" imgH="203040" progId="Equation.3">
                  <p:embed/>
                  <p:pic>
                    <p:nvPicPr>
                      <p:cNvPr id="7271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0512" y="3060700"/>
                        <a:ext cx="76676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1" name="Object 7"/>
          <p:cNvGraphicFramePr>
            <a:graphicFrameLocks noChangeAspect="1"/>
          </p:cNvGraphicFramePr>
          <p:nvPr/>
        </p:nvGraphicFramePr>
        <p:xfrm>
          <a:off x="7713663" y="2286000"/>
          <a:ext cx="1111250" cy="495300"/>
        </p:xfrm>
        <a:graphic>
          <a:graphicData uri="http://schemas.openxmlformats.org/presentationml/2006/ole">
            <mc:AlternateContent xmlns:mc="http://schemas.openxmlformats.org/markup-compatibility/2006">
              <mc:Choice xmlns:v="urn:schemas-microsoft-com:vml" Requires="v">
                <p:oleObj name="Ecuación" r:id="rId9" imgW="533160" imgH="228600" progId="Equation.3">
                  <p:embed/>
                </p:oleObj>
              </mc:Choice>
              <mc:Fallback>
                <p:oleObj name="Ecuación" r:id="rId9" imgW="533160" imgH="228600" progId="Equation.3">
                  <p:embed/>
                  <p:pic>
                    <p:nvPicPr>
                      <p:cNvPr id="72711"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13663" y="2286000"/>
                        <a:ext cx="11112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2" name="Object 8"/>
          <p:cNvGraphicFramePr>
            <a:graphicFrameLocks noChangeAspect="1"/>
          </p:cNvGraphicFramePr>
          <p:nvPr/>
        </p:nvGraphicFramePr>
        <p:xfrm>
          <a:off x="3989392" y="3857625"/>
          <a:ext cx="1401762" cy="495300"/>
        </p:xfrm>
        <a:graphic>
          <a:graphicData uri="http://schemas.openxmlformats.org/presentationml/2006/ole">
            <mc:AlternateContent xmlns:mc="http://schemas.openxmlformats.org/markup-compatibility/2006">
              <mc:Choice xmlns:v="urn:schemas-microsoft-com:vml" Requires="v">
                <p:oleObj name="Ecuación" r:id="rId11" imgW="672840" imgH="228600" progId="Equation.3">
                  <p:embed/>
                </p:oleObj>
              </mc:Choice>
              <mc:Fallback>
                <p:oleObj name="Ecuación" r:id="rId11" imgW="672840" imgH="228600" progId="Equation.3">
                  <p:embed/>
                  <p:pic>
                    <p:nvPicPr>
                      <p:cNvPr id="72712"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9392" y="3857625"/>
                        <a:ext cx="1401762"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3" name="Object 9"/>
          <p:cNvGraphicFramePr>
            <a:graphicFrameLocks noChangeAspect="1"/>
          </p:cNvGraphicFramePr>
          <p:nvPr/>
        </p:nvGraphicFramePr>
        <p:xfrm>
          <a:off x="7029443" y="4143381"/>
          <a:ext cx="1243013" cy="439737"/>
        </p:xfrm>
        <a:graphic>
          <a:graphicData uri="http://schemas.openxmlformats.org/presentationml/2006/ole">
            <mc:AlternateContent xmlns:mc="http://schemas.openxmlformats.org/markup-compatibility/2006">
              <mc:Choice xmlns:v="urn:schemas-microsoft-com:vml" Requires="v">
                <p:oleObj name="Ecuación" r:id="rId13" imgW="596880" imgH="203040" progId="Equation.3">
                  <p:embed/>
                </p:oleObj>
              </mc:Choice>
              <mc:Fallback>
                <p:oleObj name="Ecuación" r:id="rId13" imgW="596880" imgH="203040" progId="Equation.3">
                  <p:embed/>
                  <p:pic>
                    <p:nvPicPr>
                      <p:cNvPr id="72713"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29443" y="4143381"/>
                        <a:ext cx="1243013"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4" name="Object 10"/>
          <p:cNvGraphicFramePr>
            <a:graphicFrameLocks noChangeAspect="1"/>
          </p:cNvGraphicFramePr>
          <p:nvPr>
            <p:extLst>
              <p:ext uri="{D42A27DB-BD31-4B8C-83A1-F6EECF244321}">
                <p14:modId xmlns:p14="http://schemas.microsoft.com/office/powerpoint/2010/main" val="2172546791"/>
              </p:ext>
            </p:extLst>
          </p:nvPr>
        </p:nvGraphicFramePr>
        <p:xfrm>
          <a:off x="3953668" y="4477022"/>
          <a:ext cx="1446213" cy="434975"/>
        </p:xfrm>
        <a:graphic>
          <a:graphicData uri="http://schemas.openxmlformats.org/presentationml/2006/ole">
            <mc:AlternateContent xmlns:mc="http://schemas.openxmlformats.org/markup-compatibility/2006">
              <mc:Choice xmlns:v="urn:schemas-microsoft-com:vml" Requires="v">
                <p:oleObj name="Ecuación" r:id="rId15" imgW="596880" imgH="203040" progId="Equation.3">
                  <p:embed/>
                </p:oleObj>
              </mc:Choice>
              <mc:Fallback>
                <p:oleObj name="Ecuación" r:id="rId15" imgW="596880" imgH="203040" progId="Equation.3">
                  <p:embed/>
                  <p:pic>
                    <p:nvPicPr>
                      <p:cNvPr id="72714"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3668" y="4477022"/>
                        <a:ext cx="1446213" cy="434975"/>
                      </a:xfrm>
                      <a:prstGeom prst="rect">
                        <a:avLst/>
                      </a:prstGeom>
                      <a:solidFill>
                        <a:schemeClr val="tx1"/>
                      </a:solidFill>
                      <a:ln>
                        <a:noFill/>
                      </a:ln>
                    </p:spPr>
                  </p:pic>
                </p:oleObj>
              </mc:Fallback>
            </mc:AlternateContent>
          </a:graphicData>
        </a:graphic>
      </p:graphicFrame>
      <p:graphicFrame>
        <p:nvGraphicFramePr>
          <p:cNvPr id="14" name="13 Tabla"/>
          <p:cNvGraphicFramePr>
            <a:graphicFrameLocks noGrp="1"/>
          </p:cNvGraphicFramePr>
          <p:nvPr/>
        </p:nvGraphicFramePr>
        <p:xfrm>
          <a:off x="3309918" y="5143512"/>
          <a:ext cx="5488940" cy="1310648"/>
        </p:xfrm>
        <a:graphic>
          <a:graphicData uri="http://schemas.openxmlformats.org/drawingml/2006/table">
            <a:tbl>
              <a:tblPr/>
              <a:tblGrid>
                <a:gridCol w="887082">
                  <a:extLst>
                    <a:ext uri="{9D8B030D-6E8A-4147-A177-3AD203B41FA5}">
                      <a16:colId xmlns:a16="http://schemas.microsoft.com/office/drawing/2014/main" val="20000"/>
                    </a:ext>
                  </a:extLst>
                </a:gridCol>
                <a:gridCol w="3429024">
                  <a:extLst>
                    <a:ext uri="{9D8B030D-6E8A-4147-A177-3AD203B41FA5}">
                      <a16:colId xmlns:a16="http://schemas.microsoft.com/office/drawing/2014/main" val="20001"/>
                    </a:ext>
                  </a:extLst>
                </a:gridCol>
                <a:gridCol w="1172834">
                  <a:extLst>
                    <a:ext uri="{9D8B030D-6E8A-4147-A177-3AD203B41FA5}">
                      <a16:colId xmlns:a16="http://schemas.microsoft.com/office/drawing/2014/main" val="20002"/>
                    </a:ext>
                  </a:extLst>
                </a:gridCol>
              </a:tblGrid>
              <a:tr h="655324">
                <a:tc>
                  <a:txBody>
                    <a:bodyPr/>
                    <a:lstStyle/>
                    <a:p>
                      <a:pPr marL="226695" indent="-226695" algn="ctr">
                        <a:spcAft>
                          <a:spcPts val="0"/>
                        </a:spcAft>
                      </a:pPr>
                      <a:r>
                        <a:rPr lang="es-MX" sz="2000" dirty="0">
                          <a:solidFill>
                            <a:srgbClr val="943634"/>
                          </a:solidFill>
                          <a:latin typeface="Calibri"/>
                          <a:ea typeface="Calibri"/>
                          <a:cs typeface="Times New Roman"/>
                        </a:rPr>
                        <a:t>Z</a:t>
                      </a:r>
                    </a:p>
                  </a:txBody>
                  <a:tcPr marL="68580" marR="68580" marT="0" marB="0" anchor="ctr">
                    <a:lnL>
                      <a:noFill/>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c>
                  <a:txBody>
                    <a:bodyPr/>
                    <a:lstStyle/>
                    <a:p>
                      <a:pPr marL="226695" indent="-226695" algn="just">
                        <a:spcAft>
                          <a:spcPts val="0"/>
                        </a:spcAft>
                      </a:pPr>
                      <a:endParaRPr lang="es-MX" sz="200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a:noFill/>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extLst>
                  <a:ext uri="{0D108BD9-81ED-4DB2-BD59-A6C34878D82A}">
                    <a16:rowId xmlns:a16="http://schemas.microsoft.com/office/drawing/2014/main" val="10000"/>
                  </a:ext>
                </a:extLst>
              </a:tr>
              <a:tr h="655324">
                <a:tc>
                  <a:txBody>
                    <a:bodyPr/>
                    <a:lstStyle/>
                    <a:p>
                      <a:pPr marL="226695" indent="-226695" algn="ctr">
                        <a:spcAft>
                          <a:spcPts val="0"/>
                        </a:spcAft>
                      </a:pPr>
                      <a:endParaRPr lang="es-MX" sz="2000" dirty="0">
                        <a:solidFill>
                          <a:srgbClr val="943634"/>
                        </a:solidFill>
                        <a:latin typeface="Calibri"/>
                        <a:ea typeface="Calibri"/>
                        <a:cs typeface="Times New Roman"/>
                      </a:endParaRPr>
                    </a:p>
                  </a:txBody>
                  <a:tcPr marL="68580" marR="68580" marT="0" marB="0" anchor="ctr">
                    <a:lnL>
                      <a:noFill/>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a:noFill/>
                    </a:lnB>
                    <a:solidFill>
                      <a:srgbClr val="EFD3D2"/>
                    </a:solidFill>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a:noFill/>
                    </a:lnB>
                    <a:solidFill>
                      <a:srgbClr val="EFD3D2"/>
                    </a:solidFill>
                  </a:tcPr>
                </a:tc>
                <a:tc>
                  <a:txBody>
                    <a:bodyPr/>
                    <a:lstStyle/>
                    <a:p>
                      <a:pPr marL="226695" indent="-226695" algn="just">
                        <a:spcAft>
                          <a:spcPts val="0"/>
                        </a:spcAft>
                      </a:pPr>
                      <a:endParaRPr lang="es-MX" sz="2000" dirty="0">
                        <a:solidFill>
                          <a:srgbClr val="943634"/>
                        </a:solidFill>
                        <a:latin typeface="Calibri"/>
                        <a:ea typeface="Calibri"/>
                        <a:cs typeface="Times New Roman"/>
                      </a:endParaRPr>
                    </a:p>
                  </a:txBody>
                  <a:tcPr marL="68580" marR="68580" marT="0" marB="0">
                    <a:lnL w="12700" cap="flat" cmpd="sng" algn="ctr">
                      <a:solidFill>
                        <a:srgbClr val="C0504D"/>
                      </a:solidFill>
                      <a:prstDash val="solid"/>
                      <a:round/>
                      <a:headEnd type="none" w="med" len="med"/>
                      <a:tailEnd type="none" w="med" len="med"/>
                    </a:lnL>
                    <a:lnR>
                      <a:noFill/>
                    </a:lnR>
                    <a:lnT w="12700" cap="flat" cmpd="sng" algn="ctr">
                      <a:solidFill>
                        <a:srgbClr val="C0504D"/>
                      </a:solidFill>
                      <a:prstDash val="solid"/>
                      <a:round/>
                      <a:headEnd type="none" w="med" len="med"/>
                      <a:tailEnd type="none" w="med" len="med"/>
                    </a:lnT>
                    <a:lnB>
                      <a:noFill/>
                    </a:lnB>
                    <a:solidFill>
                      <a:srgbClr val="EFD3D2"/>
                    </a:solidFill>
                  </a:tcPr>
                </a:tc>
                <a:extLst>
                  <a:ext uri="{0D108BD9-81ED-4DB2-BD59-A6C34878D82A}">
                    <a16:rowId xmlns:a16="http://schemas.microsoft.com/office/drawing/2014/main" val="10001"/>
                  </a:ext>
                </a:extLst>
              </a:tr>
            </a:tbl>
          </a:graphicData>
        </a:graphic>
      </p:graphicFrame>
      <p:graphicFrame>
        <p:nvGraphicFramePr>
          <p:cNvPr id="16" name="3 Marcador de contenido"/>
          <p:cNvGraphicFramePr>
            <a:graphicFrameLocks noChangeAspect="1"/>
          </p:cNvGraphicFramePr>
          <p:nvPr/>
        </p:nvGraphicFramePr>
        <p:xfrm>
          <a:off x="4676775" y="5268914"/>
          <a:ext cx="2197100" cy="439737"/>
        </p:xfrm>
        <a:graphic>
          <a:graphicData uri="http://schemas.openxmlformats.org/presentationml/2006/ole">
            <mc:AlternateContent xmlns:mc="http://schemas.openxmlformats.org/markup-compatibility/2006">
              <mc:Choice xmlns:v="urn:schemas-microsoft-com:vml" Requires="v">
                <p:oleObj name="Ecuación" r:id="rId17" imgW="1054080" imgH="203040" progId="Equation.3">
                  <p:embed/>
                </p:oleObj>
              </mc:Choice>
              <mc:Fallback>
                <p:oleObj name="Ecuación" r:id="rId17" imgW="1054080" imgH="203040" progId="Equation.3">
                  <p:embed/>
                  <p:pic>
                    <p:nvPicPr>
                      <p:cNvPr id="16" name="3 Marcador de contenid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76775" y="5268914"/>
                        <a:ext cx="2197100"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4"/>
          <p:cNvGraphicFramePr>
            <a:graphicFrameLocks noChangeAspect="1"/>
          </p:cNvGraphicFramePr>
          <p:nvPr/>
        </p:nvGraphicFramePr>
        <p:xfrm>
          <a:off x="4522792" y="5929313"/>
          <a:ext cx="2563812" cy="495300"/>
        </p:xfrm>
        <a:graphic>
          <a:graphicData uri="http://schemas.openxmlformats.org/presentationml/2006/ole">
            <mc:AlternateContent xmlns:mc="http://schemas.openxmlformats.org/markup-compatibility/2006">
              <mc:Choice xmlns:v="urn:schemas-microsoft-com:vml" Requires="v">
                <p:oleObj name="Ecuación" r:id="rId19" imgW="1231560" imgH="228600" progId="Equation.3">
                  <p:embed/>
                </p:oleObj>
              </mc:Choice>
              <mc:Fallback>
                <p:oleObj name="Ecuación" r:id="rId19" imgW="1231560" imgH="228600" progId="Equation.3">
                  <p:embed/>
                  <p:pic>
                    <p:nvPicPr>
                      <p:cNvPr id="17" name="Object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22792" y="5929313"/>
                        <a:ext cx="2563812"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7"/>
          <p:cNvGraphicFramePr>
            <a:graphicFrameLocks noChangeAspect="1"/>
          </p:cNvGraphicFramePr>
          <p:nvPr/>
        </p:nvGraphicFramePr>
        <p:xfrm>
          <a:off x="7897814" y="5168900"/>
          <a:ext cx="739775" cy="496888"/>
        </p:xfrm>
        <a:graphic>
          <a:graphicData uri="http://schemas.openxmlformats.org/presentationml/2006/ole">
            <mc:AlternateContent xmlns:mc="http://schemas.openxmlformats.org/markup-compatibility/2006">
              <mc:Choice xmlns:v="urn:schemas-microsoft-com:vml" Requires="v">
                <p:oleObj name="Ecuación" r:id="rId21" imgW="355320" imgH="228600" progId="Equation.3">
                  <p:embed/>
                </p:oleObj>
              </mc:Choice>
              <mc:Fallback>
                <p:oleObj name="Ecuación" r:id="rId21" imgW="355320" imgH="228600" progId="Equation.3">
                  <p:embed/>
                  <p:pic>
                    <p:nvPicPr>
                      <p:cNvPr id="19" name="Object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97814" y="5168900"/>
                        <a:ext cx="739775"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19" name="Object 15"/>
          <p:cNvGraphicFramePr>
            <a:graphicFrameLocks noChangeAspect="1"/>
          </p:cNvGraphicFramePr>
          <p:nvPr/>
        </p:nvGraphicFramePr>
        <p:xfrm>
          <a:off x="8116892" y="5970589"/>
          <a:ext cx="342900" cy="357187"/>
        </p:xfrm>
        <a:graphic>
          <a:graphicData uri="http://schemas.openxmlformats.org/presentationml/2006/ole">
            <mc:AlternateContent xmlns:mc="http://schemas.openxmlformats.org/markup-compatibility/2006">
              <mc:Choice xmlns:v="urn:schemas-microsoft-com:vml" Requires="v">
                <p:oleObj name="Ecuación" r:id="rId23" imgW="164880" imgH="164880" progId="Equation.3">
                  <p:embed/>
                </p:oleObj>
              </mc:Choice>
              <mc:Fallback>
                <p:oleObj name="Ecuación" r:id="rId23" imgW="164880" imgH="164880" progId="Equation.3">
                  <p:embed/>
                  <p:pic>
                    <p:nvPicPr>
                      <p:cNvPr id="72719"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16892" y="5970589"/>
                        <a:ext cx="342900"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0" name="Object 16"/>
          <p:cNvGraphicFramePr>
            <a:graphicFrameLocks noChangeAspect="1"/>
          </p:cNvGraphicFramePr>
          <p:nvPr/>
        </p:nvGraphicFramePr>
        <p:xfrm>
          <a:off x="3513142" y="3060700"/>
          <a:ext cx="501650" cy="439738"/>
        </p:xfrm>
        <a:graphic>
          <a:graphicData uri="http://schemas.openxmlformats.org/presentationml/2006/ole">
            <mc:AlternateContent xmlns:mc="http://schemas.openxmlformats.org/markup-compatibility/2006">
              <mc:Choice xmlns:v="urn:schemas-microsoft-com:vml" Requires="v">
                <p:oleObj name="Ecuación" r:id="rId25" imgW="241200" imgH="203040" progId="Equation.3">
                  <p:embed/>
                </p:oleObj>
              </mc:Choice>
              <mc:Fallback>
                <p:oleObj name="Ecuación" r:id="rId25" imgW="241200" imgH="203040" progId="Equation.3">
                  <p:embed/>
                  <p:pic>
                    <p:nvPicPr>
                      <p:cNvPr id="72720" name="Object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13142" y="3060700"/>
                        <a:ext cx="501650"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1" name="Object 17"/>
          <p:cNvGraphicFramePr>
            <a:graphicFrameLocks noChangeAspect="1"/>
          </p:cNvGraphicFramePr>
          <p:nvPr/>
        </p:nvGraphicFramePr>
        <p:xfrm>
          <a:off x="3524232" y="5918220"/>
          <a:ext cx="501650" cy="439738"/>
        </p:xfrm>
        <a:graphic>
          <a:graphicData uri="http://schemas.openxmlformats.org/presentationml/2006/ole">
            <mc:AlternateContent xmlns:mc="http://schemas.openxmlformats.org/markup-compatibility/2006">
              <mc:Choice xmlns:v="urn:schemas-microsoft-com:vml" Requires="v">
                <p:oleObj name="Ecuación" r:id="rId25" imgW="241200" imgH="203040" progId="Equation.3">
                  <p:embed/>
                </p:oleObj>
              </mc:Choice>
              <mc:Fallback>
                <p:oleObj name="Ecuación" r:id="rId25" imgW="241200" imgH="203040" progId="Equation.3">
                  <p:embed/>
                  <p:pic>
                    <p:nvPicPr>
                      <p:cNvPr id="72721" name="Object 1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24232" y="5918220"/>
                        <a:ext cx="501650"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19 Rectángulo"/>
          <p:cNvSpPr/>
          <p:nvPr/>
        </p:nvSpPr>
        <p:spPr>
          <a:xfrm>
            <a:off x="4600550" y="1548458"/>
            <a:ext cx="2786082" cy="523220"/>
          </a:xfrm>
          <a:prstGeom prst="rect">
            <a:avLst/>
          </a:prstGeom>
          <a:noFill/>
        </p:spPr>
        <p:txBody>
          <a:bodyPr wrap="square" lIns="91440" tIns="45720" rIns="91440" bIns="45720">
            <a:spAutoFit/>
          </a:bodyPr>
          <a:lstStyle/>
          <a:p>
            <a:pPr algn="ctr"/>
            <a:r>
              <a:rPr lang="es-ES" sz="2800" dirty="0" err="1">
                <a:ln w="0"/>
                <a:solidFill>
                  <a:schemeClr val="accent3"/>
                </a:solidFill>
                <a:effectLst>
                  <a:outerShdw blurRad="38100" dist="25400" dir="5400000" algn="ctr" rotWithShape="0">
                    <a:srgbClr val="6E747A">
                      <a:alpha val="43000"/>
                    </a:srgbClr>
                  </a:outerShdw>
                </a:effectLst>
              </a:rPr>
              <a:t>Reduced</a:t>
            </a:r>
            <a:r>
              <a:rPr lang="es-ES" sz="2800" dirty="0">
                <a:ln w="0"/>
                <a:solidFill>
                  <a:schemeClr val="accent3"/>
                </a:solidFill>
                <a:effectLst>
                  <a:outerShdw blurRad="38100" dist="25400" dir="5400000" algn="ctr" rotWithShape="0">
                    <a:srgbClr val="6E747A">
                      <a:alpha val="43000"/>
                    </a:srgbClr>
                  </a:outerShdw>
                </a:effectLst>
              </a:rPr>
              <a:t> </a:t>
            </a:r>
            <a:r>
              <a:rPr lang="es-ES" sz="2800" dirty="0" err="1">
                <a:ln w="0"/>
                <a:solidFill>
                  <a:schemeClr val="accent3"/>
                </a:solidFill>
                <a:effectLst>
                  <a:outerShdw blurRad="38100" dist="25400" dir="5400000" algn="ctr" rotWithShape="0">
                    <a:srgbClr val="6E747A">
                      <a:alpha val="43000"/>
                    </a:srgbClr>
                  </a:outerShdw>
                </a:effectLst>
              </a:rPr>
              <a:t>Cost</a:t>
            </a:r>
            <a:endParaRPr lang="es-ES" sz="2800" dirty="0">
              <a:ln w="0"/>
              <a:solidFill>
                <a:schemeClr val="accent3"/>
              </a:solidFill>
              <a:effectLst>
                <a:outerShdw blurRad="38100" dist="25400" dir="5400000" algn="ctr" rotWithShape="0">
                  <a:srgbClr val="6E747A">
                    <a:alpha val="43000"/>
                  </a:srgbClr>
                </a:outerShdw>
              </a:effectLst>
            </a:endParaRPr>
          </a:p>
        </p:txBody>
      </p:sp>
      <p:sp>
        <p:nvSpPr>
          <p:cNvPr id="21" name="20 Flecha curvada hacia la derecha"/>
          <p:cNvSpPr/>
          <p:nvPr/>
        </p:nvSpPr>
        <p:spPr>
          <a:xfrm flipV="1">
            <a:off x="4386236" y="1714488"/>
            <a:ext cx="428628" cy="714380"/>
          </a:xfrm>
          <a:prstGeom prst="curv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MX">
              <a:solidFill>
                <a:schemeClr val="tx1"/>
              </a:solidFill>
            </a:endParaRPr>
          </a:p>
        </p:txBody>
      </p:sp>
      <p:sp>
        <p:nvSpPr>
          <p:cNvPr id="22" name="21 Rectángulo"/>
          <p:cNvSpPr/>
          <p:nvPr/>
        </p:nvSpPr>
        <p:spPr>
          <a:xfrm>
            <a:off x="7735828" y="1571612"/>
            <a:ext cx="2182856" cy="523220"/>
          </a:xfrm>
          <a:prstGeom prst="rect">
            <a:avLst/>
          </a:prstGeom>
          <a:noFill/>
        </p:spPr>
        <p:txBody>
          <a:bodyPr wrap="square" lIns="91440" tIns="45720" rIns="91440" bIns="45720">
            <a:spAutoFit/>
          </a:bodyPr>
          <a:lstStyle/>
          <a:p>
            <a:pPr algn="ctr"/>
            <a:r>
              <a:rPr lang="es-ES" sz="2800" dirty="0">
                <a:ln w="0"/>
                <a:solidFill>
                  <a:schemeClr val="accent3"/>
                </a:solidFill>
                <a:effectLst>
                  <a:outerShdw blurRad="38100" dist="25400" dir="5400000" algn="ctr" rotWithShape="0">
                    <a:srgbClr val="6E747A">
                      <a:alpha val="43000"/>
                    </a:srgbClr>
                  </a:outerShdw>
                </a:effectLst>
              </a:rPr>
              <a:t>Z </a:t>
            </a:r>
            <a:r>
              <a:rPr lang="es-ES" sz="2800" dirty="0" err="1">
                <a:ln w="0"/>
                <a:solidFill>
                  <a:schemeClr val="accent3"/>
                </a:solidFill>
                <a:effectLst>
                  <a:outerShdw blurRad="38100" dist="25400" dir="5400000" algn="ctr" rotWithShape="0">
                    <a:srgbClr val="6E747A">
                      <a:alpha val="43000"/>
                    </a:srgbClr>
                  </a:outerShdw>
                </a:effectLst>
              </a:rPr>
              <a:t>value</a:t>
            </a:r>
            <a:endParaRPr lang="es-ES" sz="2800" dirty="0">
              <a:ln w="0"/>
              <a:solidFill>
                <a:schemeClr val="accent3"/>
              </a:solidFill>
              <a:effectLst>
                <a:outerShdw blurRad="38100" dist="25400" dir="5400000" algn="ctr" rotWithShape="0">
                  <a:srgbClr val="6E747A">
                    <a:alpha val="43000"/>
                  </a:srgbClr>
                </a:outerShdw>
              </a:effectLst>
            </a:endParaRPr>
          </a:p>
        </p:txBody>
      </p:sp>
      <p:sp>
        <p:nvSpPr>
          <p:cNvPr id="23" name="22 Flecha curvada hacia la derecha"/>
          <p:cNvSpPr/>
          <p:nvPr/>
        </p:nvSpPr>
        <p:spPr>
          <a:xfrm rot="12960212">
            <a:off x="8984423" y="2057990"/>
            <a:ext cx="428628" cy="714380"/>
          </a:xfrm>
          <a:prstGeom prst="curv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MX">
              <a:solidFill>
                <a:schemeClr val="tx1"/>
              </a:solidFill>
            </a:endParaRPr>
          </a:p>
        </p:txBody>
      </p:sp>
      <p:sp>
        <p:nvSpPr>
          <p:cNvPr id="24" name="23 Rectángulo"/>
          <p:cNvSpPr/>
          <p:nvPr/>
        </p:nvSpPr>
        <p:spPr>
          <a:xfrm>
            <a:off x="8672516" y="3500439"/>
            <a:ext cx="1979644" cy="1384995"/>
          </a:xfrm>
          <a:prstGeom prst="rect">
            <a:avLst/>
          </a:prstGeom>
          <a:noFill/>
        </p:spPr>
        <p:txBody>
          <a:bodyPr wrap="square" lIns="91440" tIns="45720" rIns="91440" bIns="45720">
            <a:spAutoFit/>
          </a:bodyPr>
          <a:lstStyle/>
          <a:p>
            <a:pPr algn="ctr"/>
            <a:r>
              <a:rPr lang="es-ES" sz="2800" dirty="0" err="1">
                <a:ln w="0"/>
                <a:solidFill>
                  <a:schemeClr val="accent3"/>
                </a:solidFill>
                <a:effectLst>
                  <a:outerShdw blurRad="38100" dist="25400" dir="5400000" algn="ctr" rotWithShape="0">
                    <a:srgbClr val="6E747A">
                      <a:alpha val="43000"/>
                    </a:srgbClr>
                  </a:outerShdw>
                </a:effectLst>
              </a:rPr>
              <a:t>Value</a:t>
            </a:r>
            <a:r>
              <a:rPr lang="es-ES" sz="2800" dirty="0">
                <a:ln w="0"/>
                <a:solidFill>
                  <a:schemeClr val="accent3"/>
                </a:solidFill>
                <a:effectLst>
                  <a:outerShdw blurRad="38100" dist="25400" dir="5400000" algn="ctr" rotWithShape="0">
                    <a:srgbClr val="6E747A">
                      <a:alpha val="43000"/>
                    </a:srgbClr>
                  </a:outerShdw>
                </a:effectLst>
              </a:rPr>
              <a:t> of </a:t>
            </a:r>
            <a:r>
              <a:rPr lang="es-ES" sz="2800" dirty="0" err="1">
                <a:ln w="0"/>
                <a:solidFill>
                  <a:schemeClr val="accent3"/>
                </a:solidFill>
                <a:effectLst>
                  <a:outerShdw blurRad="38100" dist="25400" dir="5400000" algn="ctr" rotWithShape="0">
                    <a:srgbClr val="6E747A">
                      <a:alpha val="43000"/>
                    </a:srgbClr>
                  </a:outerShdw>
                </a:effectLst>
              </a:rPr>
              <a:t>basic</a:t>
            </a:r>
            <a:r>
              <a:rPr lang="es-ES" sz="2800" dirty="0">
                <a:ln w="0"/>
                <a:solidFill>
                  <a:schemeClr val="accent3"/>
                </a:solidFill>
                <a:effectLst>
                  <a:outerShdw blurRad="38100" dist="25400" dir="5400000" algn="ctr" rotWithShape="0">
                    <a:srgbClr val="6E747A">
                      <a:alpha val="43000"/>
                    </a:srgbClr>
                  </a:outerShdw>
                </a:effectLst>
              </a:rPr>
              <a:t> variables</a:t>
            </a:r>
          </a:p>
        </p:txBody>
      </p:sp>
      <p:sp>
        <p:nvSpPr>
          <p:cNvPr id="25" name="24 Flecha curvada hacia la derecha"/>
          <p:cNvSpPr/>
          <p:nvPr/>
        </p:nvSpPr>
        <p:spPr>
          <a:xfrm rot="7754806" flipV="1">
            <a:off x="8984423" y="2915247"/>
            <a:ext cx="428628" cy="714380"/>
          </a:xfrm>
          <a:prstGeom prst="curv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MX">
              <a:solidFill>
                <a:schemeClr val="tx1"/>
              </a:solidFill>
            </a:endParaRPr>
          </a:p>
        </p:txBody>
      </p:sp>
      <p:sp>
        <p:nvSpPr>
          <p:cNvPr id="26" name="25 CuadroTexto"/>
          <p:cNvSpPr txBox="1"/>
          <p:nvPr/>
        </p:nvSpPr>
        <p:spPr>
          <a:xfrm>
            <a:off x="9167802" y="5643579"/>
            <a:ext cx="1500198" cy="646331"/>
          </a:xfrm>
          <a:prstGeom prst="rect">
            <a:avLst/>
          </a:prstGeom>
          <a:noFill/>
        </p:spPr>
        <p:txBody>
          <a:bodyPr wrap="square" rtlCol="0">
            <a:spAutoFit/>
          </a:bodyPr>
          <a:lstStyle/>
          <a:p>
            <a:r>
              <a:rPr lang="es-MX" dirty="0" err="1">
                <a:solidFill>
                  <a:schemeClr val="accent3"/>
                </a:solidFill>
              </a:rPr>
              <a:t>Maximization</a:t>
            </a:r>
            <a:r>
              <a:rPr lang="es-MX" dirty="0">
                <a:solidFill>
                  <a:schemeClr val="accent3"/>
                </a:solidFill>
              </a:rPr>
              <a:t> </a:t>
            </a:r>
            <a:r>
              <a:rPr lang="es-MX" dirty="0" err="1">
                <a:solidFill>
                  <a:schemeClr val="accent3"/>
                </a:solidFill>
              </a:rPr>
              <a:t>Problem</a:t>
            </a:r>
            <a:endParaRPr lang="es-MX" dirty="0">
              <a:solidFill>
                <a:schemeClr val="accent3"/>
              </a:solidFill>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0662"/>
                                        </p:tgtEl>
                                        <p:attrNameLst>
                                          <p:attrName>style.visibility</p:attrName>
                                        </p:attrNameLst>
                                      </p:cBhvr>
                                      <p:to>
                                        <p:strVal val="visible"/>
                                      </p:to>
                                    </p:set>
                                    <p:animEffect transition="in" filter="blinds(horizontal)">
                                      <p:cBhvr>
                                        <p:cTn id="7" dur="500"/>
                                        <p:tgtEl>
                                          <p:spTgt spid="70662"/>
                                        </p:tgtEl>
                                      </p:cBhvr>
                                    </p:animEffect>
                                  </p:childTnLst>
                                </p:cTn>
                              </p:par>
                              <p:par>
                                <p:cTn id="8" presetID="3" presetClass="entr" presetSubtype="10" fill="hold" nodeType="withEffect">
                                  <p:stCondLst>
                                    <p:cond delay="0"/>
                                  </p:stCondLst>
                                  <p:childTnLst>
                                    <p:set>
                                      <p:cBhvr>
                                        <p:cTn id="9" dur="1" fill="hold">
                                          <p:stCondLst>
                                            <p:cond delay="0"/>
                                          </p:stCondLst>
                                        </p:cTn>
                                        <p:tgtEl>
                                          <p:spTgt spid="72708"/>
                                        </p:tgtEl>
                                        <p:attrNameLst>
                                          <p:attrName>style.visibility</p:attrName>
                                        </p:attrNameLst>
                                      </p:cBhvr>
                                      <p:to>
                                        <p:strVal val="visible"/>
                                      </p:to>
                                    </p:set>
                                    <p:animEffect transition="in" filter="blinds(horizontal)">
                                      <p:cBhvr>
                                        <p:cTn id="10" dur="500"/>
                                        <p:tgtEl>
                                          <p:spTgt spid="72708"/>
                                        </p:tgtEl>
                                      </p:cBhvr>
                                    </p:animEffect>
                                  </p:childTnLst>
                                </p:cTn>
                              </p:par>
                              <p:par>
                                <p:cTn id="11" presetID="3" presetClass="entr" presetSubtype="10" fill="hold" nodeType="withEffect">
                                  <p:stCondLst>
                                    <p:cond delay="0"/>
                                  </p:stCondLst>
                                  <p:childTnLst>
                                    <p:set>
                                      <p:cBhvr>
                                        <p:cTn id="12" dur="1" fill="hold">
                                          <p:stCondLst>
                                            <p:cond delay="0"/>
                                          </p:stCondLst>
                                        </p:cTn>
                                        <p:tgtEl>
                                          <p:spTgt spid="72710"/>
                                        </p:tgtEl>
                                        <p:attrNameLst>
                                          <p:attrName>style.visibility</p:attrName>
                                        </p:attrNameLst>
                                      </p:cBhvr>
                                      <p:to>
                                        <p:strVal val="visible"/>
                                      </p:to>
                                    </p:set>
                                    <p:animEffect transition="in" filter="blinds(horizontal)">
                                      <p:cBhvr>
                                        <p:cTn id="13" dur="500"/>
                                        <p:tgtEl>
                                          <p:spTgt spid="72710"/>
                                        </p:tgtEl>
                                      </p:cBhvr>
                                    </p:animEffect>
                                  </p:childTnLst>
                                </p:cTn>
                              </p:par>
                              <p:par>
                                <p:cTn id="14" presetID="3" presetClass="entr" presetSubtype="10" fill="hold" nodeType="withEffect">
                                  <p:stCondLst>
                                    <p:cond delay="0"/>
                                  </p:stCondLst>
                                  <p:childTnLst>
                                    <p:set>
                                      <p:cBhvr>
                                        <p:cTn id="15" dur="1" fill="hold">
                                          <p:stCondLst>
                                            <p:cond delay="0"/>
                                          </p:stCondLst>
                                        </p:cTn>
                                        <p:tgtEl>
                                          <p:spTgt spid="72711"/>
                                        </p:tgtEl>
                                        <p:attrNameLst>
                                          <p:attrName>style.visibility</p:attrName>
                                        </p:attrNameLst>
                                      </p:cBhvr>
                                      <p:to>
                                        <p:strVal val="visible"/>
                                      </p:to>
                                    </p:set>
                                    <p:animEffect transition="in" filter="blinds(horizontal)">
                                      <p:cBhvr>
                                        <p:cTn id="16" dur="500"/>
                                        <p:tgtEl>
                                          <p:spTgt spid="72711"/>
                                        </p:tgtEl>
                                      </p:cBhvr>
                                    </p:animEffect>
                                  </p:childTnLst>
                                </p:cTn>
                              </p:par>
                              <p:par>
                                <p:cTn id="17" presetID="3" presetClass="entr" presetSubtype="10" fill="hold" nodeType="withEffect">
                                  <p:stCondLst>
                                    <p:cond delay="0"/>
                                  </p:stCondLst>
                                  <p:childTnLst>
                                    <p:set>
                                      <p:cBhvr>
                                        <p:cTn id="18" dur="1" fill="hold">
                                          <p:stCondLst>
                                            <p:cond delay="0"/>
                                          </p:stCondLst>
                                        </p:cTn>
                                        <p:tgtEl>
                                          <p:spTgt spid="72720"/>
                                        </p:tgtEl>
                                        <p:attrNameLst>
                                          <p:attrName>style.visibility</p:attrName>
                                        </p:attrNameLst>
                                      </p:cBhvr>
                                      <p:to>
                                        <p:strVal val="visible"/>
                                      </p:to>
                                    </p:set>
                                    <p:animEffect transition="in" filter="blinds(horizontal)">
                                      <p:cBhvr>
                                        <p:cTn id="19" dur="500"/>
                                        <p:tgtEl>
                                          <p:spTgt spid="7272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2712"/>
                                        </p:tgtEl>
                                        <p:attrNameLst>
                                          <p:attrName>style.visibility</p:attrName>
                                        </p:attrNameLst>
                                      </p:cBhvr>
                                      <p:to>
                                        <p:strVal val="visible"/>
                                      </p:to>
                                    </p:set>
                                    <p:animEffect transition="in" filter="blinds(horizontal)">
                                      <p:cBhvr>
                                        <p:cTn id="42" dur="500"/>
                                        <p:tgtEl>
                                          <p:spTgt spid="72712"/>
                                        </p:tgtEl>
                                      </p:cBhvr>
                                    </p:animEffect>
                                  </p:childTnLst>
                                </p:cTn>
                              </p:par>
                              <p:par>
                                <p:cTn id="43" presetID="3" presetClass="entr" presetSubtype="10" fill="hold" nodeType="withEffect">
                                  <p:stCondLst>
                                    <p:cond delay="0"/>
                                  </p:stCondLst>
                                  <p:childTnLst>
                                    <p:set>
                                      <p:cBhvr>
                                        <p:cTn id="44" dur="1" fill="hold">
                                          <p:stCondLst>
                                            <p:cond delay="0"/>
                                          </p:stCondLst>
                                        </p:cTn>
                                        <p:tgtEl>
                                          <p:spTgt spid="72713"/>
                                        </p:tgtEl>
                                        <p:attrNameLst>
                                          <p:attrName>style.visibility</p:attrName>
                                        </p:attrNameLst>
                                      </p:cBhvr>
                                      <p:to>
                                        <p:strVal val="visible"/>
                                      </p:to>
                                    </p:set>
                                    <p:animEffect transition="in" filter="blinds(horizontal)">
                                      <p:cBhvr>
                                        <p:cTn id="45" dur="500"/>
                                        <p:tgtEl>
                                          <p:spTgt spid="72713"/>
                                        </p:tgtEl>
                                      </p:cBhvr>
                                    </p:animEffect>
                                  </p:childTnLst>
                                </p:cTn>
                              </p:par>
                              <p:par>
                                <p:cTn id="46" presetID="1" presetClass="entr" presetSubtype="0" fill="hold" nodeType="withEffect">
                                  <p:stCondLst>
                                    <p:cond delay="0"/>
                                  </p:stCondLst>
                                  <p:childTnLst>
                                    <p:set>
                                      <p:cBhvr>
                                        <p:cTn id="47" dur="1" fill="hold">
                                          <p:stCondLst>
                                            <p:cond delay="0"/>
                                          </p:stCondLst>
                                        </p:cTn>
                                        <p:tgtEl>
                                          <p:spTgt spid="727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par>
                          <p:cTn id="52" fill="hold">
                            <p:stCondLst>
                              <p:cond delay="0"/>
                            </p:stCondLst>
                            <p:childTnLst>
                              <p:par>
                                <p:cTn id="53" presetID="3" presetClass="entr" presetSubtype="10" fill="hold"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linds(horizontal)">
                                      <p:cBhvr>
                                        <p:cTn id="55" dur="500"/>
                                        <p:tgtEl>
                                          <p:spTgt spid="16"/>
                                        </p:tgtEl>
                                      </p:cBhvr>
                                    </p:animEffect>
                                  </p:childTnLst>
                                </p:cTn>
                              </p:par>
                              <p:par>
                                <p:cTn id="56" presetID="3" presetClass="entr" presetSubtype="10" fill="hold"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blinds(horizontal)">
                                      <p:cBhvr>
                                        <p:cTn id="58" dur="500"/>
                                        <p:tgtEl>
                                          <p:spTgt spid="17"/>
                                        </p:tgtEl>
                                      </p:cBhvr>
                                    </p:animEffect>
                                  </p:childTnLst>
                                </p:cTn>
                              </p:par>
                              <p:par>
                                <p:cTn id="59" presetID="3" presetClass="entr" presetSubtype="1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blinds(horizontal)">
                                      <p:cBhvr>
                                        <p:cTn id="61" dur="500"/>
                                        <p:tgtEl>
                                          <p:spTgt spid="19"/>
                                        </p:tgtEl>
                                      </p:cBhvr>
                                    </p:animEffect>
                                  </p:childTnLst>
                                </p:cTn>
                              </p:par>
                              <p:par>
                                <p:cTn id="62" presetID="3" presetClass="entr" presetSubtype="10" fill="hold" nodeType="withEffect">
                                  <p:stCondLst>
                                    <p:cond delay="0"/>
                                  </p:stCondLst>
                                  <p:childTnLst>
                                    <p:set>
                                      <p:cBhvr>
                                        <p:cTn id="63" dur="1" fill="hold">
                                          <p:stCondLst>
                                            <p:cond delay="0"/>
                                          </p:stCondLst>
                                        </p:cTn>
                                        <p:tgtEl>
                                          <p:spTgt spid="72719"/>
                                        </p:tgtEl>
                                        <p:attrNameLst>
                                          <p:attrName>style.visibility</p:attrName>
                                        </p:attrNameLst>
                                      </p:cBhvr>
                                      <p:to>
                                        <p:strVal val="visible"/>
                                      </p:to>
                                    </p:set>
                                    <p:animEffect transition="in" filter="blinds(horizontal)">
                                      <p:cBhvr>
                                        <p:cTn id="64" dur="500"/>
                                        <p:tgtEl>
                                          <p:spTgt spid="72719"/>
                                        </p:tgtEl>
                                      </p:cBhvr>
                                    </p:animEffect>
                                  </p:childTnLst>
                                </p:cTn>
                              </p:par>
                              <p:par>
                                <p:cTn id="65" presetID="3" presetClass="entr" presetSubtype="10" fill="hold" nodeType="withEffect">
                                  <p:stCondLst>
                                    <p:cond delay="0"/>
                                  </p:stCondLst>
                                  <p:childTnLst>
                                    <p:set>
                                      <p:cBhvr>
                                        <p:cTn id="66" dur="1" fill="hold">
                                          <p:stCondLst>
                                            <p:cond delay="0"/>
                                          </p:stCondLst>
                                        </p:cTn>
                                        <p:tgtEl>
                                          <p:spTgt spid="72721"/>
                                        </p:tgtEl>
                                        <p:attrNameLst>
                                          <p:attrName>style.visibility</p:attrName>
                                        </p:attrNameLst>
                                      </p:cBhvr>
                                      <p:to>
                                        <p:strVal val="visible"/>
                                      </p:to>
                                    </p:set>
                                    <p:animEffect transition="in" filter="blinds(horizontal)">
                                      <p:cBhvr>
                                        <p:cTn id="67" dur="500"/>
                                        <p:tgtEl>
                                          <p:spTgt spid="72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23" grpId="0" animBg="1"/>
      <p:bldP spid="24" grpId="0"/>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373403264"/>
              </p:ext>
            </p:extLst>
          </p:nvPr>
        </p:nvGraphicFramePr>
        <p:xfrm>
          <a:off x="4527177" y="2569315"/>
          <a:ext cx="6486431" cy="2103120"/>
        </p:xfrm>
        <a:graphic>
          <a:graphicData uri="http://schemas.openxmlformats.org/drawingml/2006/table">
            <a:tbl>
              <a:tblPr firstRow="1" bandRow="1">
                <a:effectLst>
                  <a:innerShdw blurRad="63500" dist="50800" dir="5400000">
                    <a:prstClr val="black">
                      <a:alpha val="50000"/>
                    </a:prstClr>
                  </a:innerShdw>
                </a:effectLst>
                <a:tableStyleId>{5C22544A-7EE6-4342-B048-85BDC9FD1C3A}</a:tableStyleId>
              </a:tblPr>
              <a:tblGrid>
                <a:gridCol w="903222">
                  <a:extLst>
                    <a:ext uri="{9D8B030D-6E8A-4147-A177-3AD203B41FA5}">
                      <a16:colId xmlns:a16="http://schemas.microsoft.com/office/drawing/2014/main" val="20000"/>
                    </a:ext>
                  </a:extLst>
                </a:gridCol>
                <a:gridCol w="718385">
                  <a:extLst>
                    <a:ext uri="{9D8B030D-6E8A-4147-A177-3AD203B41FA5}">
                      <a16:colId xmlns:a16="http://schemas.microsoft.com/office/drawing/2014/main" val="20001"/>
                    </a:ext>
                  </a:extLst>
                </a:gridCol>
                <a:gridCol w="810804">
                  <a:extLst>
                    <a:ext uri="{9D8B030D-6E8A-4147-A177-3AD203B41FA5}">
                      <a16:colId xmlns:a16="http://schemas.microsoft.com/office/drawing/2014/main" val="20002"/>
                    </a:ext>
                  </a:extLst>
                </a:gridCol>
                <a:gridCol w="810804">
                  <a:extLst>
                    <a:ext uri="{9D8B030D-6E8A-4147-A177-3AD203B41FA5}">
                      <a16:colId xmlns:a16="http://schemas.microsoft.com/office/drawing/2014/main" val="20003"/>
                    </a:ext>
                  </a:extLst>
                </a:gridCol>
                <a:gridCol w="810804">
                  <a:extLst>
                    <a:ext uri="{9D8B030D-6E8A-4147-A177-3AD203B41FA5}">
                      <a16:colId xmlns:a16="http://schemas.microsoft.com/office/drawing/2014/main" val="20004"/>
                    </a:ext>
                  </a:extLst>
                </a:gridCol>
                <a:gridCol w="810804">
                  <a:extLst>
                    <a:ext uri="{9D8B030D-6E8A-4147-A177-3AD203B41FA5}">
                      <a16:colId xmlns:a16="http://schemas.microsoft.com/office/drawing/2014/main" val="20005"/>
                    </a:ext>
                  </a:extLst>
                </a:gridCol>
                <a:gridCol w="810804">
                  <a:extLst>
                    <a:ext uri="{9D8B030D-6E8A-4147-A177-3AD203B41FA5}">
                      <a16:colId xmlns:a16="http://schemas.microsoft.com/office/drawing/2014/main" val="20006"/>
                    </a:ext>
                  </a:extLst>
                </a:gridCol>
                <a:gridCol w="810804">
                  <a:extLst>
                    <a:ext uri="{9D8B030D-6E8A-4147-A177-3AD203B41FA5}">
                      <a16:colId xmlns:a16="http://schemas.microsoft.com/office/drawing/2014/main" val="20007"/>
                    </a:ext>
                  </a:extLst>
                </a:gridCol>
              </a:tblGrid>
              <a:tr h="599179">
                <a:tc>
                  <a:txBody>
                    <a:bodyPr/>
                    <a:lstStyle/>
                    <a:p>
                      <a:pPr algn="ctr"/>
                      <a:r>
                        <a:rPr lang="es-MX" dirty="0">
                          <a:solidFill>
                            <a:schemeClr val="bg1"/>
                          </a:solidFill>
                          <a:latin typeface="Times New Roman" pitchFamily="18" charset="0"/>
                          <a:cs typeface="Times New Roman" pitchFamily="18" charset="0"/>
                        </a:rPr>
                        <a:t>Var. básicas</a:t>
                      </a:r>
                    </a:p>
                  </a:txBody>
                  <a:tcPr/>
                </a:tc>
                <a:tc>
                  <a:txBody>
                    <a:bodyPr/>
                    <a:lstStyle/>
                    <a:p>
                      <a:pPr algn="ctr"/>
                      <a:r>
                        <a:rPr lang="es-MX" dirty="0">
                          <a:solidFill>
                            <a:schemeClr val="bg1"/>
                          </a:solidFill>
                          <a:latin typeface="Times New Roman" pitchFamily="18" charset="0"/>
                          <a:cs typeface="Times New Roman" pitchFamily="18" charset="0"/>
                        </a:rPr>
                        <a:t>Z</a:t>
                      </a:r>
                    </a:p>
                  </a:txBody>
                  <a:tcPr anchor="ctr"/>
                </a:tc>
                <a:tc>
                  <a:txBody>
                    <a:bodyPr/>
                    <a:lstStyle/>
                    <a:p>
                      <a:pPr algn="ctr"/>
                      <a:r>
                        <a:rPr lang="es-MX" dirty="0">
                          <a:solidFill>
                            <a:schemeClr val="bg1"/>
                          </a:solidFill>
                          <a:latin typeface="Times New Roman" pitchFamily="18" charset="0"/>
                          <a:cs typeface="Times New Roman" pitchFamily="18" charset="0"/>
                        </a:rPr>
                        <a:t>x1</a:t>
                      </a:r>
                    </a:p>
                  </a:txBody>
                  <a:tcPr anchor="ctr"/>
                </a:tc>
                <a:tc>
                  <a:txBody>
                    <a:bodyPr/>
                    <a:lstStyle/>
                    <a:p>
                      <a:pPr algn="ctr"/>
                      <a:r>
                        <a:rPr lang="es-MX" dirty="0">
                          <a:solidFill>
                            <a:schemeClr val="bg1"/>
                          </a:solidFill>
                          <a:latin typeface="Times New Roman" pitchFamily="18" charset="0"/>
                          <a:cs typeface="Times New Roman" pitchFamily="18" charset="0"/>
                        </a:rPr>
                        <a:t>x2</a:t>
                      </a:r>
                    </a:p>
                  </a:txBody>
                  <a:tcPr anchor="ctr"/>
                </a:tc>
                <a:tc>
                  <a:txBody>
                    <a:bodyPr/>
                    <a:lstStyle/>
                    <a:p>
                      <a:pPr algn="ctr"/>
                      <a:r>
                        <a:rPr lang="es-MX" dirty="0">
                          <a:solidFill>
                            <a:schemeClr val="bg1"/>
                          </a:solidFill>
                          <a:latin typeface="Times New Roman" pitchFamily="18" charset="0"/>
                          <a:cs typeface="Times New Roman" pitchFamily="18" charset="0"/>
                        </a:rPr>
                        <a:t>s1</a:t>
                      </a:r>
                    </a:p>
                  </a:txBody>
                  <a:tcPr anchor="ctr"/>
                </a:tc>
                <a:tc>
                  <a:txBody>
                    <a:bodyPr/>
                    <a:lstStyle/>
                    <a:p>
                      <a:pPr algn="ctr"/>
                      <a:r>
                        <a:rPr lang="es-MX" dirty="0">
                          <a:solidFill>
                            <a:schemeClr val="bg1"/>
                          </a:solidFill>
                          <a:latin typeface="Times New Roman" pitchFamily="18" charset="0"/>
                          <a:cs typeface="Times New Roman" pitchFamily="18" charset="0"/>
                        </a:rPr>
                        <a:t>s2</a:t>
                      </a:r>
                    </a:p>
                  </a:txBody>
                  <a:tcPr anchor="ctr"/>
                </a:tc>
                <a:tc>
                  <a:txBody>
                    <a:bodyPr/>
                    <a:lstStyle/>
                    <a:p>
                      <a:pPr algn="ctr"/>
                      <a:r>
                        <a:rPr lang="es-MX" dirty="0">
                          <a:solidFill>
                            <a:schemeClr val="bg1"/>
                          </a:solidFill>
                          <a:latin typeface="Times New Roman" pitchFamily="18" charset="0"/>
                          <a:cs typeface="Times New Roman" pitchFamily="18" charset="0"/>
                        </a:rPr>
                        <a:t>s3</a:t>
                      </a:r>
                    </a:p>
                  </a:txBody>
                  <a:tcPr anchor="ctr"/>
                </a:tc>
                <a:tc>
                  <a:txBody>
                    <a:bodyPr/>
                    <a:lstStyle/>
                    <a:p>
                      <a:pPr algn="ctr"/>
                      <a:r>
                        <a:rPr lang="es-MX" dirty="0">
                          <a:solidFill>
                            <a:schemeClr val="bg1"/>
                          </a:solidFill>
                          <a:latin typeface="Times New Roman" pitchFamily="18" charset="0"/>
                          <a:cs typeface="Times New Roman" pitchFamily="18" charset="0"/>
                        </a:rPr>
                        <a:t>LD</a:t>
                      </a:r>
                    </a:p>
                  </a:txBody>
                  <a:tcPr anchor="ctr"/>
                </a:tc>
                <a:extLst>
                  <a:ext uri="{0D108BD9-81ED-4DB2-BD59-A6C34878D82A}">
                    <a16:rowId xmlns:a16="http://schemas.microsoft.com/office/drawing/2014/main" val="10000"/>
                  </a:ext>
                </a:extLst>
              </a:tr>
              <a:tr h="347143">
                <a:tc>
                  <a:txBody>
                    <a:bodyPr/>
                    <a:lstStyle/>
                    <a:p>
                      <a:pPr algn="r"/>
                      <a:r>
                        <a:rPr lang="es-MX" dirty="0">
                          <a:solidFill>
                            <a:schemeClr val="bg1"/>
                          </a:solidFill>
                          <a:latin typeface="Times New Roman" pitchFamily="18" charset="0"/>
                          <a:cs typeface="Times New Roman" pitchFamily="18" charset="0"/>
                        </a:rPr>
                        <a:t>Z</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1</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1/2</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1/4</a:t>
                      </a:r>
                    </a:p>
                  </a:txBody>
                  <a:tcPr>
                    <a:solidFill>
                      <a:schemeClr val="accent1">
                        <a:tint val="40000"/>
                      </a:schemeClr>
                    </a:solidFill>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solidFill>
                      <a:schemeClr val="accent1">
                        <a:tint val="40000"/>
                      </a:schemeClr>
                    </a:solidFill>
                  </a:tcPr>
                </a:tc>
                <a:tc>
                  <a:txBody>
                    <a:bodyPr/>
                    <a:lstStyle/>
                    <a:p>
                      <a:pPr algn="r">
                        <a:tabLst>
                          <a:tab pos="36000" algn="r"/>
                        </a:tabLst>
                      </a:pPr>
                      <a:r>
                        <a:rPr lang="es-MX" dirty="0">
                          <a:solidFill>
                            <a:schemeClr val="bg1"/>
                          </a:solidFill>
                          <a:latin typeface="Times New Roman" pitchFamily="18" charset="0"/>
                          <a:cs typeface="Times New Roman" pitchFamily="18" charset="0"/>
                        </a:rPr>
                        <a:t>175</a:t>
                      </a:r>
                    </a:p>
                  </a:txBody>
                  <a:tcPr>
                    <a:solidFill>
                      <a:schemeClr val="accent1">
                        <a:tint val="40000"/>
                      </a:schemeClr>
                    </a:solidFill>
                  </a:tcPr>
                </a:tc>
                <a:extLst>
                  <a:ext uri="{0D108BD9-81ED-4DB2-BD59-A6C34878D82A}">
                    <a16:rowId xmlns:a16="http://schemas.microsoft.com/office/drawing/2014/main" val="10001"/>
                  </a:ext>
                </a:extLst>
              </a:tr>
              <a:tr h="347143">
                <a:tc>
                  <a:txBody>
                    <a:bodyPr/>
                    <a:lstStyle/>
                    <a:p>
                      <a:pPr algn="r"/>
                      <a:r>
                        <a:rPr lang="es-MX" dirty="0">
                          <a:solidFill>
                            <a:schemeClr val="bg1"/>
                          </a:solidFill>
                          <a:latin typeface="Times New Roman" pitchFamily="18" charset="0"/>
                          <a:cs typeface="Times New Roman" pitchFamily="18" charset="0"/>
                        </a:rPr>
                        <a:t>X1</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-1/2</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3/4</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r">
                        <a:tabLst>
                          <a:tab pos="36000" algn="r"/>
                        </a:tabLst>
                      </a:pPr>
                      <a:r>
                        <a:rPr lang="es-MX" dirty="0">
                          <a:solidFill>
                            <a:schemeClr val="bg1"/>
                          </a:solidFill>
                          <a:latin typeface="Times New Roman" pitchFamily="18" charset="0"/>
                          <a:cs typeface="Times New Roman" pitchFamily="18" charset="0"/>
                        </a:rPr>
                        <a:t>125</a:t>
                      </a:r>
                    </a:p>
                  </a:txBody>
                  <a:tcPr/>
                </a:tc>
                <a:extLst>
                  <a:ext uri="{0D108BD9-81ED-4DB2-BD59-A6C34878D82A}">
                    <a16:rowId xmlns:a16="http://schemas.microsoft.com/office/drawing/2014/main" val="10002"/>
                  </a:ext>
                </a:extLst>
              </a:tr>
              <a:tr h="347143">
                <a:tc>
                  <a:txBody>
                    <a:bodyPr/>
                    <a:lstStyle/>
                    <a:p>
                      <a:pPr algn="r"/>
                      <a:r>
                        <a:rPr lang="es-MX" dirty="0">
                          <a:solidFill>
                            <a:schemeClr val="bg1"/>
                          </a:solidFill>
                          <a:latin typeface="Times New Roman" pitchFamily="18" charset="0"/>
                          <a:cs typeface="Times New Roman" pitchFamily="18" charset="0"/>
                        </a:rPr>
                        <a:t>S3</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-1/2</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1/4</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a:t>
                      </a:r>
                    </a:p>
                  </a:txBody>
                  <a:tcPr/>
                </a:tc>
                <a:tc>
                  <a:txBody>
                    <a:bodyPr/>
                    <a:lstStyle/>
                    <a:p>
                      <a:pPr algn="r">
                        <a:tabLst>
                          <a:tab pos="36000" algn="r"/>
                        </a:tabLst>
                      </a:pPr>
                      <a:r>
                        <a:rPr lang="es-MX" dirty="0">
                          <a:solidFill>
                            <a:schemeClr val="bg1"/>
                          </a:solidFill>
                          <a:latin typeface="Times New Roman" pitchFamily="18" charset="0"/>
                          <a:cs typeface="Times New Roman" pitchFamily="18" charset="0"/>
                        </a:rPr>
                        <a:t>35</a:t>
                      </a:r>
                    </a:p>
                  </a:txBody>
                  <a:tcPr/>
                </a:tc>
                <a:extLst>
                  <a:ext uri="{0D108BD9-81ED-4DB2-BD59-A6C34878D82A}">
                    <a16:rowId xmlns:a16="http://schemas.microsoft.com/office/drawing/2014/main" val="10003"/>
                  </a:ext>
                </a:extLst>
              </a:tr>
              <a:tr h="347143">
                <a:tc>
                  <a:txBody>
                    <a:bodyPr/>
                    <a:lstStyle/>
                    <a:p>
                      <a:pPr algn="r"/>
                      <a:r>
                        <a:rPr lang="es-MX" dirty="0">
                          <a:solidFill>
                            <a:schemeClr val="bg1"/>
                          </a:solidFill>
                          <a:latin typeface="Times New Roman" pitchFamily="18" charset="0"/>
                          <a:cs typeface="Times New Roman" pitchFamily="18" charset="0"/>
                        </a:rPr>
                        <a:t>X2 </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ctr">
                        <a:tabLst>
                          <a:tab pos="36000" algn="r"/>
                        </a:tabLst>
                      </a:pPr>
                      <a:r>
                        <a:rPr lang="es-MX" b="1" dirty="0">
                          <a:solidFill>
                            <a:schemeClr val="bg1"/>
                          </a:solidFill>
                          <a:latin typeface="Times New Roman" pitchFamily="18" charset="0"/>
                          <a:cs typeface="Times New Roman" pitchFamily="18" charset="0"/>
                        </a:rPr>
                        <a:t>1</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1/2</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-1/4</a:t>
                      </a:r>
                    </a:p>
                  </a:txBody>
                  <a:tcPr/>
                </a:tc>
                <a:tc>
                  <a:txBody>
                    <a:bodyPr/>
                    <a:lstStyle/>
                    <a:p>
                      <a:pPr algn="ctr">
                        <a:tabLst>
                          <a:tab pos="36000" algn="r"/>
                        </a:tabLst>
                      </a:pPr>
                      <a:r>
                        <a:rPr lang="es-MX" dirty="0">
                          <a:solidFill>
                            <a:schemeClr val="bg1"/>
                          </a:solidFill>
                          <a:latin typeface="Times New Roman" pitchFamily="18" charset="0"/>
                          <a:cs typeface="Times New Roman" pitchFamily="18" charset="0"/>
                        </a:rPr>
                        <a:t>0</a:t>
                      </a:r>
                    </a:p>
                  </a:txBody>
                  <a:tcPr/>
                </a:tc>
                <a:tc>
                  <a:txBody>
                    <a:bodyPr/>
                    <a:lstStyle/>
                    <a:p>
                      <a:pPr algn="r">
                        <a:tabLst>
                          <a:tab pos="36000" algn="r"/>
                        </a:tabLst>
                      </a:pPr>
                      <a:r>
                        <a:rPr lang="es-MX" dirty="0">
                          <a:solidFill>
                            <a:schemeClr val="bg1"/>
                          </a:solidFill>
                          <a:latin typeface="Times New Roman" pitchFamily="18" charset="0"/>
                          <a:cs typeface="Times New Roman" pitchFamily="18" charset="0"/>
                        </a:rPr>
                        <a:t>25</a:t>
                      </a:r>
                    </a:p>
                  </a:txBody>
                  <a:tcPr/>
                </a:tc>
                <a:extLst>
                  <a:ext uri="{0D108BD9-81ED-4DB2-BD59-A6C34878D82A}">
                    <a16:rowId xmlns:a16="http://schemas.microsoft.com/office/drawing/2014/main" val="10004"/>
                  </a:ext>
                </a:extLst>
              </a:tr>
            </a:tbl>
          </a:graphicData>
        </a:graphic>
      </p:graphicFrame>
      <p:sp>
        <p:nvSpPr>
          <p:cNvPr id="2" name="1 Título"/>
          <p:cNvSpPr>
            <a:spLocks noGrp="1"/>
          </p:cNvSpPr>
          <p:nvPr>
            <p:ph type="title"/>
          </p:nvPr>
        </p:nvSpPr>
        <p:spPr/>
        <p:txBody>
          <a:bodyPr>
            <a:normAutofit/>
          </a:bodyPr>
          <a:lstStyle/>
          <a:p>
            <a:r>
              <a:rPr lang="es-MX" dirty="0"/>
              <a:t>Un tablero final</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21</a:t>
            </a:fld>
            <a:endParaRPr lang="es-ES"/>
          </a:p>
        </p:txBody>
      </p:sp>
      <p:sp>
        <p:nvSpPr>
          <p:cNvPr id="6" name="5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sp>
        <p:nvSpPr>
          <p:cNvPr id="5" name="2 Marcador de contenido"/>
          <p:cNvSpPr txBox="1">
            <a:spLocks/>
          </p:cNvSpPr>
          <p:nvPr/>
        </p:nvSpPr>
        <p:spPr>
          <a:xfrm>
            <a:off x="1981200" y="1775192"/>
            <a:ext cx="8472518" cy="4625609"/>
          </a:xfrm>
          <a:prstGeom prst="rect">
            <a:avLst/>
          </a:prstGeom>
        </p:spPr>
        <p:txBody>
          <a:bodyPr vert="horz" lIns="54864" tIns="91440" rtlCol="0">
            <a:normAutofit/>
          </a:bodyPr>
          <a:lstStyle/>
          <a:p>
            <a:pPr marL="731520" lvl="1" indent="-274320">
              <a:spcBef>
                <a:spcPct val="20000"/>
              </a:spcBef>
              <a:buClr>
                <a:schemeClr val="accent2"/>
              </a:buClr>
              <a:buSzPct val="90000"/>
              <a:buFont typeface="Wingdings"/>
              <a:buChar char=""/>
              <a:defRPr/>
            </a:pPr>
            <a:endParaRPr lang="es-MX" sz="2400" dirty="0"/>
          </a:p>
        </p:txBody>
      </p:sp>
      <p:graphicFrame>
        <p:nvGraphicFramePr>
          <p:cNvPr id="105474" name="3 Marcador de contenido"/>
          <p:cNvGraphicFramePr>
            <a:graphicFrameLocks noChangeAspect="1"/>
          </p:cNvGraphicFramePr>
          <p:nvPr/>
        </p:nvGraphicFramePr>
        <p:xfrm>
          <a:off x="1703513" y="1700808"/>
          <a:ext cx="2044961" cy="2880320"/>
        </p:xfrm>
        <a:graphic>
          <a:graphicData uri="http://schemas.openxmlformats.org/presentationml/2006/ole">
            <mc:AlternateContent xmlns:mc="http://schemas.openxmlformats.org/markup-compatibility/2006">
              <mc:Choice xmlns:v="urn:schemas-microsoft-com:vml" Requires="v">
                <p:oleObj name="Ecuación" r:id="rId2" imgW="1180800" imgH="1473120" progId="Equation.3">
                  <p:embed/>
                </p:oleObj>
              </mc:Choice>
              <mc:Fallback>
                <p:oleObj name="Ecuación" r:id="rId2" imgW="1180800" imgH="1473120" progId="Equation.3">
                  <p:embed/>
                  <p:pic>
                    <p:nvPicPr>
                      <p:cNvPr id="105474" name="3 Marcador de conteni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513" y="1700808"/>
                        <a:ext cx="2044961" cy="2880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CuadroTexto"/>
          <p:cNvSpPr txBox="1"/>
          <p:nvPr/>
        </p:nvSpPr>
        <p:spPr>
          <a:xfrm>
            <a:off x="2050929" y="5200472"/>
            <a:ext cx="7715304"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Construya el problema dual- </a:t>
            </a:r>
          </a:p>
          <a:p>
            <a:pPr algn="ctr"/>
            <a:r>
              <a:rPr lang="es-MX" sz="2400" dirty="0">
                <a:latin typeface="Times New Roman" pitchFamily="18" charset="0"/>
                <a:cs typeface="Times New Roman" pitchFamily="18" charset="0"/>
              </a:rPr>
              <a:t> Identifique la solución del problema dual en el tablero.</a:t>
            </a:r>
          </a:p>
          <a:p>
            <a:pPr algn="ctr"/>
            <a:r>
              <a:rPr lang="es-MX" sz="2400" dirty="0">
                <a:latin typeface="Times New Roman" pitchFamily="18" charset="0"/>
                <a:cs typeface="Times New Roman" pitchFamily="18" charset="0"/>
              </a:rPr>
              <a:t>Verifique que y* es factible.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noChangeAspect="1"/>
          </p:cNvGraphicFramePr>
          <p:nvPr>
            <p:ph idx="1"/>
            <p:extLst>
              <p:ext uri="{D42A27DB-BD31-4B8C-83A1-F6EECF244321}">
                <p14:modId xmlns:p14="http://schemas.microsoft.com/office/powerpoint/2010/main" val="703218612"/>
              </p:ext>
            </p:extLst>
          </p:nvPr>
        </p:nvGraphicFramePr>
        <p:xfrm>
          <a:off x="1676778" y="2104057"/>
          <a:ext cx="3403974" cy="2188269"/>
        </p:xfrm>
        <a:graphic>
          <a:graphicData uri="http://schemas.openxmlformats.org/presentationml/2006/ole">
            <mc:AlternateContent xmlns:mc="http://schemas.openxmlformats.org/markup-compatibility/2006">
              <mc:Choice xmlns:v="urn:schemas-microsoft-com:vml" Requires="v">
                <p:oleObj name="Ecuación" r:id="rId3" imgW="1777680" imgH="1143000" progId="Equation.3">
                  <p:embed/>
                </p:oleObj>
              </mc:Choice>
              <mc:Fallback>
                <p:oleObj name="Ecuación" r:id="rId3" imgW="1777680" imgH="1143000" progId="Equation.3">
                  <p:embed/>
                  <p:pic>
                    <p:nvPicPr>
                      <p:cNvPr id="4" name="3 Marcador de conteni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778" y="2104057"/>
                        <a:ext cx="3403974" cy="2188269"/>
                      </a:xfrm>
                      <a:prstGeom prst="rect">
                        <a:avLst/>
                      </a:prstGeom>
                      <a:noFill/>
                    </p:spPr>
                  </p:pic>
                </p:oleObj>
              </mc:Fallback>
            </mc:AlternateContent>
          </a:graphicData>
        </a:graphic>
      </p:graphicFrame>
      <p:sp>
        <p:nvSpPr>
          <p:cNvPr id="2" name="1 Título"/>
          <p:cNvSpPr>
            <a:spLocks noGrp="1"/>
          </p:cNvSpPr>
          <p:nvPr>
            <p:ph type="title"/>
          </p:nvPr>
        </p:nvSpPr>
        <p:spPr/>
        <p:txBody>
          <a:bodyPr>
            <a:normAutofit/>
          </a:bodyPr>
          <a:lstStyle/>
          <a:p>
            <a:r>
              <a:rPr lang="es-MX" dirty="0"/>
              <a:t>Ejercicios</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22</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22532" name="3 Marcador de contenido"/>
          <p:cNvGraphicFramePr>
            <a:graphicFrameLocks noChangeAspect="1"/>
          </p:cNvGraphicFramePr>
          <p:nvPr/>
        </p:nvGraphicFramePr>
        <p:xfrm>
          <a:off x="6738943" y="2000241"/>
          <a:ext cx="3324225" cy="2030413"/>
        </p:xfrm>
        <a:graphic>
          <a:graphicData uri="http://schemas.openxmlformats.org/presentationml/2006/ole">
            <mc:AlternateContent xmlns:mc="http://schemas.openxmlformats.org/markup-compatibility/2006">
              <mc:Choice xmlns:v="urn:schemas-microsoft-com:vml" Requires="v">
                <p:oleObj name="Ecuación" r:id="rId5" imgW="1371600" imgH="838080" progId="Equation.3">
                  <p:embed/>
                </p:oleObj>
              </mc:Choice>
              <mc:Fallback>
                <p:oleObj name="Ecuación" r:id="rId5" imgW="1371600" imgH="838080" progId="Equation.3">
                  <p:embed/>
                  <p:pic>
                    <p:nvPicPr>
                      <p:cNvPr id="22532" name="3 Marcador de contenid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8943" y="2000241"/>
                        <a:ext cx="3324225" cy="203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7 CuadroTexto"/>
          <p:cNvSpPr txBox="1"/>
          <p:nvPr/>
        </p:nvSpPr>
        <p:spPr>
          <a:xfrm>
            <a:off x="2024035" y="5715017"/>
            <a:ext cx="7715304" cy="83099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s-MX" sz="2400" dirty="0">
                <a:latin typeface="Times New Roman" pitchFamily="18" charset="0"/>
                <a:cs typeface="Times New Roman" pitchFamily="18" charset="0"/>
              </a:rPr>
              <a:t>Escriba el problema dual de estos </a:t>
            </a:r>
            <a:r>
              <a:rPr lang="es-MX" sz="2400" dirty="0" err="1">
                <a:latin typeface="Times New Roman" pitchFamily="18" charset="0"/>
                <a:cs typeface="Times New Roman" pitchFamily="18" charset="0"/>
              </a:rPr>
              <a:t>PPLs</a:t>
            </a:r>
            <a:endParaRPr lang="es-MX" sz="2400" dirty="0">
              <a:latin typeface="Times New Roman" pitchFamily="18" charset="0"/>
              <a:cs typeface="Times New Roman" pitchFamily="18" charset="0"/>
            </a:endParaRPr>
          </a:p>
          <a:p>
            <a:pPr algn="ctr"/>
            <a:r>
              <a:rPr lang="es-MX" sz="2400" dirty="0">
                <a:latin typeface="Times New Roman" pitchFamily="18" charset="0"/>
                <a:cs typeface="Times New Roman" pitchFamily="18" charset="0"/>
              </a:rPr>
              <a:t>Encuentre las soluciones primal y dual.</a:t>
            </a:r>
            <a:endParaRPr lang="es-MX" sz="2400" b="1" dirty="0">
              <a:latin typeface="Times New Roman" pitchFamily="18" charset="0"/>
              <a:cs typeface="Times New Roman" pitchFamily="18" charset="0"/>
            </a:endParaRPr>
          </a:p>
        </p:txBody>
      </p:sp>
      <p:graphicFrame>
        <p:nvGraphicFramePr>
          <p:cNvPr id="97285" name="3 Marcador de contenido"/>
          <p:cNvGraphicFramePr>
            <a:graphicFrameLocks noChangeAspect="1"/>
          </p:cNvGraphicFramePr>
          <p:nvPr>
            <p:extLst>
              <p:ext uri="{D42A27DB-BD31-4B8C-83A1-F6EECF244321}">
                <p14:modId xmlns:p14="http://schemas.microsoft.com/office/powerpoint/2010/main" val="3296185513"/>
              </p:ext>
            </p:extLst>
          </p:nvPr>
        </p:nvGraphicFramePr>
        <p:xfrm>
          <a:off x="1696309" y="5037341"/>
          <a:ext cx="3643312" cy="442912"/>
        </p:xfrm>
        <a:graphic>
          <a:graphicData uri="http://schemas.openxmlformats.org/presentationml/2006/ole">
            <mc:AlternateContent xmlns:mc="http://schemas.openxmlformats.org/markup-compatibility/2006">
              <mc:Choice xmlns:v="urn:schemas-microsoft-com:vml" Requires="v">
                <p:oleObj name="Ecuación" r:id="rId7" imgW="1676160" imgH="203040" progId="Equation.3">
                  <p:embed/>
                </p:oleObj>
              </mc:Choice>
              <mc:Fallback>
                <p:oleObj name="Ecuación" r:id="rId7" imgW="1676160" imgH="203040" progId="Equation.3">
                  <p:embed/>
                  <p:pic>
                    <p:nvPicPr>
                      <p:cNvPr id="97285" name="3 Marcador de contenid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6309" y="5037341"/>
                        <a:ext cx="3643312"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8 CuadroTexto"/>
          <p:cNvSpPr txBox="1"/>
          <p:nvPr/>
        </p:nvSpPr>
        <p:spPr>
          <a:xfrm>
            <a:off x="2309786" y="4643446"/>
            <a:ext cx="2137958" cy="369332"/>
          </a:xfrm>
          <a:prstGeom prst="rect">
            <a:avLst/>
          </a:prstGeom>
          <a:noFill/>
        </p:spPr>
        <p:txBody>
          <a:bodyPr wrap="none" rtlCol="0">
            <a:spAutoFit/>
          </a:bodyPr>
          <a:lstStyle/>
          <a:p>
            <a:r>
              <a:rPr lang="es-MX" dirty="0" err="1">
                <a:solidFill>
                  <a:schemeClr val="bg1"/>
                </a:solidFill>
              </a:rPr>
              <a:t>Optimal</a:t>
            </a:r>
            <a:r>
              <a:rPr lang="es-MX" dirty="0">
                <a:solidFill>
                  <a:schemeClr val="bg1"/>
                </a:solidFill>
              </a:rPr>
              <a:t> </a:t>
            </a:r>
            <a:r>
              <a:rPr lang="es-MX" dirty="0" err="1">
                <a:solidFill>
                  <a:schemeClr val="bg1"/>
                </a:solidFill>
              </a:rPr>
              <a:t>zeroth</a:t>
            </a:r>
            <a:r>
              <a:rPr lang="es-MX" dirty="0">
                <a:solidFill>
                  <a:schemeClr val="bg1"/>
                </a:solidFill>
              </a:rPr>
              <a:t> </a:t>
            </a:r>
            <a:r>
              <a:rPr lang="es-MX" dirty="0" err="1">
                <a:solidFill>
                  <a:schemeClr val="bg1"/>
                </a:solidFill>
              </a:rPr>
              <a:t>row</a:t>
            </a:r>
            <a:r>
              <a:rPr lang="es-MX" dirty="0">
                <a:solidFill>
                  <a:schemeClr val="bg1"/>
                </a:solidFill>
              </a:rPr>
              <a:t>:</a:t>
            </a:r>
          </a:p>
        </p:txBody>
      </p:sp>
      <p:sp>
        <p:nvSpPr>
          <p:cNvPr id="10" name="9 CuadroTexto"/>
          <p:cNvSpPr txBox="1"/>
          <p:nvPr/>
        </p:nvSpPr>
        <p:spPr>
          <a:xfrm>
            <a:off x="6667505" y="4643446"/>
            <a:ext cx="2164695" cy="369332"/>
          </a:xfrm>
          <a:prstGeom prst="rect">
            <a:avLst/>
          </a:prstGeom>
          <a:noFill/>
        </p:spPr>
        <p:txBody>
          <a:bodyPr wrap="none" rtlCol="0">
            <a:spAutoFit/>
          </a:bodyPr>
          <a:lstStyle/>
          <a:p>
            <a:r>
              <a:rPr lang="es-MX" dirty="0" err="1">
                <a:solidFill>
                  <a:schemeClr val="bg1"/>
                </a:solidFill>
              </a:rPr>
              <a:t>Solve</a:t>
            </a:r>
            <a:r>
              <a:rPr lang="es-MX" dirty="0">
                <a:solidFill>
                  <a:schemeClr val="bg1"/>
                </a:solidFill>
              </a:rPr>
              <a:t> </a:t>
            </a:r>
            <a:r>
              <a:rPr lang="es-MX" dirty="0" err="1">
                <a:solidFill>
                  <a:schemeClr val="bg1"/>
                </a:solidFill>
              </a:rPr>
              <a:t>by</a:t>
            </a:r>
            <a:r>
              <a:rPr lang="es-MX" dirty="0">
                <a:solidFill>
                  <a:schemeClr val="bg1"/>
                </a:solidFill>
              </a:rPr>
              <a:t> </a:t>
            </a:r>
            <a:r>
              <a:rPr lang="es-MX" dirty="0" err="1">
                <a:solidFill>
                  <a:schemeClr val="bg1"/>
                </a:solidFill>
              </a:rPr>
              <a:t>inspection</a:t>
            </a:r>
            <a:r>
              <a:rPr lang="es-MX" dirty="0">
                <a:solidFill>
                  <a:schemeClr val="bg1"/>
                </a:solidFill>
              </a:rPr>
              <a:t>:</a:t>
            </a:r>
          </a:p>
        </p:txBody>
      </p:sp>
      <p:graphicFrame>
        <p:nvGraphicFramePr>
          <p:cNvPr id="97286" name="Object 6"/>
          <p:cNvGraphicFramePr>
            <a:graphicFrameLocks noChangeAspect="1"/>
          </p:cNvGraphicFramePr>
          <p:nvPr>
            <p:extLst>
              <p:ext uri="{D42A27DB-BD31-4B8C-83A1-F6EECF244321}">
                <p14:modId xmlns:p14="http://schemas.microsoft.com/office/powerpoint/2010/main" val="3224189013"/>
              </p:ext>
            </p:extLst>
          </p:nvPr>
        </p:nvGraphicFramePr>
        <p:xfrm>
          <a:off x="7739074" y="5000637"/>
          <a:ext cx="1234590" cy="516321"/>
        </p:xfrm>
        <a:graphic>
          <a:graphicData uri="http://schemas.openxmlformats.org/presentationml/2006/ole">
            <mc:AlternateContent xmlns:mc="http://schemas.openxmlformats.org/markup-compatibility/2006">
              <mc:Choice xmlns:v="urn:schemas-microsoft-com:vml" Requires="v">
                <p:oleObj name="Ecuación" r:id="rId9" imgW="545760" imgH="228600" progId="Equation.3">
                  <p:embed/>
                </p:oleObj>
              </mc:Choice>
              <mc:Fallback>
                <p:oleObj name="Ecuación" r:id="rId9" imgW="545760" imgH="228600" progId="Equation.3">
                  <p:embed/>
                  <p:pic>
                    <p:nvPicPr>
                      <p:cNvPr id="97286"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39074" y="5000637"/>
                        <a:ext cx="1234590" cy="516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7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noChangeAspect="1"/>
          </p:cNvGraphicFramePr>
          <p:nvPr>
            <p:ph idx="1"/>
            <p:extLst>
              <p:ext uri="{D42A27DB-BD31-4B8C-83A1-F6EECF244321}">
                <p14:modId xmlns:p14="http://schemas.microsoft.com/office/powerpoint/2010/main" val="1571099003"/>
              </p:ext>
            </p:extLst>
          </p:nvPr>
        </p:nvGraphicFramePr>
        <p:xfrm>
          <a:off x="952500" y="2191339"/>
          <a:ext cx="2694924" cy="2130273"/>
        </p:xfrm>
        <a:graphic>
          <a:graphicData uri="http://schemas.openxmlformats.org/presentationml/2006/ole">
            <mc:AlternateContent xmlns:mc="http://schemas.openxmlformats.org/markup-compatibility/2006">
              <mc:Choice xmlns:v="urn:schemas-microsoft-com:vml" Requires="v">
                <p:oleObj name="Ecuación" r:id="rId3" imgW="1333440" imgH="1054080" progId="Equation.3">
                  <p:embed/>
                </p:oleObj>
              </mc:Choice>
              <mc:Fallback>
                <p:oleObj name="Ecuación" r:id="rId3" imgW="1333440" imgH="1054080" progId="Equation.3">
                  <p:embed/>
                  <p:pic>
                    <p:nvPicPr>
                      <p:cNvPr id="4" name="3 Marcador de conteni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0" y="2191339"/>
                        <a:ext cx="2694924" cy="2130273"/>
                      </a:xfrm>
                      <a:prstGeom prst="rect">
                        <a:avLst/>
                      </a:prstGeom>
                      <a:noFill/>
                    </p:spPr>
                  </p:pic>
                </p:oleObj>
              </mc:Fallback>
            </mc:AlternateContent>
          </a:graphicData>
        </a:graphic>
      </p:graphicFrame>
      <p:sp>
        <p:nvSpPr>
          <p:cNvPr id="2" name="1 Título"/>
          <p:cNvSpPr>
            <a:spLocks noGrp="1"/>
          </p:cNvSpPr>
          <p:nvPr>
            <p:ph type="title"/>
          </p:nvPr>
        </p:nvSpPr>
        <p:spPr/>
        <p:txBody>
          <a:bodyPr>
            <a:normAutofit/>
          </a:bodyPr>
          <a:lstStyle/>
          <a:p>
            <a:r>
              <a:rPr lang="es-MX" dirty="0"/>
              <a:t>Ejercicio</a:t>
            </a:r>
          </a:p>
        </p:txBody>
      </p:sp>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23</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sp>
        <p:nvSpPr>
          <p:cNvPr id="8" name="7 CuadroTexto"/>
          <p:cNvSpPr txBox="1"/>
          <p:nvPr/>
        </p:nvSpPr>
        <p:spPr>
          <a:xfrm>
            <a:off x="2024034" y="5500703"/>
            <a:ext cx="8643966"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s-MX" sz="2400" dirty="0">
                <a:latin typeface="Times New Roman" pitchFamily="18" charset="0"/>
                <a:cs typeface="Times New Roman" pitchFamily="18" charset="0"/>
              </a:rPr>
              <a:t>Determine: 	1)  Los valores de b1 y b2</a:t>
            </a:r>
          </a:p>
          <a:p>
            <a:r>
              <a:rPr lang="es-MX" sz="2400" dirty="0">
                <a:latin typeface="Times New Roman" pitchFamily="18" charset="0"/>
                <a:cs typeface="Times New Roman" pitchFamily="18" charset="0"/>
              </a:rPr>
              <a:t>		2)  Los valores de a, b, c, d, e</a:t>
            </a:r>
          </a:p>
          <a:p>
            <a:r>
              <a:rPr lang="es-MX" sz="2400" dirty="0">
                <a:latin typeface="Times New Roman" pitchFamily="18" charset="0"/>
                <a:cs typeface="Times New Roman" pitchFamily="18" charset="0"/>
              </a:rPr>
              <a:t>		3)  El problema dual y su </a:t>
            </a:r>
            <a:r>
              <a:rPr lang="es-MX" sz="2400" dirty="0" err="1">
                <a:latin typeface="Times New Roman" pitchFamily="18" charset="0"/>
                <a:cs typeface="Times New Roman" pitchFamily="18" charset="0"/>
              </a:rPr>
              <a:t>solucióm</a:t>
            </a:r>
            <a:endParaRPr lang="es-MX" sz="2400" dirty="0">
              <a:latin typeface="Times New Roman" pitchFamily="18" charset="0"/>
              <a:cs typeface="Times New Roman" pitchFamily="18" charset="0"/>
            </a:endParaRPr>
          </a:p>
        </p:txBody>
      </p:sp>
      <p:sp>
        <p:nvSpPr>
          <p:cNvPr id="9" name="8 CuadroTexto"/>
          <p:cNvSpPr txBox="1"/>
          <p:nvPr/>
        </p:nvSpPr>
        <p:spPr>
          <a:xfrm>
            <a:off x="5115271" y="3060023"/>
            <a:ext cx="5104731" cy="369332"/>
          </a:xfrm>
          <a:prstGeom prst="rect">
            <a:avLst/>
          </a:prstGeom>
          <a:noFill/>
        </p:spPr>
        <p:txBody>
          <a:bodyPr wrap="none" rtlCol="0">
            <a:spAutoFit/>
          </a:bodyPr>
          <a:lstStyle/>
          <a:p>
            <a:r>
              <a:rPr lang="es-MX" dirty="0">
                <a:solidFill>
                  <a:schemeClr val="bg1"/>
                </a:solidFill>
              </a:rPr>
              <a:t>Solución final para valores específicos de b1 y b2:</a:t>
            </a:r>
          </a:p>
        </p:txBody>
      </p:sp>
      <p:graphicFrame>
        <p:nvGraphicFramePr>
          <p:cNvPr id="11" name="3 Marcador de contenido"/>
          <p:cNvGraphicFramePr>
            <a:graphicFrameLocks/>
          </p:cNvGraphicFramePr>
          <p:nvPr/>
        </p:nvGraphicFramePr>
        <p:xfrm>
          <a:off x="4952993" y="3500438"/>
          <a:ext cx="5429289" cy="1483360"/>
        </p:xfrm>
        <a:graphic>
          <a:graphicData uri="http://schemas.openxmlformats.org/drawingml/2006/table">
            <a:tbl>
              <a:tblPr firstRow="1" bandRow="1">
                <a:effectLst>
                  <a:innerShdw blurRad="63500" dist="50800" dir="5400000">
                    <a:prstClr val="black">
                      <a:alpha val="50000"/>
                    </a:prstClr>
                  </a:innerShdw>
                </a:effectLst>
                <a:tableStyleId>{5C22544A-7EE6-4342-B048-85BDC9FD1C3A}</a:tableStyleId>
              </a:tblPr>
              <a:tblGrid>
                <a:gridCol w="836349">
                  <a:extLst>
                    <a:ext uri="{9D8B030D-6E8A-4147-A177-3AD203B41FA5}">
                      <a16:colId xmlns:a16="http://schemas.microsoft.com/office/drawing/2014/main" val="20000"/>
                    </a:ext>
                  </a:extLst>
                </a:gridCol>
                <a:gridCol w="707057">
                  <a:extLst>
                    <a:ext uri="{9D8B030D-6E8A-4147-A177-3AD203B41FA5}">
                      <a16:colId xmlns:a16="http://schemas.microsoft.com/office/drawing/2014/main" val="20001"/>
                    </a:ext>
                  </a:extLst>
                </a:gridCol>
                <a:gridCol w="707057">
                  <a:extLst>
                    <a:ext uri="{9D8B030D-6E8A-4147-A177-3AD203B41FA5}">
                      <a16:colId xmlns:a16="http://schemas.microsoft.com/office/drawing/2014/main" val="20002"/>
                    </a:ext>
                  </a:extLst>
                </a:gridCol>
                <a:gridCol w="707057">
                  <a:extLst>
                    <a:ext uri="{9D8B030D-6E8A-4147-A177-3AD203B41FA5}">
                      <a16:colId xmlns:a16="http://schemas.microsoft.com/office/drawing/2014/main" val="20003"/>
                    </a:ext>
                  </a:extLst>
                </a:gridCol>
                <a:gridCol w="707057">
                  <a:extLst>
                    <a:ext uri="{9D8B030D-6E8A-4147-A177-3AD203B41FA5}">
                      <a16:colId xmlns:a16="http://schemas.microsoft.com/office/drawing/2014/main" val="20004"/>
                    </a:ext>
                  </a:extLst>
                </a:gridCol>
                <a:gridCol w="707057">
                  <a:extLst>
                    <a:ext uri="{9D8B030D-6E8A-4147-A177-3AD203B41FA5}">
                      <a16:colId xmlns:a16="http://schemas.microsoft.com/office/drawing/2014/main" val="20005"/>
                    </a:ext>
                  </a:extLst>
                </a:gridCol>
                <a:gridCol w="1057655">
                  <a:extLst>
                    <a:ext uri="{9D8B030D-6E8A-4147-A177-3AD203B41FA5}">
                      <a16:colId xmlns:a16="http://schemas.microsoft.com/office/drawing/2014/main" val="20006"/>
                    </a:ext>
                  </a:extLst>
                </a:gridCol>
              </a:tblGrid>
              <a:tr h="370840">
                <a:tc>
                  <a:txBody>
                    <a:bodyPr/>
                    <a:lstStyle/>
                    <a:p>
                      <a:pPr algn="ctr"/>
                      <a:r>
                        <a:rPr lang="es-MX" dirty="0">
                          <a:solidFill>
                            <a:srgbClr val="0070C0"/>
                          </a:solidFill>
                          <a:latin typeface="Times New Roman" pitchFamily="18" charset="0"/>
                          <a:cs typeface="Times New Roman" pitchFamily="18" charset="0"/>
                        </a:rPr>
                        <a:t>Básica</a:t>
                      </a:r>
                    </a:p>
                  </a:txBody>
                  <a:tcPr/>
                </a:tc>
                <a:tc>
                  <a:txBody>
                    <a:bodyPr/>
                    <a:lstStyle/>
                    <a:p>
                      <a:pPr algn="ctr"/>
                      <a:r>
                        <a:rPr lang="es-MX" dirty="0">
                          <a:solidFill>
                            <a:srgbClr val="0070C0"/>
                          </a:solidFill>
                          <a:latin typeface="Times New Roman" pitchFamily="18" charset="0"/>
                          <a:cs typeface="Times New Roman" pitchFamily="18" charset="0"/>
                        </a:rPr>
                        <a:t>x1</a:t>
                      </a:r>
                    </a:p>
                  </a:txBody>
                  <a:tcPr anchor="ctr"/>
                </a:tc>
                <a:tc>
                  <a:txBody>
                    <a:bodyPr/>
                    <a:lstStyle/>
                    <a:p>
                      <a:pPr algn="ctr"/>
                      <a:r>
                        <a:rPr lang="es-MX" dirty="0">
                          <a:solidFill>
                            <a:srgbClr val="0070C0"/>
                          </a:solidFill>
                          <a:latin typeface="Times New Roman" pitchFamily="18" charset="0"/>
                          <a:cs typeface="Times New Roman" pitchFamily="18" charset="0"/>
                        </a:rPr>
                        <a:t>x2</a:t>
                      </a:r>
                    </a:p>
                  </a:txBody>
                  <a:tcPr anchor="ctr"/>
                </a:tc>
                <a:tc>
                  <a:txBody>
                    <a:bodyPr/>
                    <a:lstStyle/>
                    <a:p>
                      <a:pPr algn="ctr"/>
                      <a:r>
                        <a:rPr lang="es-MX" dirty="0">
                          <a:solidFill>
                            <a:srgbClr val="0070C0"/>
                          </a:solidFill>
                          <a:latin typeface="Times New Roman" pitchFamily="18" charset="0"/>
                          <a:cs typeface="Times New Roman" pitchFamily="18" charset="0"/>
                        </a:rPr>
                        <a:t>x3</a:t>
                      </a:r>
                    </a:p>
                  </a:txBody>
                  <a:tcPr anchor="ctr"/>
                </a:tc>
                <a:tc>
                  <a:txBody>
                    <a:bodyPr/>
                    <a:lstStyle/>
                    <a:p>
                      <a:pPr algn="ctr"/>
                      <a:r>
                        <a:rPr lang="es-MX" dirty="0">
                          <a:solidFill>
                            <a:srgbClr val="0070C0"/>
                          </a:solidFill>
                          <a:latin typeface="Times New Roman" pitchFamily="18" charset="0"/>
                          <a:cs typeface="Times New Roman" pitchFamily="18" charset="0"/>
                        </a:rPr>
                        <a:t>x4</a:t>
                      </a:r>
                    </a:p>
                  </a:txBody>
                  <a:tcPr anchor="ctr"/>
                </a:tc>
                <a:tc>
                  <a:txBody>
                    <a:bodyPr/>
                    <a:lstStyle/>
                    <a:p>
                      <a:pPr algn="ctr"/>
                      <a:r>
                        <a:rPr lang="es-MX" dirty="0">
                          <a:solidFill>
                            <a:srgbClr val="0070C0"/>
                          </a:solidFill>
                          <a:latin typeface="Times New Roman" pitchFamily="18" charset="0"/>
                          <a:cs typeface="Times New Roman" pitchFamily="18" charset="0"/>
                        </a:rPr>
                        <a:t>x5</a:t>
                      </a:r>
                    </a:p>
                  </a:txBody>
                  <a:tcPr anchor="ctr"/>
                </a:tc>
                <a:tc>
                  <a:txBody>
                    <a:bodyPr/>
                    <a:lstStyle/>
                    <a:p>
                      <a:pPr algn="ctr">
                        <a:tabLst/>
                      </a:pPr>
                      <a:r>
                        <a:rPr lang="es-MX" dirty="0">
                          <a:solidFill>
                            <a:srgbClr val="0070C0"/>
                          </a:solidFill>
                          <a:latin typeface="Times New Roman" pitchFamily="18" charset="0"/>
                          <a:cs typeface="Times New Roman" pitchFamily="18" charset="0"/>
                        </a:rPr>
                        <a:t>Solución</a:t>
                      </a:r>
                    </a:p>
                  </a:txBody>
                  <a:tcPr anchor="ctr"/>
                </a:tc>
                <a:extLst>
                  <a:ext uri="{0D108BD9-81ED-4DB2-BD59-A6C34878D82A}">
                    <a16:rowId xmlns:a16="http://schemas.microsoft.com/office/drawing/2014/main" val="10000"/>
                  </a:ext>
                </a:extLst>
              </a:tr>
              <a:tr h="370840">
                <a:tc>
                  <a:txBody>
                    <a:bodyPr/>
                    <a:lstStyle/>
                    <a:p>
                      <a:pPr algn="r"/>
                      <a:r>
                        <a:rPr lang="es-MX" dirty="0">
                          <a:latin typeface="Times New Roman" pitchFamily="18" charset="0"/>
                          <a:cs typeface="Times New Roman" pitchFamily="18" charset="0"/>
                        </a:rPr>
                        <a:t>Z</a:t>
                      </a:r>
                    </a:p>
                  </a:txBody>
                  <a:tcPr>
                    <a:solidFill>
                      <a:schemeClr val="accent1">
                        <a:tint val="40000"/>
                      </a:schemeClr>
                    </a:solidFill>
                  </a:tcPr>
                </a:tc>
                <a:tc>
                  <a:txBody>
                    <a:bodyPr/>
                    <a:lstStyle/>
                    <a:p>
                      <a:pPr algn="ctr">
                        <a:tabLst>
                          <a:tab pos="36000" algn="r"/>
                        </a:tabLst>
                      </a:pPr>
                      <a:r>
                        <a:rPr lang="es-MX" dirty="0">
                          <a:latin typeface="Times New Roman" pitchFamily="18" charset="0"/>
                          <a:cs typeface="Times New Roman" pitchFamily="18" charset="0"/>
                        </a:rPr>
                        <a:t>0</a:t>
                      </a:r>
                    </a:p>
                  </a:txBody>
                  <a:tcPr>
                    <a:solidFill>
                      <a:schemeClr val="accent1">
                        <a:tint val="40000"/>
                      </a:schemeClr>
                    </a:solidFill>
                  </a:tcPr>
                </a:tc>
                <a:tc>
                  <a:txBody>
                    <a:bodyPr/>
                    <a:lstStyle/>
                    <a:p>
                      <a:pPr algn="ctr">
                        <a:tabLst>
                          <a:tab pos="36000" algn="r"/>
                        </a:tabLst>
                      </a:pPr>
                      <a:r>
                        <a:rPr lang="es-MX" dirty="0">
                          <a:latin typeface="Times New Roman" pitchFamily="18" charset="0"/>
                          <a:cs typeface="Times New Roman" pitchFamily="18" charset="0"/>
                        </a:rPr>
                        <a:t>a</a:t>
                      </a:r>
                    </a:p>
                  </a:txBody>
                  <a:tcPr>
                    <a:solidFill>
                      <a:schemeClr val="accent1">
                        <a:tint val="40000"/>
                      </a:schemeClr>
                    </a:solidFill>
                  </a:tcPr>
                </a:tc>
                <a:tc>
                  <a:txBody>
                    <a:bodyPr/>
                    <a:lstStyle/>
                    <a:p>
                      <a:pPr algn="ctr">
                        <a:tabLst>
                          <a:tab pos="36000" algn="r"/>
                        </a:tabLst>
                      </a:pPr>
                      <a:r>
                        <a:rPr lang="es-MX" dirty="0">
                          <a:latin typeface="Times New Roman" pitchFamily="18" charset="0"/>
                          <a:cs typeface="Times New Roman" pitchFamily="18" charset="0"/>
                        </a:rPr>
                        <a:t>7</a:t>
                      </a:r>
                    </a:p>
                  </a:txBody>
                  <a:tcPr>
                    <a:solidFill>
                      <a:schemeClr val="accent1">
                        <a:tint val="40000"/>
                      </a:schemeClr>
                    </a:solidFill>
                  </a:tcPr>
                </a:tc>
                <a:tc>
                  <a:txBody>
                    <a:bodyPr/>
                    <a:lstStyle/>
                    <a:p>
                      <a:pPr algn="ctr">
                        <a:tabLst>
                          <a:tab pos="36000" algn="r"/>
                        </a:tabLst>
                      </a:pPr>
                      <a:r>
                        <a:rPr lang="es-MX" dirty="0">
                          <a:latin typeface="Times New Roman" pitchFamily="18" charset="0"/>
                          <a:cs typeface="Times New Roman" pitchFamily="18" charset="0"/>
                        </a:rPr>
                        <a:t>d</a:t>
                      </a:r>
                    </a:p>
                  </a:txBody>
                  <a:tcPr>
                    <a:solidFill>
                      <a:schemeClr val="accent1">
                        <a:tint val="40000"/>
                      </a:schemeClr>
                    </a:solidFill>
                  </a:tcPr>
                </a:tc>
                <a:tc>
                  <a:txBody>
                    <a:bodyPr/>
                    <a:lstStyle/>
                    <a:p>
                      <a:pPr algn="ctr">
                        <a:tabLst>
                          <a:tab pos="36000" algn="r"/>
                        </a:tabLst>
                      </a:pPr>
                      <a:r>
                        <a:rPr lang="es-MX" dirty="0">
                          <a:latin typeface="Times New Roman" pitchFamily="18" charset="0"/>
                          <a:cs typeface="Times New Roman" pitchFamily="18" charset="0"/>
                        </a:rPr>
                        <a:t>e</a:t>
                      </a:r>
                    </a:p>
                  </a:txBody>
                  <a:tcPr>
                    <a:solidFill>
                      <a:schemeClr val="accent1">
                        <a:tint val="40000"/>
                      </a:schemeClr>
                    </a:solidFill>
                  </a:tcPr>
                </a:tc>
                <a:tc>
                  <a:txBody>
                    <a:bodyPr/>
                    <a:lstStyle/>
                    <a:p>
                      <a:pPr algn="r">
                        <a:tabLst>
                          <a:tab pos="36000" algn="r"/>
                        </a:tabLst>
                      </a:pPr>
                      <a:r>
                        <a:rPr lang="es-MX" dirty="0">
                          <a:latin typeface="Times New Roman" pitchFamily="18" charset="0"/>
                          <a:cs typeface="Times New Roman" pitchFamily="18" charset="0"/>
                        </a:rPr>
                        <a:t>150</a:t>
                      </a:r>
                    </a:p>
                  </a:txBody>
                  <a:tcPr>
                    <a:solidFill>
                      <a:schemeClr val="accent1">
                        <a:tint val="40000"/>
                      </a:schemeClr>
                    </a:solidFill>
                  </a:tcPr>
                </a:tc>
                <a:extLst>
                  <a:ext uri="{0D108BD9-81ED-4DB2-BD59-A6C34878D82A}">
                    <a16:rowId xmlns:a16="http://schemas.microsoft.com/office/drawing/2014/main" val="10001"/>
                  </a:ext>
                </a:extLst>
              </a:tr>
              <a:tr h="370840">
                <a:tc>
                  <a:txBody>
                    <a:bodyPr/>
                    <a:lstStyle/>
                    <a:p>
                      <a:pPr algn="r"/>
                      <a:r>
                        <a:rPr lang="es-MX" dirty="0">
                          <a:latin typeface="Times New Roman" pitchFamily="18" charset="0"/>
                          <a:cs typeface="Times New Roman" pitchFamily="18" charset="0"/>
                        </a:rPr>
                        <a:t>x1</a:t>
                      </a:r>
                    </a:p>
                  </a:txBody>
                  <a:tcPr/>
                </a:tc>
                <a:tc>
                  <a:txBody>
                    <a:bodyPr/>
                    <a:lstStyle/>
                    <a:p>
                      <a:pPr algn="ctr">
                        <a:tabLst>
                          <a:tab pos="36000" algn="r"/>
                        </a:tabLst>
                      </a:pPr>
                      <a:r>
                        <a:rPr lang="es-MX" dirty="0">
                          <a:latin typeface="Times New Roman" pitchFamily="18" charset="0"/>
                          <a:cs typeface="Times New Roman" pitchFamily="18" charset="0"/>
                        </a:rPr>
                        <a:t>1</a:t>
                      </a:r>
                    </a:p>
                  </a:txBody>
                  <a:tcPr/>
                </a:tc>
                <a:tc>
                  <a:txBody>
                    <a:bodyPr/>
                    <a:lstStyle/>
                    <a:p>
                      <a:pPr algn="ctr">
                        <a:tabLst>
                          <a:tab pos="36000" algn="r"/>
                        </a:tabLst>
                      </a:pPr>
                      <a:r>
                        <a:rPr lang="es-MX" dirty="0">
                          <a:latin typeface="Times New Roman" pitchFamily="18" charset="0"/>
                          <a:cs typeface="Times New Roman" pitchFamily="18" charset="0"/>
                        </a:rPr>
                        <a:t>b</a:t>
                      </a:r>
                    </a:p>
                  </a:txBody>
                  <a:tcPr/>
                </a:tc>
                <a:tc>
                  <a:txBody>
                    <a:bodyPr/>
                    <a:lstStyle/>
                    <a:p>
                      <a:pPr algn="ctr">
                        <a:tabLst>
                          <a:tab pos="36000" algn="r"/>
                        </a:tabLst>
                      </a:pPr>
                      <a:r>
                        <a:rPr lang="es-MX" dirty="0">
                          <a:latin typeface="Times New Roman" pitchFamily="18" charset="0"/>
                          <a:cs typeface="Times New Roman" pitchFamily="18" charset="0"/>
                        </a:rPr>
                        <a:t>2</a:t>
                      </a:r>
                    </a:p>
                  </a:txBody>
                  <a:tcPr/>
                </a:tc>
                <a:tc>
                  <a:txBody>
                    <a:bodyPr/>
                    <a:lstStyle/>
                    <a:p>
                      <a:pPr algn="ctr">
                        <a:tabLst>
                          <a:tab pos="36000" algn="r"/>
                        </a:tabLst>
                      </a:pPr>
                      <a:r>
                        <a:rPr lang="es-MX" dirty="0">
                          <a:latin typeface="Times New Roman" pitchFamily="18" charset="0"/>
                          <a:cs typeface="Times New Roman" pitchFamily="18" charset="0"/>
                        </a:rPr>
                        <a:t>1</a:t>
                      </a:r>
                    </a:p>
                  </a:txBody>
                  <a:tcPr/>
                </a:tc>
                <a:tc>
                  <a:txBody>
                    <a:bodyPr/>
                    <a:lstStyle/>
                    <a:p>
                      <a:pPr algn="ctr">
                        <a:tabLst>
                          <a:tab pos="36000" algn="r"/>
                        </a:tabLst>
                      </a:pPr>
                      <a:r>
                        <a:rPr lang="es-MX" dirty="0">
                          <a:latin typeface="Times New Roman" pitchFamily="18" charset="0"/>
                          <a:cs typeface="Times New Roman" pitchFamily="18" charset="0"/>
                        </a:rPr>
                        <a:t>0</a:t>
                      </a:r>
                    </a:p>
                  </a:txBody>
                  <a:tcPr/>
                </a:tc>
                <a:tc>
                  <a:txBody>
                    <a:bodyPr/>
                    <a:lstStyle/>
                    <a:p>
                      <a:pPr algn="r">
                        <a:tabLst>
                          <a:tab pos="36000" algn="r"/>
                        </a:tabLst>
                      </a:pPr>
                      <a:r>
                        <a:rPr lang="es-MX" dirty="0">
                          <a:latin typeface="Times New Roman" pitchFamily="18" charset="0"/>
                          <a:cs typeface="Times New Roman" pitchFamily="18" charset="0"/>
                        </a:rPr>
                        <a:t>30</a:t>
                      </a:r>
                    </a:p>
                  </a:txBody>
                  <a:tcPr/>
                </a:tc>
                <a:extLst>
                  <a:ext uri="{0D108BD9-81ED-4DB2-BD59-A6C34878D82A}">
                    <a16:rowId xmlns:a16="http://schemas.microsoft.com/office/drawing/2014/main" val="10002"/>
                  </a:ext>
                </a:extLst>
              </a:tr>
              <a:tr h="370840">
                <a:tc>
                  <a:txBody>
                    <a:bodyPr/>
                    <a:lstStyle/>
                    <a:p>
                      <a:pPr algn="r"/>
                      <a:r>
                        <a:rPr lang="es-MX" dirty="0">
                          <a:latin typeface="Times New Roman" pitchFamily="18" charset="0"/>
                          <a:cs typeface="Times New Roman" pitchFamily="18" charset="0"/>
                        </a:rPr>
                        <a:t>x5</a:t>
                      </a:r>
                    </a:p>
                  </a:txBody>
                  <a:tcPr/>
                </a:tc>
                <a:tc>
                  <a:txBody>
                    <a:bodyPr/>
                    <a:lstStyle/>
                    <a:p>
                      <a:pPr algn="ctr">
                        <a:tabLst>
                          <a:tab pos="36000" algn="r"/>
                        </a:tabLst>
                      </a:pPr>
                      <a:r>
                        <a:rPr lang="es-MX" dirty="0">
                          <a:latin typeface="Times New Roman" pitchFamily="18" charset="0"/>
                          <a:cs typeface="Times New Roman" pitchFamily="18" charset="0"/>
                        </a:rPr>
                        <a:t>0</a:t>
                      </a:r>
                    </a:p>
                  </a:txBody>
                  <a:tcPr/>
                </a:tc>
                <a:tc>
                  <a:txBody>
                    <a:bodyPr/>
                    <a:lstStyle/>
                    <a:p>
                      <a:pPr algn="ctr">
                        <a:tabLst>
                          <a:tab pos="36000" algn="r"/>
                        </a:tabLst>
                      </a:pPr>
                      <a:r>
                        <a:rPr lang="es-MX" dirty="0">
                          <a:latin typeface="Times New Roman" pitchFamily="18" charset="0"/>
                          <a:cs typeface="Times New Roman" pitchFamily="18" charset="0"/>
                        </a:rPr>
                        <a:t>c</a:t>
                      </a:r>
                    </a:p>
                  </a:txBody>
                  <a:tcPr/>
                </a:tc>
                <a:tc>
                  <a:txBody>
                    <a:bodyPr/>
                    <a:lstStyle/>
                    <a:p>
                      <a:pPr algn="ctr">
                        <a:tabLst>
                          <a:tab pos="36000" algn="r"/>
                        </a:tabLst>
                      </a:pPr>
                      <a:r>
                        <a:rPr lang="es-MX" dirty="0">
                          <a:latin typeface="Times New Roman" pitchFamily="18" charset="0"/>
                          <a:cs typeface="Times New Roman" pitchFamily="18" charset="0"/>
                        </a:rPr>
                        <a:t>-8</a:t>
                      </a:r>
                    </a:p>
                  </a:txBody>
                  <a:tcPr/>
                </a:tc>
                <a:tc>
                  <a:txBody>
                    <a:bodyPr/>
                    <a:lstStyle/>
                    <a:p>
                      <a:pPr algn="ctr">
                        <a:tabLst>
                          <a:tab pos="36000" algn="r"/>
                        </a:tabLst>
                      </a:pPr>
                      <a:r>
                        <a:rPr lang="es-MX" dirty="0">
                          <a:latin typeface="Times New Roman" pitchFamily="18" charset="0"/>
                          <a:cs typeface="Times New Roman" pitchFamily="18" charset="0"/>
                        </a:rPr>
                        <a:t>-1</a:t>
                      </a:r>
                    </a:p>
                  </a:txBody>
                  <a:tcPr/>
                </a:tc>
                <a:tc>
                  <a:txBody>
                    <a:bodyPr/>
                    <a:lstStyle/>
                    <a:p>
                      <a:pPr algn="ctr">
                        <a:tabLst>
                          <a:tab pos="36000" algn="r"/>
                        </a:tabLst>
                      </a:pPr>
                      <a:r>
                        <a:rPr lang="es-MX" dirty="0">
                          <a:latin typeface="Times New Roman" pitchFamily="18" charset="0"/>
                          <a:cs typeface="Times New Roman" pitchFamily="18" charset="0"/>
                        </a:rPr>
                        <a:t>1</a:t>
                      </a:r>
                    </a:p>
                  </a:txBody>
                  <a:tcPr/>
                </a:tc>
                <a:tc>
                  <a:txBody>
                    <a:bodyPr/>
                    <a:lstStyle/>
                    <a:p>
                      <a:pPr algn="r">
                        <a:tabLst>
                          <a:tab pos="36000" algn="r"/>
                        </a:tabLst>
                      </a:pPr>
                      <a:r>
                        <a:rPr lang="es-MX" dirty="0">
                          <a:latin typeface="Times New Roman" pitchFamily="18" charset="0"/>
                          <a:cs typeface="Times New Roman" pitchFamily="18" charset="0"/>
                        </a:rPr>
                        <a:t>10</a:t>
                      </a:r>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4665B-7E7F-3824-B048-5DE5B3CA26F6}"/>
              </a:ext>
            </a:extLst>
          </p:cNvPr>
          <p:cNvSpPr>
            <a:spLocks noGrp="1"/>
          </p:cNvSpPr>
          <p:nvPr>
            <p:ph type="title"/>
          </p:nvPr>
        </p:nvSpPr>
        <p:spPr/>
        <p:txBody>
          <a:bodyPr>
            <a:normAutofit/>
          </a:bodyPr>
          <a:lstStyle/>
          <a:p>
            <a:r>
              <a:rPr lang="en-US" sz="4400" b="1" dirty="0" err="1"/>
              <a:t>Lectura</a:t>
            </a:r>
            <a:r>
              <a:rPr lang="en-US" sz="4400" b="1" dirty="0"/>
              <a:t> de la </a:t>
            </a:r>
            <a:r>
              <a:rPr lang="en-US" sz="4400" b="1" dirty="0" err="1"/>
              <a:t>solución</a:t>
            </a:r>
            <a:r>
              <a:rPr lang="en-US" sz="4400" b="1" dirty="0"/>
              <a:t> dual </a:t>
            </a:r>
            <a:r>
              <a:rPr lang="en-US" sz="4400" b="1" dirty="0" err="1"/>
              <a:t>en</a:t>
            </a:r>
            <a:r>
              <a:rPr lang="en-US" sz="4400" b="1" dirty="0"/>
              <a:t> </a:t>
            </a:r>
            <a:r>
              <a:rPr lang="en-US" sz="4400" b="1" dirty="0" err="1"/>
              <a:t>el</a:t>
            </a:r>
            <a:r>
              <a:rPr lang="en-US" sz="4400" b="1" dirty="0"/>
              <a:t> software</a:t>
            </a:r>
          </a:p>
        </p:txBody>
      </p:sp>
      <p:sp>
        <p:nvSpPr>
          <p:cNvPr id="3" name="Footer Placeholder 2">
            <a:extLst>
              <a:ext uri="{FF2B5EF4-FFF2-40B4-BE49-F238E27FC236}">
                <a16:creationId xmlns:a16="http://schemas.microsoft.com/office/drawing/2014/main" id="{F7BED3FC-A524-CCD0-979F-AA0055AAFCF1}"/>
              </a:ext>
            </a:extLst>
          </p:cNvPr>
          <p:cNvSpPr>
            <a:spLocks noGrp="1"/>
          </p:cNvSpPr>
          <p:nvPr>
            <p:ph type="ftr" sz="quarter" idx="3"/>
          </p:nvPr>
        </p:nvSpPr>
        <p:spPr/>
        <p:txBody>
          <a:bodyPr/>
          <a:lstStyle/>
          <a:p>
            <a:r>
              <a:rPr lang="es-MX"/>
              <a:t>OPTIMIZACIÓN DE OPERACIONES</a:t>
            </a:r>
            <a:endParaRPr lang="es-MX" dirty="0"/>
          </a:p>
        </p:txBody>
      </p:sp>
      <p:sp>
        <p:nvSpPr>
          <p:cNvPr id="4" name="Slide Number Placeholder 3">
            <a:extLst>
              <a:ext uri="{FF2B5EF4-FFF2-40B4-BE49-F238E27FC236}">
                <a16:creationId xmlns:a16="http://schemas.microsoft.com/office/drawing/2014/main" id="{FD5EBAA4-6019-51E1-6E6A-8920170EC990}"/>
              </a:ext>
            </a:extLst>
          </p:cNvPr>
          <p:cNvSpPr>
            <a:spLocks noGrp="1"/>
          </p:cNvSpPr>
          <p:nvPr>
            <p:ph type="sldNum" sz="quarter" idx="4"/>
          </p:nvPr>
        </p:nvSpPr>
        <p:spPr/>
        <p:txBody>
          <a:bodyPr/>
          <a:lstStyle/>
          <a:p>
            <a:pPr rtl="0"/>
            <a:fld id="{294A09A9-5501-47C1-A89A-A340965A2BE2}" type="slidenum">
              <a:rPr lang="es-MX" noProof="0" smtClean="0"/>
              <a:pPr rtl="0"/>
              <a:t>24</a:t>
            </a:fld>
            <a:endParaRPr lang="es-MX" noProof="0">
              <a:latin typeface="+mn-lt"/>
            </a:endParaRPr>
          </a:p>
        </p:txBody>
      </p:sp>
    </p:spTree>
    <p:extLst>
      <p:ext uri="{BB962C8B-B14F-4D97-AF65-F5344CB8AC3E}">
        <p14:creationId xmlns:p14="http://schemas.microsoft.com/office/powerpoint/2010/main" val="2306672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rotWithShape="1">
          <a:blip r:embed="rId2"/>
          <a:srcRect l="52652" t="47704" r="14999" b="20349"/>
          <a:stretch/>
        </p:blipFill>
        <p:spPr>
          <a:xfrm>
            <a:off x="493059" y="1600200"/>
            <a:ext cx="4208930" cy="2245659"/>
          </a:xfrm>
          <a:prstGeom prst="rect">
            <a:avLst/>
          </a:prstGeom>
        </p:spPr>
      </p:pic>
      <p:sp>
        <p:nvSpPr>
          <p:cNvPr id="9" name="Rectángulo 8"/>
          <p:cNvSpPr/>
          <p:nvPr/>
        </p:nvSpPr>
        <p:spPr>
          <a:xfrm>
            <a:off x="394448" y="754189"/>
            <a:ext cx="6096000" cy="923330"/>
          </a:xfrm>
          <a:prstGeom prst="rect">
            <a:avLst/>
          </a:prstGeom>
        </p:spPr>
        <p:txBody>
          <a:bodyPr>
            <a:spAutoFit/>
          </a:bodyPr>
          <a:lstStyle/>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FO_P</a:t>
            </a:r>
            <a:r>
              <a:rPr lang="es-MX" dirty="0">
                <a:solidFill>
                  <a:srgbClr val="000000"/>
                </a:solidFill>
                <a:latin typeface="Courier New" panose="02070309020205020404" pitchFamily="49" charset="0"/>
              </a:rPr>
              <a:t>] </a:t>
            </a:r>
            <a:r>
              <a:rPr lang="es-MX" dirty="0">
                <a:solidFill>
                  <a:srgbClr val="0000FF"/>
                </a:solidFill>
                <a:latin typeface="Courier New" panose="02070309020205020404" pitchFamily="49" charset="0"/>
              </a:rPr>
              <a:t>Max</a:t>
            </a:r>
            <a:r>
              <a:rPr lang="es-MX" dirty="0">
                <a:solidFill>
                  <a:srgbClr val="000000"/>
                </a:solidFill>
                <a:latin typeface="Courier New" panose="02070309020205020404" pitchFamily="49" charset="0"/>
              </a:rPr>
              <a:t> = 50*</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+ 120*</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R1_P</a:t>
            </a:r>
            <a:r>
              <a:rPr lang="es-MX" dirty="0">
                <a:solidFill>
                  <a:srgbClr val="000000"/>
                </a:solidFill>
                <a:latin typeface="Courier New" panose="02070309020205020404" pitchFamily="49" charset="0"/>
              </a:rPr>
              <a:t>] 2*</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+ 4*</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 &lt;=80;</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R2_P</a:t>
            </a:r>
            <a:r>
              <a:rPr lang="es-MX" dirty="0">
                <a:solidFill>
                  <a:srgbClr val="000000"/>
                </a:solidFill>
                <a:latin typeface="Courier New" panose="02070309020205020404" pitchFamily="49" charset="0"/>
              </a:rPr>
              <a:t>] 3*</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+ 1*</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 &lt;=60;</a:t>
            </a:r>
          </a:p>
        </p:txBody>
      </p:sp>
      <p:sp>
        <p:nvSpPr>
          <p:cNvPr id="10" name="Rectángulo 9"/>
          <p:cNvSpPr/>
          <p:nvPr/>
        </p:nvSpPr>
        <p:spPr>
          <a:xfrm>
            <a:off x="5916705" y="792850"/>
            <a:ext cx="6096000" cy="923330"/>
          </a:xfrm>
          <a:prstGeom prst="rect">
            <a:avLst/>
          </a:prstGeom>
        </p:spPr>
        <p:txBody>
          <a:bodyPr>
            <a:spAutoFit/>
          </a:bodyPr>
          <a:lstStyle/>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FO_D</a:t>
            </a:r>
            <a:r>
              <a:rPr lang="es-MX" dirty="0">
                <a:solidFill>
                  <a:srgbClr val="000000"/>
                </a:solidFill>
                <a:latin typeface="Courier New" panose="02070309020205020404" pitchFamily="49" charset="0"/>
              </a:rPr>
              <a:t>] </a:t>
            </a:r>
            <a:r>
              <a:rPr lang="es-MX" dirty="0">
                <a:solidFill>
                  <a:srgbClr val="0000FF"/>
                </a:solidFill>
                <a:latin typeface="Courier New" panose="02070309020205020404" pitchFamily="49" charset="0"/>
              </a:rPr>
              <a:t>Min</a:t>
            </a:r>
            <a:r>
              <a:rPr lang="es-MX" dirty="0">
                <a:solidFill>
                  <a:srgbClr val="000000"/>
                </a:solidFill>
                <a:latin typeface="Courier New" panose="02070309020205020404" pitchFamily="49" charset="0"/>
              </a:rPr>
              <a:t> = 80*</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+ 60*</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R1_D</a:t>
            </a:r>
            <a:r>
              <a:rPr lang="es-MX" dirty="0">
                <a:solidFill>
                  <a:srgbClr val="000000"/>
                </a:solidFill>
                <a:latin typeface="Courier New" panose="02070309020205020404" pitchFamily="49" charset="0"/>
              </a:rPr>
              <a:t>] 2*</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+ 3*</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 &gt;= 50;</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R2_D</a:t>
            </a:r>
            <a:r>
              <a:rPr lang="es-MX" dirty="0">
                <a:solidFill>
                  <a:srgbClr val="000000"/>
                </a:solidFill>
                <a:latin typeface="Courier New" panose="02070309020205020404" pitchFamily="49" charset="0"/>
              </a:rPr>
              <a:t>] 4*</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+ 1*</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 &gt;= 120;</a:t>
            </a:r>
            <a:endParaRPr lang="es-MX" dirty="0"/>
          </a:p>
        </p:txBody>
      </p:sp>
      <p:pic>
        <p:nvPicPr>
          <p:cNvPr id="11" name="Imagen 10"/>
          <p:cNvPicPr>
            <a:picLocks noChangeAspect="1"/>
          </p:cNvPicPr>
          <p:nvPr/>
        </p:nvPicPr>
        <p:blipFill rotWithShape="1">
          <a:blip r:embed="rId3"/>
          <a:srcRect l="50172" t="56695" r="16239" b="15758"/>
          <a:stretch/>
        </p:blipFill>
        <p:spPr>
          <a:xfrm>
            <a:off x="5916705" y="1754840"/>
            <a:ext cx="4370295" cy="1936377"/>
          </a:xfrm>
          <a:prstGeom prst="rect">
            <a:avLst/>
          </a:prstGeom>
        </p:spPr>
      </p:pic>
      <p:pic>
        <p:nvPicPr>
          <p:cNvPr id="12" name="Imagen 11"/>
          <p:cNvPicPr>
            <a:picLocks noChangeAspect="1"/>
          </p:cNvPicPr>
          <p:nvPr/>
        </p:nvPicPr>
        <p:blipFill rotWithShape="1">
          <a:blip r:embed="rId4"/>
          <a:srcRect l="28055" t="36801" r="38459" b="30105"/>
          <a:stretch/>
        </p:blipFill>
        <p:spPr>
          <a:xfrm>
            <a:off x="174811" y="3845859"/>
            <a:ext cx="4885712" cy="2608729"/>
          </a:xfrm>
          <a:prstGeom prst="rect">
            <a:avLst/>
          </a:prstGeom>
        </p:spPr>
      </p:pic>
      <p:pic>
        <p:nvPicPr>
          <p:cNvPr id="13" name="Imagen 12"/>
          <p:cNvPicPr>
            <a:picLocks noChangeAspect="1"/>
          </p:cNvPicPr>
          <p:nvPr/>
        </p:nvPicPr>
        <p:blipFill rotWithShape="1">
          <a:blip r:embed="rId5"/>
          <a:srcRect l="50689" t="22453" r="7558" b="39096"/>
          <a:stretch/>
        </p:blipFill>
        <p:spPr>
          <a:xfrm>
            <a:off x="5916705" y="3845859"/>
            <a:ext cx="5000165" cy="2487706"/>
          </a:xfrm>
          <a:prstGeom prst="rect">
            <a:avLst/>
          </a:prstGeom>
        </p:spPr>
      </p:pic>
      <p:cxnSp>
        <p:nvCxnSpPr>
          <p:cNvPr id="5" name="Conector recto 4"/>
          <p:cNvCxnSpPr/>
          <p:nvPr/>
        </p:nvCxnSpPr>
        <p:spPr>
          <a:xfrm>
            <a:off x="5533466" y="1429853"/>
            <a:ext cx="0" cy="522257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3 Marcador de texto">
            <a:extLst>
              <a:ext uri="{FF2B5EF4-FFF2-40B4-BE49-F238E27FC236}">
                <a16:creationId xmlns:a16="http://schemas.microsoft.com/office/drawing/2014/main" id="{EFFF5112-9F9E-6D02-51C6-6B4C22684FF8}"/>
              </a:ext>
            </a:extLst>
          </p:cNvPr>
          <p:cNvSpPr txBox="1">
            <a:spLocks/>
          </p:cNvSpPr>
          <p:nvPr/>
        </p:nvSpPr>
        <p:spPr>
          <a:xfrm>
            <a:off x="1850308" y="285435"/>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7" name="3 Marcador de texto">
            <a:extLst>
              <a:ext uri="{FF2B5EF4-FFF2-40B4-BE49-F238E27FC236}">
                <a16:creationId xmlns:a16="http://schemas.microsoft.com/office/drawing/2014/main" id="{D2DDBE7E-7333-50F7-306F-92397256C745}"/>
              </a:ext>
            </a:extLst>
          </p:cNvPr>
          <p:cNvSpPr txBox="1">
            <a:spLocks/>
          </p:cNvSpPr>
          <p:nvPr/>
        </p:nvSpPr>
        <p:spPr>
          <a:xfrm>
            <a:off x="6630980" y="291530"/>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extLst>
      <p:ext uri="{BB962C8B-B14F-4D97-AF65-F5344CB8AC3E}">
        <p14:creationId xmlns:p14="http://schemas.microsoft.com/office/powerpoint/2010/main" val="2766302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rotWithShape="1">
          <a:blip r:embed="rId2"/>
          <a:srcRect l="52652" t="47704" r="14999" b="20349"/>
          <a:stretch/>
        </p:blipFill>
        <p:spPr>
          <a:xfrm>
            <a:off x="493059" y="1600200"/>
            <a:ext cx="4208930" cy="2245659"/>
          </a:xfrm>
          <a:prstGeom prst="rect">
            <a:avLst/>
          </a:prstGeom>
        </p:spPr>
      </p:pic>
      <p:pic>
        <p:nvPicPr>
          <p:cNvPr id="11" name="Imagen 10"/>
          <p:cNvPicPr>
            <a:picLocks noChangeAspect="1"/>
          </p:cNvPicPr>
          <p:nvPr/>
        </p:nvPicPr>
        <p:blipFill rotWithShape="1">
          <a:blip r:embed="rId3"/>
          <a:srcRect l="50172" t="56695" r="16239" b="15758"/>
          <a:stretch/>
        </p:blipFill>
        <p:spPr>
          <a:xfrm>
            <a:off x="5916705" y="1754840"/>
            <a:ext cx="4370295" cy="1936377"/>
          </a:xfrm>
          <a:prstGeom prst="rect">
            <a:avLst/>
          </a:prstGeom>
        </p:spPr>
      </p:pic>
      <p:pic>
        <p:nvPicPr>
          <p:cNvPr id="12" name="Imagen 11"/>
          <p:cNvPicPr>
            <a:picLocks noChangeAspect="1"/>
          </p:cNvPicPr>
          <p:nvPr/>
        </p:nvPicPr>
        <p:blipFill rotWithShape="1">
          <a:blip r:embed="rId4"/>
          <a:srcRect l="28055" t="36801" r="38459" b="30105"/>
          <a:stretch/>
        </p:blipFill>
        <p:spPr>
          <a:xfrm>
            <a:off x="174811" y="3845859"/>
            <a:ext cx="4885712" cy="2608729"/>
          </a:xfrm>
          <a:prstGeom prst="rect">
            <a:avLst/>
          </a:prstGeom>
        </p:spPr>
      </p:pic>
      <p:pic>
        <p:nvPicPr>
          <p:cNvPr id="13" name="Imagen 12"/>
          <p:cNvPicPr>
            <a:picLocks noChangeAspect="1"/>
          </p:cNvPicPr>
          <p:nvPr/>
        </p:nvPicPr>
        <p:blipFill rotWithShape="1">
          <a:blip r:embed="rId5"/>
          <a:srcRect l="50689" t="22453" r="7558" b="39096"/>
          <a:stretch/>
        </p:blipFill>
        <p:spPr>
          <a:xfrm>
            <a:off x="5916705" y="3845859"/>
            <a:ext cx="5000165" cy="2487706"/>
          </a:xfrm>
          <a:prstGeom prst="rect">
            <a:avLst/>
          </a:prstGeom>
        </p:spPr>
      </p:pic>
      <p:sp>
        <p:nvSpPr>
          <p:cNvPr id="2" name="Rectángulo 1"/>
          <p:cNvSpPr/>
          <p:nvPr/>
        </p:nvSpPr>
        <p:spPr>
          <a:xfrm>
            <a:off x="2111188" y="2138082"/>
            <a:ext cx="766483" cy="44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p:cNvSpPr/>
          <p:nvPr/>
        </p:nvSpPr>
        <p:spPr>
          <a:xfrm>
            <a:off x="9251576" y="3089462"/>
            <a:ext cx="766483" cy="44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4"/>
          <p:cNvSpPr/>
          <p:nvPr/>
        </p:nvSpPr>
        <p:spPr>
          <a:xfrm>
            <a:off x="7636857" y="2164976"/>
            <a:ext cx="766483" cy="443753"/>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p:cNvSpPr/>
          <p:nvPr/>
        </p:nvSpPr>
        <p:spPr>
          <a:xfrm>
            <a:off x="3836990" y="3089462"/>
            <a:ext cx="766483" cy="443753"/>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p:cNvSpPr/>
          <p:nvPr/>
        </p:nvSpPr>
        <p:spPr>
          <a:xfrm>
            <a:off x="2111188" y="3118037"/>
            <a:ext cx="766483" cy="443753"/>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p:cNvSpPr/>
          <p:nvPr/>
        </p:nvSpPr>
        <p:spPr>
          <a:xfrm>
            <a:off x="9309943" y="2185147"/>
            <a:ext cx="766483" cy="443753"/>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p:cNvSpPr/>
          <p:nvPr/>
        </p:nvSpPr>
        <p:spPr>
          <a:xfrm>
            <a:off x="3836989" y="2150689"/>
            <a:ext cx="766483" cy="443753"/>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p:cNvSpPr/>
          <p:nvPr/>
        </p:nvSpPr>
        <p:spPr>
          <a:xfrm>
            <a:off x="7636856" y="3093374"/>
            <a:ext cx="766483" cy="443753"/>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5" name="Conector recto 4"/>
          <p:cNvCxnSpPr/>
          <p:nvPr/>
        </p:nvCxnSpPr>
        <p:spPr>
          <a:xfrm>
            <a:off x="5533466" y="1429853"/>
            <a:ext cx="0" cy="522257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Rectángulo 23"/>
          <p:cNvSpPr/>
          <p:nvPr/>
        </p:nvSpPr>
        <p:spPr>
          <a:xfrm>
            <a:off x="2653552" y="4625788"/>
            <a:ext cx="2317381" cy="372053"/>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Rectángulo 24"/>
          <p:cNvSpPr/>
          <p:nvPr/>
        </p:nvSpPr>
        <p:spPr>
          <a:xfrm>
            <a:off x="8599489" y="5766581"/>
            <a:ext cx="2317381" cy="372053"/>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Rectángulo 25"/>
          <p:cNvSpPr/>
          <p:nvPr/>
        </p:nvSpPr>
        <p:spPr>
          <a:xfrm>
            <a:off x="8599489" y="4681810"/>
            <a:ext cx="2317381" cy="37205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26"/>
          <p:cNvSpPr/>
          <p:nvPr/>
        </p:nvSpPr>
        <p:spPr>
          <a:xfrm>
            <a:off x="2743142" y="5807449"/>
            <a:ext cx="2317381" cy="37205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8">
            <a:extLst>
              <a:ext uri="{FF2B5EF4-FFF2-40B4-BE49-F238E27FC236}">
                <a16:creationId xmlns:a16="http://schemas.microsoft.com/office/drawing/2014/main" id="{F954CF6E-C40D-9276-F231-2DA5A6FBEF96}"/>
              </a:ext>
            </a:extLst>
          </p:cNvPr>
          <p:cNvSpPr/>
          <p:nvPr/>
        </p:nvSpPr>
        <p:spPr>
          <a:xfrm>
            <a:off x="394448" y="754189"/>
            <a:ext cx="6096000" cy="923330"/>
          </a:xfrm>
          <a:prstGeom prst="rect">
            <a:avLst/>
          </a:prstGeom>
        </p:spPr>
        <p:txBody>
          <a:bodyPr>
            <a:spAutoFit/>
          </a:bodyPr>
          <a:lstStyle/>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FO_P</a:t>
            </a:r>
            <a:r>
              <a:rPr lang="es-MX" dirty="0">
                <a:solidFill>
                  <a:srgbClr val="000000"/>
                </a:solidFill>
                <a:latin typeface="Courier New" panose="02070309020205020404" pitchFamily="49" charset="0"/>
              </a:rPr>
              <a:t>] </a:t>
            </a:r>
            <a:r>
              <a:rPr lang="es-MX" dirty="0">
                <a:solidFill>
                  <a:srgbClr val="0000FF"/>
                </a:solidFill>
                <a:latin typeface="Courier New" panose="02070309020205020404" pitchFamily="49" charset="0"/>
              </a:rPr>
              <a:t>Max</a:t>
            </a:r>
            <a:r>
              <a:rPr lang="es-MX" dirty="0">
                <a:solidFill>
                  <a:srgbClr val="000000"/>
                </a:solidFill>
                <a:latin typeface="Courier New" panose="02070309020205020404" pitchFamily="49" charset="0"/>
              </a:rPr>
              <a:t> = 50*</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+ 120*</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R1_P</a:t>
            </a:r>
            <a:r>
              <a:rPr lang="es-MX" dirty="0">
                <a:solidFill>
                  <a:srgbClr val="000000"/>
                </a:solidFill>
                <a:latin typeface="Courier New" panose="02070309020205020404" pitchFamily="49" charset="0"/>
              </a:rPr>
              <a:t>] 2*</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+ 4*</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 &lt;=80;</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R2_P</a:t>
            </a:r>
            <a:r>
              <a:rPr lang="es-MX" dirty="0">
                <a:solidFill>
                  <a:srgbClr val="000000"/>
                </a:solidFill>
                <a:latin typeface="Courier New" panose="02070309020205020404" pitchFamily="49" charset="0"/>
              </a:rPr>
              <a:t>] 3*</a:t>
            </a:r>
            <a:r>
              <a:rPr lang="es-MX" dirty="0" err="1">
                <a:solidFill>
                  <a:srgbClr val="000000"/>
                </a:solidFill>
                <a:latin typeface="Courier New" panose="02070309020205020404" pitchFamily="49" charset="0"/>
              </a:rPr>
              <a:t>X1</a:t>
            </a:r>
            <a:r>
              <a:rPr lang="es-MX" dirty="0">
                <a:solidFill>
                  <a:srgbClr val="000000"/>
                </a:solidFill>
                <a:latin typeface="Courier New" panose="02070309020205020404" pitchFamily="49" charset="0"/>
              </a:rPr>
              <a:t> + 1*</a:t>
            </a:r>
            <a:r>
              <a:rPr lang="es-MX" dirty="0" err="1">
                <a:solidFill>
                  <a:srgbClr val="000000"/>
                </a:solidFill>
                <a:latin typeface="Courier New" panose="02070309020205020404" pitchFamily="49" charset="0"/>
              </a:rPr>
              <a:t>x2</a:t>
            </a:r>
            <a:r>
              <a:rPr lang="es-MX" dirty="0">
                <a:solidFill>
                  <a:srgbClr val="000000"/>
                </a:solidFill>
                <a:latin typeface="Courier New" panose="02070309020205020404" pitchFamily="49" charset="0"/>
              </a:rPr>
              <a:t> &lt;=60;</a:t>
            </a:r>
          </a:p>
        </p:txBody>
      </p:sp>
      <p:sp>
        <p:nvSpPr>
          <p:cNvPr id="28" name="Rectángulo 9">
            <a:extLst>
              <a:ext uri="{FF2B5EF4-FFF2-40B4-BE49-F238E27FC236}">
                <a16:creationId xmlns:a16="http://schemas.microsoft.com/office/drawing/2014/main" id="{12D12B37-6B86-08C9-A438-D3025347EEDC}"/>
              </a:ext>
            </a:extLst>
          </p:cNvPr>
          <p:cNvSpPr/>
          <p:nvPr/>
        </p:nvSpPr>
        <p:spPr>
          <a:xfrm>
            <a:off x="5916705" y="792850"/>
            <a:ext cx="6096000" cy="923330"/>
          </a:xfrm>
          <a:prstGeom prst="rect">
            <a:avLst/>
          </a:prstGeom>
        </p:spPr>
        <p:txBody>
          <a:bodyPr>
            <a:spAutoFit/>
          </a:bodyPr>
          <a:lstStyle/>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FO_D</a:t>
            </a:r>
            <a:r>
              <a:rPr lang="es-MX" dirty="0">
                <a:solidFill>
                  <a:srgbClr val="000000"/>
                </a:solidFill>
                <a:latin typeface="Courier New" panose="02070309020205020404" pitchFamily="49" charset="0"/>
              </a:rPr>
              <a:t>] </a:t>
            </a:r>
            <a:r>
              <a:rPr lang="es-MX" dirty="0">
                <a:solidFill>
                  <a:srgbClr val="0000FF"/>
                </a:solidFill>
                <a:latin typeface="Courier New" panose="02070309020205020404" pitchFamily="49" charset="0"/>
              </a:rPr>
              <a:t>Min</a:t>
            </a:r>
            <a:r>
              <a:rPr lang="es-MX" dirty="0">
                <a:solidFill>
                  <a:srgbClr val="000000"/>
                </a:solidFill>
                <a:latin typeface="Courier New" panose="02070309020205020404" pitchFamily="49" charset="0"/>
              </a:rPr>
              <a:t> = 80*</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+ 60*</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R1_D</a:t>
            </a:r>
            <a:r>
              <a:rPr lang="es-MX" dirty="0">
                <a:solidFill>
                  <a:srgbClr val="000000"/>
                </a:solidFill>
                <a:latin typeface="Courier New" panose="02070309020205020404" pitchFamily="49" charset="0"/>
              </a:rPr>
              <a:t>] 2*</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+ 3*</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 &gt;= 50;</a:t>
            </a:r>
          </a:p>
          <a:p>
            <a:r>
              <a:rPr lang="es-MX" dirty="0">
                <a:solidFill>
                  <a:srgbClr val="000000"/>
                </a:solidFill>
                <a:latin typeface="Courier New" panose="02070309020205020404" pitchFamily="49" charset="0"/>
              </a:rPr>
              <a:t>[</a:t>
            </a:r>
            <a:r>
              <a:rPr lang="es-MX" dirty="0" err="1">
                <a:solidFill>
                  <a:srgbClr val="000000"/>
                </a:solidFill>
                <a:latin typeface="Courier New" panose="02070309020205020404" pitchFamily="49" charset="0"/>
              </a:rPr>
              <a:t>R2_D</a:t>
            </a:r>
            <a:r>
              <a:rPr lang="es-MX" dirty="0">
                <a:solidFill>
                  <a:srgbClr val="000000"/>
                </a:solidFill>
                <a:latin typeface="Courier New" panose="02070309020205020404" pitchFamily="49" charset="0"/>
              </a:rPr>
              <a:t>] 4*</a:t>
            </a:r>
            <a:r>
              <a:rPr lang="es-MX" dirty="0" err="1">
                <a:solidFill>
                  <a:srgbClr val="000000"/>
                </a:solidFill>
                <a:latin typeface="Courier New" panose="02070309020205020404" pitchFamily="49" charset="0"/>
              </a:rPr>
              <a:t>Y1</a:t>
            </a:r>
            <a:r>
              <a:rPr lang="es-MX" dirty="0">
                <a:solidFill>
                  <a:srgbClr val="000000"/>
                </a:solidFill>
                <a:latin typeface="Courier New" panose="02070309020205020404" pitchFamily="49" charset="0"/>
              </a:rPr>
              <a:t> + 1*</a:t>
            </a:r>
            <a:r>
              <a:rPr lang="es-MX" dirty="0" err="1">
                <a:solidFill>
                  <a:srgbClr val="000000"/>
                </a:solidFill>
                <a:latin typeface="Courier New" panose="02070309020205020404" pitchFamily="49" charset="0"/>
              </a:rPr>
              <a:t>Y2</a:t>
            </a:r>
            <a:r>
              <a:rPr lang="es-MX" dirty="0">
                <a:solidFill>
                  <a:srgbClr val="000000"/>
                </a:solidFill>
                <a:latin typeface="Courier New" panose="02070309020205020404" pitchFamily="49" charset="0"/>
              </a:rPr>
              <a:t> &gt;= 120;</a:t>
            </a:r>
            <a:endParaRPr lang="es-MX" dirty="0"/>
          </a:p>
        </p:txBody>
      </p:sp>
      <p:sp>
        <p:nvSpPr>
          <p:cNvPr id="29" name="3 Marcador de texto">
            <a:extLst>
              <a:ext uri="{FF2B5EF4-FFF2-40B4-BE49-F238E27FC236}">
                <a16:creationId xmlns:a16="http://schemas.microsoft.com/office/drawing/2014/main" id="{CA927E64-C3BC-F565-83F4-BDAC3273BA5D}"/>
              </a:ext>
            </a:extLst>
          </p:cNvPr>
          <p:cNvSpPr txBox="1">
            <a:spLocks/>
          </p:cNvSpPr>
          <p:nvPr/>
        </p:nvSpPr>
        <p:spPr>
          <a:xfrm>
            <a:off x="1850308" y="285435"/>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30" name="3 Marcador de texto">
            <a:extLst>
              <a:ext uri="{FF2B5EF4-FFF2-40B4-BE49-F238E27FC236}">
                <a16:creationId xmlns:a16="http://schemas.microsoft.com/office/drawing/2014/main" id="{F1C83782-BDB2-BA8A-CCB4-F6E17F4AC077}"/>
              </a:ext>
            </a:extLst>
          </p:cNvPr>
          <p:cNvSpPr txBox="1">
            <a:spLocks/>
          </p:cNvSpPr>
          <p:nvPr/>
        </p:nvSpPr>
        <p:spPr>
          <a:xfrm>
            <a:off x="6630980" y="291530"/>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extLst>
      <p:ext uri="{BB962C8B-B14F-4D97-AF65-F5344CB8AC3E}">
        <p14:creationId xmlns:p14="http://schemas.microsoft.com/office/powerpoint/2010/main" val="2386081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8354" y="1600204"/>
            <a:ext cx="6488910" cy="4525963"/>
          </a:xfrm>
        </p:spPr>
        <p:txBody>
          <a:bodyPr>
            <a:normAutofit/>
          </a:bodyPr>
          <a:lstStyle/>
          <a:p>
            <a:pPr marL="0" indent="0" algn="just">
              <a:buNone/>
            </a:pPr>
            <a:r>
              <a:rPr lang="es-MX" sz="1400" dirty="0"/>
              <a:t>Una empresa internacional produce y vende estos dos tipos de supercomputadores: el </a:t>
            </a:r>
            <a:r>
              <a:rPr lang="es-MX" sz="1400" dirty="0" err="1"/>
              <a:t>SC1</a:t>
            </a:r>
            <a:r>
              <a:rPr lang="es-MX" sz="1400" dirty="0"/>
              <a:t> y el </a:t>
            </a:r>
            <a:r>
              <a:rPr lang="es-MX" sz="1400" dirty="0" err="1"/>
              <a:t>SC2</a:t>
            </a:r>
            <a:r>
              <a:rPr lang="es-MX" sz="1400" dirty="0"/>
              <a:t>. En la elaboración de ambos tipos de equipos hay que destacar dos procesos, el de ensamblado final y el de empaquetado, procesos </a:t>
            </a:r>
            <a:r>
              <a:rPr lang="es-MX" sz="1400" dirty="0" err="1"/>
              <a:t>P1</a:t>
            </a:r>
            <a:r>
              <a:rPr lang="es-MX" sz="1400" dirty="0"/>
              <a:t> y </a:t>
            </a:r>
            <a:r>
              <a:rPr lang="es-MX" sz="1400" dirty="0" err="1"/>
              <a:t>P2</a:t>
            </a:r>
            <a:r>
              <a:rPr lang="es-MX" sz="1400" dirty="0"/>
              <a:t>. Esta empresa dispone mensualmente de 2000 horas dedicadas al proceso de ensamblado y 1000 horas dedicadas al proceso de empaquetado, además saben que los tiempos requeridos para realizar dichas operaciones para cada uno de los tipos de supercomputadores son los que se muestran en la tabla siguiente:</a:t>
            </a:r>
          </a:p>
        </p:txBody>
      </p:sp>
      <p:sp>
        <p:nvSpPr>
          <p:cNvPr id="2" name="Title 1"/>
          <p:cNvSpPr>
            <a:spLocks noGrp="1"/>
          </p:cNvSpPr>
          <p:nvPr>
            <p:ph type="title"/>
          </p:nvPr>
        </p:nvSpPr>
        <p:spPr/>
        <p:txBody>
          <a:bodyPr/>
          <a:lstStyle/>
          <a:p>
            <a:r>
              <a:rPr lang="es-MX" dirty="0"/>
              <a:t>Ejercicio</a:t>
            </a:r>
          </a:p>
        </p:txBody>
      </p:sp>
      <p:graphicFrame>
        <p:nvGraphicFramePr>
          <p:cNvPr id="4" name="Table 3"/>
          <p:cNvGraphicFramePr>
            <a:graphicFrameLocks noGrp="1"/>
          </p:cNvGraphicFramePr>
          <p:nvPr/>
        </p:nvGraphicFramePr>
        <p:xfrm>
          <a:off x="1763059" y="3532094"/>
          <a:ext cx="4852894" cy="1341120"/>
        </p:xfrm>
        <a:graphic>
          <a:graphicData uri="http://schemas.openxmlformats.org/drawingml/2006/table">
            <a:tbl>
              <a:tblPr bandRow="1">
                <a:tableStyleId>{5C22544A-7EE6-4342-B048-85BDC9FD1C3A}</a:tableStyleId>
              </a:tblPr>
              <a:tblGrid>
                <a:gridCol w="969772">
                  <a:extLst>
                    <a:ext uri="{9D8B030D-6E8A-4147-A177-3AD203B41FA5}">
                      <a16:colId xmlns:a16="http://schemas.microsoft.com/office/drawing/2014/main" val="3984686513"/>
                    </a:ext>
                  </a:extLst>
                </a:gridCol>
                <a:gridCol w="617175">
                  <a:extLst>
                    <a:ext uri="{9D8B030D-6E8A-4147-A177-3AD203B41FA5}">
                      <a16:colId xmlns:a16="http://schemas.microsoft.com/office/drawing/2014/main" val="1513841605"/>
                    </a:ext>
                  </a:extLst>
                </a:gridCol>
                <a:gridCol w="1204259">
                  <a:extLst>
                    <a:ext uri="{9D8B030D-6E8A-4147-A177-3AD203B41FA5}">
                      <a16:colId xmlns:a16="http://schemas.microsoft.com/office/drawing/2014/main" val="2167547956"/>
                    </a:ext>
                  </a:extLst>
                </a:gridCol>
                <a:gridCol w="2061688">
                  <a:extLst>
                    <a:ext uri="{9D8B030D-6E8A-4147-A177-3AD203B41FA5}">
                      <a16:colId xmlns:a16="http://schemas.microsoft.com/office/drawing/2014/main" val="3225768285"/>
                    </a:ext>
                  </a:extLst>
                </a:gridCol>
              </a:tblGrid>
              <a:tr h="335280">
                <a:tc rowSpan="2">
                  <a:txBody>
                    <a:bodyPr/>
                    <a:lstStyle/>
                    <a:p>
                      <a:pPr algn="ctr"/>
                      <a:r>
                        <a:rPr lang="es-MX" sz="1600" dirty="0"/>
                        <a:t>Proceso</a:t>
                      </a:r>
                    </a:p>
                  </a:txBody>
                  <a:tcPr anchor="ctr">
                    <a:solidFill>
                      <a:schemeClr val="bg2">
                        <a:lumMod val="90000"/>
                      </a:schemeClr>
                    </a:solidFill>
                  </a:tcPr>
                </a:tc>
                <a:tc gridSpan="2">
                  <a:txBody>
                    <a:bodyPr/>
                    <a:lstStyle/>
                    <a:p>
                      <a:pPr algn="ctr"/>
                      <a:r>
                        <a:rPr lang="es-MX" sz="1600" dirty="0"/>
                        <a:t>Horas requeridas</a:t>
                      </a:r>
                    </a:p>
                  </a:txBody>
                  <a:tcPr anchor="ctr">
                    <a:solidFill>
                      <a:schemeClr val="bg2">
                        <a:lumMod val="90000"/>
                      </a:schemeClr>
                    </a:solidFill>
                  </a:tcPr>
                </a:tc>
                <a:tc hMerge="1">
                  <a:txBody>
                    <a:bodyPr/>
                    <a:lstStyle/>
                    <a:p>
                      <a:endParaRPr lang="es-MX" dirty="0"/>
                    </a:p>
                  </a:txBody>
                  <a:tcPr/>
                </a:tc>
                <a:tc rowSpan="2">
                  <a:txBody>
                    <a:bodyPr/>
                    <a:lstStyle/>
                    <a:p>
                      <a:pPr algn="ctr"/>
                      <a:r>
                        <a:rPr lang="es-MX" sz="1600" dirty="0"/>
                        <a:t>Horas mensuales disponibles</a:t>
                      </a:r>
                    </a:p>
                  </a:txBody>
                  <a:tcPr anchor="ctr">
                    <a:solidFill>
                      <a:schemeClr val="bg2">
                        <a:lumMod val="90000"/>
                      </a:schemeClr>
                    </a:solidFill>
                  </a:tcPr>
                </a:tc>
                <a:extLst>
                  <a:ext uri="{0D108BD9-81ED-4DB2-BD59-A6C34878D82A}">
                    <a16:rowId xmlns:a16="http://schemas.microsoft.com/office/drawing/2014/main" val="787858649"/>
                  </a:ext>
                </a:extLst>
              </a:tr>
              <a:tr h="335280">
                <a:tc vMerge="1">
                  <a:txBody>
                    <a:bodyPr/>
                    <a:lstStyle/>
                    <a:p>
                      <a:endParaRPr lang="es-MX" dirty="0"/>
                    </a:p>
                  </a:txBody>
                  <a:tcPr/>
                </a:tc>
                <a:tc>
                  <a:txBody>
                    <a:bodyPr/>
                    <a:lstStyle/>
                    <a:p>
                      <a:pPr algn="ctr"/>
                      <a:r>
                        <a:rPr lang="es-MX" sz="1600" dirty="0" err="1"/>
                        <a:t>SC1</a:t>
                      </a:r>
                      <a:endParaRPr lang="es-MX" sz="1600" dirty="0"/>
                    </a:p>
                  </a:txBody>
                  <a:tcPr anchor="ctr">
                    <a:solidFill>
                      <a:schemeClr val="bg2">
                        <a:lumMod val="90000"/>
                      </a:schemeClr>
                    </a:solidFill>
                  </a:tcPr>
                </a:tc>
                <a:tc>
                  <a:txBody>
                    <a:bodyPr/>
                    <a:lstStyle/>
                    <a:p>
                      <a:pPr algn="ctr"/>
                      <a:r>
                        <a:rPr lang="es-MX" sz="1600" dirty="0" err="1"/>
                        <a:t>SC2</a:t>
                      </a:r>
                      <a:endParaRPr lang="es-MX" sz="1600" dirty="0"/>
                    </a:p>
                  </a:txBody>
                  <a:tcPr anchor="ctr">
                    <a:solidFill>
                      <a:schemeClr val="bg2">
                        <a:lumMod val="90000"/>
                      </a:schemeClr>
                    </a:solidFill>
                  </a:tcPr>
                </a:tc>
                <a:tc vMerge="1">
                  <a:txBody>
                    <a:bodyPr/>
                    <a:lstStyle/>
                    <a:p>
                      <a:endParaRPr lang="es-MX" dirty="0"/>
                    </a:p>
                  </a:txBody>
                  <a:tcPr/>
                </a:tc>
                <a:extLst>
                  <a:ext uri="{0D108BD9-81ED-4DB2-BD59-A6C34878D82A}">
                    <a16:rowId xmlns:a16="http://schemas.microsoft.com/office/drawing/2014/main" val="2423471534"/>
                  </a:ext>
                </a:extLst>
              </a:tr>
              <a:tr h="335280">
                <a:tc>
                  <a:txBody>
                    <a:bodyPr/>
                    <a:lstStyle/>
                    <a:p>
                      <a:pPr algn="ctr"/>
                      <a:r>
                        <a:rPr lang="es-MX" sz="1600" dirty="0" err="1"/>
                        <a:t>P1</a:t>
                      </a:r>
                      <a:endParaRPr lang="es-MX" sz="1600" dirty="0"/>
                    </a:p>
                  </a:txBody>
                  <a:tcPr anchor="ctr"/>
                </a:tc>
                <a:tc>
                  <a:txBody>
                    <a:bodyPr/>
                    <a:lstStyle/>
                    <a:p>
                      <a:pPr algn="ctr"/>
                      <a:r>
                        <a:rPr lang="es-MX" sz="1600" dirty="0"/>
                        <a:t>6</a:t>
                      </a:r>
                    </a:p>
                  </a:txBody>
                  <a:tcPr anchor="ctr"/>
                </a:tc>
                <a:tc>
                  <a:txBody>
                    <a:bodyPr/>
                    <a:lstStyle/>
                    <a:p>
                      <a:pPr algn="ctr"/>
                      <a:r>
                        <a:rPr lang="es-MX" sz="1600" dirty="0"/>
                        <a:t>4</a:t>
                      </a:r>
                    </a:p>
                  </a:txBody>
                  <a:tcPr anchor="ctr"/>
                </a:tc>
                <a:tc>
                  <a:txBody>
                    <a:bodyPr/>
                    <a:lstStyle/>
                    <a:p>
                      <a:pPr algn="ctr"/>
                      <a:r>
                        <a:rPr lang="es-MX" sz="1600" dirty="0"/>
                        <a:t>2000</a:t>
                      </a:r>
                    </a:p>
                  </a:txBody>
                  <a:tcPr anchor="ctr"/>
                </a:tc>
                <a:extLst>
                  <a:ext uri="{0D108BD9-81ED-4DB2-BD59-A6C34878D82A}">
                    <a16:rowId xmlns:a16="http://schemas.microsoft.com/office/drawing/2014/main" val="1751620681"/>
                  </a:ext>
                </a:extLst>
              </a:tr>
              <a:tr h="335280">
                <a:tc>
                  <a:txBody>
                    <a:bodyPr/>
                    <a:lstStyle/>
                    <a:p>
                      <a:pPr algn="ctr"/>
                      <a:r>
                        <a:rPr lang="es-MX" sz="1600" dirty="0" err="1"/>
                        <a:t>P2</a:t>
                      </a:r>
                      <a:endParaRPr lang="es-MX" sz="1600" dirty="0"/>
                    </a:p>
                  </a:txBody>
                  <a:tcPr anchor="ctr"/>
                </a:tc>
                <a:tc>
                  <a:txBody>
                    <a:bodyPr/>
                    <a:lstStyle/>
                    <a:p>
                      <a:pPr algn="ctr"/>
                      <a:r>
                        <a:rPr lang="es-MX" sz="1600" dirty="0"/>
                        <a:t>2</a:t>
                      </a:r>
                    </a:p>
                  </a:txBody>
                  <a:tcPr anchor="ctr"/>
                </a:tc>
                <a:tc>
                  <a:txBody>
                    <a:bodyPr/>
                    <a:lstStyle/>
                    <a:p>
                      <a:pPr algn="ctr"/>
                      <a:r>
                        <a:rPr lang="es-MX" sz="1600" dirty="0"/>
                        <a:t>4</a:t>
                      </a:r>
                    </a:p>
                  </a:txBody>
                  <a:tcPr anchor="ctr"/>
                </a:tc>
                <a:tc>
                  <a:txBody>
                    <a:bodyPr/>
                    <a:lstStyle/>
                    <a:p>
                      <a:pPr algn="ctr"/>
                      <a:r>
                        <a:rPr lang="es-MX" sz="1600" dirty="0"/>
                        <a:t>1000</a:t>
                      </a:r>
                    </a:p>
                  </a:txBody>
                  <a:tcPr anchor="ctr"/>
                </a:tc>
                <a:extLst>
                  <a:ext uri="{0D108BD9-81ED-4DB2-BD59-A6C34878D82A}">
                    <a16:rowId xmlns:a16="http://schemas.microsoft.com/office/drawing/2014/main" val="2196149774"/>
                  </a:ext>
                </a:extLst>
              </a:tr>
            </a:tbl>
          </a:graphicData>
        </a:graphic>
      </p:graphicFrame>
      <p:sp>
        <p:nvSpPr>
          <p:cNvPr id="5" name="Rectangle 4"/>
          <p:cNvSpPr/>
          <p:nvPr/>
        </p:nvSpPr>
        <p:spPr>
          <a:xfrm>
            <a:off x="1066799" y="5136952"/>
            <a:ext cx="6284259" cy="1169551"/>
          </a:xfrm>
          <a:prstGeom prst="rect">
            <a:avLst/>
          </a:prstGeom>
        </p:spPr>
        <p:txBody>
          <a:bodyPr wrap="square">
            <a:spAutoFit/>
          </a:bodyPr>
          <a:lstStyle/>
          <a:p>
            <a:pPr algn="just"/>
            <a:r>
              <a:rPr lang="es-MX" sz="1400" dirty="0">
                <a:solidFill>
                  <a:schemeClr val="bg1"/>
                </a:solidFill>
              </a:rPr>
              <a:t>El beneficio neto obtenido tras la venta de un supercomputador de tipo </a:t>
            </a:r>
            <a:r>
              <a:rPr lang="es-MX" sz="1400" dirty="0" err="1">
                <a:solidFill>
                  <a:schemeClr val="bg1"/>
                </a:solidFill>
              </a:rPr>
              <a:t>SC1</a:t>
            </a:r>
            <a:r>
              <a:rPr lang="es-MX" sz="1400" dirty="0">
                <a:solidFill>
                  <a:schemeClr val="bg1"/>
                </a:solidFill>
              </a:rPr>
              <a:t> es de $400 y tras la venta de una unidad de </a:t>
            </a:r>
            <a:r>
              <a:rPr lang="es-MX" sz="1400" dirty="0" err="1">
                <a:solidFill>
                  <a:schemeClr val="bg1"/>
                </a:solidFill>
              </a:rPr>
              <a:t>SC2</a:t>
            </a:r>
            <a:r>
              <a:rPr lang="es-MX" sz="1400" dirty="0">
                <a:solidFill>
                  <a:schemeClr val="bg1"/>
                </a:solidFill>
              </a:rPr>
              <a:t> es de $600. Con esta información planteamos y resolvemos inicialmente un problema que permita determinar el numero de unidades de cada tipo de ordenador con objeto de maximizar el beneficio total.</a:t>
            </a:r>
          </a:p>
        </p:txBody>
      </p:sp>
      <p:pic>
        <p:nvPicPr>
          <p:cNvPr id="7" name="Picture 6"/>
          <p:cNvPicPr>
            <a:picLocks noChangeAspect="1"/>
          </p:cNvPicPr>
          <p:nvPr/>
        </p:nvPicPr>
        <p:blipFill>
          <a:blip r:embed="rId2"/>
          <a:stretch>
            <a:fillRect/>
          </a:stretch>
        </p:blipFill>
        <p:spPr>
          <a:xfrm>
            <a:off x="8294944" y="4035947"/>
            <a:ext cx="2836244" cy="1472525"/>
          </a:xfrm>
          <a:prstGeom prst="rect">
            <a:avLst/>
          </a:prstGeom>
        </p:spPr>
      </p:pic>
      <p:pic>
        <p:nvPicPr>
          <p:cNvPr id="8" name="Imagen 41"/>
          <p:cNvPicPr>
            <a:picLocks noChangeAspect="1"/>
          </p:cNvPicPr>
          <p:nvPr/>
        </p:nvPicPr>
        <p:blipFill rotWithShape="1">
          <a:blip r:embed="rId3"/>
          <a:srcRect l="32475" t="-8852" r="62483" b="32024"/>
          <a:stretch/>
        </p:blipFill>
        <p:spPr>
          <a:xfrm>
            <a:off x="8328861" y="2356174"/>
            <a:ext cx="466345" cy="336836"/>
          </a:xfrm>
          <a:prstGeom prst="rect">
            <a:avLst/>
          </a:prstGeom>
        </p:spPr>
      </p:pic>
      <p:pic>
        <p:nvPicPr>
          <p:cNvPr id="9" name="Imagen 41"/>
          <p:cNvPicPr>
            <a:picLocks noChangeAspect="1"/>
          </p:cNvPicPr>
          <p:nvPr/>
        </p:nvPicPr>
        <p:blipFill rotWithShape="1">
          <a:blip r:embed="rId3"/>
          <a:srcRect l="42472" t="293" r="53210" b="26823"/>
          <a:stretch/>
        </p:blipFill>
        <p:spPr>
          <a:xfrm>
            <a:off x="8358470" y="2793800"/>
            <a:ext cx="399412" cy="319548"/>
          </a:xfrm>
          <a:prstGeom prst="rect">
            <a:avLst/>
          </a:prstGeom>
        </p:spPr>
      </p:pic>
      <p:sp>
        <p:nvSpPr>
          <p:cNvPr id="10" name="TextBox 9"/>
          <p:cNvSpPr txBox="1"/>
          <p:nvPr/>
        </p:nvSpPr>
        <p:spPr>
          <a:xfrm>
            <a:off x="8558176" y="2388676"/>
            <a:ext cx="2753061" cy="338554"/>
          </a:xfrm>
          <a:prstGeom prst="rect">
            <a:avLst/>
          </a:prstGeom>
          <a:noFill/>
        </p:spPr>
        <p:txBody>
          <a:bodyPr wrap="none" rtlCol="0">
            <a:spAutoFit/>
          </a:bodyPr>
          <a:lstStyle/>
          <a:p>
            <a:r>
              <a:rPr lang="es-MX" sz="1600" dirty="0">
                <a:solidFill>
                  <a:schemeClr val="bg1"/>
                </a:solidFill>
              </a:rPr>
              <a:t>: Unidades a producir de </a:t>
            </a:r>
            <a:r>
              <a:rPr lang="es-MX" sz="1600" dirty="0" err="1">
                <a:solidFill>
                  <a:schemeClr val="bg1"/>
                </a:solidFill>
              </a:rPr>
              <a:t>SC1</a:t>
            </a:r>
            <a:endParaRPr lang="es-MX" sz="1600" dirty="0">
              <a:solidFill>
                <a:schemeClr val="bg1"/>
              </a:solidFill>
            </a:endParaRPr>
          </a:p>
        </p:txBody>
      </p:sp>
      <p:sp>
        <p:nvSpPr>
          <p:cNvPr id="11" name="TextBox 10"/>
          <p:cNvSpPr txBox="1"/>
          <p:nvPr/>
        </p:nvSpPr>
        <p:spPr>
          <a:xfrm>
            <a:off x="8632820" y="2793800"/>
            <a:ext cx="2753061" cy="338554"/>
          </a:xfrm>
          <a:prstGeom prst="rect">
            <a:avLst/>
          </a:prstGeom>
          <a:noFill/>
        </p:spPr>
        <p:txBody>
          <a:bodyPr wrap="none" rtlCol="0">
            <a:spAutoFit/>
          </a:bodyPr>
          <a:lstStyle/>
          <a:p>
            <a:r>
              <a:rPr lang="es-MX" sz="1600" dirty="0">
                <a:solidFill>
                  <a:schemeClr val="bg1"/>
                </a:solidFill>
              </a:rPr>
              <a:t>: Unidades a producir de </a:t>
            </a:r>
            <a:r>
              <a:rPr lang="es-MX" sz="1600" dirty="0" err="1">
                <a:solidFill>
                  <a:schemeClr val="bg1"/>
                </a:solidFill>
              </a:rPr>
              <a:t>SC2</a:t>
            </a:r>
            <a:endParaRPr lang="es-MX" sz="1600" dirty="0">
              <a:solidFill>
                <a:schemeClr val="bg1"/>
              </a:solidFill>
            </a:endParaRPr>
          </a:p>
        </p:txBody>
      </p:sp>
      <p:sp>
        <p:nvSpPr>
          <p:cNvPr id="12" name="TextBox 11"/>
          <p:cNvSpPr txBox="1"/>
          <p:nvPr/>
        </p:nvSpPr>
        <p:spPr>
          <a:xfrm>
            <a:off x="7934680" y="1949332"/>
            <a:ext cx="2233497" cy="338554"/>
          </a:xfrm>
          <a:prstGeom prst="rect">
            <a:avLst/>
          </a:prstGeom>
          <a:noFill/>
        </p:spPr>
        <p:txBody>
          <a:bodyPr wrap="none" rtlCol="0">
            <a:spAutoFit/>
          </a:bodyPr>
          <a:lstStyle/>
          <a:p>
            <a:r>
              <a:rPr lang="es-MX" sz="1600" b="1" dirty="0">
                <a:solidFill>
                  <a:schemeClr val="bg1"/>
                </a:solidFill>
              </a:rPr>
              <a:t>Variables de decisión:</a:t>
            </a:r>
          </a:p>
        </p:txBody>
      </p:sp>
      <p:sp>
        <p:nvSpPr>
          <p:cNvPr id="13" name="TextBox 12"/>
          <p:cNvSpPr txBox="1"/>
          <p:nvPr/>
        </p:nvSpPr>
        <p:spPr>
          <a:xfrm>
            <a:off x="7956055" y="3525174"/>
            <a:ext cx="942887" cy="338554"/>
          </a:xfrm>
          <a:prstGeom prst="rect">
            <a:avLst/>
          </a:prstGeom>
          <a:noFill/>
        </p:spPr>
        <p:txBody>
          <a:bodyPr wrap="none" rtlCol="0">
            <a:spAutoFit/>
          </a:bodyPr>
          <a:lstStyle/>
          <a:p>
            <a:r>
              <a:rPr lang="es-MX" sz="1600" b="1" dirty="0">
                <a:solidFill>
                  <a:schemeClr val="bg1"/>
                </a:solidFill>
              </a:rPr>
              <a:t>Modelo:</a:t>
            </a:r>
          </a:p>
        </p:txBody>
      </p:sp>
      <p:sp>
        <p:nvSpPr>
          <p:cNvPr id="14" name="Rectangle 13"/>
          <p:cNvSpPr/>
          <p:nvPr/>
        </p:nvSpPr>
        <p:spPr>
          <a:xfrm>
            <a:off x="7567127" y="3307977"/>
            <a:ext cx="4264089" cy="26625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3256168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05019" y="1349762"/>
            <a:ext cx="3418684" cy="1774917"/>
          </a:xfrm>
          <a:prstGeom prst="rect">
            <a:avLst/>
          </a:prstGeom>
        </p:spPr>
      </p:pic>
      <p:pic>
        <p:nvPicPr>
          <p:cNvPr id="5" name="Picture 4"/>
          <p:cNvPicPr>
            <a:picLocks noChangeAspect="1"/>
          </p:cNvPicPr>
          <p:nvPr/>
        </p:nvPicPr>
        <p:blipFill rotWithShape="1">
          <a:blip r:embed="rId3"/>
          <a:srcRect l="53530" t="20921" r="27580" b="57344"/>
          <a:stretch/>
        </p:blipFill>
        <p:spPr>
          <a:xfrm>
            <a:off x="6186339" y="1226281"/>
            <a:ext cx="3220451" cy="2021881"/>
          </a:xfrm>
          <a:prstGeom prst="rect">
            <a:avLst/>
          </a:prstGeom>
        </p:spPr>
      </p:pic>
      <p:sp>
        <p:nvSpPr>
          <p:cNvPr id="6" name="Arrow: Left-Right 5"/>
          <p:cNvSpPr/>
          <p:nvPr/>
        </p:nvSpPr>
        <p:spPr>
          <a:xfrm>
            <a:off x="5159880" y="1921041"/>
            <a:ext cx="690282" cy="403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7" name="TextBox 6"/>
          <p:cNvSpPr txBox="1"/>
          <p:nvPr/>
        </p:nvSpPr>
        <p:spPr>
          <a:xfrm>
            <a:off x="2179558" y="253054"/>
            <a:ext cx="1742272" cy="369332"/>
          </a:xfrm>
          <a:prstGeom prst="rect">
            <a:avLst/>
          </a:prstGeom>
          <a:noFill/>
        </p:spPr>
        <p:txBody>
          <a:bodyPr wrap="none" rtlCol="0">
            <a:spAutoFit/>
          </a:bodyPr>
          <a:lstStyle/>
          <a:p>
            <a:r>
              <a:rPr lang="es-MX" dirty="0"/>
              <a:t>Problema primal</a:t>
            </a:r>
          </a:p>
        </p:txBody>
      </p:sp>
      <p:sp>
        <p:nvSpPr>
          <p:cNvPr id="8" name="TextBox 7"/>
          <p:cNvSpPr txBox="1"/>
          <p:nvPr/>
        </p:nvSpPr>
        <p:spPr>
          <a:xfrm>
            <a:off x="6659247" y="253054"/>
            <a:ext cx="1546705" cy="369332"/>
          </a:xfrm>
          <a:prstGeom prst="rect">
            <a:avLst/>
          </a:prstGeom>
          <a:noFill/>
        </p:spPr>
        <p:txBody>
          <a:bodyPr wrap="none" rtlCol="0">
            <a:spAutoFit/>
          </a:bodyPr>
          <a:lstStyle/>
          <a:p>
            <a:r>
              <a:rPr lang="es-MX" dirty="0"/>
              <a:t>Problema dual</a:t>
            </a:r>
          </a:p>
        </p:txBody>
      </p:sp>
      <p:sp>
        <p:nvSpPr>
          <p:cNvPr id="9" name="TextBox 8"/>
          <p:cNvSpPr txBox="1"/>
          <p:nvPr/>
        </p:nvSpPr>
        <p:spPr>
          <a:xfrm>
            <a:off x="1166662" y="3589413"/>
            <a:ext cx="10312816" cy="2031325"/>
          </a:xfrm>
          <a:prstGeom prst="rect">
            <a:avLst/>
          </a:prstGeom>
          <a:noFill/>
        </p:spPr>
        <p:txBody>
          <a:bodyPr wrap="square" rtlCol="0">
            <a:spAutoFit/>
          </a:bodyPr>
          <a:lstStyle/>
          <a:p>
            <a:pPr marL="285750" indent="-285750">
              <a:buFont typeface="Arial" panose="020B0604020202020204" pitchFamily="34" charset="0"/>
              <a:buChar char="•"/>
            </a:pPr>
            <a:r>
              <a:rPr lang="es-MX" dirty="0">
                <a:solidFill>
                  <a:schemeClr val="bg1"/>
                </a:solidFill>
              </a:rPr>
              <a:t>El dual cambia el de maximizar a minimizar</a:t>
            </a:r>
          </a:p>
          <a:p>
            <a:pPr marL="285750" indent="-285750">
              <a:buFont typeface="Arial" panose="020B0604020202020204" pitchFamily="34" charset="0"/>
              <a:buChar char="•"/>
            </a:pPr>
            <a:r>
              <a:rPr lang="es-MX" dirty="0">
                <a:solidFill>
                  <a:schemeClr val="bg1"/>
                </a:solidFill>
              </a:rPr>
              <a:t>Los coeficientes de la función objetivo se convierten en recursos y</a:t>
            </a:r>
          </a:p>
          <a:p>
            <a:pPr marL="285750" indent="-285750">
              <a:buFont typeface="Arial" panose="020B0604020202020204" pitchFamily="34" charset="0"/>
              <a:buChar char="•"/>
            </a:pPr>
            <a:r>
              <a:rPr lang="es-MX" dirty="0">
                <a:solidFill>
                  <a:schemeClr val="bg1"/>
                </a:solidFill>
              </a:rPr>
              <a:t>Los recursos se convierten en coeficientes de la función objetivo</a:t>
            </a:r>
          </a:p>
          <a:p>
            <a:pPr marL="285750" indent="-285750">
              <a:buFont typeface="Arial" panose="020B0604020202020204" pitchFamily="34" charset="0"/>
              <a:buChar char="•"/>
            </a:pPr>
            <a:r>
              <a:rPr lang="es-MX" dirty="0">
                <a:solidFill>
                  <a:schemeClr val="bg1"/>
                </a:solidFill>
              </a:rPr>
              <a:t>La matriz de coeficientes tecnológicos se transponen, los valores de los renglones se colocan ahora por columna.</a:t>
            </a:r>
          </a:p>
          <a:p>
            <a:pPr marL="285750" indent="-285750">
              <a:buFont typeface="Arial" panose="020B0604020202020204" pitchFamily="34" charset="0"/>
              <a:buChar char="•"/>
            </a:pPr>
            <a:r>
              <a:rPr lang="es-MX" dirty="0">
                <a:solidFill>
                  <a:schemeClr val="bg1"/>
                </a:solidFill>
              </a:rPr>
              <a:t>Los signos de las restricciones cambian.</a:t>
            </a:r>
          </a:p>
          <a:p>
            <a:pPr marL="285750" indent="-285750">
              <a:buFont typeface="Arial" panose="020B0604020202020204" pitchFamily="34" charset="0"/>
              <a:buChar char="•"/>
            </a:pPr>
            <a:endParaRPr lang="es-MX" dirty="0">
              <a:solidFill>
                <a:schemeClr val="bg1"/>
              </a:solidFill>
            </a:endParaRPr>
          </a:p>
        </p:txBody>
      </p:sp>
      <p:sp>
        <p:nvSpPr>
          <p:cNvPr id="10" name="Rectangle 9"/>
          <p:cNvSpPr/>
          <p:nvPr/>
        </p:nvSpPr>
        <p:spPr>
          <a:xfrm>
            <a:off x="1405019" y="3177033"/>
            <a:ext cx="1665905" cy="369332"/>
          </a:xfrm>
          <a:prstGeom prst="rect">
            <a:avLst/>
          </a:prstGeom>
        </p:spPr>
        <p:txBody>
          <a:bodyPr wrap="none">
            <a:spAutoFit/>
          </a:bodyPr>
          <a:lstStyle/>
          <a:p>
            <a:r>
              <a:rPr lang="es-MX" b="1" dirty="0">
                <a:solidFill>
                  <a:schemeClr val="bg1"/>
                </a:solidFill>
              </a:rPr>
              <a:t>¿Qué cambió?</a:t>
            </a:r>
          </a:p>
        </p:txBody>
      </p:sp>
      <p:sp>
        <p:nvSpPr>
          <p:cNvPr id="11" name="Rectangle 10"/>
          <p:cNvSpPr/>
          <p:nvPr/>
        </p:nvSpPr>
        <p:spPr>
          <a:xfrm>
            <a:off x="1166662" y="5360220"/>
            <a:ext cx="10593216" cy="1200329"/>
          </a:xfrm>
          <a:prstGeom prst="rect">
            <a:avLst/>
          </a:prstGeom>
        </p:spPr>
        <p:txBody>
          <a:bodyPr wrap="square">
            <a:spAutoFit/>
          </a:bodyPr>
          <a:lstStyle/>
          <a:p>
            <a:r>
              <a:rPr lang="es-MX" b="1" dirty="0">
                <a:solidFill>
                  <a:schemeClr val="bg1"/>
                </a:solidFill>
              </a:rPr>
              <a:t>Adicional:</a:t>
            </a:r>
          </a:p>
          <a:p>
            <a:pPr marL="285750" indent="-285750">
              <a:buFont typeface="Arial" panose="020B0604020202020204" pitchFamily="34" charset="0"/>
              <a:buChar char="•"/>
            </a:pPr>
            <a:r>
              <a:rPr lang="es-MX" dirty="0">
                <a:solidFill>
                  <a:schemeClr val="bg1"/>
                </a:solidFill>
              </a:rPr>
              <a:t>Ahora hay tantas variables como restricciones del primal y tantas restricciones como variables del primal.</a:t>
            </a:r>
          </a:p>
          <a:p>
            <a:pPr marL="285750" indent="-285750">
              <a:buFont typeface="Arial" panose="020B0604020202020204" pitchFamily="34" charset="0"/>
              <a:buChar char="•"/>
            </a:pPr>
            <a:r>
              <a:rPr lang="es-MX" dirty="0">
                <a:solidFill>
                  <a:schemeClr val="bg1"/>
                </a:solidFill>
              </a:rPr>
              <a:t>Las restricciones de no negatividad pueden cambiar.</a:t>
            </a:r>
          </a:p>
        </p:txBody>
      </p:sp>
      <p:sp>
        <p:nvSpPr>
          <p:cNvPr id="12" name="3 Marcador de texto">
            <a:extLst>
              <a:ext uri="{FF2B5EF4-FFF2-40B4-BE49-F238E27FC236}">
                <a16:creationId xmlns:a16="http://schemas.microsoft.com/office/drawing/2014/main" id="{610FE9B8-953B-B450-E881-E1F19F4D89F4}"/>
              </a:ext>
            </a:extLst>
          </p:cNvPr>
          <p:cNvSpPr txBox="1">
            <a:spLocks/>
          </p:cNvSpPr>
          <p:nvPr/>
        </p:nvSpPr>
        <p:spPr>
          <a:xfrm>
            <a:off x="1997751" y="688088"/>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13" name="3 Marcador de texto">
            <a:extLst>
              <a:ext uri="{FF2B5EF4-FFF2-40B4-BE49-F238E27FC236}">
                <a16:creationId xmlns:a16="http://schemas.microsoft.com/office/drawing/2014/main" id="{17174480-35D0-51F4-C5C7-B72EAA4D370E}"/>
              </a:ext>
            </a:extLst>
          </p:cNvPr>
          <p:cNvSpPr txBox="1">
            <a:spLocks/>
          </p:cNvSpPr>
          <p:nvPr/>
        </p:nvSpPr>
        <p:spPr>
          <a:xfrm>
            <a:off x="6778423" y="694183"/>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extLst>
      <p:ext uri="{BB962C8B-B14F-4D97-AF65-F5344CB8AC3E}">
        <p14:creationId xmlns:p14="http://schemas.microsoft.com/office/powerpoint/2010/main" val="4282323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¿Cómo se interpreta?</a:t>
            </a:r>
          </a:p>
        </p:txBody>
      </p:sp>
      <p:pic>
        <p:nvPicPr>
          <p:cNvPr id="4" name="Picture 3"/>
          <p:cNvPicPr>
            <a:picLocks noChangeAspect="1"/>
          </p:cNvPicPr>
          <p:nvPr/>
        </p:nvPicPr>
        <p:blipFill>
          <a:blip r:embed="rId2"/>
          <a:stretch>
            <a:fillRect/>
          </a:stretch>
        </p:blipFill>
        <p:spPr>
          <a:xfrm>
            <a:off x="1248128" y="2097280"/>
            <a:ext cx="3418684" cy="1774917"/>
          </a:xfrm>
          <a:prstGeom prst="rect">
            <a:avLst/>
          </a:prstGeom>
        </p:spPr>
      </p:pic>
      <p:pic>
        <p:nvPicPr>
          <p:cNvPr id="5" name="Picture 4"/>
          <p:cNvPicPr>
            <a:picLocks noChangeAspect="1"/>
          </p:cNvPicPr>
          <p:nvPr/>
        </p:nvPicPr>
        <p:blipFill rotWithShape="1">
          <a:blip r:embed="rId3"/>
          <a:srcRect l="53530" t="20921" r="27580" b="57344"/>
          <a:stretch/>
        </p:blipFill>
        <p:spPr>
          <a:xfrm>
            <a:off x="6029448" y="1973799"/>
            <a:ext cx="3220451" cy="2021881"/>
          </a:xfrm>
          <a:prstGeom prst="rect">
            <a:avLst/>
          </a:prstGeom>
        </p:spPr>
      </p:pic>
      <p:sp>
        <p:nvSpPr>
          <p:cNvPr id="6" name="Arrow: Left-Right 5"/>
          <p:cNvSpPr/>
          <p:nvPr/>
        </p:nvSpPr>
        <p:spPr>
          <a:xfrm>
            <a:off x="5002989" y="2668559"/>
            <a:ext cx="690282" cy="403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9" name="TextBox 8"/>
          <p:cNvSpPr txBox="1"/>
          <p:nvPr/>
        </p:nvSpPr>
        <p:spPr>
          <a:xfrm>
            <a:off x="1585870" y="3995678"/>
            <a:ext cx="2743200" cy="2585323"/>
          </a:xfrm>
          <a:prstGeom prst="rect">
            <a:avLst/>
          </a:prstGeom>
          <a:noFill/>
        </p:spPr>
        <p:txBody>
          <a:bodyPr wrap="square" rtlCol="0">
            <a:spAutoFit/>
          </a:bodyPr>
          <a:lstStyle/>
          <a:p>
            <a:r>
              <a:rPr lang="es-MX" dirty="0">
                <a:solidFill>
                  <a:schemeClr val="bg1"/>
                </a:solidFill>
              </a:rPr>
              <a:t>Solución:</a:t>
            </a:r>
          </a:p>
          <a:p>
            <a:endParaRPr lang="es-MX" dirty="0">
              <a:solidFill>
                <a:schemeClr val="bg1"/>
              </a:solidFill>
            </a:endParaRPr>
          </a:p>
          <a:p>
            <a:r>
              <a:rPr lang="es-MX" dirty="0">
                <a:solidFill>
                  <a:schemeClr val="bg1"/>
                </a:solidFill>
              </a:rPr>
              <a:t>Z= $ 175 000</a:t>
            </a:r>
          </a:p>
          <a:p>
            <a:r>
              <a:rPr lang="es-MX" dirty="0" err="1">
                <a:solidFill>
                  <a:schemeClr val="bg1"/>
                </a:solidFill>
              </a:rPr>
              <a:t>x1</a:t>
            </a:r>
            <a:r>
              <a:rPr lang="es-MX" dirty="0">
                <a:solidFill>
                  <a:schemeClr val="bg1"/>
                </a:solidFill>
              </a:rPr>
              <a:t> = 250 unidades de </a:t>
            </a:r>
            <a:r>
              <a:rPr lang="es-MX" dirty="0" err="1">
                <a:solidFill>
                  <a:schemeClr val="bg1"/>
                </a:solidFill>
              </a:rPr>
              <a:t>SC1</a:t>
            </a:r>
            <a:endParaRPr lang="es-MX" dirty="0">
              <a:solidFill>
                <a:schemeClr val="bg1"/>
              </a:solidFill>
            </a:endParaRPr>
          </a:p>
          <a:p>
            <a:r>
              <a:rPr lang="es-MX" dirty="0" err="1">
                <a:solidFill>
                  <a:schemeClr val="bg1"/>
                </a:solidFill>
              </a:rPr>
              <a:t>x2</a:t>
            </a:r>
            <a:r>
              <a:rPr lang="es-MX" dirty="0">
                <a:solidFill>
                  <a:schemeClr val="bg1"/>
                </a:solidFill>
              </a:rPr>
              <a:t> =125 unidades de </a:t>
            </a:r>
            <a:r>
              <a:rPr lang="es-MX" dirty="0" err="1">
                <a:solidFill>
                  <a:schemeClr val="bg1"/>
                </a:solidFill>
              </a:rPr>
              <a:t>SC2</a:t>
            </a:r>
            <a:endParaRPr lang="es-MX" dirty="0">
              <a:solidFill>
                <a:schemeClr val="bg1"/>
              </a:solidFill>
            </a:endParaRPr>
          </a:p>
          <a:p>
            <a:endParaRPr lang="es-MX" dirty="0">
              <a:solidFill>
                <a:schemeClr val="bg1"/>
              </a:solidFill>
            </a:endParaRPr>
          </a:p>
          <a:p>
            <a:r>
              <a:rPr lang="es-MX" dirty="0">
                <a:solidFill>
                  <a:schemeClr val="bg1"/>
                </a:solidFill>
              </a:rPr>
              <a:t>                       Precio Dual</a:t>
            </a:r>
          </a:p>
          <a:p>
            <a:r>
              <a:rPr lang="es-MX" dirty="0">
                <a:solidFill>
                  <a:schemeClr val="bg1"/>
                </a:solidFill>
              </a:rPr>
              <a:t>R1(activa)        </a:t>
            </a:r>
            <a:r>
              <a:rPr lang="en-US" dirty="0">
                <a:solidFill>
                  <a:schemeClr val="bg1"/>
                </a:solidFill>
              </a:rPr>
              <a:t> 25</a:t>
            </a:r>
          </a:p>
          <a:p>
            <a:r>
              <a:rPr lang="en-US" dirty="0">
                <a:solidFill>
                  <a:schemeClr val="bg1"/>
                </a:solidFill>
              </a:rPr>
              <a:t>R2 (</a:t>
            </a:r>
            <a:r>
              <a:rPr lang="en-US" dirty="0" err="1">
                <a:solidFill>
                  <a:schemeClr val="bg1"/>
                </a:solidFill>
              </a:rPr>
              <a:t>activa</a:t>
            </a:r>
            <a:r>
              <a:rPr lang="en-US" dirty="0">
                <a:solidFill>
                  <a:schemeClr val="bg1"/>
                </a:solidFill>
              </a:rPr>
              <a:t>)       125</a:t>
            </a:r>
            <a:endParaRPr lang="es-MX" dirty="0">
              <a:solidFill>
                <a:schemeClr val="bg1"/>
              </a:solidFill>
            </a:endParaRPr>
          </a:p>
        </p:txBody>
      </p:sp>
      <p:sp>
        <p:nvSpPr>
          <p:cNvPr id="10" name="TextBox 9"/>
          <p:cNvSpPr txBox="1"/>
          <p:nvPr/>
        </p:nvSpPr>
        <p:spPr>
          <a:xfrm>
            <a:off x="6268073" y="3995678"/>
            <a:ext cx="2743200" cy="2862322"/>
          </a:xfrm>
          <a:prstGeom prst="rect">
            <a:avLst/>
          </a:prstGeom>
          <a:noFill/>
        </p:spPr>
        <p:txBody>
          <a:bodyPr wrap="square" rtlCol="0">
            <a:spAutoFit/>
          </a:bodyPr>
          <a:lstStyle/>
          <a:p>
            <a:r>
              <a:rPr lang="es-MX" dirty="0">
                <a:solidFill>
                  <a:schemeClr val="bg1"/>
                </a:solidFill>
              </a:rPr>
              <a:t>Solución:</a:t>
            </a:r>
          </a:p>
          <a:p>
            <a:endParaRPr lang="es-MX" dirty="0">
              <a:solidFill>
                <a:schemeClr val="bg1"/>
              </a:solidFill>
            </a:endParaRPr>
          </a:p>
          <a:p>
            <a:r>
              <a:rPr lang="es-MX" dirty="0">
                <a:solidFill>
                  <a:schemeClr val="bg1"/>
                </a:solidFill>
              </a:rPr>
              <a:t>Z= $ 175 000</a:t>
            </a:r>
          </a:p>
          <a:p>
            <a:r>
              <a:rPr lang="es-MX" dirty="0" err="1">
                <a:solidFill>
                  <a:schemeClr val="bg1"/>
                </a:solidFill>
              </a:rPr>
              <a:t>y1</a:t>
            </a:r>
            <a:r>
              <a:rPr lang="es-MX" dirty="0">
                <a:solidFill>
                  <a:schemeClr val="bg1"/>
                </a:solidFill>
              </a:rPr>
              <a:t> = 25 unidades de </a:t>
            </a:r>
            <a:r>
              <a:rPr lang="es-MX" dirty="0" err="1">
                <a:solidFill>
                  <a:schemeClr val="bg1"/>
                </a:solidFill>
              </a:rPr>
              <a:t>SC1</a:t>
            </a:r>
            <a:endParaRPr lang="es-MX" dirty="0">
              <a:solidFill>
                <a:schemeClr val="bg1"/>
              </a:solidFill>
            </a:endParaRPr>
          </a:p>
          <a:p>
            <a:r>
              <a:rPr lang="es-MX" dirty="0" err="1">
                <a:solidFill>
                  <a:schemeClr val="bg1"/>
                </a:solidFill>
              </a:rPr>
              <a:t>y2</a:t>
            </a:r>
            <a:r>
              <a:rPr lang="es-MX" dirty="0">
                <a:solidFill>
                  <a:schemeClr val="bg1"/>
                </a:solidFill>
              </a:rPr>
              <a:t> =125 unidades de </a:t>
            </a:r>
            <a:r>
              <a:rPr lang="es-MX" dirty="0" err="1">
                <a:solidFill>
                  <a:schemeClr val="bg1"/>
                </a:solidFill>
              </a:rPr>
              <a:t>SC2</a:t>
            </a:r>
            <a:endParaRPr lang="es-MX" dirty="0">
              <a:solidFill>
                <a:schemeClr val="bg1"/>
              </a:solidFill>
            </a:endParaRPr>
          </a:p>
          <a:p>
            <a:endParaRPr lang="es-MX" dirty="0">
              <a:solidFill>
                <a:schemeClr val="bg1"/>
              </a:solidFill>
            </a:endParaRPr>
          </a:p>
          <a:p>
            <a:r>
              <a:rPr lang="es-MX" dirty="0">
                <a:solidFill>
                  <a:schemeClr val="bg1"/>
                </a:solidFill>
              </a:rPr>
              <a:t>	   Precio Dual</a:t>
            </a:r>
          </a:p>
          <a:p>
            <a:r>
              <a:rPr lang="es-MX" dirty="0">
                <a:solidFill>
                  <a:schemeClr val="bg1"/>
                </a:solidFill>
              </a:rPr>
              <a:t>R1(activa)     </a:t>
            </a:r>
            <a:r>
              <a:rPr lang="en-US" dirty="0">
                <a:solidFill>
                  <a:schemeClr val="bg1"/>
                </a:solidFill>
              </a:rPr>
              <a:t> -250</a:t>
            </a:r>
          </a:p>
          <a:p>
            <a:r>
              <a:rPr lang="en-US" dirty="0">
                <a:solidFill>
                  <a:schemeClr val="bg1"/>
                </a:solidFill>
              </a:rPr>
              <a:t>R2(active)      -125</a:t>
            </a:r>
            <a:endParaRPr lang="es-MX" dirty="0">
              <a:solidFill>
                <a:schemeClr val="bg1"/>
              </a:solidFill>
            </a:endParaRPr>
          </a:p>
          <a:p>
            <a:endParaRPr lang="es-MX" dirty="0">
              <a:solidFill>
                <a:schemeClr val="bg1"/>
              </a:solidFill>
            </a:endParaRPr>
          </a:p>
        </p:txBody>
      </p:sp>
      <p:sp>
        <p:nvSpPr>
          <p:cNvPr id="13" name="Rectangle 12"/>
          <p:cNvSpPr/>
          <p:nvPr/>
        </p:nvSpPr>
        <p:spPr>
          <a:xfrm>
            <a:off x="9586076" y="3192995"/>
            <a:ext cx="2266099" cy="2862322"/>
          </a:xfrm>
          <a:prstGeom prst="rect">
            <a:avLst/>
          </a:prstGeom>
          <a:solidFill>
            <a:schemeClr val="accent4">
              <a:lumMod val="40000"/>
              <a:lumOff val="60000"/>
            </a:schemeClr>
          </a:solidFill>
        </p:spPr>
        <p:txBody>
          <a:bodyPr wrap="square">
            <a:spAutoFit/>
          </a:bodyPr>
          <a:lstStyle/>
          <a:p>
            <a:pPr algn="just"/>
            <a:r>
              <a:rPr lang="es-MX" dirty="0"/>
              <a:t>El </a:t>
            </a:r>
            <a:r>
              <a:rPr lang="es-MX" b="1" dirty="0">
                <a:solidFill>
                  <a:schemeClr val="accent3"/>
                </a:solidFill>
              </a:rPr>
              <a:t>precio dual o precio sombra </a:t>
            </a:r>
            <a:r>
              <a:rPr lang="es-MX" dirty="0"/>
              <a:t>para una restricción (≤) es la mejora en el valor de la función objetivo que resulta de un aumento de una unidad en el lado derecho de la restricción.</a:t>
            </a:r>
          </a:p>
        </p:txBody>
      </p:sp>
      <p:sp>
        <p:nvSpPr>
          <p:cNvPr id="11" name="3 Marcador de texto">
            <a:extLst>
              <a:ext uri="{FF2B5EF4-FFF2-40B4-BE49-F238E27FC236}">
                <a16:creationId xmlns:a16="http://schemas.microsoft.com/office/drawing/2014/main" id="{1A62D9B1-5A5D-65CB-B7F5-0035AC727E45}"/>
              </a:ext>
            </a:extLst>
          </p:cNvPr>
          <p:cNvSpPr txBox="1">
            <a:spLocks/>
          </p:cNvSpPr>
          <p:nvPr/>
        </p:nvSpPr>
        <p:spPr>
          <a:xfrm>
            <a:off x="1966849" y="1503640"/>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12" name="3 Marcador de texto">
            <a:extLst>
              <a:ext uri="{FF2B5EF4-FFF2-40B4-BE49-F238E27FC236}">
                <a16:creationId xmlns:a16="http://schemas.microsoft.com/office/drawing/2014/main" id="{C3959169-98F6-D923-6CD5-7F314E09908A}"/>
              </a:ext>
            </a:extLst>
          </p:cNvPr>
          <p:cNvSpPr txBox="1">
            <a:spLocks/>
          </p:cNvSpPr>
          <p:nvPr/>
        </p:nvSpPr>
        <p:spPr>
          <a:xfrm>
            <a:off x="6747521" y="1509735"/>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extLst>
      <p:ext uri="{BB962C8B-B14F-4D97-AF65-F5344CB8AC3E}">
        <p14:creationId xmlns:p14="http://schemas.microsoft.com/office/powerpoint/2010/main" val="8324917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¿Cómo se interpreta?</a:t>
            </a:r>
          </a:p>
        </p:txBody>
      </p:sp>
      <p:pic>
        <p:nvPicPr>
          <p:cNvPr id="4" name="Picture 3"/>
          <p:cNvPicPr>
            <a:picLocks noChangeAspect="1"/>
          </p:cNvPicPr>
          <p:nvPr/>
        </p:nvPicPr>
        <p:blipFill>
          <a:blip r:embed="rId2"/>
          <a:stretch>
            <a:fillRect/>
          </a:stretch>
        </p:blipFill>
        <p:spPr>
          <a:xfrm>
            <a:off x="214553" y="3408141"/>
            <a:ext cx="3418684" cy="1774917"/>
          </a:xfrm>
          <a:prstGeom prst="rect">
            <a:avLst/>
          </a:prstGeom>
        </p:spPr>
      </p:pic>
      <p:pic>
        <p:nvPicPr>
          <p:cNvPr id="5" name="Picture 4"/>
          <p:cNvPicPr>
            <a:picLocks noChangeAspect="1"/>
          </p:cNvPicPr>
          <p:nvPr/>
        </p:nvPicPr>
        <p:blipFill rotWithShape="1">
          <a:blip r:embed="rId3"/>
          <a:srcRect l="53530" t="20921" r="27580" b="57344"/>
          <a:stretch/>
        </p:blipFill>
        <p:spPr>
          <a:xfrm>
            <a:off x="6312092" y="3286992"/>
            <a:ext cx="3220451" cy="2021881"/>
          </a:xfrm>
          <a:prstGeom prst="rect">
            <a:avLst/>
          </a:prstGeom>
        </p:spPr>
      </p:pic>
      <p:sp>
        <p:nvSpPr>
          <p:cNvPr id="9" name="TextBox 8"/>
          <p:cNvSpPr txBox="1"/>
          <p:nvPr/>
        </p:nvSpPr>
        <p:spPr>
          <a:xfrm>
            <a:off x="764179" y="5273619"/>
            <a:ext cx="2743200" cy="1323439"/>
          </a:xfrm>
          <a:prstGeom prst="rect">
            <a:avLst/>
          </a:prstGeom>
          <a:noFill/>
        </p:spPr>
        <p:txBody>
          <a:bodyPr wrap="square" rtlCol="0">
            <a:spAutoFit/>
          </a:bodyPr>
          <a:lstStyle/>
          <a:p>
            <a:r>
              <a:rPr lang="es-MX" sz="1600" dirty="0">
                <a:solidFill>
                  <a:schemeClr val="bg1"/>
                </a:solidFill>
              </a:rPr>
              <a:t>Solución:</a:t>
            </a:r>
          </a:p>
          <a:p>
            <a:endParaRPr lang="es-MX" sz="1600" dirty="0">
              <a:solidFill>
                <a:schemeClr val="bg1"/>
              </a:solidFill>
            </a:endParaRPr>
          </a:p>
          <a:p>
            <a:r>
              <a:rPr lang="es-MX" sz="1600" dirty="0">
                <a:solidFill>
                  <a:schemeClr val="bg1"/>
                </a:solidFill>
              </a:rPr>
              <a:t>Z= $ 175 000</a:t>
            </a:r>
          </a:p>
          <a:p>
            <a:r>
              <a:rPr lang="es-MX" sz="1600" dirty="0" err="1">
                <a:solidFill>
                  <a:schemeClr val="bg1"/>
                </a:solidFill>
              </a:rPr>
              <a:t>x1</a:t>
            </a:r>
            <a:r>
              <a:rPr lang="es-MX" sz="1600" dirty="0">
                <a:solidFill>
                  <a:schemeClr val="bg1"/>
                </a:solidFill>
              </a:rPr>
              <a:t> = 250 unidades de </a:t>
            </a:r>
            <a:r>
              <a:rPr lang="es-MX" sz="1600" dirty="0" err="1">
                <a:solidFill>
                  <a:schemeClr val="bg1"/>
                </a:solidFill>
              </a:rPr>
              <a:t>SC1</a:t>
            </a:r>
            <a:endParaRPr lang="es-MX" sz="1600" dirty="0">
              <a:solidFill>
                <a:schemeClr val="bg1"/>
              </a:solidFill>
            </a:endParaRPr>
          </a:p>
          <a:p>
            <a:r>
              <a:rPr lang="es-MX" sz="1600" dirty="0">
                <a:solidFill>
                  <a:schemeClr val="bg1"/>
                </a:solidFill>
              </a:rPr>
              <a:t>x2 =125 unidades de SC2</a:t>
            </a:r>
          </a:p>
        </p:txBody>
      </p:sp>
      <p:sp>
        <p:nvSpPr>
          <p:cNvPr id="10" name="TextBox 9"/>
          <p:cNvSpPr txBox="1"/>
          <p:nvPr/>
        </p:nvSpPr>
        <p:spPr>
          <a:xfrm>
            <a:off x="6931471" y="5273619"/>
            <a:ext cx="2743200" cy="1569660"/>
          </a:xfrm>
          <a:prstGeom prst="rect">
            <a:avLst/>
          </a:prstGeom>
          <a:noFill/>
        </p:spPr>
        <p:txBody>
          <a:bodyPr wrap="square" rtlCol="0">
            <a:spAutoFit/>
          </a:bodyPr>
          <a:lstStyle/>
          <a:p>
            <a:r>
              <a:rPr lang="es-MX" sz="1600" dirty="0">
                <a:solidFill>
                  <a:schemeClr val="bg1"/>
                </a:solidFill>
              </a:rPr>
              <a:t>Solución:</a:t>
            </a:r>
          </a:p>
          <a:p>
            <a:endParaRPr lang="es-MX" sz="1600" dirty="0">
              <a:solidFill>
                <a:schemeClr val="bg1"/>
              </a:solidFill>
            </a:endParaRPr>
          </a:p>
          <a:p>
            <a:r>
              <a:rPr lang="es-MX" sz="1600" dirty="0">
                <a:solidFill>
                  <a:schemeClr val="bg1"/>
                </a:solidFill>
              </a:rPr>
              <a:t>Z= $ 175 000</a:t>
            </a:r>
          </a:p>
          <a:p>
            <a:r>
              <a:rPr lang="es-MX" sz="1600" dirty="0" err="1">
                <a:solidFill>
                  <a:schemeClr val="bg1"/>
                </a:solidFill>
              </a:rPr>
              <a:t>y1</a:t>
            </a:r>
            <a:r>
              <a:rPr lang="es-MX" sz="1600" dirty="0">
                <a:solidFill>
                  <a:schemeClr val="bg1"/>
                </a:solidFill>
              </a:rPr>
              <a:t> = 25 unidades de </a:t>
            </a:r>
            <a:r>
              <a:rPr lang="es-MX" sz="1600" dirty="0" err="1">
                <a:solidFill>
                  <a:schemeClr val="bg1"/>
                </a:solidFill>
              </a:rPr>
              <a:t>SC1</a:t>
            </a:r>
            <a:endParaRPr lang="es-MX" sz="1600" dirty="0">
              <a:solidFill>
                <a:schemeClr val="bg1"/>
              </a:solidFill>
            </a:endParaRPr>
          </a:p>
          <a:p>
            <a:r>
              <a:rPr lang="es-MX" sz="1600" dirty="0" err="1">
                <a:solidFill>
                  <a:schemeClr val="bg1"/>
                </a:solidFill>
              </a:rPr>
              <a:t>y2</a:t>
            </a:r>
            <a:r>
              <a:rPr lang="es-MX" sz="1600" dirty="0">
                <a:solidFill>
                  <a:schemeClr val="bg1"/>
                </a:solidFill>
              </a:rPr>
              <a:t> =125 unidades de </a:t>
            </a:r>
            <a:r>
              <a:rPr lang="es-MX" sz="1600" dirty="0" err="1">
                <a:solidFill>
                  <a:schemeClr val="bg1"/>
                </a:solidFill>
              </a:rPr>
              <a:t>SC2</a:t>
            </a:r>
            <a:endParaRPr lang="es-MX" sz="1600" dirty="0">
              <a:solidFill>
                <a:schemeClr val="bg1"/>
              </a:solidFill>
            </a:endParaRPr>
          </a:p>
          <a:p>
            <a:endParaRPr lang="es-MX" sz="1600" dirty="0">
              <a:solidFill>
                <a:schemeClr val="bg1"/>
              </a:solidFill>
            </a:endParaRPr>
          </a:p>
        </p:txBody>
      </p:sp>
      <p:sp>
        <p:nvSpPr>
          <p:cNvPr id="3" name="TextBox 2"/>
          <p:cNvSpPr txBox="1"/>
          <p:nvPr/>
        </p:nvSpPr>
        <p:spPr>
          <a:xfrm>
            <a:off x="3481707" y="3989786"/>
            <a:ext cx="2073388" cy="338554"/>
          </a:xfrm>
          <a:prstGeom prst="rect">
            <a:avLst/>
          </a:prstGeom>
          <a:noFill/>
        </p:spPr>
        <p:txBody>
          <a:bodyPr wrap="none" rtlCol="0">
            <a:spAutoFit/>
          </a:bodyPr>
          <a:lstStyle/>
          <a:p>
            <a:r>
              <a:rPr lang="es-MX" sz="1600" dirty="0">
                <a:solidFill>
                  <a:schemeClr val="bg1"/>
                </a:solidFill>
              </a:rPr>
              <a:t>Capacidad proceso 1</a:t>
            </a:r>
          </a:p>
        </p:txBody>
      </p:sp>
      <p:sp>
        <p:nvSpPr>
          <p:cNvPr id="11" name="TextBox 10"/>
          <p:cNvSpPr txBox="1"/>
          <p:nvPr/>
        </p:nvSpPr>
        <p:spPr>
          <a:xfrm>
            <a:off x="3481706" y="4297933"/>
            <a:ext cx="2073388" cy="338554"/>
          </a:xfrm>
          <a:prstGeom prst="rect">
            <a:avLst/>
          </a:prstGeom>
          <a:noFill/>
        </p:spPr>
        <p:txBody>
          <a:bodyPr wrap="none" rtlCol="0">
            <a:spAutoFit/>
          </a:bodyPr>
          <a:lstStyle/>
          <a:p>
            <a:r>
              <a:rPr lang="es-MX" sz="1600" dirty="0">
                <a:solidFill>
                  <a:schemeClr val="bg1"/>
                </a:solidFill>
              </a:rPr>
              <a:t>Capacidad proceso 2</a:t>
            </a:r>
          </a:p>
        </p:txBody>
      </p:sp>
      <p:sp>
        <p:nvSpPr>
          <p:cNvPr id="12" name="TextBox 11"/>
          <p:cNvSpPr txBox="1"/>
          <p:nvPr/>
        </p:nvSpPr>
        <p:spPr>
          <a:xfrm>
            <a:off x="3621552" y="3435788"/>
            <a:ext cx="881973" cy="338554"/>
          </a:xfrm>
          <a:prstGeom prst="rect">
            <a:avLst/>
          </a:prstGeom>
          <a:noFill/>
        </p:spPr>
        <p:txBody>
          <a:bodyPr wrap="none" rtlCol="0">
            <a:spAutoFit/>
          </a:bodyPr>
          <a:lstStyle/>
          <a:p>
            <a:r>
              <a:rPr lang="es-MX" sz="1600" dirty="0">
                <a:solidFill>
                  <a:schemeClr val="bg1"/>
                </a:solidFill>
              </a:rPr>
              <a:t>Utilidad</a:t>
            </a:r>
          </a:p>
        </p:txBody>
      </p:sp>
      <p:sp>
        <p:nvSpPr>
          <p:cNvPr id="13" name="TextBox 12"/>
          <p:cNvSpPr txBox="1"/>
          <p:nvPr/>
        </p:nvSpPr>
        <p:spPr>
          <a:xfrm>
            <a:off x="9417153" y="3926210"/>
            <a:ext cx="2361874" cy="584775"/>
          </a:xfrm>
          <a:prstGeom prst="rect">
            <a:avLst/>
          </a:prstGeom>
          <a:noFill/>
        </p:spPr>
        <p:txBody>
          <a:bodyPr wrap="square" rtlCol="0">
            <a:spAutoFit/>
          </a:bodyPr>
          <a:lstStyle/>
          <a:p>
            <a:pPr algn="just"/>
            <a:r>
              <a:rPr lang="es-MX" sz="1600" dirty="0">
                <a:solidFill>
                  <a:schemeClr val="bg1"/>
                </a:solidFill>
              </a:rPr>
              <a:t>utilidad mínima de 400 a generar para el </a:t>
            </a:r>
            <a:r>
              <a:rPr lang="es-MX" sz="1600" dirty="0" err="1">
                <a:solidFill>
                  <a:schemeClr val="bg1"/>
                </a:solidFill>
              </a:rPr>
              <a:t>SC1</a:t>
            </a:r>
            <a:endParaRPr lang="es-MX" sz="1600" dirty="0">
              <a:solidFill>
                <a:schemeClr val="bg1"/>
              </a:solidFill>
            </a:endParaRPr>
          </a:p>
        </p:txBody>
      </p:sp>
      <p:sp>
        <p:nvSpPr>
          <p:cNvPr id="15" name="TextBox 14"/>
          <p:cNvSpPr txBox="1"/>
          <p:nvPr/>
        </p:nvSpPr>
        <p:spPr>
          <a:xfrm>
            <a:off x="9556998" y="3372213"/>
            <a:ext cx="1019446" cy="338554"/>
          </a:xfrm>
          <a:prstGeom prst="rect">
            <a:avLst/>
          </a:prstGeom>
          <a:noFill/>
        </p:spPr>
        <p:txBody>
          <a:bodyPr wrap="none" rtlCol="0">
            <a:spAutoFit/>
          </a:bodyPr>
          <a:lstStyle/>
          <a:p>
            <a:r>
              <a:rPr lang="es-MX" sz="1600" dirty="0">
                <a:solidFill>
                  <a:schemeClr val="bg1"/>
                </a:solidFill>
              </a:rPr>
              <a:t>Recursos</a:t>
            </a:r>
          </a:p>
        </p:txBody>
      </p:sp>
      <p:pic>
        <p:nvPicPr>
          <p:cNvPr id="17" name="Imagen 41"/>
          <p:cNvPicPr>
            <a:picLocks noChangeAspect="1"/>
          </p:cNvPicPr>
          <p:nvPr/>
        </p:nvPicPr>
        <p:blipFill rotWithShape="1">
          <a:blip r:embed="rId4"/>
          <a:srcRect l="32475" t="-8852" r="62483" b="32024"/>
          <a:stretch/>
        </p:blipFill>
        <p:spPr>
          <a:xfrm>
            <a:off x="1028627" y="2502234"/>
            <a:ext cx="466345" cy="336836"/>
          </a:xfrm>
          <a:prstGeom prst="rect">
            <a:avLst/>
          </a:prstGeom>
        </p:spPr>
      </p:pic>
      <p:pic>
        <p:nvPicPr>
          <p:cNvPr id="18" name="Imagen 41"/>
          <p:cNvPicPr>
            <a:picLocks noChangeAspect="1"/>
          </p:cNvPicPr>
          <p:nvPr/>
        </p:nvPicPr>
        <p:blipFill rotWithShape="1">
          <a:blip r:embed="rId4"/>
          <a:srcRect l="42472" t="293" r="53210" b="26823"/>
          <a:stretch/>
        </p:blipFill>
        <p:spPr>
          <a:xfrm>
            <a:off x="1028627" y="2823867"/>
            <a:ext cx="399412" cy="319548"/>
          </a:xfrm>
          <a:prstGeom prst="rect">
            <a:avLst/>
          </a:prstGeom>
        </p:spPr>
      </p:pic>
      <p:sp>
        <p:nvSpPr>
          <p:cNvPr id="19" name="TextBox 18"/>
          <p:cNvSpPr txBox="1"/>
          <p:nvPr/>
        </p:nvSpPr>
        <p:spPr>
          <a:xfrm>
            <a:off x="1257942" y="2534736"/>
            <a:ext cx="2753061" cy="338554"/>
          </a:xfrm>
          <a:prstGeom prst="rect">
            <a:avLst/>
          </a:prstGeom>
          <a:noFill/>
        </p:spPr>
        <p:txBody>
          <a:bodyPr wrap="none" rtlCol="0">
            <a:spAutoFit/>
          </a:bodyPr>
          <a:lstStyle/>
          <a:p>
            <a:r>
              <a:rPr lang="es-MX" sz="1600" dirty="0">
                <a:solidFill>
                  <a:schemeClr val="bg1"/>
                </a:solidFill>
              </a:rPr>
              <a:t>: Unidades a producir de </a:t>
            </a:r>
            <a:r>
              <a:rPr lang="es-MX" sz="1600" dirty="0" err="1">
                <a:solidFill>
                  <a:schemeClr val="bg1"/>
                </a:solidFill>
              </a:rPr>
              <a:t>SC1</a:t>
            </a:r>
            <a:endParaRPr lang="es-MX" sz="1600" dirty="0">
              <a:solidFill>
                <a:schemeClr val="bg1"/>
              </a:solidFill>
            </a:endParaRPr>
          </a:p>
        </p:txBody>
      </p:sp>
      <p:sp>
        <p:nvSpPr>
          <p:cNvPr id="20" name="TextBox 19"/>
          <p:cNvSpPr txBox="1"/>
          <p:nvPr/>
        </p:nvSpPr>
        <p:spPr>
          <a:xfrm>
            <a:off x="1302977" y="2823867"/>
            <a:ext cx="2753061" cy="338554"/>
          </a:xfrm>
          <a:prstGeom prst="rect">
            <a:avLst/>
          </a:prstGeom>
          <a:noFill/>
        </p:spPr>
        <p:txBody>
          <a:bodyPr wrap="none" rtlCol="0">
            <a:spAutoFit/>
          </a:bodyPr>
          <a:lstStyle/>
          <a:p>
            <a:r>
              <a:rPr lang="es-MX" sz="1600" dirty="0">
                <a:solidFill>
                  <a:schemeClr val="bg1"/>
                </a:solidFill>
              </a:rPr>
              <a:t>: Unidades a producir de </a:t>
            </a:r>
            <a:r>
              <a:rPr lang="es-MX" sz="1600" dirty="0" err="1">
                <a:solidFill>
                  <a:schemeClr val="bg1"/>
                </a:solidFill>
              </a:rPr>
              <a:t>SC2</a:t>
            </a:r>
            <a:endParaRPr lang="es-MX" sz="1600" dirty="0">
              <a:solidFill>
                <a:schemeClr val="bg1"/>
              </a:solidFill>
            </a:endParaRPr>
          </a:p>
        </p:txBody>
      </p:sp>
      <p:sp>
        <p:nvSpPr>
          <p:cNvPr id="21" name="TextBox 20"/>
          <p:cNvSpPr txBox="1"/>
          <p:nvPr/>
        </p:nvSpPr>
        <p:spPr>
          <a:xfrm>
            <a:off x="373475" y="2163954"/>
            <a:ext cx="2233497" cy="338554"/>
          </a:xfrm>
          <a:prstGeom prst="rect">
            <a:avLst/>
          </a:prstGeom>
          <a:noFill/>
        </p:spPr>
        <p:txBody>
          <a:bodyPr wrap="none" rtlCol="0">
            <a:spAutoFit/>
          </a:bodyPr>
          <a:lstStyle/>
          <a:p>
            <a:r>
              <a:rPr lang="es-MX" sz="1600" b="1" dirty="0">
                <a:solidFill>
                  <a:schemeClr val="bg1"/>
                </a:solidFill>
              </a:rPr>
              <a:t>Variables de decisión:</a:t>
            </a:r>
          </a:p>
        </p:txBody>
      </p:sp>
      <p:sp>
        <p:nvSpPr>
          <p:cNvPr id="24" name="TextBox 23"/>
          <p:cNvSpPr txBox="1"/>
          <p:nvPr/>
        </p:nvSpPr>
        <p:spPr>
          <a:xfrm>
            <a:off x="6489960" y="2511734"/>
            <a:ext cx="4118692" cy="338554"/>
          </a:xfrm>
          <a:prstGeom prst="rect">
            <a:avLst/>
          </a:prstGeom>
          <a:noFill/>
        </p:spPr>
        <p:txBody>
          <a:bodyPr wrap="none" rtlCol="0">
            <a:spAutoFit/>
          </a:bodyPr>
          <a:lstStyle/>
          <a:p>
            <a:r>
              <a:rPr lang="es-MX" sz="1600" dirty="0">
                <a:solidFill>
                  <a:schemeClr val="bg1"/>
                </a:solidFill>
              </a:rPr>
              <a:t>: Cantidad de renta percibida por hora del </a:t>
            </a:r>
            <a:r>
              <a:rPr lang="es-MX" sz="1600" dirty="0" err="1">
                <a:solidFill>
                  <a:schemeClr val="bg1"/>
                </a:solidFill>
              </a:rPr>
              <a:t>P1</a:t>
            </a:r>
            <a:endParaRPr lang="es-MX" sz="1600" dirty="0">
              <a:solidFill>
                <a:schemeClr val="bg1"/>
              </a:solidFill>
            </a:endParaRPr>
          </a:p>
        </p:txBody>
      </p:sp>
      <p:sp>
        <p:nvSpPr>
          <p:cNvPr id="25" name="TextBox 24"/>
          <p:cNvSpPr txBox="1"/>
          <p:nvPr/>
        </p:nvSpPr>
        <p:spPr>
          <a:xfrm>
            <a:off x="6534995" y="2800865"/>
            <a:ext cx="4118692" cy="338554"/>
          </a:xfrm>
          <a:prstGeom prst="rect">
            <a:avLst/>
          </a:prstGeom>
          <a:noFill/>
        </p:spPr>
        <p:txBody>
          <a:bodyPr wrap="none" rtlCol="0">
            <a:spAutoFit/>
          </a:bodyPr>
          <a:lstStyle/>
          <a:p>
            <a:r>
              <a:rPr lang="es-MX" sz="1600" dirty="0">
                <a:solidFill>
                  <a:schemeClr val="bg1"/>
                </a:solidFill>
              </a:rPr>
              <a:t>: Cantidad de renta percibida por hora del </a:t>
            </a:r>
            <a:r>
              <a:rPr lang="es-MX" sz="1600" dirty="0" err="1">
                <a:solidFill>
                  <a:schemeClr val="bg1"/>
                </a:solidFill>
              </a:rPr>
              <a:t>P2</a:t>
            </a:r>
            <a:endParaRPr lang="es-MX" sz="1600" dirty="0">
              <a:solidFill>
                <a:schemeClr val="bg1"/>
              </a:solidFill>
            </a:endParaRPr>
          </a:p>
        </p:txBody>
      </p:sp>
      <p:sp>
        <p:nvSpPr>
          <p:cNvPr id="26" name="TextBox 25"/>
          <p:cNvSpPr txBox="1"/>
          <p:nvPr/>
        </p:nvSpPr>
        <p:spPr>
          <a:xfrm>
            <a:off x="5605493" y="2140952"/>
            <a:ext cx="2233497" cy="338554"/>
          </a:xfrm>
          <a:prstGeom prst="rect">
            <a:avLst/>
          </a:prstGeom>
          <a:noFill/>
        </p:spPr>
        <p:txBody>
          <a:bodyPr wrap="none" rtlCol="0">
            <a:spAutoFit/>
          </a:bodyPr>
          <a:lstStyle/>
          <a:p>
            <a:r>
              <a:rPr lang="es-MX" sz="1600" b="1" dirty="0">
                <a:solidFill>
                  <a:schemeClr val="bg1"/>
                </a:solidFill>
              </a:rPr>
              <a:t>Variables de decisión:</a:t>
            </a:r>
          </a:p>
        </p:txBody>
      </p:sp>
      <p:pic>
        <p:nvPicPr>
          <p:cNvPr id="29" name="Picture 28"/>
          <p:cNvPicPr>
            <a:picLocks noChangeAspect="1"/>
          </p:cNvPicPr>
          <p:nvPr/>
        </p:nvPicPr>
        <p:blipFill>
          <a:blip r:embed="rId5"/>
          <a:stretch>
            <a:fillRect/>
          </a:stretch>
        </p:blipFill>
        <p:spPr>
          <a:xfrm>
            <a:off x="6224918" y="2507260"/>
            <a:ext cx="359695" cy="347502"/>
          </a:xfrm>
          <a:prstGeom prst="rect">
            <a:avLst/>
          </a:prstGeom>
        </p:spPr>
      </p:pic>
      <p:pic>
        <p:nvPicPr>
          <p:cNvPr id="30" name="Picture 29"/>
          <p:cNvPicPr>
            <a:picLocks noChangeAspect="1"/>
          </p:cNvPicPr>
          <p:nvPr/>
        </p:nvPicPr>
        <p:blipFill>
          <a:blip r:embed="rId6"/>
          <a:stretch>
            <a:fillRect/>
          </a:stretch>
        </p:blipFill>
        <p:spPr>
          <a:xfrm>
            <a:off x="6217868" y="2819393"/>
            <a:ext cx="365792" cy="347502"/>
          </a:xfrm>
          <a:prstGeom prst="rect">
            <a:avLst/>
          </a:prstGeom>
        </p:spPr>
      </p:pic>
      <p:sp>
        <p:nvSpPr>
          <p:cNvPr id="31" name="TextBox 30"/>
          <p:cNvSpPr txBox="1"/>
          <p:nvPr/>
        </p:nvSpPr>
        <p:spPr>
          <a:xfrm>
            <a:off x="9427715" y="4939541"/>
            <a:ext cx="2361874" cy="584775"/>
          </a:xfrm>
          <a:prstGeom prst="rect">
            <a:avLst/>
          </a:prstGeom>
          <a:noFill/>
        </p:spPr>
        <p:txBody>
          <a:bodyPr wrap="square" rtlCol="0">
            <a:spAutoFit/>
          </a:bodyPr>
          <a:lstStyle/>
          <a:p>
            <a:pPr algn="just"/>
            <a:r>
              <a:rPr lang="es-MX" sz="1600" dirty="0">
                <a:solidFill>
                  <a:schemeClr val="bg1"/>
                </a:solidFill>
              </a:rPr>
              <a:t>utilidad mínima de 400 a generar para el </a:t>
            </a:r>
            <a:r>
              <a:rPr lang="es-MX" sz="1600" dirty="0" err="1">
                <a:solidFill>
                  <a:schemeClr val="bg1"/>
                </a:solidFill>
              </a:rPr>
              <a:t>SC2</a:t>
            </a:r>
            <a:endParaRPr lang="es-MX" sz="1600" dirty="0">
              <a:solidFill>
                <a:schemeClr val="bg1"/>
              </a:solidFill>
            </a:endParaRPr>
          </a:p>
        </p:txBody>
      </p:sp>
      <p:cxnSp>
        <p:nvCxnSpPr>
          <p:cNvPr id="34" name="Straight Arrow Connector 33"/>
          <p:cNvCxnSpPr/>
          <p:nvPr/>
        </p:nvCxnSpPr>
        <p:spPr>
          <a:xfrm>
            <a:off x="9058976" y="4174452"/>
            <a:ext cx="358176" cy="8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9047402" y="4411203"/>
            <a:ext cx="345296" cy="346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3 Marcador de texto">
            <a:extLst>
              <a:ext uri="{FF2B5EF4-FFF2-40B4-BE49-F238E27FC236}">
                <a16:creationId xmlns:a16="http://schemas.microsoft.com/office/drawing/2014/main" id="{5F735B37-5643-E2CB-2A51-99F03AD1E97E}"/>
              </a:ext>
            </a:extLst>
          </p:cNvPr>
          <p:cNvSpPr txBox="1">
            <a:spLocks/>
          </p:cNvSpPr>
          <p:nvPr/>
        </p:nvSpPr>
        <p:spPr>
          <a:xfrm>
            <a:off x="455660" y="1693061"/>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16" name="3 Marcador de texto">
            <a:extLst>
              <a:ext uri="{FF2B5EF4-FFF2-40B4-BE49-F238E27FC236}">
                <a16:creationId xmlns:a16="http://schemas.microsoft.com/office/drawing/2014/main" id="{7433EC5E-19F2-1001-BCBB-0BC921C01D92}"/>
              </a:ext>
            </a:extLst>
          </p:cNvPr>
          <p:cNvSpPr txBox="1">
            <a:spLocks/>
          </p:cNvSpPr>
          <p:nvPr/>
        </p:nvSpPr>
        <p:spPr>
          <a:xfrm>
            <a:off x="5692645" y="1695162"/>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
        <p:nvSpPr>
          <p:cNvPr id="23" name="TextBox 22">
            <a:extLst>
              <a:ext uri="{FF2B5EF4-FFF2-40B4-BE49-F238E27FC236}">
                <a16:creationId xmlns:a16="http://schemas.microsoft.com/office/drawing/2014/main" id="{1E7C5F7D-C57D-DBC0-D183-ABEB49A04E23}"/>
              </a:ext>
            </a:extLst>
          </p:cNvPr>
          <p:cNvSpPr txBox="1"/>
          <p:nvPr/>
        </p:nvSpPr>
        <p:spPr>
          <a:xfrm>
            <a:off x="3670562" y="5766061"/>
            <a:ext cx="2404782" cy="830997"/>
          </a:xfrm>
          <a:prstGeom prst="rect">
            <a:avLst/>
          </a:prstGeom>
          <a:noFill/>
        </p:spPr>
        <p:txBody>
          <a:bodyPr wrap="square">
            <a:spAutoFit/>
          </a:bodyPr>
          <a:lstStyle/>
          <a:p>
            <a:r>
              <a:rPr lang="es-MX" sz="1600" dirty="0">
                <a:solidFill>
                  <a:schemeClr val="bg1"/>
                </a:solidFill>
              </a:rPr>
              <a:t>Precio Dual</a:t>
            </a:r>
          </a:p>
          <a:p>
            <a:r>
              <a:rPr lang="es-MX" sz="1600" dirty="0">
                <a:solidFill>
                  <a:schemeClr val="bg1"/>
                </a:solidFill>
              </a:rPr>
              <a:t>R1 =</a:t>
            </a:r>
            <a:r>
              <a:rPr lang="en-US" sz="1600" dirty="0">
                <a:solidFill>
                  <a:schemeClr val="bg1"/>
                </a:solidFill>
              </a:rPr>
              <a:t> -25</a:t>
            </a:r>
          </a:p>
          <a:p>
            <a:r>
              <a:rPr lang="en-US" sz="1600" dirty="0">
                <a:solidFill>
                  <a:schemeClr val="bg1"/>
                </a:solidFill>
              </a:rPr>
              <a:t>R2 = -125</a:t>
            </a:r>
            <a:endParaRPr lang="es-MX" sz="1600" dirty="0">
              <a:solidFill>
                <a:schemeClr val="bg1"/>
              </a:solidFill>
            </a:endParaRPr>
          </a:p>
        </p:txBody>
      </p:sp>
      <p:sp>
        <p:nvSpPr>
          <p:cNvPr id="28" name="TextBox 27">
            <a:extLst>
              <a:ext uri="{FF2B5EF4-FFF2-40B4-BE49-F238E27FC236}">
                <a16:creationId xmlns:a16="http://schemas.microsoft.com/office/drawing/2014/main" id="{95040EBE-6CE8-545E-0580-E0E6C1173108}"/>
              </a:ext>
            </a:extLst>
          </p:cNvPr>
          <p:cNvSpPr txBox="1"/>
          <p:nvPr/>
        </p:nvSpPr>
        <p:spPr>
          <a:xfrm>
            <a:off x="9805849" y="5524316"/>
            <a:ext cx="2073388" cy="1077218"/>
          </a:xfrm>
          <a:prstGeom prst="rect">
            <a:avLst/>
          </a:prstGeom>
          <a:noFill/>
        </p:spPr>
        <p:txBody>
          <a:bodyPr wrap="square">
            <a:spAutoFit/>
          </a:bodyPr>
          <a:lstStyle/>
          <a:p>
            <a:endParaRPr lang="es-MX" sz="1600" dirty="0">
              <a:solidFill>
                <a:schemeClr val="bg1"/>
              </a:solidFill>
            </a:endParaRPr>
          </a:p>
          <a:p>
            <a:r>
              <a:rPr lang="es-MX" sz="1600" dirty="0">
                <a:solidFill>
                  <a:schemeClr val="bg1"/>
                </a:solidFill>
              </a:rPr>
              <a:t>Precio Dual</a:t>
            </a:r>
          </a:p>
          <a:p>
            <a:r>
              <a:rPr lang="es-MX" sz="1600" dirty="0">
                <a:solidFill>
                  <a:schemeClr val="bg1"/>
                </a:solidFill>
              </a:rPr>
              <a:t>R1 =</a:t>
            </a:r>
            <a:r>
              <a:rPr lang="en-US" sz="1600" dirty="0">
                <a:solidFill>
                  <a:schemeClr val="bg1"/>
                </a:solidFill>
              </a:rPr>
              <a:t> -250</a:t>
            </a:r>
          </a:p>
          <a:p>
            <a:r>
              <a:rPr lang="en-US" sz="1600" dirty="0">
                <a:solidFill>
                  <a:schemeClr val="bg1"/>
                </a:solidFill>
              </a:rPr>
              <a:t>R2 = -125</a:t>
            </a:r>
            <a:endParaRPr lang="es-MX" sz="1600" dirty="0">
              <a:solidFill>
                <a:schemeClr val="bg1"/>
              </a:solidFill>
            </a:endParaRPr>
          </a:p>
        </p:txBody>
      </p:sp>
    </p:spTree>
    <p:extLst>
      <p:ext uri="{BB962C8B-B14F-4D97-AF65-F5344CB8AC3E}">
        <p14:creationId xmlns:p14="http://schemas.microsoft.com/office/powerpoint/2010/main" val="3281897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28918" y="1044164"/>
            <a:ext cx="4446492" cy="646331"/>
          </a:xfrm>
          <a:prstGeom prst="rect">
            <a:avLst/>
          </a:prstGeom>
          <a:solidFill>
            <a:schemeClr val="accent2">
              <a:lumMod val="20000"/>
              <a:lumOff val="80000"/>
            </a:schemeClr>
          </a:solidFill>
        </p:spPr>
        <p:txBody>
          <a:bodyPr wrap="square">
            <a:spAutoFit/>
          </a:bodyPr>
          <a:lstStyle/>
          <a:p>
            <a:r>
              <a:rPr lang="es-MX" sz="1200" dirty="0">
                <a:solidFill>
                  <a:srgbClr val="000000"/>
                </a:solidFill>
                <a:latin typeface="Courier New" panose="02070309020205020404" pitchFamily="49" charset="0"/>
              </a:rPr>
              <a:t>[</a:t>
            </a:r>
            <a:r>
              <a:rPr lang="es-MX" sz="1200" dirty="0" err="1">
                <a:solidFill>
                  <a:srgbClr val="000000"/>
                </a:solidFill>
                <a:latin typeface="Courier New" panose="02070309020205020404" pitchFamily="49" charset="0"/>
              </a:rPr>
              <a:t>FO_P</a:t>
            </a:r>
            <a:r>
              <a:rPr lang="es-MX" sz="1200" dirty="0">
                <a:solidFill>
                  <a:srgbClr val="000000"/>
                </a:solidFill>
                <a:latin typeface="Courier New" panose="02070309020205020404" pitchFamily="49" charset="0"/>
              </a:rPr>
              <a:t>] </a:t>
            </a:r>
            <a:r>
              <a:rPr lang="es-ES" sz="1200" dirty="0">
                <a:solidFill>
                  <a:srgbClr val="0000FF"/>
                </a:solidFill>
                <a:latin typeface="Courier New" panose="02070309020205020404" pitchFamily="49" charset="0"/>
              </a:rPr>
              <a:t>Max</a:t>
            </a:r>
            <a:r>
              <a:rPr lang="es-ES" sz="1200" dirty="0">
                <a:solidFill>
                  <a:srgbClr val="000000"/>
                </a:solidFill>
                <a:latin typeface="Courier New" panose="02070309020205020404" pitchFamily="49" charset="0"/>
              </a:rPr>
              <a:t> = 400*</a:t>
            </a:r>
            <a:r>
              <a:rPr lang="es-ES" sz="1200" dirty="0" err="1">
                <a:solidFill>
                  <a:srgbClr val="000000"/>
                </a:solidFill>
                <a:latin typeface="Courier New" panose="02070309020205020404" pitchFamily="49" charset="0"/>
              </a:rPr>
              <a:t>x1</a:t>
            </a:r>
            <a:r>
              <a:rPr lang="es-ES" sz="1200" dirty="0">
                <a:solidFill>
                  <a:srgbClr val="000000"/>
                </a:solidFill>
                <a:latin typeface="Courier New" panose="02070309020205020404" pitchFamily="49" charset="0"/>
              </a:rPr>
              <a:t> + 600*</a:t>
            </a:r>
            <a:r>
              <a:rPr lang="es-ES" sz="1200" dirty="0" err="1">
                <a:solidFill>
                  <a:srgbClr val="000000"/>
                </a:solidFill>
                <a:latin typeface="Courier New" panose="02070309020205020404" pitchFamily="49" charset="0"/>
              </a:rPr>
              <a:t>x2</a:t>
            </a:r>
            <a:r>
              <a:rPr lang="es-ES" sz="1200" dirty="0">
                <a:solidFill>
                  <a:srgbClr val="000000"/>
                </a:solidFill>
                <a:latin typeface="Courier New" panose="02070309020205020404" pitchFamily="49" charset="0"/>
              </a:rPr>
              <a:t>;</a:t>
            </a:r>
          </a:p>
          <a:p>
            <a:r>
              <a:rPr lang="pt-BR" sz="1200" dirty="0">
                <a:solidFill>
                  <a:srgbClr val="000000"/>
                </a:solidFill>
                <a:latin typeface="Courier New" panose="02070309020205020404" pitchFamily="49" charset="0"/>
              </a:rPr>
              <a:t>[</a:t>
            </a:r>
            <a:r>
              <a:rPr lang="pt-BR" sz="1200" dirty="0" err="1">
                <a:solidFill>
                  <a:srgbClr val="000000"/>
                </a:solidFill>
                <a:latin typeface="Courier New" panose="02070309020205020404" pitchFamily="49" charset="0"/>
              </a:rPr>
              <a:t>R1_P</a:t>
            </a:r>
            <a:r>
              <a:rPr lang="pt-BR" sz="1200" dirty="0">
                <a:solidFill>
                  <a:srgbClr val="000000"/>
                </a:solidFill>
                <a:latin typeface="Courier New" panose="02070309020205020404" pitchFamily="49" charset="0"/>
              </a:rPr>
              <a:t>]         6*</a:t>
            </a:r>
            <a:r>
              <a:rPr lang="pt-BR" sz="1200" dirty="0" err="1">
                <a:solidFill>
                  <a:srgbClr val="000000"/>
                </a:solidFill>
                <a:latin typeface="Courier New" panose="02070309020205020404" pitchFamily="49" charset="0"/>
              </a:rPr>
              <a:t>x1</a:t>
            </a:r>
            <a:r>
              <a:rPr lang="pt-BR" sz="1200" dirty="0">
                <a:solidFill>
                  <a:srgbClr val="000000"/>
                </a:solidFill>
                <a:latin typeface="Courier New" panose="02070309020205020404" pitchFamily="49" charset="0"/>
              </a:rPr>
              <a:t> +   4*</a:t>
            </a:r>
            <a:r>
              <a:rPr lang="pt-BR" sz="1200" dirty="0" err="1">
                <a:solidFill>
                  <a:srgbClr val="000000"/>
                </a:solidFill>
                <a:latin typeface="Courier New" panose="02070309020205020404" pitchFamily="49" charset="0"/>
              </a:rPr>
              <a:t>x2</a:t>
            </a:r>
            <a:r>
              <a:rPr lang="pt-BR" sz="1200" dirty="0">
                <a:solidFill>
                  <a:srgbClr val="000000"/>
                </a:solidFill>
                <a:latin typeface="Courier New" panose="02070309020205020404" pitchFamily="49" charset="0"/>
              </a:rPr>
              <a:t> + </a:t>
            </a:r>
            <a:r>
              <a:rPr lang="pt-BR" sz="1200" dirty="0" err="1">
                <a:solidFill>
                  <a:srgbClr val="000000"/>
                </a:solidFill>
                <a:latin typeface="Courier New" panose="02070309020205020404" pitchFamily="49" charset="0"/>
              </a:rPr>
              <a:t>h1</a:t>
            </a:r>
            <a:r>
              <a:rPr lang="pt-BR" sz="1200" dirty="0">
                <a:solidFill>
                  <a:srgbClr val="000000"/>
                </a:solidFill>
                <a:latin typeface="Courier New" panose="02070309020205020404" pitchFamily="49" charset="0"/>
              </a:rPr>
              <a:t>      =2000;</a:t>
            </a:r>
          </a:p>
          <a:p>
            <a:r>
              <a:rPr lang="pt-BR" sz="1200" dirty="0">
                <a:solidFill>
                  <a:srgbClr val="000000"/>
                </a:solidFill>
                <a:latin typeface="Courier New" panose="02070309020205020404" pitchFamily="49" charset="0"/>
              </a:rPr>
              <a:t>[</a:t>
            </a:r>
            <a:r>
              <a:rPr lang="pt-BR" sz="1200" dirty="0" err="1">
                <a:solidFill>
                  <a:srgbClr val="000000"/>
                </a:solidFill>
                <a:latin typeface="Courier New" panose="02070309020205020404" pitchFamily="49" charset="0"/>
              </a:rPr>
              <a:t>R2_P</a:t>
            </a:r>
            <a:r>
              <a:rPr lang="pt-BR" sz="1200" dirty="0">
                <a:solidFill>
                  <a:srgbClr val="000000"/>
                </a:solidFill>
                <a:latin typeface="Courier New" panose="02070309020205020404" pitchFamily="49" charset="0"/>
              </a:rPr>
              <a:t>]         2*</a:t>
            </a:r>
            <a:r>
              <a:rPr lang="pt-BR" sz="1200" dirty="0" err="1">
                <a:solidFill>
                  <a:srgbClr val="000000"/>
                </a:solidFill>
                <a:latin typeface="Courier New" panose="02070309020205020404" pitchFamily="49" charset="0"/>
              </a:rPr>
              <a:t>x1</a:t>
            </a:r>
            <a:r>
              <a:rPr lang="pt-BR" sz="1200" dirty="0">
                <a:solidFill>
                  <a:srgbClr val="000000"/>
                </a:solidFill>
                <a:latin typeface="Courier New" panose="02070309020205020404" pitchFamily="49" charset="0"/>
              </a:rPr>
              <a:t> +   4*</a:t>
            </a:r>
            <a:r>
              <a:rPr lang="pt-BR" sz="1200" dirty="0" err="1">
                <a:solidFill>
                  <a:srgbClr val="000000"/>
                </a:solidFill>
                <a:latin typeface="Courier New" panose="02070309020205020404" pitchFamily="49" charset="0"/>
              </a:rPr>
              <a:t>x2</a:t>
            </a:r>
            <a:r>
              <a:rPr lang="pt-BR" sz="1200" dirty="0">
                <a:solidFill>
                  <a:srgbClr val="000000"/>
                </a:solidFill>
                <a:latin typeface="Courier New" panose="02070309020205020404" pitchFamily="49" charset="0"/>
              </a:rPr>
              <a:t>      + </a:t>
            </a:r>
            <a:r>
              <a:rPr lang="pt-BR" sz="1200" dirty="0" err="1">
                <a:solidFill>
                  <a:srgbClr val="000000"/>
                </a:solidFill>
                <a:latin typeface="Courier New" panose="02070309020205020404" pitchFamily="49" charset="0"/>
              </a:rPr>
              <a:t>h2</a:t>
            </a:r>
            <a:r>
              <a:rPr lang="pt-BR" sz="1200" dirty="0">
                <a:solidFill>
                  <a:srgbClr val="000000"/>
                </a:solidFill>
                <a:latin typeface="Courier New" panose="02070309020205020404" pitchFamily="49" charset="0"/>
              </a:rPr>
              <a:t> =1000;</a:t>
            </a:r>
            <a:endParaRPr lang="es-MX" sz="1200" dirty="0"/>
          </a:p>
        </p:txBody>
      </p:sp>
      <p:sp>
        <p:nvSpPr>
          <p:cNvPr id="7" name="Rectángulo 6"/>
          <p:cNvSpPr/>
          <p:nvPr/>
        </p:nvSpPr>
        <p:spPr>
          <a:xfrm>
            <a:off x="6535274" y="1044164"/>
            <a:ext cx="3550020" cy="646331"/>
          </a:xfrm>
          <a:prstGeom prst="rect">
            <a:avLst/>
          </a:prstGeom>
          <a:solidFill>
            <a:schemeClr val="accent2">
              <a:lumMod val="20000"/>
              <a:lumOff val="80000"/>
            </a:schemeClr>
          </a:solidFill>
        </p:spPr>
        <p:txBody>
          <a:bodyPr wrap="square">
            <a:spAutoFit/>
          </a:bodyPr>
          <a:lstStyle/>
          <a:p>
            <a:r>
              <a:rPr lang="es-MX" sz="1200" dirty="0">
                <a:solidFill>
                  <a:srgbClr val="000000"/>
                </a:solidFill>
                <a:latin typeface="Courier New" panose="02070309020205020404" pitchFamily="49" charset="0"/>
              </a:rPr>
              <a:t>[</a:t>
            </a:r>
            <a:r>
              <a:rPr lang="es-MX" sz="1200" dirty="0" err="1">
                <a:solidFill>
                  <a:srgbClr val="000000"/>
                </a:solidFill>
                <a:latin typeface="Courier New" panose="02070309020205020404" pitchFamily="49" charset="0"/>
              </a:rPr>
              <a:t>FO_D</a:t>
            </a:r>
            <a:r>
              <a:rPr lang="es-MX" sz="1200" dirty="0">
                <a:solidFill>
                  <a:srgbClr val="000000"/>
                </a:solidFill>
                <a:latin typeface="Courier New" panose="02070309020205020404" pitchFamily="49" charset="0"/>
              </a:rPr>
              <a:t>] </a:t>
            </a:r>
            <a:r>
              <a:rPr lang="es-MX" sz="1200" dirty="0">
                <a:solidFill>
                  <a:srgbClr val="0000FF"/>
                </a:solidFill>
                <a:latin typeface="Courier New" panose="02070309020205020404" pitchFamily="49" charset="0"/>
              </a:rPr>
              <a:t>Min</a:t>
            </a:r>
            <a:r>
              <a:rPr lang="es-MX" sz="1200" dirty="0">
                <a:solidFill>
                  <a:srgbClr val="000000"/>
                </a:solidFill>
                <a:latin typeface="Courier New" panose="02070309020205020404" pitchFamily="49" charset="0"/>
              </a:rPr>
              <a:t> = 2000*</a:t>
            </a:r>
            <a:r>
              <a:rPr lang="es-MX" sz="1200" dirty="0" err="1">
                <a:solidFill>
                  <a:srgbClr val="000000"/>
                </a:solidFill>
                <a:latin typeface="Courier New" panose="02070309020205020404" pitchFamily="49" charset="0"/>
              </a:rPr>
              <a:t>y1</a:t>
            </a:r>
            <a:r>
              <a:rPr lang="es-MX" sz="1200" dirty="0">
                <a:solidFill>
                  <a:srgbClr val="000000"/>
                </a:solidFill>
                <a:latin typeface="Courier New" panose="02070309020205020404" pitchFamily="49" charset="0"/>
              </a:rPr>
              <a:t> + 1000*</a:t>
            </a:r>
            <a:r>
              <a:rPr lang="es-MX" sz="1200" dirty="0" err="1">
                <a:solidFill>
                  <a:srgbClr val="000000"/>
                </a:solidFill>
                <a:latin typeface="Courier New" panose="02070309020205020404" pitchFamily="49" charset="0"/>
              </a:rPr>
              <a:t>y2</a:t>
            </a:r>
            <a:r>
              <a:rPr lang="es-MX" sz="1200" dirty="0">
                <a:solidFill>
                  <a:srgbClr val="000000"/>
                </a:solidFill>
                <a:latin typeface="Courier New" panose="02070309020205020404" pitchFamily="49" charset="0"/>
              </a:rPr>
              <a:t>;</a:t>
            </a:r>
          </a:p>
          <a:p>
            <a:r>
              <a:rPr lang="es-ES" sz="1200" dirty="0">
                <a:solidFill>
                  <a:srgbClr val="000000"/>
                </a:solidFill>
                <a:latin typeface="Courier New" panose="02070309020205020404" pitchFamily="49" charset="0"/>
              </a:rPr>
              <a:t>[</a:t>
            </a:r>
            <a:r>
              <a:rPr lang="es-ES" sz="1200" dirty="0" err="1">
                <a:solidFill>
                  <a:srgbClr val="000000"/>
                </a:solidFill>
                <a:latin typeface="Courier New" panose="02070309020205020404" pitchFamily="49" charset="0"/>
              </a:rPr>
              <a:t>R1_D</a:t>
            </a:r>
            <a:r>
              <a:rPr lang="es-ES" sz="1200" dirty="0">
                <a:solidFill>
                  <a:srgbClr val="000000"/>
                </a:solidFill>
                <a:latin typeface="Courier New" panose="02070309020205020404" pitchFamily="49" charset="0"/>
              </a:rPr>
              <a:t>]    6*</a:t>
            </a:r>
            <a:r>
              <a:rPr lang="es-ES" sz="1200" dirty="0" err="1">
                <a:solidFill>
                  <a:srgbClr val="000000"/>
                </a:solidFill>
                <a:latin typeface="Courier New" panose="02070309020205020404" pitchFamily="49" charset="0"/>
              </a:rPr>
              <a:t>y1</a:t>
            </a:r>
            <a:r>
              <a:rPr lang="es-ES" sz="1200" dirty="0">
                <a:solidFill>
                  <a:srgbClr val="000000"/>
                </a:solidFill>
                <a:latin typeface="Courier New" panose="02070309020205020404" pitchFamily="49" charset="0"/>
              </a:rPr>
              <a:t> + 2*</a:t>
            </a:r>
            <a:r>
              <a:rPr lang="es-ES" sz="1200" dirty="0" err="1">
                <a:solidFill>
                  <a:srgbClr val="000000"/>
                </a:solidFill>
                <a:latin typeface="Courier New" panose="02070309020205020404" pitchFamily="49" charset="0"/>
              </a:rPr>
              <a:t>y2</a:t>
            </a:r>
            <a:r>
              <a:rPr lang="es-ES" sz="1200" dirty="0">
                <a:solidFill>
                  <a:srgbClr val="000000"/>
                </a:solidFill>
                <a:latin typeface="Courier New" panose="02070309020205020404" pitchFamily="49" charset="0"/>
              </a:rPr>
              <a:t> -</a:t>
            </a:r>
            <a:r>
              <a:rPr lang="es-ES" sz="1200" dirty="0" err="1">
                <a:solidFill>
                  <a:srgbClr val="000000"/>
                </a:solidFill>
                <a:latin typeface="Courier New" panose="02070309020205020404" pitchFamily="49" charset="0"/>
              </a:rPr>
              <a:t>e1</a:t>
            </a:r>
            <a:r>
              <a:rPr lang="es-ES" sz="1200" dirty="0">
                <a:solidFill>
                  <a:srgbClr val="000000"/>
                </a:solidFill>
                <a:latin typeface="Courier New" panose="02070309020205020404" pitchFamily="49" charset="0"/>
              </a:rPr>
              <a:t>    = 400;</a:t>
            </a:r>
          </a:p>
          <a:p>
            <a:r>
              <a:rPr lang="es-ES" sz="1200" dirty="0">
                <a:solidFill>
                  <a:srgbClr val="000000"/>
                </a:solidFill>
                <a:latin typeface="Courier New" panose="02070309020205020404" pitchFamily="49" charset="0"/>
              </a:rPr>
              <a:t>[</a:t>
            </a:r>
            <a:r>
              <a:rPr lang="es-ES" sz="1200" dirty="0" err="1">
                <a:solidFill>
                  <a:srgbClr val="000000"/>
                </a:solidFill>
                <a:latin typeface="Courier New" panose="02070309020205020404" pitchFamily="49" charset="0"/>
              </a:rPr>
              <a:t>R2_D</a:t>
            </a:r>
            <a:r>
              <a:rPr lang="es-ES" sz="1200" dirty="0">
                <a:solidFill>
                  <a:srgbClr val="000000"/>
                </a:solidFill>
                <a:latin typeface="Courier New" panose="02070309020205020404" pitchFamily="49" charset="0"/>
              </a:rPr>
              <a:t>]    4*</a:t>
            </a:r>
            <a:r>
              <a:rPr lang="es-ES" sz="1200" dirty="0" err="1">
                <a:solidFill>
                  <a:srgbClr val="000000"/>
                </a:solidFill>
                <a:latin typeface="Courier New" panose="02070309020205020404" pitchFamily="49" charset="0"/>
              </a:rPr>
              <a:t>y1</a:t>
            </a:r>
            <a:r>
              <a:rPr lang="es-ES" sz="1200" dirty="0">
                <a:solidFill>
                  <a:srgbClr val="000000"/>
                </a:solidFill>
                <a:latin typeface="Courier New" panose="02070309020205020404" pitchFamily="49" charset="0"/>
              </a:rPr>
              <a:t> + 4*</a:t>
            </a:r>
            <a:r>
              <a:rPr lang="es-ES" sz="1200" dirty="0" err="1">
                <a:solidFill>
                  <a:srgbClr val="000000"/>
                </a:solidFill>
                <a:latin typeface="Courier New" panose="02070309020205020404" pitchFamily="49" charset="0"/>
              </a:rPr>
              <a:t>y2</a:t>
            </a:r>
            <a:r>
              <a:rPr lang="es-ES" sz="1200" dirty="0">
                <a:solidFill>
                  <a:srgbClr val="000000"/>
                </a:solidFill>
                <a:latin typeface="Courier New" panose="02070309020205020404" pitchFamily="49" charset="0"/>
              </a:rPr>
              <a:t>    -</a:t>
            </a:r>
            <a:r>
              <a:rPr lang="es-ES" sz="1200" dirty="0" err="1">
                <a:solidFill>
                  <a:srgbClr val="000000"/>
                </a:solidFill>
                <a:latin typeface="Courier New" panose="02070309020205020404" pitchFamily="49" charset="0"/>
              </a:rPr>
              <a:t>e2</a:t>
            </a:r>
            <a:r>
              <a:rPr lang="es-ES" sz="1200" dirty="0">
                <a:solidFill>
                  <a:srgbClr val="000000"/>
                </a:solidFill>
                <a:latin typeface="Courier New" panose="02070309020205020404" pitchFamily="49" charset="0"/>
              </a:rPr>
              <a:t> = 600; </a:t>
            </a:r>
            <a:endParaRPr lang="es-MX" sz="1200" dirty="0"/>
          </a:p>
        </p:txBody>
      </p:sp>
      <p:sp>
        <p:nvSpPr>
          <p:cNvPr id="8" name="Rectángulo 7"/>
          <p:cNvSpPr/>
          <p:nvPr/>
        </p:nvSpPr>
        <p:spPr>
          <a:xfrm>
            <a:off x="658906" y="1936716"/>
            <a:ext cx="4858871" cy="1818190"/>
          </a:xfrm>
          <a:prstGeom prst="rect">
            <a:avLst/>
          </a:prstGeom>
        </p:spPr>
        <p:txBody>
          <a:bodyPr wrap="square">
            <a:spAutoFit/>
          </a:bodyPr>
          <a:lstStyle/>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Variable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Value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Reduced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Cost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X1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250.00                0.00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X2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125.00                0.00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H1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0.00               25.00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H2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0.00              125.00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Row</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Slack</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or</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Surplus      Dual Price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FO_P</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175000.0000              1.00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R1_P</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0.0000             25.00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R2_P</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0.0000            125.00</a:t>
            </a:r>
            <a:endParaRPr lang="es-MX"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p:cNvSpPr/>
          <p:nvPr/>
        </p:nvSpPr>
        <p:spPr>
          <a:xfrm>
            <a:off x="528918" y="3816463"/>
            <a:ext cx="5930153" cy="3028265"/>
          </a:xfrm>
          <a:prstGeom prst="rect">
            <a:avLst/>
          </a:prstGeom>
        </p:spPr>
        <p:txBody>
          <a:bodyPr wrap="square">
            <a:spAutoFit/>
          </a:bodyPr>
          <a:lstStyle/>
          <a:p>
            <a:pPr>
              <a:lnSpc>
                <a:spcPct val="107000"/>
              </a:lnSpc>
              <a:spcAft>
                <a:spcPts val="0"/>
              </a:spcAft>
            </a:pP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in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which</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the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basis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unchanged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Objective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Coefficient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Current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Variable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Coefficient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Increase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Decrease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X1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400.00            500.00         100.00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X2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600.00            200.00         333.33</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H1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0.00             25.00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INFINITY</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H2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0.00            125.00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INFINITY</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Righthand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Side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Current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Row</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RHS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Increase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Decrease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R1_P</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2000.00         1000.00      1000.00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R2_P</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1000.00         1000.00       333.33</a:t>
            </a:r>
            <a:endParaRPr lang="es-MX"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ángulo 9"/>
          <p:cNvSpPr/>
          <p:nvPr/>
        </p:nvSpPr>
        <p:spPr>
          <a:xfrm>
            <a:off x="6535274" y="1936716"/>
            <a:ext cx="5011269" cy="1818190"/>
          </a:xfrm>
          <a:prstGeom prst="rect">
            <a:avLst/>
          </a:prstGeom>
        </p:spPr>
        <p:txBody>
          <a:bodyPr wrap="square">
            <a:spAutoFit/>
          </a:bodyPr>
          <a:lstStyle/>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Variable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Value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Reduced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Cost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Y1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25.00             0.00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Y2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125.00             0.00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E1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0.00           250.00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E2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0.00           125.00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Row</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Slack</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or</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Surplus     Dual Price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FO_D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175000.00               -1.00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R1_D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-250.00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R2_D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-125.00</a:t>
            </a:r>
            <a:endParaRPr lang="es-MX"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ángulo 10"/>
          <p:cNvSpPr/>
          <p:nvPr/>
        </p:nvSpPr>
        <p:spPr>
          <a:xfrm>
            <a:off x="6454590" y="3829735"/>
            <a:ext cx="5011269" cy="3028265"/>
          </a:xfrm>
          <a:prstGeom prst="rect">
            <a:avLst/>
          </a:prstGeom>
        </p:spPr>
        <p:txBody>
          <a:bodyPr wrap="square">
            <a:spAutoFit/>
          </a:bodyPr>
          <a:lstStyle/>
          <a:p>
            <a:pPr>
              <a:lnSpc>
                <a:spcPct val="107000"/>
              </a:lnSpc>
              <a:spcAft>
                <a:spcPts val="0"/>
              </a:spcAft>
            </a:pP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in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which</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the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basis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unchanged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Objective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Coefficient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Current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Variable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Coefficient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Increase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Decrease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Y1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2000.00          1000.00      1000.00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Y2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1000.00          1000.00       333.33</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E1</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INFINITY</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250.00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E2</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0.00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INFINITY</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125.00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Righthand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Side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Ranges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Current</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Allowable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Row</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RHS</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Increase</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Decrease</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R1_D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400.00         500.00         100.00</a:t>
            </a:r>
            <a:endParaRPr lang="es-MX" sz="105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a:t>
            </a:r>
            <a:r>
              <a:rPr lang="es-MX" sz="1050" dirty="0" err="1">
                <a:solidFill>
                  <a:schemeClr val="bg1"/>
                </a:solidFill>
                <a:latin typeface="Courier New" panose="02070309020205020404" pitchFamily="49" charset="0"/>
                <a:ea typeface="Calibri" panose="020F0502020204030204" pitchFamily="34" charset="0"/>
                <a:cs typeface="Times New Roman" panose="02020603050405020304" pitchFamily="18" charset="0"/>
              </a:rPr>
              <a:t>R2_D</a:t>
            </a:r>
            <a:r>
              <a:rPr lang="es-MX" sz="1050" dirty="0">
                <a:solidFill>
                  <a:schemeClr val="bg1"/>
                </a:solidFill>
                <a:latin typeface="Courier New" panose="02070309020205020404" pitchFamily="49" charset="0"/>
                <a:ea typeface="Calibri" panose="020F0502020204030204" pitchFamily="34" charset="0"/>
                <a:cs typeface="Times New Roman" panose="02020603050405020304" pitchFamily="18" charset="0"/>
              </a:rPr>
              <a:t>         600.00         200.00         333.33</a:t>
            </a:r>
            <a:endParaRPr lang="es-MX" sz="105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Conector recto 12"/>
          <p:cNvCxnSpPr>
            <a:cxnSpLocks/>
          </p:cNvCxnSpPr>
          <p:nvPr/>
        </p:nvCxnSpPr>
        <p:spPr>
          <a:xfrm flipH="1">
            <a:off x="8818895" y="1967494"/>
            <a:ext cx="32565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a:off x="5930153" y="71752"/>
            <a:ext cx="0" cy="6786248"/>
          </a:xfrm>
          <a:prstGeom prst="line">
            <a:avLst/>
          </a:prstGeom>
        </p:spPr>
        <p:style>
          <a:lnRef idx="1">
            <a:schemeClr val="accent2"/>
          </a:lnRef>
          <a:fillRef idx="0">
            <a:schemeClr val="accent2"/>
          </a:fillRef>
          <a:effectRef idx="0">
            <a:schemeClr val="accent2"/>
          </a:effectRef>
          <a:fontRef idx="minor">
            <a:schemeClr val="tx1"/>
          </a:fontRef>
        </p:style>
      </p:cxnSp>
      <p:sp>
        <p:nvSpPr>
          <p:cNvPr id="5" name="3 Marcador de texto">
            <a:extLst>
              <a:ext uri="{FF2B5EF4-FFF2-40B4-BE49-F238E27FC236}">
                <a16:creationId xmlns:a16="http://schemas.microsoft.com/office/drawing/2014/main" id="{6FA1FFA7-3FE3-3EDD-30C2-BD514D5B03F3}"/>
              </a:ext>
            </a:extLst>
          </p:cNvPr>
          <p:cNvSpPr txBox="1">
            <a:spLocks/>
          </p:cNvSpPr>
          <p:nvPr/>
        </p:nvSpPr>
        <p:spPr>
          <a:xfrm>
            <a:off x="528918" y="492318"/>
            <a:ext cx="2146345" cy="346678"/>
          </a:xfrm>
          <a:prstGeom prst="rect">
            <a:avLst/>
          </a:prstGeom>
          <a:solidFill>
            <a:schemeClr val="accent3"/>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a:t>Primal</a:t>
            </a:r>
            <a:endParaRPr lang="es-MX" dirty="0"/>
          </a:p>
        </p:txBody>
      </p:sp>
      <p:sp>
        <p:nvSpPr>
          <p:cNvPr id="12" name="3 Marcador de texto">
            <a:extLst>
              <a:ext uri="{FF2B5EF4-FFF2-40B4-BE49-F238E27FC236}">
                <a16:creationId xmlns:a16="http://schemas.microsoft.com/office/drawing/2014/main" id="{F063F782-C3FB-84DA-BE6B-585DB757E334}"/>
              </a:ext>
            </a:extLst>
          </p:cNvPr>
          <p:cNvSpPr txBox="1">
            <a:spLocks/>
          </p:cNvSpPr>
          <p:nvPr/>
        </p:nvSpPr>
        <p:spPr>
          <a:xfrm>
            <a:off x="6535274" y="492318"/>
            <a:ext cx="2146345" cy="346678"/>
          </a:xfrm>
          <a:prstGeom prst="rect">
            <a:avLst/>
          </a:prstGeom>
          <a:solidFill>
            <a:schemeClr val="accent4"/>
          </a:solidFill>
          <a:ln w="6350" cap="flat" cmpd="sng" algn="ctr">
            <a:solidFill>
              <a:schemeClr val="accent3"/>
            </a:solidFill>
            <a:prstDash val="solid"/>
            <a:miter lim="800000"/>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buFont typeface="Arial" panose="020B0604020202020204" pitchFamily="34" charset="0"/>
              <a:buNone/>
            </a:pPr>
            <a:r>
              <a:rPr lang="es-MX" dirty="0">
                <a:solidFill>
                  <a:schemeClr val="tx1"/>
                </a:solidFill>
              </a:rPr>
              <a:t>Dual</a:t>
            </a:r>
          </a:p>
        </p:txBody>
      </p:sp>
    </p:spTree>
    <p:extLst>
      <p:ext uri="{BB962C8B-B14F-4D97-AF65-F5344CB8AC3E}">
        <p14:creationId xmlns:p14="http://schemas.microsoft.com/office/powerpoint/2010/main" val="810846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8354" y="1600204"/>
            <a:ext cx="9224517" cy="4525963"/>
          </a:xfrm>
        </p:spPr>
        <p:txBody>
          <a:bodyPr>
            <a:normAutofit/>
          </a:bodyPr>
          <a:lstStyle/>
          <a:p>
            <a:pPr algn="just"/>
            <a:r>
              <a:rPr lang="es-MX" sz="2000" dirty="0"/>
              <a:t>Ahora cambiamos el enfoque sobre el problema planteado, nuestro propósito va a ser determinar los precios a los cuales esta empresa deberá valorar sus recursos (horas de trabajo de los dos procesos) de tal manera que puedan determinar el mínimo valor total al cual estará dispuesta a arrendar o vender los recursos.</a:t>
            </a:r>
          </a:p>
          <a:p>
            <a:pPr algn="just"/>
            <a:r>
              <a:rPr lang="es-MX" sz="2000" dirty="0"/>
              <a:t>Sean </a:t>
            </a:r>
            <a:r>
              <a:rPr lang="es-MX" sz="2000" dirty="0" err="1"/>
              <a:t>y1</a:t>
            </a:r>
            <a:r>
              <a:rPr lang="es-MX" sz="2000" dirty="0"/>
              <a:t> e </a:t>
            </a:r>
            <a:r>
              <a:rPr lang="es-MX" sz="2000" dirty="0" err="1"/>
              <a:t>y2</a:t>
            </a:r>
            <a:r>
              <a:rPr lang="es-MX" sz="2000" dirty="0"/>
              <a:t>, la renta percibida por hora de los procesos </a:t>
            </a:r>
            <a:r>
              <a:rPr lang="es-MX" sz="2000" dirty="0" err="1"/>
              <a:t>P1</a:t>
            </a:r>
            <a:r>
              <a:rPr lang="es-MX" sz="2000" dirty="0"/>
              <a:t> y </a:t>
            </a:r>
            <a:r>
              <a:rPr lang="es-MX" sz="2000" dirty="0" err="1"/>
              <a:t>P2</a:t>
            </a:r>
            <a:r>
              <a:rPr lang="es-MX" sz="2000" dirty="0"/>
              <a:t> respectivamente. La renta total obtenida será pues, </a:t>
            </a:r>
            <a:r>
              <a:rPr lang="es-MX" sz="2000" dirty="0" err="1"/>
              <a:t>2000y1</a:t>
            </a:r>
            <a:r>
              <a:rPr lang="es-MX" sz="2000" dirty="0"/>
              <a:t> + </a:t>
            </a:r>
            <a:r>
              <a:rPr lang="es-MX" sz="2000" dirty="0" err="1"/>
              <a:t>1000y2</a:t>
            </a:r>
            <a:r>
              <a:rPr lang="es-MX" sz="2000" dirty="0"/>
              <a:t>. Se desea como objetivo encontrar el mínimo valor de </a:t>
            </a:r>
            <a:r>
              <a:rPr lang="es-MX" sz="2000" dirty="0" err="1"/>
              <a:t>2000y1</a:t>
            </a:r>
            <a:r>
              <a:rPr lang="es-MX" sz="2000" dirty="0"/>
              <a:t> + </a:t>
            </a:r>
            <a:r>
              <a:rPr lang="es-MX" sz="2000" dirty="0" err="1"/>
              <a:t>1000y2</a:t>
            </a:r>
            <a:r>
              <a:rPr lang="es-MX" sz="2000" dirty="0"/>
              <a:t> de modo que la empresa pueda, de una manera inteligente, analizar algunas propuestas de alquiler o compra de todos los recursos como un paquete total.</a:t>
            </a:r>
          </a:p>
        </p:txBody>
      </p:sp>
      <p:sp>
        <p:nvSpPr>
          <p:cNvPr id="2" name="Title 1"/>
          <p:cNvSpPr>
            <a:spLocks noGrp="1"/>
          </p:cNvSpPr>
          <p:nvPr>
            <p:ph type="title"/>
          </p:nvPr>
        </p:nvSpPr>
        <p:spPr/>
        <p:txBody>
          <a:bodyPr/>
          <a:lstStyle/>
          <a:p>
            <a:r>
              <a:rPr lang="es-MX" dirty="0"/>
              <a:t>Interpretación</a:t>
            </a:r>
          </a:p>
        </p:txBody>
      </p:sp>
      <p:sp>
        <p:nvSpPr>
          <p:cNvPr id="5" name="Footer Placeholder 4">
            <a:extLst>
              <a:ext uri="{FF2B5EF4-FFF2-40B4-BE49-F238E27FC236}">
                <a16:creationId xmlns:a16="http://schemas.microsoft.com/office/drawing/2014/main" id="{A63931DD-63AB-D0AD-93B7-3F88D6C98940}"/>
              </a:ext>
            </a:extLst>
          </p:cNvPr>
          <p:cNvSpPr>
            <a:spLocks noGrp="1"/>
          </p:cNvSpPr>
          <p:nvPr>
            <p:ph type="ftr" sz="quarter" idx="4294967295"/>
          </p:nvPr>
        </p:nvSpPr>
        <p:spPr>
          <a:xfrm>
            <a:off x="0" y="6610350"/>
            <a:ext cx="2644775" cy="247650"/>
          </a:xfrm>
        </p:spPr>
        <p:txBody>
          <a:bodyPr/>
          <a:lstStyle/>
          <a:p>
            <a:r>
              <a:rPr lang="es-MX"/>
              <a:t>OPTIMIZACIÓN DE OPERACIONES</a:t>
            </a:r>
          </a:p>
        </p:txBody>
      </p:sp>
      <p:sp>
        <p:nvSpPr>
          <p:cNvPr id="6" name="Slide Number Placeholder 5">
            <a:extLst>
              <a:ext uri="{FF2B5EF4-FFF2-40B4-BE49-F238E27FC236}">
                <a16:creationId xmlns:a16="http://schemas.microsoft.com/office/drawing/2014/main" id="{BE90BAF7-C957-022C-2281-CA92E5A0BFDC}"/>
              </a:ext>
            </a:extLst>
          </p:cNvPr>
          <p:cNvSpPr>
            <a:spLocks noGrp="1"/>
          </p:cNvSpPr>
          <p:nvPr>
            <p:ph type="sldNum" sz="quarter" idx="4294967295"/>
          </p:nvPr>
        </p:nvSpPr>
        <p:spPr>
          <a:xfrm>
            <a:off x="11668125" y="6602413"/>
            <a:ext cx="523875" cy="247650"/>
          </a:xfrm>
        </p:spPr>
        <p:txBody>
          <a:bodyPr/>
          <a:lstStyle/>
          <a:p>
            <a:fld id="{8F80DD32-27E0-4A84-8B42-9482A74C9885}" type="slidenum">
              <a:rPr lang="es-MX" smtClean="0"/>
              <a:t>32</a:t>
            </a:fld>
            <a:endParaRPr lang="es-MX"/>
          </a:p>
        </p:txBody>
      </p:sp>
    </p:spTree>
    <p:extLst>
      <p:ext uri="{BB962C8B-B14F-4D97-AF65-F5344CB8AC3E}">
        <p14:creationId xmlns:p14="http://schemas.microsoft.com/office/powerpoint/2010/main" val="3398761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89060" y="2084387"/>
            <a:ext cx="5692422" cy="4525963"/>
          </a:xfrm>
        </p:spPr>
        <p:txBody>
          <a:bodyPr>
            <a:noAutofit/>
          </a:bodyPr>
          <a:lstStyle/>
          <a:p>
            <a:r>
              <a:rPr lang="es-MX" sz="2000" dirty="0">
                <a:latin typeface="Times New Roman" pitchFamily="18" charset="0"/>
                <a:cs typeface="Times New Roman" pitchFamily="18" charset="0"/>
              </a:rPr>
              <a:t>PPL: Ubicación de recursos</a:t>
            </a:r>
          </a:p>
          <a:p>
            <a:r>
              <a:rPr lang="es-MX" sz="2000" i="1" dirty="0">
                <a:latin typeface="Times New Roman" pitchFamily="18" charset="0"/>
                <a:cs typeface="Times New Roman" pitchFamily="18" charset="0"/>
              </a:rPr>
              <a:t>m</a:t>
            </a:r>
            <a:r>
              <a:rPr lang="es-MX" sz="2000" dirty="0">
                <a:latin typeface="Times New Roman" pitchFamily="18" charset="0"/>
                <a:cs typeface="Times New Roman" pitchFamily="18" charset="0"/>
              </a:rPr>
              <a:t>: recursos</a:t>
            </a:r>
          </a:p>
          <a:p>
            <a:r>
              <a:rPr lang="es-MX" sz="2000" i="1" dirty="0">
                <a:latin typeface="Times New Roman" pitchFamily="18" charset="0"/>
                <a:cs typeface="Times New Roman" pitchFamily="18" charset="0"/>
              </a:rPr>
              <a:t>n</a:t>
            </a:r>
            <a:r>
              <a:rPr lang="es-MX" sz="2000" dirty="0">
                <a:latin typeface="Times New Roman" pitchFamily="18" charset="0"/>
                <a:cs typeface="Times New Roman" pitchFamily="18" charset="0"/>
              </a:rPr>
              <a:t>: actividades económicas (</a:t>
            </a:r>
            <a:r>
              <a:rPr lang="es-MX" sz="2000" dirty="0" err="1">
                <a:latin typeface="Times New Roman" pitchFamily="18" charset="0"/>
                <a:cs typeface="Times New Roman" pitchFamily="18" charset="0"/>
              </a:rPr>
              <a:t>e.g</a:t>
            </a:r>
            <a:r>
              <a:rPr lang="es-MX" sz="2000" dirty="0">
                <a:latin typeface="Times New Roman" pitchFamily="18" charset="0"/>
                <a:cs typeface="Times New Roman" pitchFamily="18" charset="0"/>
              </a:rPr>
              <a:t>. productos)</a:t>
            </a:r>
          </a:p>
          <a:p>
            <a:r>
              <a:rPr lang="es-MX" sz="2000" dirty="0" err="1">
                <a:latin typeface="Times New Roman" pitchFamily="18" charset="0"/>
                <a:cs typeface="Times New Roman" pitchFamily="18" charset="0"/>
              </a:rPr>
              <a:t>c</a:t>
            </a:r>
            <a:r>
              <a:rPr lang="es-MX" sz="2000" i="1" baseline="-25000" dirty="0" err="1">
                <a:latin typeface="Times New Roman" pitchFamily="18" charset="0"/>
                <a:cs typeface="Times New Roman" pitchFamily="18" charset="0"/>
              </a:rPr>
              <a:t>j</a:t>
            </a:r>
            <a:r>
              <a:rPr lang="es-MX" sz="2000" dirty="0">
                <a:latin typeface="Times New Roman" pitchFamily="18" charset="0"/>
                <a:cs typeface="Times New Roman" pitchFamily="18" charset="0"/>
              </a:rPr>
              <a:t>: beneficio de la actividad </a:t>
            </a:r>
            <a:r>
              <a:rPr lang="es-MX" sz="2000" i="1" dirty="0">
                <a:latin typeface="Times New Roman" pitchFamily="18" charset="0"/>
                <a:cs typeface="Times New Roman" pitchFamily="18" charset="0"/>
              </a:rPr>
              <a:t>j</a:t>
            </a:r>
          </a:p>
          <a:p>
            <a:r>
              <a:rPr lang="es-MX" sz="2000" dirty="0" err="1">
                <a:latin typeface="Times New Roman" pitchFamily="18" charset="0"/>
                <a:cs typeface="Times New Roman" pitchFamily="18" charset="0"/>
              </a:rPr>
              <a:t>b</a:t>
            </a:r>
            <a:r>
              <a:rPr lang="es-MX" sz="2000" i="1" baseline="-25000" dirty="0" err="1">
                <a:latin typeface="Times New Roman" pitchFamily="18" charset="0"/>
                <a:cs typeface="Times New Roman" pitchFamily="18" charset="0"/>
              </a:rPr>
              <a:t>i</a:t>
            </a:r>
            <a:r>
              <a:rPr lang="es-MX" sz="2000" dirty="0">
                <a:latin typeface="Times New Roman" pitchFamily="18" charset="0"/>
                <a:cs typeface="Times New Roman" pitchFamily="18" charset="0"/>
              </a:rPr>
              <a:t>: disponibilidad (máxima) de recurso </a:t>
            </a:r>
            <a:r>
              <a:rPr lang="es-MX" sz="2000" i="1" dirty="0">
                <a:latin typeface="Times New Roman" pitchFamily="18" charset="0"/>
                <a:cs typeface="Times New Roman" pitchFamily="18" charset="0"/>
              </a:rPr>
              <a:t>i</a:t>
            </a:r>
          </a:p>
          <a:p>
            <a:r>
              <a:rPr lang="es-MX" sz="2000" dirty="0" err="1">
                <a:latin typeface="Times New Roman" pitchFamily="18" charset="0"/>
                <a:cs typeface="Times New Roman" pitchFamily="18" charset="0"/>
              </a:rPr>
              <a:t>a</a:t>
            </a:r>
            <a:r>
              <a:rPr lang="es-MX" sz="2000" i="1" baseline="-25000" dirty="0" err="1">
                <a:latin typeface="Times New Roman" pitchFamily="18" charset="0"/>
                <a:cs typeface="Times New Roman" pitchFamily="18" charset="0"/>
              </a:rPr>
              <a:t>ij</a:t>
            </a:r>
            <a:r>
              <a:rPr lang="es-MX" sz="2000" dirty="0">
                <a:latin typeface="Times New Roman" pitchFamily="18" charset="0"/>
                <a:cs typeface="Times New Roman" pitchFamily="18" charset="0"/>
              </a:rPr>
              <a:t>: consumo de recurso </a:t>
            </a:r>
            <a:r>
              <a:rPr lang="es-MX" sz="2000" i="1" dirty="0">
                <a:latin typeface="Times New Roman" pitchFamily="18" charset="0"/>
                <a:cs typeface="Times New Roman" pitchFamily="18" charset="0"/>
              </a:rPr>
              <a:t>i</a:t>
            </a:r>
            <a:r>
              <a:rPr lang="es-MX" sz="2000" dirty="0">
                <a:latin typeface="Times New Roman" pitchFamily="18" charset="0"/>
                <a:cs typeface="Times New Roman" pitchFamily="18" charset="0"/>
              </a:rPr>
              <a:t> por unidad de actividad </a:t>
            </a:r>
            <a:r>
              <a:rPr lang="es-MX" sz="2000" i="1" dirty="0">
                <a:latin typeface="Times New Roman" pitchFamily="18" charset="0"/>
                <a:cs typeface="Times New Roman" pitchFamily="18" charset="0"/>
              </a:rPr>
              <a:t>j</a:t>
            </a:r>
          </a:p>
        </p:txBody>
      </p:sp>
      <p:sp>
        <p:nvSpPr>
          <p:cNvPr id="2" name="1 Título"/>
          <p:cNvSpPr>
            <a:spLocks noGrp="1"/>
          </p:cNvSpPr>
          <p:nvPr>
            <p:ph type="title"/>
          </p:nvPr>
        </p:nvSpPr>
        <p:spPr>
          <a:xfrm>
            <a:off x="952500" y="365125"/>
            <a:ext cx="9688606" cy="1325563"/>
          </a:xfrm>
        </p:spPr>
        <p:txBody>
          <a:bodyPr>
            <a:normAutofit/>
          </a:bodyPr>
          <a:lstStyle/>
          <a:p>
            <a:r>
              <a:rPr lang="es-MX" dirty="0"/>
              <a:t>Interpretación económica de dualidad</a:t>
            </a:r>
          </a:p>
        </p:txBody>
      </p:sp>
      <p:sp>
        <p:nvSpPr>
          <p:cNvPr id="4" name="Slide Number Placeholder 3"/>
          <p:cNvSpPr>
            <a:spLocks noGrp="1"/>
          </p:cNvSpPr>
          <p:nvPr>
            <p:ph type="sldNum" sz="quarter" idx="4294967295"/>
          </p:nvPr>
        </p:nvSpPr>
        <p:spPr>
          <a:xfrm>
            <a:off x="11668125" y="6602413"/>
            <a:ext cx="523875" cy="247650"/>
          </a:xfrm>
        </p:spPr>
        <p:txBody>
          <a:bodyPr/>
          <a:lstStyle/>
          <a:p>
            <a:fld id="{6FFA54E1-8A5A-492B-8D87-772C5A9980B5}" type="slidenum">
              <a:rPr lang="es-ES" smtClean="0"/>
              <a:pPr/>
              <a:t>33</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96258" name="Object 2"/>
          <p:cNvGraphicFramePr>
            <a:graphicFrameLocks noChangeAspect="1"/>
          </p:cNvGraphicFramePr>
          <p:nvPr>
            <p:extLst>
              <p:ext uri="{D42A27DB-BD31-4B8C-83A1-F6EECF244321}">
                <p14:modId xmlns:p14="http://schemas.microsoft.com/office/powerpoint/2010/main" val="3161705688"/>
              </p:ext>
            </p:extLst>
          </p:nvPr>
        </p:nvGraphicFramePr>
        <p:xfrm>
          <a:off x="7444441" y="2195529"/>
          <a:ext cx="3260725" cy="2840037"/>
        </p:xfrm>
        <a:graphic>
          <a:graphicData uri="http://schemas.openxmlformats.org/presentationml/2006/ole">
            <mc:AlternateContent xmlns:mc="http://schemas.openxmlformats.org/markup-compatibility/2006">
              <mc:Choice xmlns:v="urn:schemas-microsoft-com:vml" Requires="v">
                <p:oleObj name="Ecuación" r:id="rId2" imgW="1434960" imgH="1498320" progId="Equation.3">
                  <p:embed/>
                </p:oleObj>
              </mc:Choice>
              <mc:Fallback>
                <p:oleObj name="Ecuación" r:id="rId2" imgW="1434960" imgH="1498320" progId="Equation.3">
                  <p:embed/>
                  <p:pic>
                    <p:nvPicPr>
                      <p:cNvPr id="9625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4441" y="2195529"/>
                        <a:ext cx="3260725" cy="2840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59" name="Object 3"/>
          <p:cNvGraphicFramePr>
            <a:graphicFrameLocks noChangeAspect="1"/>
          </p:cNvGraphicFramePr>
          <p:nvPr>
            <p:extLst>
              <p:ext uri="{D42A27DB-BD31-4B8C-83A1-F6EECF244321}">
                <p14:modId xmlns:p14="http://schemas.microsoft.com/office/powerpoint/2010/main" val="1933137644"/>
              </p:ext>
            </p:extLst>
          </p:nvPr>
        </p:nvGraphicFramePr>
        <p:xfrm>
          <a:off x="4097129" y="4895570"/>
          <a:ext cx="3173413" cy="1177925"/>
        </p:xfrm>
        <a:graphic>
          <a:graphicData uri="http://schemas.openxmlformats.org/presentationml/2006/ole">
            <mc:AlternateContent xmlns:mc="http://schemas.openxmlformats.org/markup-compatibility/2006">
              <mc:Choice xmlns:v="urn:schemas-microsoft-com:vml" Requires="v">
                <p:oleObj name="Ecuación" r:id="rId4" imgW="1396800" imgH="622080" progId="Equation.3">
                  <p:embed/>
                </p:oleObj>
              </mc:Choice>
              <mc:Fallback>
                <p:oleObj name="Ecuación" r:id="rId4" imgW="1396800" imgH="622080" progId="Equation.3">
                  <p:embed/>
                  <p:pic>
                    <p:nvPicPr>
                      <p:cNvPr id="962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7129" y="4895570"/>
                        <a:ext cx="3173413" cy="117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blinds(vertical)">
                                      <p:cBhvr>
                                        <p:cTn id="7" dur="2000"/>
                                        <p:tgtEl>
                                          <p:spTgt spid="96258"/>
                                        </p:tgtEl>
                                      </p:cBhvr>
                                    </p:animEffect>
                                  </p:childTnLst>
                                </p:cTn>
                              </p:par>
                            </p:childTnLst>
                          </p:cTn>
                        </p:par>
                        <p:par>
                          <p:cTn id="8" fill="hold">
                            <p:stCondLst>
                              <p:cond delay="2000"/>
                            </p:stCondLst>
                            <p:childTnLst>
                              <p:par>
                                <p:cTn id="9" presetID="3" presetClass="entr" presetSubtype="5" fill="hold" nodeType="afterEffect">
                                  <p:stCondLst>
                                    <p:cond delay="0"/>
                                  </p:stCondLst>
                                  <p:childTnLst>
                                    <p:set>
                                      <p:cBhvr>
                                        <p:cTn id="10" dur="1" fill="hold">
                                          <p:stCondLst>
                                            <p:cond delay="0"/>
                                          </p:stCondLst>
                                        </p:cTn>
                                        <p:tgtEl>
                                          <p:spTgt spid="96259"/>
                                        </p:tgtEl>
                                        <p:attrNameLst>
                                          <p:attrName>style.visibility</p:attrName>
                                        </p:attrNameLst>
                                      </p:cBhvr>
                                      <p:to>
                                        <p:strVal val="visible"/>
                                      </p:to>
                                    </p:set>
                                    <p:animEffect transition="in" filter="blinds(vertical)">
                                      <p:cBhvr>
                                        <p:cTn id="11" dur="2000"/>
                                        <p:tgtEl>
                                          <p:spTgt spid="9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11668125" y="6602413"/>
            <a:ext cx="523875" cy="247650"/>
          </a:xfrm>
        </p:spPr>
        <p:txBody>
          <a:bodyPr/>
          <a:lstStyle/>
          <a:p>
            <a:fld id="{6FFA54E1-8A5A-492B-8D87-772C5A9980B5}" type="slidenum">
              <a:rPr lang="es-ES" smtClean="0"/>
              <a:pPr/>
              <a:t>34</a:t>
            </a:fld>
            <a:endParaRPr lang="es-ES"/>
          </a:p>
        </p:txBody>
      </p:sp>
      <p:sp>
        <p:nvSpPr>
          <p:cNvPr id="4" name="3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mc:AlternateContent xmlns:mc="http://schemas.openxmlformats.org/markup-compatibility/2006">
        <mc:Choice xmlns:a14="http://schemas.microsoft.com/office/drawing/2010/main" Requires="a14">
          <p:sp>
            <p:nvSpPr>
              <p:cNvPr id="96259" name="Object 3"/>
              <p:cNvSpPr txBox="1"/>
              <p:nvPr/>
            </p:nvSpPr>
            <p:spPr bwMode="auto">
              <a:xfrm>
                <a:off x="2200275" y="1865313"/>
                <a:ext cx="2330450" cy="55086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nor/>
                        </m:rPr>
                        <a:rPr lang="en-US">
                          <a:solidFill>
                            <a:srgbClr val="000000"/>
                          </a:solidFill>
                          <a:latin typeface="Cambria Math" panose="02040503050406030204" pitchFamily="18" charset="0"/>
                        </a:rPr>
                        <m:t>S</m:t>
                      </m:r>
                      <m:r>
                        <m:rPr>
                          <m:nor/>
                        </m:rPr>
                        <a:rPr lang="es-MX" b="0" i="0" smtClean="0">
                          <a:solidFill>
                            <a:srgbClr val="000000"/>
                          </a:solidFill>
                          <a:latin typeface="Cambria Math" panose="02040503050406030204" pitchFamily="18" charset="0"/>
                        </a:rPr>
                        <m:t>i</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𝑧</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𝑤</m:t>
                      </m:r>
                      <m:r>
                        <a:rPr lang="en-US" i="1">
                          <a:solidFill>
                            <a:srgbClr val="000000"/>
                          </a:solidFill>
                          <a:latin typeface="Cambria Math" panose="02040503050406030204" pitchFamily="18" charset="0"/>
                        </a:rPr>
                        <m:t>   </m:t>
                      </m:r>
                    </m:oMath>
                  </m:oMathPara>
                </a14:m>
                <a:endParaRPr lang="en-US" dirty="0"/>
              </a:p>
            </p:txBody>
          </p:sp>
        </mc:Choice>
        <mc:Fallback>
          <p:sp>
            <p:nvSpPr>
              <p:cNvPr id="96259" name="Object 3"/>
              <p:cNvSpPr txBox="1">
                <a:spLocks noRot="1" noChangeAspect="1" noMove="1" noResize="1" noEditPoints="1" noAdjustHandles="1" noChangeArrowheads="1" noChangeShapeType="1" noTextEdit="1"/>
              </p:cNvSpPr>
              <p:nvPr/>
            </p:nvSpPr>
            <p:spPr bwMode="auto">
              <a:xfrm>
                <a:off x="2200275" y="1865313"/>
                <a:ext cx="2330450" cy="55086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7284" name="Object 4"/>
              <p:cNvSpPr txBox="1"/>
              <p:nvPr/>
            </p:nvSpPr>
            <p:spPr bwMode="auto">
              <a:xfrm>
                <a:off x="2312988" y="2428875"/>
                <a:ext cx="7440612" cy="649288"/>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nor/>
                        </m:rPr>
                        <a:rPr lang="es-MX" smtClean="0">
                          <a:solidFill>
                            <a:srgbClr val="000000"/>
                          </a:solidFill>
                          <a:latin typeface="Cambria Math" panose="02040503050406030204" pitchFamily="18" charset="0"/>
                        </a:rPr>
                        <m:t>b</m:t>
                      </m:r>
                      <m:r>
                        <m:rPr>
                          <m:nor/>
                        </m:rPr>
                        <a:rPr lang="es-MX" b="0" i="0" smtClean="0">
                          <a:solidFill>
                            <a:srgbClr val="000000"/>
                          </a:solidFill>
                          <a:latin typeface="Cambria Math" panose="02040503050406030204" pitchFamily="18" charset="0"/>
                        </a:rPr>
                        <m:t>eneficio</m:t>
                      </m:r>
                      <m:r>
                        <m:rPr>
                          <m:nor/>
                        </m:rPr>
                        <a:rPr lang="es-MX" b="0" i="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nary>
                        <m:naryPr>
                          <m:chr m:val="∑"/>
                          <m:supHide m:val="on"/>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𝑖</m:t>
                          </m:r>
                        </m:sub>
                        <m:sup/>
                        <m:e>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uni</m:t>
                          </m:r>
                          <m:r>
                            <m:rPr>
                              <m:nor/>
                            </m:rPr>
                            <a:rPr lang="es-MX" b="0" i="0" smtClean="0">
                              <a:solidFill>
                                <a:srgbClr val="000000"/>
                              </a:solidFill>
                              <a:latin typeface="Cambria Math" panose="02040503050406030204" pitchFamily="18" charset="0"/>
                            </a:rPr>
                            <m:t>dades</m:t>
                          </m:r>
                          <m:r>
                            <m:rPr>
                              <m:nor/>
                            </m:rPr>
                            <a:rPr lang="es-MX" b="0" i="0" smtClean="0">
                              <a:solidFill>
                                <a:srgbClr val="000000"/>
                              </a:solidFill>
                              <a:latin typeface="Cambria Math" panose="02040503050406030204" pitchFamily="18" charset="0"/>
                            </a:rPr>
                            <m:t> </m:t>
                          </m:r>
                          <m:r>
                            <m:rPr>
                              <m:nor/>
                            </m:rPr>
                            <a:rPr lang="es-MX" b="0" i="0" smtClean="0">
                              <a:solidFill>
                                <a:srgbClr val="000000"/>
                              </a:solidFill>
                              <a:latin typeface="Cambria Math" panose="02040503050406030204" pitchFamily="18" charset="0"/>
                            </a:rPr>
                            <m:t>de</m:t>
                          </m:r>
                          <m:r>
                            <m:rPr>
                              <m:nor/>
                            </m:rPr>
                            <a:rPr lang="es-MX" b="0" i="0" smtClean="0">
                              <a:solidFill>
                                <a:srgbClr val="000000"/>
                              </a:solidFill>
                              <a:latin typeface="Cambria Math" panose="02040503050406030204" pitchFamily="18" charset="0"/>
                            </a:rPr>
                            <m:t> </m:t>
                          </m:r>
                          <m:r>
                            <m:rPr>
                              <m:nor/>
                            </m:rPr>
                            <a:rPr lang="es-MX" b="0" i="0" smtClean="0">
                              <a:solidFill>
                                <a:srgbClr val="000000"/>
                              </a:solidFill>
                              <a:latin typeface="Cambria Math" panose="02040503050406030204" pitchFamily="18" charset="0"/>
                            </a:rPr>
                            <m:t>recurso</m:t>
                          </m:r>
                          <m:r>
                            <m:rPr>
                              <m:nor/>
                            </m:rPr>
                            <a:rPr lang="es-MX" b="0" i="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sty m:val="p"/>
                            </m:rPr>
                            <a:rPr lang="en-US" i="1" smtClean="0">
                              <a:solidFill>
                                <a:srgbClr val="000000"/>
                              </a:solidFill>
                              <a:latin typeface="Cambria Math" panose="02040503050406030204" pitchFamily="18" charset="0"/>
                            </a:rPr>
                            <m:t>por</m:t>
                          </m:r>
                          <m:r>
                            <a:rPr lang="en-US" i="1" smtClean="0">
                              <a:solidFill>
                                <a:srgbClr val="000000"/>
                              </a:solidFill>
                              <a:latin typeface="Cambria Math" panose="02040503050406030204" pitchFamily="18" charset="0"/>
                            </a:rPr>
                            <m:t> </m:t>
                          </m:r>
                          <m:r>
                            <m:rPr>
                              <m:sty m:val="p"/>
                            </m:rPr>
                            <a:rPr lang="en-US" i="1" smtClean="0">
                              <a:solidFill>
                                <a:srgbClr val="000000"/>
                              </a:solidFill>
                              <a:latin typeface="Cambria Math" panose="02040503050406030204" pitchFamily="18" charset="0"/>
                            </a:rPr>
                            <m:t>uni</m:t>
                          </m:r>
                          <m:r>
                            <m:rPr>
                              <m:sty m:val="p"/>
                            </m:rPr>
                            <a:rPr lang="es-MX" b="0" i="0" smtClean="0">
                              <a:solidFill>
                                <a:srgbClr val="000000"/>
                              </a:solidFill>
                            </a:rPr>
                            <m:t>dad</m:t>
                          </m:r>
                          <m:r>
                            <a:rPr lang="es-MX" b="0" i="0" smtClean="0">
                              <a:solidFill>
                                <a:srgbClr val="000000"/>
                              </a:solidFill>
                            </a:rPr>
                            <m:t> </m:t>
                          </m:r>
                          <m:r>
                            <m:rPr>
                              <m:sty m:val="p"/>
                            </m:rPr>
                            <a:rPr lang="es-MX" b="0" i="0" smtClean="0">
                              <a:solidFill>
                                <a:srgbClr val="000000"/>
                              </a:solidFill>
                            </a:rPr>
                            <m:t>de</m:t>
                          </m:r>
                          <m:r>
                            <a:rPr lang="es-MX" b="0" i="0" smtClean="0">
                              <a:solidFill>
                                <a:srgbClr val="000000"/>
                              </a:solidFill>
                            </a:rPr>
                            <m:t> </m:t>
                          </m:r>
                          <m:r>
                            <m:rPr>
                              <m:sty m:val="p"/>
                            </m:rPr>
                            <a:rPr lang="es-MX" b="0" i="0" smtClean="0">
                              <a:solidFill>
                                <a:srgbClr val="000000"/>
                              </a:solidFill>
                            </a:rPr>
                            <m:t>recurso</m:t>
                          </m:r>
                          <m:r>
                            <a:rPr lang="es-MX" b="0" i="0" smtClean="0">
                              <a:solidFill>
                                <a:srgbClr val="000000"/>
                              </a:solidFill>
                            </a:rPr>
                            <m:t> </m:t>
                          </m:r>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e>
                      </m:nary>
                      <m:r>
                        <a:rPr lang="en-US" i="1">
                          <a:solidFill>
                            <a:srgbClr val="000000"/>
                          </a:solidFill>
                          <a:latin typeface="Cambria Math" panose="02040503050406030204" pitchFamily="18" charset="0"/>
                        </a:rPr>
                        <m:t> </m:t>
                      </m:r>
                    </m:oMath>
                  </m:oMathPara>
                </a14:m>
                <a:endParaRPr lang="en-US" dirty="0"/>
              </a:p>
            </p:txBody>
          </p:sp>
        </mc:Choice>
        <mc:Fallback>
          <p:sp>
            <p:nvSpPr>
              <p:cNvPr id="97284" name="Object 4"/>
              <p:cNvSpPr txBox="1">
                <a:spLocks noRot="1" noChangeAspect="1" noMove="1" noResize="1" noEditPoints="1" noAdjustHandles="1" noChangeArrowheads="1" noChangeShapeType="1" noTextEdit="1"/>
              </p:cNvSpPr>
              <p:nvPr/>
            </p:nvSpPr>
            <p:spPr bwMode="auto">
              <a:xfrm>
                <a:off x="2312988" y="2428875"/>
                <a:ext cx="7440612" cy="64928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7288" name="Object 8"/>
              <p:cNvSpPr txBox="1"/>
              <p:nvPr/>
            </p:nvSpPr>
            <p:spPr bwMode="auto">
              <a:xfrm>
                <a:off x="2141538" y="4143375"/>
                <a:ext cx="2330450" cy="55086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nor/>
                        </m:rPr>
                        <a:rPr lang="en-US">
                          <a:solidFill>
                            <a:srgbClr val="000000"/>
                          </a:solidFill>
                          <a:latin typeface="Cambria Math" panose="02040503050406030204" pitchFamily="18" charset="0"/>
                        </a:rPr>
                        <m:t>S</m:t>
                      </m:r>
                      <m:r>
                        <m:rPr>
                          <m:nor/>
                        </m:rPr>
                        <a:rPr lang="es-MX" b="0" i="0" smtClean="0">
                          <a:solidFill>
                            <a:srgbClr val="000000"/>
                          </a:solidFill>
                          <a:latin typeface="Cambria Math" panose="02040503050406030204" pitchFamily="18" charset="0"/>
                        </a:rPr>
                        <m:t>i</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𝑧</m:t>
                      </m:r>
                      <m:r>
                        <a:rPr lang="en-US" i="1">
                          <a:solidFill>
                            <a:srgbClr val="000000"/>
                          </a:solidFill>
                          <a:latin typeface="Cambria Math" panose="02040503050406030204" pitchFamily="18" charset="0"/>
                        </a:rPr>
                        <m:t>&lt;</m:t>
                      </m:r>
                      <m:r>
                        <a:rPr lang="en-US" i="1">
                          <a:solidFill>
                            <a:srgbClr val="000000"/>
                          </a:solidFill>
                          <a:latin typeface="Cambria Math" panose="02040503050406030204" pitchFamily="18" charset="0"/>
                        </a:rPr>
                        <m:t>𝑤</m:t>
                      </m:r>
                      <m:r>
                        <a:rPr lang="en-US" i="1">
                          <a:solidFill>
                            <a:srgbClr val="000000"/>
                          </a:solidFill>
                          <a:latin typeface="Cambria Math" panose="02040503050406030204" pitchFamily="18" charset="0"/>
                        </a:rPr>
                        <m:t>   </m:t>
                      </m:r>
                    </m:oMath>
                  </m:oMathPara>
                </a14:m>
                <a:endParaRPr lang="en-US" dirty="0"/>
              </a:p>
            </p:txBody>
          </p:sp>
        </mc:Choice>
        <mc:Fallback>
          <p:sp>
            <p:nvSpPr>
              <p:cNvPr id="97288" name="Object 8"/>
              <p:cNvSpPr txBox="1">
                <a:spLocks noRot="1" noChangeAspect="1" noMove="1" noResize="1" noEditPoints="1" noAdjustHandles="1" noChangeArrowheads="1" noChangeShapeType="1" noTextEdit="1"/>
              </p:cNvSpPr>
              <p:nvPr/>
            </p:nvSpPr>
            <p:spPr bwMode="auto">
              <a:xfrm>
                <a:off x="2141538" y="4143375"/>
                <a:ext cx="2330450" cy="5508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7289" name="Object 9"/>
              <p:cNvSpPr txBox="1"/>
              <p:nvPr/>
            </p:nvSpPr>
            <p:spPr bwMode="auto">
              <a:xfrm>
                <a:off x="3789363" y="4754563"/>
                <a:ext cx="4113212" cy="43338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nor/>
                        </m:rPr>
                        <a:rPr lang="es-MX" b="0" i="0" smtClean="0">
                          <a:solidFill>
                            <a:srgbClr val="000000"/>
                          </a:solidFill>
                          <a:latin typeface="Cambria Math" panose="02040503050406030204" pitchFamily="18" charset="0"/>
                        </a:rPr>
                        <m:t>beneficio</m:t>
                      </m:r>
                      <m:r>
                        <a:rPr lang="en-US" i="1">
                          <a:solidFill>
                            <a:srgbClr val="000000"/>
                          </a:solidFill>
                          <a:latin typeface="Cambria Math" panose="02040503050406030204" pitchFamily="18" charset="0"/>
                        </a:rPr>
                        <m:t>&lt;</m:t>
                      </m:r>
                      <m:r>
                        <m:rPr>
                          <m:nor/>
                        </m:rPr>
                        <a:rPr lang="es-MX" b="0" i="0" smtClean="0">
                          <a:solidFill>
                            <a:srgbClr val="000000"/>
                          </a:solidFill>
                          <a:latin typeface="Cambria Math" panose="02040503050406030204" pitchFamily="18" charset="0"/>
                        </a:rPr>
                        <m:t>valor</m:t>
                      </m:r>
                      <m:r>
                        <m:rPr>
                          <m:nor/>
                        </m:rPr>
                        <a:rPr lang="es-MX" b="0" i="0" smtClean="0">
                          <a:solidFill>
                            <a:srgbClr val="000000"/>
                          </a:solidFill>
                          <a:latin typeface="Cambria Math" panose="02040503050406030204" pitchFamily="18" charset="0"/>
                        </a:rPr>
                        <m:t> </m:t>
                      </m:r>
                      <m:r>
                        <m:rPr>
                          <m:nor/>
                        </m:rPr>
                        <a:rPr lang="es-MX" b="0" i="0" smtClean="0">
                          <a:solidFill>
                            <a:srgbClr val="000000"/>
                          </a:solidFill>
                          <a:latin typeface="Cambria Math" panose="02040503050406030204" pitchFamily="18" charset="0"/>
                        </a:rPr>
                        <m:t>de</m:t>
                      </m:r>
                      <m:r>
                        <m:rPr>
                          <m:nor/>
                        </m:rPr>
                        <a:rPr lang="es-MX" b="0" i="0" smtClean="0">
                          <a:solidFill>
                            <a:srgbClr val="000000"/>
                          </a:solidFill>
                          <a:latin typeface="Cambria Math" panose="02040503050406030204" pitchFamily="18" charset="0"/>
                        </a:rPr>
                        <m:t> </m:t>
                      </m:r>
                      <m:r>
                        <m:rPr>
                          <m:nor/>
                        </m:rPr>
                        <a:rPr lang="es-MX" b="0" i="0" smtClean="0">
                          <a:solidFill>
                            <a:srgbClr val="000000"/>
                          </a:solidFill>
                          <a:latin typeface="Cambria Math" panose="02040503050406030204" pitchFamily="18" charset="0"/>
                        </a:rPr>
                        <m:t>los</m:t>
                      </m:r>
                      <m:r>
                        <m:rPr>
                          <m:nor/>
                        </m:rPr>
                        <a:rPr lang="es-MX" b="0" i="0" smtClean="0">
                          <a:solidFill>
                            <a:srgbClr val="000000"/>
                          </a:solidFill>
                          <a:latin typeface="Cambria Math" panose="02040503050406030204" pitchFamily="18" charset="0"/>
                        </a:rPr>
                        <m:t> </m:t>
                      </m:r>
                      <m:r>
                        <m:rPr>
                          <m:nor/>
                        </m:rPr>
                        <a:rPr lang="es-MX" b="0" i="0" smtClean="0">
                          <a:solidFill>
                            <a:srgbClr val="000000"/>
                          </a:solidFill>
                          <a:latin typeface="Cambria Math" panose="02040503050406030204" pitchFamily="18" charset="0"/>
                        </a:rPr>
                        <m:t>recursos</m:t>
                      </m:r>
                    </m:oMath>
                  </m:oMathPara>
                </a14:m>
                <a:endParaRPr lang="en-US" dirty="0"/>
              </a:p>
            </p:txBody>
          </p:sp>
        </mc:Choice>
        <mc:Fallback>
          <p:sp>
            <p:nvSpPr>
              <p:cNvPr id="97289" name="Object 9"/>
              <p:cNvSpPr txBox="1">
                <a:spLocks noRot="1" noChangeAspect="1" noMove="1" noResize="1" noEditPoints="1" noAdjustHandles="1" noChangeArrowheads="1" noChangeShapeType="1" noTextEdit="1"/>
              </p:cNvSpPr>
              <p:nvPr/>
            </p:nvSpPr>
            <p:spPr bwMode="auto">
              <a:xfrm>
                <a:off x="3789363" y="4754563"/>
                <a:ext cx="4113212" cy="433387"/>
              </a:xfrm>
              <a:prstGeom prst="rect">
                <a:avLst/>
              </a:prstGeom>
              <a:blipFill>
                <a:blip r:embed="rId5"/>
                <a:stretch>
                  <a:fillRect/>
                </a:stretch>
              </a:blipFill>
            </p:spPr>
            <p:txBody>
              <a:bodyPr/>
              <a:lstStyle/>
              <a:p>
                <a:r>
                  <a:rPr lang="en-US">
                    <a:noFill/>
                  </a:rPr>
                  <a:t> </a:t>
                </a:r>
              </a:p>
            </p:txBody>
          </p:sp>
        </mc:Fallback>
      </mc:AlternateContent>
      <p:sp>
        <p:nvSpPr>
          <p:cNvPr id="13" name="12 CuadroTexto"/>
          <p:cNvSpPr txBox="1"/>
          <p:nvPr/>
        </p:nvSpPr>
        <p:spPr>
          <a:xfrm>
            <a:off x="7818675" y="4694238"/>
            <a:ext cx="1246816" cy="369332"/>
          </a:xfrm>
          <a:prstGeom prst="rect">
            <a:avLst/>
          </a:prstGeom>
          <a:solidFill>
            <a:schemeClr val="accent5"/>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s-MX" dirty="0"/>
              <a:t>Inestable!!</a:t>
            </a:r>
          </a:p>
        </p:txBody>
      </p:sp>
      <p:sp>
        <p:nvSpPr>
          <p:cNvPr id="8" name="Title 7">
            <a:extLst>
              <a:ext uri="{FF2B5EF4-FFF2-40B4-BE49-F238E27FC236}">
                <a16:creationId xmlns:a16="http://schemas.microsoft.com/office/drawing/2014/main" id="{F311DDA1-E1E2-F328-61E1-987C3C290697}"/>
              </a:ext>
            </a:extLst>
          </p:cNvPr>
          <p:cNvSpPr>
            <a:spLocks noGrp="1"/>
          </p:cNvSpPr>
          <p:nvPr>
            <p:ph type="title"/>
          </p:nvPr>
        </p:nvSpPr>
        <p:spPr>
          <a:xfrm>
            <a:off x="952500" y="365125"/>
            <a:ext cx="8281147" cy="1325563"/>
          </a:xfrm>
        </p:spPr>
        <p:txBody>
          <a:bodyPr/>
          <a:lstStyle/>
          <a:p>
            <a:r>
              <a:rPr lang="es-MX" dirty="0"/>
              <a:t>Interpretación económica de dualidad</a:t>
            </a:r>
            <a:endParaRPr lang="en-US" dirty="0"/>
          </a:p>
        </p:txBody>
      </p:sp>
      <p:sp>
        <p:nvSpPr>
          <p:cNvPr id="16" name="Rectangle 26"/>
          <p:cNvSpPr>
            <a:spLocks noChangeArrowheads="1"/>
          </p:cNvSpPr>
          <p:nvPr/>
        </p:nvSpPr>
        <p:spPr bwMode="auto">
          <a:xfrm>
            <a:off x="2944121" y="3366069"/>
            <a:ext cx="6197209" cy="44627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fontAlgn="base">
              <a:spcBef>
                <a:spcPct val="0"/>
              </a:spcBef>
              <a:spcAft>
                <a:spcPct val="0"/>
              </a:spcAft>
            </a:pPr>
            <a:r>
              <a:rPr lang="es-MX" sz="2900" i="1" dirty="0" err="1">
                <a:solidFill>
                  <a:srgbClr val="000000"/>
                </a:solidFill>
                <a:latin typeface="Book Antiqua" pitchFamily="18" charset="0"/>
              </a:rPr>
              <a:t>y</a:t>
            </a:r>
            <a:r>
              <a:rPr lang="es-MX" sz="2900" i="1" baseline="-25000" dirty="0" err="1">
                <a:solidFill>
                  <a:srgbClr val="000000"/>
                </a:solidFill>
                <a:latin typeface="Book Antiqua" pitchFamily="18" charset="0"/>
              </a:rPr>
              <a:t>i</a:t>
            </a:r>
            <a:r>
              <a:rPr lang="es-MX" sz="2900" dirty="0">
                <a:solidFill>
                  <a:srgbClr val="000000"/>
                </a:solidFill>
                <a:latin typeface="Book Antiqua" pitchFamily="18" charset="0"/>
              </a:rPr>
              <a:t> = Valor de una unidad de recurso </a:t>
            </a:r>
            <a:r>
              <a:rPr lang="es-MX" sz="2900" i="1" dirty="0">
                <a:solidFill>
                  <a:srgbClr val="000000"/>
                </a:solidFill>
                <a:latin typeface="Book Antiqua" pitchFamily="18" charset="0"/>
              </a:rPr>
              <a:t>i</a:t>
            </a:r>
            <a:endParaRPr lang="es-MX" i="1"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11802" y="1928814"/>
            <a:ext cx="4493916" cy="4525963"/>
          </a:xfrm>
        </p:spPr>
        <p:txBody>
          <a:bodyPr/>
          <a:lstStyle/>
          <a:p>
            <a:r>
              <a:rPr lang="es-MX" dirty="0"/>
              <a:t>Costo reducido</a:t>
            </a:r>
          </a:p>
          <a:p>
            <a:endParaRPr lang="es-MX" dirty="0"/>
          </a:p>
          <a:p>
            <a:endParaRPr lang="es-MX" dirty="0"/>
          </a:p>
          <a:p>
            <a:endParaRPr lang="es-MX" dirty="0"/>
          </a:p>
          <a:p>
            <a:r>
              <a:rPr lang="es-MX" dirty="0"/>
              <a:t>Si </a:t>
            </a:r>
            <a:r>
              <a:rPr lang="es-MX" dirty="0" err="1"/>
              <a:t>max</a:t>
            </a:r>
            <a:r>
              <a:rPr lang="es-MX" dirty="0"/>
              <a:t>, incrementa el valor de la actividad j si:</a:t>
            </a:r>
          </a:p>
        </p:txBody>
      </p:sp>
      <p:sp>
        <p:nvSpPr>
          <p:cNvPr id="2" name="1 Título"/>
          <p:cNvSpPr>
            <a:spLocks noGrp="1"/>
          </p:cNvSpPr>
          <p:nvPr>
            <p:ph type="title"/>
          </p:nvPr>
        </p:nvSpPr>
        <p:spPr>
          <a:xfrm>
            <a:off x="952500" y="365125"/>
            <a:ext cx="9446559" cy="1325563"/>
          </a:xfrm>
        </p:spPr>
        <p:txBody>
          <a:bodyPr>
            <a:normAutofit/>
          </a:bodyPr>
          <a:lstStyle/>
          <a:p>
            <a:r>
              <a:rPr lang="es-MX" dirty="0"/>
              <a:t>Interpretación económica de dualidad</a:t>
            </a:r>
          </a:p>
        </p:txBody>
      </p:sp>
      <p:sp>
        <p:nvSpPr>
          <p:cNvPr id="4" name="Slide Number Placeholder 3"/>
          <p:cNvSpPr>
            <a:spLocks noGrp="1"/>
          </p:cNvSpPr>
          <p:nvPr>
            <p:ph type="sldNum" sz="quarter" idx="4294967295"/>
          </p:nvPr>
        </p:nvSpPr>
        <p:spPr>
          <a:xfrm>
            <a:off x="11668125" y="6602413"/>
            <a:ext cx="523875" cy="247650"/>
          </a:xfrm>
        </p:spPr>
        <p:txBody>
          <a:bodyPr/>
          <a:lstStyle/>
          <a:p>
            <a:fld id="{6FFA54E1-8A5A-492B-8D87-772C5A9980B5}" type="slidenum">
              <a:rPr lang="es-ES" smtClean="0"/>
              <a:pPr/>
              <a:t>35</a:t>
            </a:fld>
            <a:endParaRPr lang="es-ES"/>
          </a:p>
        </p:txBody>
      </p:sp>
      <p:sp>
        <p:nvSpPr>
          <p:cNvPr id="5" name="4 Marcador de pie de página"/>
          <p:cNvSpPr>
            <a:spLocks noGrp="1"/>
          </p:cNvSpPr>
          <p:nvPr>
            <p:ph type="ftr" sz="quarter" idx="4294967295"/>
          </p:nvPr>
        </p:nvSpPr>
        <p:spPr>
          <a:xfrm>
            <a:off x="0" y="6610350"/>
            <a:ext cx="2644775" cy="247650"/>
          </a:xfrm>
        </p:spPr>
        <p:txBody>
          <a:bodyPr/>
          <a:lstStyle/>
          <a:p>
            <a:r>
              <a:rPr lang="es-ES"/>
              <a:t>OPTIMIZACIÓN DE OPERACIONES</a:t>
            </a:r>
          </a:p>
        </p:txBody>
      </p:sp>
      <p:graphicFrame>
        <p:nvGraphicFramePr>
          <p:cNvPr id="98308" name="Object 4"/>
          <p:cNvGraphicFramePr>
            <a:graphicFrameLocks noChangeAspect="1"/>
          </p:cNvGraphicFramePr>
          <p:nvPr>
            <p:extLst>
              <p:ext uri="{D42A27DB-BD31-4B8C-83A1-F6EECF244321}">
                <p14:modId xmlns:p14="http://schemas.microsoft.com/office/powerpoint/2010/main" val="3201178693"/>
              </p:ext>
            </p:extLst>
          </p:nvPr>
        </p:nvGraphicFramePr>
        <p:xfrm>
          <a:off x="5065714" y="2097723"/>
          <a:ext cx="2364779" cy="539918"/>
        </p:xfrm>
        <a:graphic>
          <a:graphicData uri="http://schemas.openxmlformats.org/presentationml/2006/ole">
            <mc:AlternateContent xmlns:mc="http://schemas.openxmlformats.org/markup-compatibility/2006">
              <mc:Choice xmlns:v="urn:schemas-microsoft-com:vml" Requires="v">
                <p:oleObj name="Ecuación" r:id="rId2" imgW="1041120" imgH="228600" progId="Equation.3">
                  <p:embed/>
                </p:oleObj>
              </mc:Choice>
              <mc:Fallback>
                <p:oleObj name="Ecuación" r:id="rId2" imgW="1041120" imgH="228600" progId="Equation.3">
                  <p:embed/>
                  <p:pic>
                    <p:nvPicPr>
                      <p:cNvPr id="98308" name="Object 4"/>
                      <p:cNvPicPr>
                        <a:picLocks noChangeAspect="1" noChangeArrowheads="1"/>
                      </p:cNvPicPr>
                      <p:nvPr/>
                    </p:nvPicPr>
                    <p:blipFill>
                      <a:blip r:embed="rId3"/>
                      <a:srcRect/>
                      <a:stretch>
                        <a:fillRect/>
                      </a:stretch>
                    </p:blipFill>
                    <p:spPr bwMode="auto">
                      <a:xfrm>
                        <a:off x="5065714" y="2097723"/>
                        <a:ext cx="2364779" cy="539918"/>
                      </a:xfrm>
                      <a:prstGeom prst="rect">
                        <a:avLst/>
                      </a:prstGeom>
                      <a:noFill/>
                    </p:spPr>
                  </p:pic>
                </p:oleObj>
              </mc:Fallback>
            </mc:AlternateContent>
          </a:graphicData>
        </a:graphic>
      </p:graphicFrame>
      <p:graphicFrame>
        <p:nvGraphicFramePr>
          <p:cNvPr id="98309" name="Object 5"/>
          <p:cNvGraphicFramePr>
            <a:graphicFrameLocks noChangeAspect="1"/>
          </p:cNvGraphicFramePr>
          <p:nvPr>
            <p:extLst>
              <p:ext uri="{D42A27DB-BD31-4B8C-83A1-F6EECF244321}">
                <p14:modId xmlns:p14="http://schemas.microsoft.com/office/powerpoint/2010/main" val="2159517794"/>
              </p:ext>
            </p:extLst>
          </p:nvPr>
        </p:nvGraphicFramePr>
        <p:xfrm>
          <a:off x="2265354" y="2637641"/>
          <a:ext cx="1401762" cy="495300"/>
        </p:xfrm>
        <a:graphic>
          <a:graphicData uri="http://schemas.openxmlformats.org/presentationml/2006/ole">
            <mc:AlternateContent xmlns:mc="http://schemas.openxmlformats.org/markup-compatibility/2006">
              <mc:Choice xmlns:v="urn:schemas-microsoft-com:vml" Requires="v">
                <p:oleObj name="Ecuación" r:id="rId4" imgW="672840" imgH="228600" progId="Equation.3">
                  <p:embed/>
                </p:oleObj>
              </mc:Choice>
              <mc:Fallback>
                <p:oleObj name="Ecuación" r:id="rId4" imgW="672840" imgH="228600" progId="Equation.3">
                  <p:embed/>
                  <p:pic>
                    <p:nvPicPr>
                      <p:cNvPr id="9830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5354" y="2637641"/>
                        <a:ext cx="1401762"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10" name="Object 6"/>
          <p:cNvGraphicFramePr>
            <a:graphicFrameLocks noChangeAspect="1"/>
          </p:cNvGraphicFramePr>
          <p:nvPr>
            <p:extLst>
              <p:ext uri="{D42A27DB-BD31-4B8C-83A1-F6EECF244321}">
                <p14:modId xmlns:p14="http://schemas.microsoft.com/office/powerpoint/2010/main" val="1197191498"/>
              </p:ext>
            </p:extLst>
          </p:nvPr>
        </p:nvGraphicFramePr>
        <p:xfrm>
          <a:off x="5083176" y="2677161"/>
          <a:ext cx="1785649" cy="479592"/>
        </p:xfrm>
        <a:graphic>
          <a:graphicData uri="http://schemas.openxmlformats.org/presentationml/2006/ole">
            <mc:AlternateContent xmlns:mc="http://schemas.openxmlformats.org/markup-compatibility/2006">
              <mc:Choice xmlns:v="urn:schemas-microsoft-com:vml" Requires="v">
                <p:oleObj name="Ecuación" r:id="rId6" imgW="787320" imgH="203040" progId="Equation.3">
                  <p:embed/>
                </p:oleObj>
              </mc:Choice>
              <mc:Fallback>
                <p:oleObj name="Ecuación" r:id="rId6" imgW="787320" imgH="203040" progId="Equation.3">
                  <p:embed/>
                  <p:pic>
                    <p:nvPicPr>
                      <p:cNvPr id="98310" name="Object 6"/>
                      <p:cNvPicPr>
                        <a:picLocks noChangeAspect="1" noChangeArrowheads="1"/>
                      </p:cNvPicPr>
                      <p:nvPr/>
                    </p:nvPicPr>
                    <p:blipFill>
                      <a:blip r:embed="rId7"/>
                      <a:srcRect/>
                      <a:stretch>
                        <a:fillRect/>
                      </a:stretch>
                    </p:blipFill>
                    <p:spPr bwMode="auto">
                      <a:xfrm>
                        <a:off x="5083176" y="2677161"/>
                        <a:ext cx="1785649" cy="479592"/>
                      </a:xfrm>
                      <a:prstGeom prst="rect">
                        <a:avLst/>
                      </a:prstGeom>
                      <a:noFill/>
                    </p:spPr>
                  </p:pic>
                </p:oleObj>
              </mc:Fallback>
            </mc:AlternateContent>
          </a:graphicData>
        </a:graphic>
      </p:graphicFrame>
      <p:graphicFrame>
        <p:nvGraphicFramePr>
          <p:cNvPr id="98311" name="Object 7"/>
          <p:cNvGraphicFramePr>
            <a:graphicFrameLocks noChangeAspect="1"/>
          </p:cNvGraphicFramePr>
          <p:nvPr>
            <p:extLst>
              <p:ext uri="{D42A27DB-BD31-4B8C-83A1-F6EECF244321}">
                <p14:modId xmlns:p14="http://schemas.microsoft.com/office/powerpoint/2010/main" val="2812242114"/>
              </p:ext>
            </p:extLst>
          </p:nvPr>
        </p:nvGraphicFramePr>
        <p:xfrm>
          <a:off x="8094668" y="2447923"/>
          <a:ext cx="2152650" cy="600075"/>
        </p:xfrm>
        <a:graphic>
          <a:graphicData uri="http://schemas.openxmlformats.org/presentationml/2006/ole">
            <mc:AlternateContent xmlns:mc="http://schemas.openxmlformats.org/markup-compatibility/2006">
              <mc:Choice xmlns:v="urn:schemas-microsoft-com:vml" Requires="v">
                <p:oleObj name="Ecuación" r:id="rId8" imgW="901440" imgH="241200" progId="Equation.3">
                  <p:embed/>
                </p:oleObj>
              </mc:Choice>
              <mc:Fallback>
                <p:oleObj name="Ecuación" r:id="rId8" imgW="901440" imgH="241200" progId="Equation.3">
                  <p:embed/>
                  <p:pic>
                    <p:nvPicPr>
                      <p:cNvPr id="98311" name="Object 7"/>
                      <p:cNvPicPr>
                        <a:picLocks noChangeAspect="1" noChangeArrowheads="1"/>
                      </p:cNvPicPr>
                      <p:nvPr/>
                    </p:nvPicPr>
                    <p:blipFill>
                      <a:blip r:embed="rId9"/>
                      <a:srcRect/>
                      <a:stretch>
                        <a:fillRect/>
                      </a:stretch>
                    </p:blipFill>
                    <p:spPr bwMode="auto">
                      <a:xfrm>
                        <a:off x="8094668" y="2447923"/>
                        <a:ext cx="2152650"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14" name="Object 10"/>
          <p:cNvGraphicFramePr>
            <a:graphicFrameLocks noChangeAspect="1"/>
          </p:cNvGraphicFramePr>
          <p:nvPr>
            <p:extLst>
              <p:ext uri="{D42A27DB-BD31-4B8C-83A1-F6EECF244321}">
                <p14:modId xmlns:p14="http://schemas.microsoft.com/office/powerpoint/2010/main" val="1079322467"/>
              </p:ext>
            </p:extLst>
          </p:nvPr>
        </p:nvGraphicFramePr>
        <p:xfrm>
          <a:off x="5227658" y="4286652"/>
          <a:ext cx="1608138" cy="568325"/>
        </p:xfrm>
        <a:graphic>
          <a:graphicData uri="http://schemas.openxmlformats.org/presentationml/2006/ole">
            <mc:AlternateContent xmlns:mc="http://schemas.openxmlformats.org/markup-compatibility/2006">
              <mc:Choice xmlns:v="urn:schemas-microsoft-com:vml" Requires="v">
                <p:oleObj name="Ecuación" r:id="rId10" imgW="672840" imgH="228600" progId="Equation.3">
                  <p:embed/>
                </p:oleObj>
              </mc:Choice>
              <mc:Fallback>
                <p:oleObj name="Ecuación" r:id="rId10" imgW="672840" imgH="228600" progId="Equation.3">
                  <p:embed/>
                  <p:pic>
                    <p:nvPicPr>
                      <p:cNvPr id="98314"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27658" y="4286652"/>
                        <a:ext cx="1608138"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15" name="Object 11"/>
          <p:cNvGraphicFramePr>
            <a:graphicFrameLocks noChangeAspect="1"/>
          </p:cNvGraphicFramePr>
          <p:nvPr>
            <p:extLst>
              <p:ext uri="{D42A27DB-BD31-4B8C-83A1-F6EECF244321}">
                <p14:modId xmlns:p14="http://schemas.microsoft.com/office/powerpoint/2010/main" val="1004992173"/>
              </p:ext>
            </p:extLst>
          </p:nvPr>
        </p:nvGraphicFramePr>
        <p:xfrm>
          <a:off x="5486207" y="5187017"/>
          <a:ext cx="1063625" cy="600075"/>
        </p:xfrm>
        <a:graphic>
          <a:graphicData uri="http://schemas.openxmlformats.org/presentationml/2006/ole">
            <mc:AlternateContent xmlns:mc="http://schemas.openxmlformats.org/markup-compatibility/2006">
              <mc:Choice xmlns:v="urn:schemas-microsoft-com:vml" Requires="v">
                <p:oleObj name="Ecuación" r:id="rId12" imgW="444240" imgH="241200" progId="Equation.3">
                  <p:embed/>
                </p:oleObj>
              </mc:Choice>
              <mc:Fallback>
                <p:oleObj name="Ecuación" r:id="rId12" imgW="444240" imgH="241200" progId="Equation.3">
                  <p:embed/>
                  <p:pic>
                    <p:nvPicPr>
                      <p:cNvPr id="98315" name="Object 11"/>
                      <p:cNvPicPr>
                        <a:picLocks noChangeAspect="1" noChangeArrowheads="1"/>
                      </p:cNvPicPr>
                      <p:nvPr/>
                    </p:nvPicPr>
                    <p:blipFill>
                      <a:blip r:embed="rId13"/>
                      <a:srcRect/>
                      <a:stretch>
                        <a:fillRect/>
                      </a:stretch>
                    </p:blipFill>
                    <p:spPr bwMode="auto">
                      <a:xfrm>
                        <a:off x="5486207" y="5187017"/>
                        <a:ext cx="1063625"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a:extLst>
              <a:ext uri="{FF2B5EF4-FFF2-40B4-BE49-F238E27FC236}">
                <a16:creationId xmlns:a16="http://schemas.microsoft.com/office/drawing/2014/main" id="{B5A93D6D-875F-4869-D956-3BDDEFFCA4F6}"/>
              </a:ext>
            </a:extLst>
          </p:cNvPr>
          <p:cNvSpPr txBox="1"/>
          <p:nvPr/>
        </p:nvSpPr>
        <p:spPr>
          <a:xfrm>
            <a:off x="9874012" y="3486837"/>
            <a:ext cx="1520638" cy="646331"/>
          </a:xfrm>
          <a:prstGeom prst="rect">
            <a:avLst/>
          </a:prstGeom>
          <a:solidFill>
            <a:schemeClr val="accent2">
              <a:lumMod val="20000"/>
              <a:lumOff val="80000"/>
            </a:schemeClr>
          </a:solidFill>
        </p:spPr>
        <p:txBody>
          <a:bodyPr wrap="square">
            <a:spAutoFit/>
          </a:bodyPr>
          <a:lstStyle/>
          <a:p>
            <a:r>
              <a:rPr lang="es-MX" dirty="0">
                <a:solidFill>
                  <a:schemeClr val="bg1"/>
                </a:solidFill>
              </a:rPr>
              <a:t>Beneficio de la actividad j</a:t>
            </a:r>
          </a:p>
        </p:txBody>
      </p:sp>
      <p:cxnSp>
        <p:nvCxnSpPr>
          <p:cNvPr id="10" name="Straight Arrow Connector 9">
            <a:extLst>
              <a:ext uri="{FF2B5EF4-FFF2-40B4-BE49-F238E27FC236}">
                <a16:creationId xmlns:a16="http://schemas.microsoft.com/office/drawing/2014/main" id="{5DED60A6-3A67-34BC-8E62-87192711B355}"/>
              </a:ext>
            </a:extLst>
          </p:cNvPr>
          <p:cNvCxnSpPr/>
          <p:nvPr/>
        </p:nvCxnSpPr>
        <p:spPr>
          <a:xfrm flipH="1" flipV="1">
            <a:off x="10040471" y="3060886"/>
            <a:ext cx="206847" cy="36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515B272-A80D-3302-51ED-2F05F2E39578}"/>
              </a:ext>
            </a:extLst>
          </p:cNvPr>
          <p:cNvSpPr txBox="1"/>
          <p:nvPr/>
        </p:nvSpPr>
        <p:spPr>
          <a:xfrm>
            <a:off x="8094668" y="3491242"/>
            <a:ext cx="1520639" cy="646331"/>
          </a:xfrm>
          <a:prstGeom prst="rect">
            <a:avLst/>
          </a:prstGeom>
          <a:solidFill>
            <a:schemeClr val="accent2">
              <a:lumMod val="20000"/>
              <a:lumOff val="80000"/>
            </a:schemeClr>
          </a:solidFill>
        </p:spPr>
        <p:txBody>
          <a:bodyPr wrap="square">
            <a:spAutoFit/>
          </a:bodyPr>
          <a:lstStyle/>
          <a:p>
            <a:pPr algn="ctr"/>
            <a:r>
              <a:rPr lang="es-MX" dirty="0">
                <a:solidFill>
                  <a:schemeClr val="bg1"/>
                </a:solidFill>
              </a:rPr>
              <a:t>Costo de la actividad j</a:t>
            </a:r>
          </a:p>
        </p:txBody>
      </p:sp>
      <p:cxnSp>
        <p:nvCxnSpPr>
          <p:cNvPr id="13" name="Straight Arrow Connector 12">
            <a:extLst>
              <a:ext uri="{FF2B5EF4-FFF2-40B4-BE49-F238E27FC236}">
                <a16:creationId xmlns:a16="http://schemas.microsoft.com/office/drawing/2014/main" id="{9F1769B3-8607-8018-C294-2F322D9D1C7E}"/>
              </a:ext>
            </a:extLst>
          </p:cNvPr>
          <p:cNvCxnSpPr>
            <a:cxnSpLocks/>
          </p:cNvCxnSpPr>
          <p:nvPr/>
        </p:nvCxnSpPr>
        <p:spPr>
          <a:xfrm flipV="1">
            <a:off x="8757572" y="3060886"/>
            <a:ext cx="323608" cy="36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29296CB-EE64-3AAB-57ED-4F0D4A1D1AF3}"/>
              </a:ext>
            </a:extLst>
          </p:cNvPr>
          <p:cNvSpPr txBox="1"/>
          <p:nvPr/>
        </p:nvSpPr>
        <p:spPr>
          <a:xfrm>
            <a:off x="6879719" y="5025389"/>
            <a:ext cx="2429897" cy="923330"/>
          </a:xfrm>
          <a:prstGeom prst="leftArrowCallout">
            <a:avLst>
              <a:gd name="adj1" fmla="val 25000"/>
              <a:gd name="adj2" fmla="val 25000"/>
              <a:gd name="adj3" fmla="val 25000"/>
              <a:gd name="adj4" fmla="val 80559"/>
            </a:avLst>
          </a:prstGeom>
          <a:solidFill>
            <a:schemeClr val="accent1">
              <a:lumMod val="20000"/>
              <a:lumOff val="80000"/>
            </a:schemeClr>
          </a:solidFill>
        </p:spPr>
        <p:txBody>
          <a:bodyPr wrap="square">
            <a:spAutoFit/>
          </a:bodyPr>
          <a:lstStyle/>
          <a:p>
            <a:pPr algn="ctr"/>
            <a:r>
              <a:rPr lang="es-MX" dirty="0">
                <a:solidFill>
                  <a:schemeClr val="bg1"/>
                </a:solidFill>
              </a:rPr>
              <a:t>Entonces, vale la pena desarrollar la actividad j</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8308"/>
                                        </p:tgtEl>
                                        <p:attrNameLst>
                                          <p:attrName>style.visibility</p:attrName>
                                        </p:attrNameLst>
                                      </p:cBhvr>
                                      <p:to>
                                        <p:strVal val="visible"/>
                                      </p:to>
                                    </p:set>
                                    <p:animEffect transition="in" filter="blinds(horizontal)">
                                      <p:cBhvr>
                                        <p:cTn id="7" dur="500"/>
                                        <p:tgtEl>
                                          <p:spTgt spid="983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8309"/>
                                        </p:tgtEl>
                                        <p:attrNameLst>
                                          <p:attrName>style.visibility</p:attrName>
                                        </p:attrNameLst>
                                      </p:cBhvr>
                                      <p:to>
                                        <p:strVal val="visible"/>
                                      </p:to>
                                    </p:set>
                                    <p:animEffect transition="in" filter="blinds(horizontal)">
                                      <p:cBhvr>
                                        <p:cTn id="12" dur="500"/>
                                        <p:tgtEl>
                                          <p:spTgt spid="98309"/>
                                        </p:tgtEl>
                                      </p:cBhvr>
                                    </p:animEffect>
                                  </p:childTnLst>
                                </p:cTn>
                              </p:par>
                              <p:par>
                                <p:cTn id="13" presetID="3" presetClass="entr" presetSubtype="10" fill="hold" nodeType="withEffect">
                                  <p:stCondLst>
                                    <p:cond delay="0"/>
                                  </p:stCondLst>
                                  <p:childTnLst>
                                    <p:set>
                                      <p:cBhvr>
                                        <p:cTn id="14" dur="1" fill="hold">
                                          <p:stCondLst>
                                            <p:cond delay="0"/>
                                          </p:stCondLst>
                                        </p:cTn>
                                        <p:tgtEl>
                                          <p:spTgt spid="98310"/>
                                        </p:tgtEl>
                                        <p:attrNameLst>
                                          <p:attrName>style.visibility</p:attrName>
                                        </p:attrNameLst>
                                      </p:cBhvr>
                                      <p:to>
                                        <p:strVal val="visible"/>
                                      </p:to>
                                    </p:set>
                                    <p:animEffect transition="in" filter="blinds(horizontal)">
                                      <p:cBhvr>
                                        <p:cTn id="15" dur="500"/>
                                        <p:tgtEl>
                                          <p:spTgt spid="98310"/>
                                        </p:tgtEl>
                                      </p:cBhvr>
                                    </p:animEffect>
                                  </p:childTnLst>
                                </p:cTn>
                              </p:par>
                              <p:par>
                                <p:cTn id="16" presetID="3" presetClass="entr" presetSubtype="10" fill="hold" nodeType="withEffect">
                                  <p:stCondLst>
                                    <p:cond delay="0"/>
                                  </p:stCondLst>
                                  <p:childTnLst>
                                    <p:set>
                                      <p:cBhvr>
                                        <p:cTn id="17" dur="1" fill="hold">
                                          <p:stCondLst>
                                            <p:cond delay="0"/>
                                          </p:stCondLst>
                                        </p:cTn>
                                        <p:tgtEl>
                                          <p:spTgt spid="98311"/>
                                        </p:tgtEl>
                                        <p:attrNameLst>
                                          <p:attrName>style.visibility</p:attrName>
                                        </p:attrNameLst>
                                      </p:cBhvr>
                                      <p:to>
                                        <p:strVal val="visible"/>
                                      </p:to>
                                    </p:set>
                                    <p:animEffect transition="in" filter="blinds(horizontal)">
                                      <p:cBhvr>
                                        <p:cTn id="18" dur="500"/>
                                        <p:tgtEl>
                                          <p:spTgt spid="98311"/>
                                        </p:tgtEl>
                                      </p:cBhvr>
                                    </p:animEffect>
                                  </p:childTnLst>
                                </p:cTn>
                              </p:par>
                              <p:par>
                                <p:cTn id="19" presetID="3" presetClass="entr" presetSubtype="10" fill="hold" nodeType="withEffect">
                                  <p:stCondLst>
                                    <p:cond delay="0"/>
                                  </p:stCondLst>
                                  <p:childTnLst>
                                    <p:set>
                                      <p:cBhvr>
                                        <p:cTn id="20" dur="1" fill="hold">
                                          <p:stCondLst>
                                            <p:cond delay="0"/>
                                          </p:stCondLst>
                                        </p:cTn>
                                        <p:tgtEl>
                                          <p:spTgt spid="98314"/>
                                        </p:tgtEl>
                                        <p:attrNameLst>
                                          <p:attrName>style.visibility</p:attrName>
                                        </p:attrNameLst>
                                      </p:cBhvr>
                                      <p:to>
                                        <p:strVal val="visible"/>
                                      </p:to>
                                    </p:set>
                                    <p:animEffect transition="in" filter="blinds(horizontal)">
                                      <p:cBhvr>
                                        <p:cTn id="21" dur="500"/>
                                        <p:tgtEl>
                                          <p:spTgt spid="98314"/>
                                        </p:tgtEl>
                                      </p:cBhvr>
                                    </p:animEffect>
                                  </p:childTnLst>
                                </p:cTn>
                              </p:par>
                              <p:par>
                                <p:cTn id="22" presetID="3" presetClass="entr" presetSubtype="10" fill="hold" nodeType="withEffect">
                                  <p:stCondLst>
                                    <p:cond delay="0"/>
                                  </p:stCondLst>
                                  <p:childTnLst>
                                    <p:set>
                                      <p:cBhvr>
                                        <p:cTn id="23" dur="1" fill="hold">
                                          <p:stCondLst>
                                            <p:cond delay="0"/>
                                          </p:stCondLst>
                                        </p:cTn>
                                        <p:tgtEl>
                                          <p:spTgt spid="98315"/>
                                        </p:tgtEl>
                                        <p:attrNameLst>
                                          <p:attrName>style.visibility</p:attrName>
                                        </p:attrNameLst>
                                      </p:cBhvr>
                                      <p:to>
                                        <p:strVal val="visible"/>
                                      </p:to>
                                    </p:set>
                                    <p:animEffect transition="in" filter="blinds(horizontal)">
                                      <p:cBhvr>
                                        <p:cTn id="24" dur="500"/>
                                        <p:tgtEl>
                                          <p:spTgt spid="98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{C3E9E1D6-00E4-460C-9279-E60217618BD0}tf78853419_win32</Template>
  <TotalTime>2242</TotalTime>
  <Words>2520</Words>
  <Application>Microsoft Office PowerPoint</Application>
  <PresentationFormat>Widescreen</PresentationFormat>
  <Paragraphs>466</Paragraphs>
  <Slides>35</Slides>
  <Notes>6</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50" baseType="lpstr">
      <vt:lpstr>Abadi</vt:lpstr>
      <vt:lpstr>Agency FB</vt:lpstr>
      <vt:lpstr>Aptos</vt:lpstr>
      <vt:lpstr>Aptos Black</vt:lpstr>
      <vt:lpstr>Aptos Display</vt:lpstr>
      <vt:lpstr>Arial</vt:lpstr>
      <vt:lpstr>Book Antiqua</vt:lpstr>
      <vt:lpstr>Calibri</vt:lpstr>
      <vt:lpstr>Cambria Math</vt:lpstr>
      <vt:lpstr>Courier New</vt:lpstr>
      <vt:lpstr>Times New Roman</vt:lpstr>
      <vt:lpstr>Wingdings</vt:lpstr>
      <vt:lpstr>Wingdings 2</vt:lpstr>
      <vt:lpstr>Tema1</vt:lpstr>
      <vt:lpstr>Ecuación</vt:lpstr>
      <vt:lpstr>Dualidad y Análisis de Sensibilidad –Dualidad– </vt:lpstr>
      <vt:lpstr>Introducción</vt:lpstr>
      <vt:lpstr>Modelo General de PL</vt:lpstr>
      <vt:lpstr>Representación de un PPL</vt:lpstr>
      <vt:lpstr>Representación de un PPL</vt:lpstr>
      <vt:lpstr>Representación de un PPL</vt:lpstr>
      <vt:lpstr>Ejercicios</vt:lpstr>
      <vt:lpstr>Construcción de un problema dual a partir del primal</vt:lpstr>
      <vt:lpstr>PowerPoint Presentation</vt:lpstr>
      <vt:lpstr>Ejercicios Conversiones de (P) to (D)</vt:lpstr>
      <vt:lpstr>Construcción del problema dual </vt:lpstr>
      <vt:lpstr>Relación primal-dual Tabla de conversión general</vt:lpstr>
      <vt:lpstr>Relación primal-dual Tabla de conversión si el primal es max</vt:lpstr>
      <vt:lpstr>Ejercicios</vt:lpstr>
      <vt:lpstr>Duality Theorem</vt:lpstr>
      <vt:lpstr>Duality Theorem …</vt:lpstr>
      <vt:lpstr>Relación Primal Dual</vt:lpstr>
      <vt:lpstr>Relación Primal Dual …</vt:lpstr>
      <vt:lpstr>Exercise Holgura complementaria</vt:lpstr>
      <vt:lpstr>Las variables duales en el Simplex</vt:lpstr>
      <vt:lpstr>Un tablero final</vt:lpstr>
      <vt:lpstr>Ejercicios</vt:lpstr>
      <vt:lpstr>Ejercicio</vt:lpstr>
      <vt:lpstr>Lectura de la solución dual en el software</vt:lpstr>
      <vt:lpstr>PowerPoint Presentation</vt:lpstr>
      <vt:lpstr>PowerPoint Presentation</vt:lpstr>
      <vt:lpstr>Ejercicio</vt:lpstr>
      <vt:lpstr>PowerPoint Presentation</vt:lpstr>
      <vt:lpstr>¿Cómo se interpreta?</vt:lpstr>
      <vt:lpstr>¿Cómo se interpreta?</vt:lpstr>
      <vt:lpstr>PowerPoint Presentation</vt:lpstr>
      <vt:lpstr>Interpretación</vt:lpstr>
      <vt:lpstr>Interpretación económica de dualidad</vt:lpstr>
      <vt:lpstr>Interpretación económica de dualidad</vt:lpstr>
      <vt:lpstr>Interpretación económica de dualidad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 Linear programming problem</dc:title>
  <dc:creator>Jenny Díaz Ramírez</dc:creator>
  <cp:lastModifiedBy>Jenny Díaz Ramírez</cp:lastModifiedBy>
  <cp:revision>4</cp:revision>
  <dcterms:created xsi:type="dcterms:W3CDTF">2023-10-30T18:22:20Z</dcterms:created>
  <dcterms:modified xsi:type="dcterms:W3CDTF">2025-03-05T22:30:54Z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