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drawings/drawing1.xml" ContentType="application/vnd.openxmlformats-officedocument.drawingml.chartshape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drawings/drawing2.xml" ContentType="application/vnd.openxmlformats-officedocument.drawingml.chartshape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42"/>
  </p:notesMasterIdLst>
  <p:handoutMasterIdLst>
    <p:handoutMasterId r:id="rId43"/>
  </p:handoutMasterIdLst>
  <p:sldIdLst>
    <p:sldId id="350" r:id="rId5"/>
    <p:sldId id="346" r:id="rId6"/>
    <p:sldId id="291" r:id="rId7"/>
    <p:sldId id="280" r:id="rId8"/>
    <p:sldId id="290" r:id="rId9"/>
    <p:sldId id="292" r:id="rId10"/>
    <p:sldId id="293" r:id="rId11"/>
    <p:sldId id="294" r:id="rId12"/>
    <p:sldId id="295" r:id="rId13"/>
    <p:sldId id="296" r:id="rId14"/>
    <p:sldId id="270" r:id="rId15"/>
    <p:sldId id="260" r:id="rId16"/>
    <p:sldId id="262" r:id="rId17"/>
    <p:sldId id="263" r:id="rId18"/>
    <p:sldId id="264" r:id="rId19"/>
    <p:sldId id="267" r:id="rId20"/>
    <p:sldId id="268" r:id="rId21"/>
    <p:sldId id="269" r:id="rId22"/>
    <p:sldId id="459" r:id="rId23"/>
    <p:sldId id="460" r:id="rId24"/>
    <p:sldId id="422" r:id="rId25"/>
    <p:sldId id="423" r:id="rId26"/>
    <p:sldId id="432" r:id="rId27"/>
    <p:sldId id="424" r:id="rId28"/>
    <p:sldId id="425" r:id="rId29"/>
    <p:sldId id="426" r:id="rId30"/>
    <p:sldId id="436" r:id="rId31"/>
    <p:sldId id="427" r:id="rId32"/>
    <p:sldId id="433" r:id="rId33"/>
    <p:sldId id="428" r:id="rId34"/>
    <p:sldId id="429" r:id="rId35"/>
    <p:sldId id="430" r:id="rId36"/>
    <p:sldId id="431" r:id="rId37"/>
    <p:sldId id="434" r:id="rId38"/>
    <p:sldId id="435" r:id="rId39"/>
    <p:sldId id="437" r:id="rId40"/>
    <p:sldId id="438" r:id="rId41"/>
  </p:sldIdLst>
  <p:sldSz cx="12192000" cy="6858000"/>
  <p:notesSz cx="6858000" cy="9144000"/>
  <p:defaultTextStyle>
    <a:defPPr rtl="0"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2FDA0A-1CFD-44AA-90BC-F33F96383D6B}" v="232" dt="2025-03-04T21:43:29.9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4995" autoAdjust="0"/>
    <p:restoredTop sz="95226" autoAdjust="0"/>
  </p:normalViewPr>
  <p:slideViewPr>
    <p:cSldViewPr snapToGrid="0">
      <p:cViewPr varScale="1">
        <p:scale>
          <a:sx n="108" d="100"/>
          <a:sy n="108" d="100"/>
        </p:scale>
        <p:origin x="630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6" d="100"/>
        <a:sy n="76" d="100"/>
      </p:scale>
      <p:origin x="0" y="0"/>
    </p:cViewPr>
  </p:sorterViewPr>
  <p:notesViewPr>
    <p:cSldViewPr snapToGrid="0" showGuides="1">
      <p:cViewPr varScale="1">
        <p:scale>
          <a:sx n="96" d="100"/>
          <a:sy n="96" d="100"/>
        </p:scale>
        <p:origin x="289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nny Díaz Ramírez" userId="df7d83af-54c1-43f9-a4ec-fea9744b3563" providerId="ADAL" clId="{672FDA0A-1CFD-44AA-90BC-F33F96383D6B}"/>
    <pc:docChg chg="undo custSel addSld delSld modSld sldOrd modMainMaster">
      <pc:chgData name="Jenny Díaz Ramírez" userId="df7d83af-54c1-43f9-a4ec-fea9744b3563" providerId="ADAL" clId="{672FDA0A-1CFD-44AA-90BC-F33F96383D6B}" dt="2025-03-04T21:43:00.022" v="604" actId="478"/>
      <pc:docMkLst>
        <pc:docMk/>
      </pc:docMkLst>
      <pc:sldChg chg="addSp delSp modSp add mod modClrScheme modAnim chgLayout">
        <pc:chgData name="Jenny Díaz Ramírez" userId="df7d83af-54c1-43f9-a4ec-fea9744b3563" providerId="ADAL" clId="{672FDA0A-1CFD-44AA-90BC-F33F96383D6B}" dt="2025-03-04T21:40:17.120" v="517" actId="478"/>
        <pc:sldMkLst>
          <pc:docMk/>
          <pc:sldMk cId="1695289011" sldId="260"/>
        </pc:sldMkLst>
        <pc:spChg chg="mod ord">
          <ac:chgData name="Jenny Díaz Ramírez" userId="df7d83af-54c1-43f9-a4ec-fea9744b3563" providerId="ADAL" clId="{672FDA0A-1CFD-44AA-90BC-F33F96383D6B}" dt="2025-03-04T21:18:36.150" v="220" actId="700"/>
          <ac:spMkLst>
            <pc:docMk/>
            <pc:sldMk cId="1695289011" sldId="260"/>
            <ac:spMk id="2" creationId="{00000000-0000-0000-0000-000000000000}"/>
          </ac:spMkLst>
        </pc:spChg>
        <pc:spChg chg="add mod">
          <ac:chgData name="Jenny Díaz Ramírez" userId="df7d83af-54c1-43f9-a4ec-fea9744b3563" providerId="ADAL" clId="{672FDA0A-1CFD-44AA-90BC-F33F96383D6B}" dt="2025-03-04T21:15:09.460" v="203" actId="571"/>
          <ac:spMkLst>
            <pc:docMk/>
            <pc:sldMk cId="1695289011" sldId="260"/>
            <ac:spMk id="3" creationId="{5F62B9BB-6AB2-249F-0CEE-5B52F8EFB1C2}"/>
          </ac:spMkLst>
        </pc:spChg>
        <pc:spChg chg="add mod">
          <ac:chgData name="Jenny Díaz Ramírez" userId="df7d83af-54c1-43f9-a4ec-fea9744b3563" providerId="ADAL" clId="{672FDA0A-1CFD-44AA-90BC-F33F96383D6B}" dt="2025-03-04T21:15:09.460" v="203" actId="571"/>
          <ac:spMkLst>
            <pc:docMk/>
            <pc:sldMk cId="1695289011" sldId="260"/>
            <ac:spMk id="4" creationId="{410A9402-10D6-E9B6-3AA5-3C35DAB4CD72}"/>
          </ac:spMkLst>
        </pc:spChg>
        <pc:spChg chg="add mod">
          <ac:chgData name="Jenny Díaz Ramírez" userId="df7d83af-54c1-43f9-a4ec-fea9744b3563" providerId="ADAL" clId="{672FDA0A-1CFD-44AA-90BC-F33F96383D6B}" dt="2025-03-04T21:15:09.460" v="203" actId="571"/>
          <ac:spMkLst>
            <pc:docMk/>
            <pc:sldMk cId="1695289011" sldId="260"/>
            <ac:spMk id="8" creationId="{784922C8-19F3-972A-3530-2EEB6B089B1F}"/>
          </ac:spMkLst>
        </pc:spChg>
        <pc:spChg chg="add del mod ord">
          <ac:chgData name="Jenny Díaz Ramírez" userId="df7d83af-54c1-43f9-a4ec-fea9744b3563" providerId="ADAL" clId="{672FDA0A-1CFD-44AA-90BC-F33F96383D6B}" dt="2025-03-04T21:33:08.317" v="368" actId="478"/>
          <ac:spMkLst>
            <pc:docMk/>
            <pc:sldMk cId="1695289011" sldId="260"/>
            <ac:spMk id="9" creationId="{1B93FEDC-AAF9-D5CD-C2BA-4BA03CDE5FB2}"/>
          </ac:spMkLst>
        </pc:spChg>
        <pc:spChg chg="add del mod">
          <ac:chgData name="Jenny Díaz Ramírez" userId="df7d83af-54c1-43f9-a4ec-fea9744b3563" providerId="ADAL" clId="{672FDA0A-1CFD-44AA-90BC-F33F96383D6B}" dt="2025-03-04T21:40:17.120" v="517" actId="478"/>
          <ac:spMkLst>
            <pc:docMk/>
            <pc:sldMk cId="1695289011" sldId="260"/>
            <ac:spMk id="13" creationId="{FDBCCE95-DF05-9F23-353E-28726EF2617F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2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3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4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42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4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4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5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5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5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5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5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6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7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53.992" v="200" actId="207"/>
          <ac:spMkLst>
            <pc:docMk/>
            <pc:sldMk cId="1695289011" sldId="260"/>
            <ac:spMk id="74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7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8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8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19.326" v="204" actId="207"/>
          <ac:spMkLst>
            <pc:docMk/>
            <pc:sldMk cId="1695289011" sldId="260"/>
            <ac:spMk id="8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00.145" v="201" actId="207"/>
          <ac:spMkLst>
            <pc:docMk/>
            <pc:sldMk cId="1695289011" sldId="260"/>
            <ac:spMk id="92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672FDA0A-1CFD-44AA-90BC-F33F96383D6B}" dt="2025-03-04T21:40:12.797" v="516" actId="478"/>
        <pc:sldMkLst>
          <pc:docMk/>
          <pc:sldMk cId="3000396246" sldId="262"/>
        </pc:sldMkLst>
        <pc:spChg chg="mod ord">
          <ac:chgData name="Jenny Díaz Ramírez" userId="df7d83af-54c1-43f9-a4ec-fea9744b3563" providerId="ADAL" clId="{672FDA0A-1CFD-44AA-90BC-F33F96383D6B}" dt="2025-03-04T21:18:36.150" v="220" actId="700"/>
          <ac:spMkLst>
            <pc:docMk/>
            <pc:sldMk cId="3000396246" sldId="262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33:15.614" v="369" actId="478"/>
          <ac:spMkLst>
            <pc:docMk/>
            <pc:sldMk cId="3000396246" sldId="262"/>
            <ac:spMk id="3" creationId="{11035816-920B-DA8B-01B7-BE3D22B8167A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1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1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2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26" creationId="{00000000-0000-0000-0000-000000000000}"/>
          </ac:spMkLst>
        </pc:spChg>
        <pc:spChg chg="add del mod">
          <ac:chgData name="Jenny Díaz Ramírez" userId="df7d83af-54c1-43f9-a4ec-fea9744b3563" providerId="ADAL" clId="{672FDA0A-1CFD-44AA-90BC-F33F96383D6B}" dt="2025-03-04T21:40:12.797" v="516" actId="478"/>
          <ac:spMkLst>
            <pc:docMk/>
            <pc:sldMk cId="3000396246" sldId="262"/>
            <ac:spMk id="28" creationId="{7408AF7A-447E-0DB0-8EE6-A9D2FFBDBB19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3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4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4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4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34.516" v="206" actId="207"/>
          <ac:spMkLst>
            <pc:docMk/>
            <pc:sldMk cId="3000396246" sldId="262"/>
            <ac:spMk id="49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672FDA0A-1CFD-44AA-90BC-F33F96383D6B}" dt="2025-03-04T21:40:09.955" v="515" actId="478"/>
        <pc:sldMkLst>
          <pc:docMk/>
          <pc:sldMk cId="1327385543" sldId="263"/>
        </pc:sldMkLst>
        <pc:spChg chg="add del mod ord">
          <ac:chgData name="Jenny Díaz Ramírez" userId="df7d83af-54c1-43f9-a4ec-fea9744b3563" providerId="ADAL" clId="{672FDA0A-1CFD-44AA-90BC-F33F96383D6B}" dt="2025-03-04T21:33:21.776" v="370" actId="478"/>
          <ac:spMkLst>
            <pc:docMk/>
            <pc:sldMk cId="1327385543" sldId="263"/>
            <ac:spMk id="3" creationId="{8F2BAFCE-84F9-1117-A132-B4DA4FA12049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14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1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24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33:24.309" v="371" actId="478"/>
          <ac:spMkLst>
            <pc:docMk/>
            <pc:sldMk cId="1327385543" sldId="263"/>
            <ac:spMk id="28" creationId="{32652FBF-1732-3F54-F9D6-6E4AEF335779}"/>
          </ac:spMkLst>
        </pc:spChg>
        <pc:spChg chg="add del mod">
          <ac:chgData name="Jenny Díaz Ramírez" userId="df7d83af-54c1-43f9-a4ec-fea9744b3563" providerId="ADAL" clId="{672FDA0A-1CFD-44AA-90BC-F33F96383D6B}" dt="2025-03-04T21:40:09.955" v="515" actId="478"/>
          <ac:spMkLst>
            <pc:docMk/>
            <pc:sldMk cId="1327385543" sldId="263"/>
            <ac:spMk id="29" creationId="{6A9B5768-68E5-3EC7-F963-FC3D78AEA7FA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5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54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5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5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26.645" v="213" actId="120"/>
          <ac:spMkLst>
            <pc:docMk/>
            <pc:sldMk cId="1327385543" sldId="263"/>
            <ac:spMk id="6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7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2.127" v="207" actId="207"/>
          <ac:spMkLst>
            <pc:docMk/>
            <pc:sldMk cId="1327385543" sldId="263"/>
            <ac:spMk id="76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672FDA0A-1CFD-44AA-90BC-F33F96383D6B}" dt="2025-03-04T21:40:06.272" v="514" actId="478"/>
        <pc:sldMkLst>
          <pc:docMk/>
          <pc:sldMk cId="1242099267" sldId="264"/>
        </pc:sldMkLst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1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1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2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22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23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33:30.792" v="373" actId="478"/>
          <ac:spMkLst>
            <pc:docMk/>
            <pc:sldMk cId="1242099267" sldId="264"/>
            <ac:spMk id="29" creationId="{900B47C4-4E64-E7E8-564E-24AB0607B8A5}"/>
          </ac:spMkLst>
        </pc:spChg>
        <pc:spChg chg="mod">
          <ac:chgData name="Jenny Díaz Ramírez" userId="df7d83af-54c1-43f9-a4ec-fea9744b3563" providerId="ADAL" clId="{672FDA0A-1CFD-44AA-90BC-F33F96383D6B}" dt="2025-03-04T21:16:40.367" v="216" actId="120"/>
          <ac:spMkLst>
            <pc:docMk/>
            <pc:sldMk cId="1242099267" sldId="264"/>
            <ac:spMk id="33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33:29.506" v="372" actId="478"/>
          <ac:spMkLst>
            <pc:docMk/>
            <pc:sldMk cId="1242099267" sldId="264"/>
            <ac:spMk id="34" creationId="{839BD978-DA22-0EE8-2E70-BAA26E59BC4B}"/>
          </ac:spMkLst>
        </pc:spChg>
        <pc:spChg chg="add del mod">
          <ac:chgData name="Jenny Díaz Ramírez" userId="df7d83af-54c1-43f9-a4ec-fea9744b3563" providerId="ADAL" clId="{672FDA0A-1CFD-44AA-90BC-F33F96383D6B}" dt="2025-03-04T21:40:06.272" v="514" actId="478"/>
          <ac:spMkLst>
            <pc:docMk/>
            <pc:sldMk cId="1242099267" sldId="264"/>
            <ac:spMk id="41" creationId="{4DF46D9C-21BF-2C02-7BBB-5E05B1442907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5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6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37.017" v="215" actId="120"/>
          <ac:spMkLst>
            <pc:docMk/>
            <pc:sldMk cId="1242099267" sldId="264"/>
            <ac:spMk id="6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47.558" v="208" actId="207"/>
          <ac:spMkLst>
            <pc:docMk/>
            <pc:sldMk cId="1242099267" sldId="264"/>
            <ac:spMk id="72" creationId="{00000000-0000-0000-0000-000000000000}"/>
          </ac:spMkLst>
        </pc:spChg>
        <pc:cxnChg chg="mod">
          <ac:chgData name="Jenny Díaz Ramírez" userId="df7d83af-54c1-43f9-a4ec-fea9744b3563" providerId="ADAL" clId="{672FDA0A-1CFD-44AA-90BC-F33F96383D6B}" dt="2025-03-04T21:16:33.891" v="214" actId="1076"/>
          <ac:cxnSpMkLst>
            <pc:docMk/>
            <pc:sldMk cId="1242099267" sldId="264"/>
            <ac:cxnSpMk id="32" creationId="{00000000-0000-0000-0000-000000000000}"/>
          </ac:cxnSpMkLst>
        </pc:cxnChg>
      </pc:sldChg>
      <pc:sldChg chg="addSp delSp modSp add mod modClrScheme chgLayout">
        <pc:chgData name="Jenny Díaz Ramírez" userId="df7d83af-54c1-43f9-a4ec-fea9744b3563" providerId="ADAL" clId="{672FDA0A-1CFD-44AA-90BC-F33F96383D6B}" dt="2025-03-04T21:39:56.718" v="511" actId="478"/>
        <pc:sldMkLst>
          <pc:docMk/>
          <pc:sldMk cId="15382893" sldId="267"/>
        </pc:sldMkLst>
        <pc:spChg chg="add del mod ord">
          <ac:chgData name="Jenny Díaz Ramírez" userId="df7d83af-54c1-43f9-a4ec-fea9744b3563" providerId="ADAL" clId="{672FDA0A-1CFD-44AA-90BC-F33F96383D6B}" dt="2025-03-04T21:33:34.477" v="374" actId="478"/>
          <ac:spMkLst>
            <pc:docMk/>
            <pc:sldMk cId="15382893" sldId="267"/>
            <ac:spMk id="3" creationId="{FEB5750D-09A2-E41E-4CDD-B7778479D553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1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2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27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33:35.467" v="375" actId="478"/>
          <ac:spMkLst>
            <pc:docMk/>
            <pc:sldMk cId="15382893" sldId="267"/>
            <ac:spMk id="28" creationId="{1AE3806C-BC13-4551-3B55-08C4C59938AC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31" creationId="{00000000-0000-0000-0000-000000000000}"/>
          </ac:spMkLst>
        </pc:spChg>
        <pc:spChg chg="add del mod">
          <ac:chgData name="Jenny Díaz Ramírez" userId="df7d83af-54c1-43f9-a4ec-fea9744b3563" providerId="ADAL" clId="{672FDA0A-1CFD-44AA-90BC-F33F96383D6B}" dt="2025-03-04T21:39:56.718" v="511" actId="478"/>
          <ac:spMkLst>
            <pc:docMk/>
            <pc:sldMk cId="15382893" sldId="267"/>
            <ac:spMk id="32" creationId="{1FEF80D7-8E49-DA1D-183D-078E230E519A}"/>
          </ac:spMkLst>
        </pc:spChg>
        <pc:spChg chg="mod">
          <ac:chgData name="Jenny Díaz Ramírez" userId="df7d83af-54c1-43f9-a4ec-fea9744b3563" providerId="ADAL" clId="{672FDA0A-1CFD-44AA-90BC-F33F96383D6B}" dt="2025-03-04T21:16:46.103" v="217" actId="120"/>
          <ac:spMkLst>
            <pc:docMk/>
            <pc:sldMk cId="15382893" sldId="267"/>
            <ac:spMk id="3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4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4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4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6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2.550" v="209" actId="207"/>
          <ac:spMkLst>
            <pc:docMk/>
            <pc:sldMk cId="15382893" sldId="267"/>
            <ac:spMk id="62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672FDA0A-1CFD-44AA-90BC-F33F96383D6B}" dt="2025-03-04T21:39:59.665" v="512" actId="478"/>
        <pc:sldMkLst>
          <pc:docMk/>
          <pc:sldMk cId="1512397345" sldId="268"/>
        </pc:sldMkLst>
        <pc:spChg chg="mod">
          <ac:chgData name="Jenny Díaz Ramírez" userId="df7d83af-54c1-43f9-a4ec-fea9744b3563" providerId="ADAL" clId="{672FDA0A-1CFD-44AA-90BC-F33F96383D6B}" dt="2025-03-04T21:34:00.547" v="382" actId="207"/>
          <ac:spMkLst>
            <pc:docMk/>
            <pc:sldMk cId="1512397345" sldId="268"/>
            <ac:spMk id="2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1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1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24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26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33:38.559" v="376" actId="478"/>
          <ac:spMkLst>
            <pc:docMk/>
            <pc:sldMk cId="1512397345" sldId="268"/>
            <ac:spMk id="28" creationId="{FF9F4B6A-82B9-3539-614F-64706AD7378D}"/>
          </ac:spMkLst>
        </pc:spChg>
        <pc:spChg chg="add del mod ord">
          <ac:chgData name="Jenny Díaz Ramírez" userId="df7d83af-54c1-43f9-a4ec-fea9744b3563" providerId="ADAL" clId="{672FDA0A-1CFD-44AA-90BC-F33F96383D6B}" dt="2025-03-04T21:33:39.473" v="377" actId="478"/>
          <ac:spMkLst>
            <pc:docMk/>
            <pc:sldMk cId="1512397345" sldId="268"/>
            <ac:spMk id="29" creationId="{75F3AB2C-46B6-6EE6-DA21-C35C83C0AD3A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30" creationId="{00000000-0000-0000-0000-000000000000}"/>
          </ac:spMkLst>
        </pc:spChg>
        <pc:spChg chg="add del mod">
          <ac:chgData name="Jenny Díaz Ramírez" userId="df7d83af-54c1-43f9-a4ec-fea9744b3563" providerId="ADAL" clId="{672FDA0A-1CFD-44AA-90BC-F33F96383D6B}" dt="2025-03-04T21:39:59.665" v="512" actId="478"/>
          <ac:spMkLst>
            <pc:docMk/>
            <pc:sldMk cId="1512397345" sldId="268"/>
            <ac:spMk id="32" creationId="{AEF0E9CF-FA08-A1AB-67B1-29F2752A1622}"/>
          </ac:spMkLst>
        </pc:spChg>
        <pc:spChg chg="mod">
          <ac:chgData name="Jenny Díaz Ramírez" userId="df7d83af-54c1-43f9-a4ec-fea9744b3563" providerId="ADAL" clId="{672FDA0A-1CFD-44AA-90BC-F33F96383D6B}" dt="2025-03-04T21:16:52.337" v="218" actId="120"/>
          <ac:spMkLst>
            <pc:docMk/>
            <pc:sldMk cId="1512397345" sldId="268"/>
            <ac:spMk id="3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4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5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6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5:57.319" v="210" actId="207"/>
          <ac:spMkLst>
            <pc:docMk/>
            <pc:sldMk cId="1512397345" sldId="268"/>
            <ac:spMk id="70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672FDA0A-1CFD-44AA-90BC-F33F96383D6B}" dt="2025-03-04T21:40:02.239" v="513" actId="478"/>
        <pc:sldMkLst>
          <pc:docMk/>
          <pc:sldMk cId="3052830021" sldId="269"/>
        </pc:sldMkLst>
        <pc:spChg chg="add del mod ord">
          <ac:chgData name="Jenny Díaz Ramírez" userId="df7d83af-54c1-43f9-a4ec-fea9744b3563" providerId="ADAL" clId="{672FDA0A-1CFD-44AA-90BC-F33F96383D6B}" dt="2025-03-04T21:33:51.919" v="381" actId="478"/>
          <ac:spMkLst>
            <pc:docMk/>
            <pc:sldMk cId="3052830021" sldId="269"/>
            <ac:spMk id="2" creationId="{41A9F496-8B6B-D574-AC2F-0B9E62A61E26}"/>
          </ac:spMkLst>
        </pc:spChg>
        <pc:spChg chg="add del mod ord">
          <ac:chgData name="Jenny Díaz Ramírez" userId="df7d83af-54c1-43f9-a4ec-fea9744b3563" providerId="ADAL" clId="{672FDA0A-1CFD-44AA-90BC-F33F96383D6B}" dt="2025-03-04T21:33:51.183" v="380" actId="478"/>
          <ac:spMkLst>
            <pc:docMk/>
            <pc:sldMk cId="3052830021" sldId="269"/>
            <ac:spMk id="3" creationId="{9E3FC03D-5568-B366-0077-B7EBA0BAE1B3}"/>
          </ac:spMkLst>
        </pc:spChg>
        <pc:spChg chg="add del mod">
          <ac:chgData name="Jenny Díaz Ramírez" userId="df7d83af-54c1-43f9-a4ec-fea9744b3563" providerId="ADAL" clId="{672FDA0A-1CFD-44AA-90BC-F33F96383D6B}" dt="2025-03-04T21:40:02.239" v="513" actId="478"/>
          <ac:spMkLst>
            <pc:docMk/>
            <pc:sldMk cId="3052830021" sldId="269"/>
            <ac:spMk id="4" creationId="{45F563C0-0B9D-E6CF-6ECB-9E290448C931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3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3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3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4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4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4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6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65" creationId="{00000000-0000-0000-0000-000000000000}"/>
          </ac:spMkLst>
        </pc:spChg>
        <pc:spChg chg="del mod">
          <ac:chgData name="Jenny Díaz Ramírez" userId="df7d83af-54c1-43f9-a4ec-fea9744b3563" providerId="ADAL" clId="{672FDA0A-1CFD-44AA-90BC-F33F96383D6B}" dt="2025-03-04T21:33:50.302" v="379" actId="478"/>
          <ac:spMkLst>
            <pc:docMk/>
            <pc:sldMk cId="3052830021" sldId="269"/>
            <ac:spMk id="6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7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6:02.835" v="211" actId="207"/>
          <ac:spMkLst>
            <pc:docMk/>
            <pc:sldMk cId="3052830021" sldId="269"/>
            <ac:spMk id="72" creationId="{00000000-0000-0000-0000-000000000000}"/>
          </ac:spMkLst>
        </pc:spChg>
      </pc:sldChg>
      <pc:sldChg chg="addSp delSp modSp add mod modClrScheme chgLayout">
        <pc:chgData name="Jenny Díaz Ramírez" userId="df7d83af-54c1-43f9-a4ec-fea9744b3563" providerId="ADAL" clId="{672FDA0A-1CFD-44AA-90BC-F33F96383D6B}" dt="2025-03-04T21:40:20.740" v="518" actId="478"/>
        <pc:sldMkLst>
          <pc:docMk/>
          <pc:sldMk cId="994681744" sldId="270"/>
        </pc:sldMkLst>
        <pc:spChg chg="add del mod ord">
          <ac:chgData name="Jenny Díaz Ramírez" userId="df7d83af-54c1-43f9-a4ec-fea9744b3563" providerId="ADAL" clId="{672FDA0A-1CFD-44AA-90BC-F33F96383D6B}" dt="2025-03-04T21:33:04.618" v="367" actId="478"/>
          <ac:spMkLst>
            <pc:docMk/>
            <pc:sldMk cId="994681744" sldId="270"/>
            <ac:spMk id="2" creationId="{801C0B0F-AD80-AA67-60D0-25C7318910CE}"/>
          </ac:spMkLst>
        </pc:spChg>
        <pc:spChg chg="add del mod ord">
          <ac:chgData name="Jenny Díaz Ramírez" userId="df7d83af-54c1-43f9-a4ec-fea9744b3563" providerId="ADAL" clId="{672FDA0A-1CFD-44AA-90BC-F33F96383D6B}" dt="2025-03-04T21:33:01.926" v="366" actId="478"/>
          <ac:spMkLst>
            <pc:docMk/>
            <pc:sldMk cId="994681744" sldId="270"/>
            <ac:spMk id="3" creationId="{F0BFA125-FD2D-D08B-1508-22C27CCCBE73}"/>
          </ac:spMkLst>
        </pc:spChg>
        <pc:spChg chg="add del mod">
          <ac:chgData name="Jenny Díaz Ramírez" userId="df7d83af-54c1-43f9-a4ec-fea9744b3563" providerId="ADAL" clId="{672FDA0A-1CFD-44AA-90BC-F33F96383D6B}" dt="2025-03-04T21:40:20.740" v="518" actId="478"/>
          <ac:spMkLst>
            <pc:docMk/>
            <pc:sldMk cId="994681744" sldId="270"/>
            <ac:spMk id="4" creationId="{B9278C78-ADCC-7CB2-1D1D-B59DD1785B88}"/>
          </ac:spMkLst>
        </pc:spChg>
        <pc:spChg chg="mod">
          <ac:chgData name="Jenny Díaz Ramírez" userId="df7d83af-54c1-43f9-a4ec-fea9744b3563" providerId="ADAL" clId="{672FDA0A-1CFD-44AA-90BC-F33F96383D6B}" dt="2025-03-04T21:16:17.104" v="212" actId="20577"/>
          <ac:spMkLst>
            <pc:docMk/>
            <pc:sldMk cId="994681744" sldId="270"/>
            <ac:spMk id="3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14:24.007" v="198" actId="120"/>
          <ac:spMkLst>
            <pc:docMk/>
            <pc:sldMk cId="994681744" sldId="270"/>
            <ac:spMk id="36" creationId="{00000000-0000-0000-0000-000000000000}"/>
          </ac:spMkLst>
        </pc:spChg>
        <pc:picChg chg="mod">
          <ac:chgData name="Jenny Díaz Ramírez" userId="df7d83af-54c1-43f9-a4ec-fea9744b3563" providerId="ADAL" clId="{672FDA0A-1CFD-44AA-90BC-F33F96383D6B}" dt="2025-03-04T21:14:15.972" v="194" actId="207"/>
          <ac:picMkLst>
            <pc:docMk/>
            <pc:sldMk cId="994681744" sldId="270"/>
            <ac:picMk id="17" creationId="{00000000-0000-0000-0000-000000000000}"/>
          </ac:picMkLst>
        </pc:picChg>
      </pc:sldChg>
      <pc:sldChg chg="addSp delSp modSp add del mod ord modAnim chgLayout">
        <pc:chgData name="Jenny Díaz Ramírez" userId="df7d83af-54c1-43f9-a4ec-fea9744b3563" providerId="ADAL" clId="{672FDA0A-1CFD-44AA-90BC-F33F96383D6B}" dt="2025-03-04T21:41:22.603" v="529" actId="478"/>
        <pc:sldMkLst>
          <pc:docMk/>
          <pc:sldMk cId="0" sldId="280"/>
        </pc:sldMkLst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80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80"/>
            <ac:spMk id="3" creationId="{FAC150B2-09DF-BCF3-CF6B-88D08FF3DDF7}"/>
          </ac:spMkLst>
        </pc:spChg>
        <pc:spChg chg="mod">
          <ac:chgData name="Jenny Díaz Ramírez" userId="df7d83af-54c1-43f9-a4ec-fea9744b3563" providerId="ADAL" clId="{672FDA0A-1CFD-44AA-90BC-F33F96383D6B}" dt="2025-03-04T21:21:11.505" v="241" actId="208"/>
          <ac:spMkLst>
            <pc:docMk/>
            <pc:sldMk cId="0" sldId="280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1:11.505" v="241" actId="208"/>
          <ac:spMkLst>
            <pc:docMk/>
            <pc:sldMk cId="0" sldId="280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1:11.505" v="241" actId="208"/>
          <ac:spMkLst>
            <pc:docMk/>
            <pc:sldMk cId="0" sldId="280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1:11.505" v="241" actId="208"/>
          <ac:spMkLst>
            <pc:docMk/>
            <pc:sldMk cId="0" sldId="280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1:11.505" v="241" actId="208"/>
          <ac:spMkLst>
            <pc:docMk/>
            <pc:sldMk cId="0" sldId="280"/>
            <ac:spMk id="10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80"/>
            <ac:spMk id="12" creationId="{00000000-0000-0000-0000-000000000000}"/>
          </ac:spMkLst>
        </pc:spChg>
        <pc:spChg chg="del mod ord">
          <ac:chgData name="Jenny Díaz Ramírez" userId="df7d83af-54c1-43f9-a4ec-fea9744b3563" providerId="ADAL" clId="{672FDA0A-1CFD-44AA-90BC-F33F96383D6B}" dt="2025-03-04T21:21:52.500" v="245" actId="478"/>
          <ac:spMkLst>
            <pc:docMk/>
            <pc:sldMk cId="0" sldId="280"/>
            <ac:spMk id="13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80"/>
            <ac:spMk id="14" creationId="{64EE9BA1-4C91-2505-F0B9-427851F15EB7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80"/>
            <ac:spMk id="15" creationId="{A506A56E-AE23-C46C-DA54-A2108896CB85}"/>
          </ac:spMkLst>
        </pc:spChg>
        <pc:spChg chg="mod">
          <ac:chgData name="Jenny Díaz Ramírez" userId="df7d83af-54c1-43f9-a4ec-fea9744b3563" providerId="ADAL" clId="{672FDA0A-1CFD-44AA-90BC-F33F96383D6B}" dt="2025-03-04T21:21:50.299" v="244"/>
          <ac:spMkLst>
            <pc:docMk/>
            <pc:sldMk cId="0" sldId="280"/>
            <ac:spMk id="18" creationId="{37F1917B-1E4D-0EB9-38A1-5450661A1CA5}"/>
          </ac:spMkLst>
        </pc:spChg>
        <pc:spChg chg="mod">
          <ac:chgData name="Jenny Díaz Ramírez" userId="df7d83af-54c1-43f9-a4ec-fea9744b3563" providerId="ADAL" clId="{672FDA0A-1CFD-44AA-90BC-F33F96383D6B}" dt="2025-03-04T21:21:50.299" v="244"/>
          <ac:spMkLst>
            <pc:docMk/>
            <pc:sldMk cId="0" sldId="280"/>
            <ac:spMk id="20" creationId="{0C9EE060-8EC5-A2EF-7337-F480402723AE}"/>
          </ac:spMkLst>
        </pc:spChg>
        <pc:spChg chg="mod">
          <ac:chgData name="Jenny Díaz Ramírez" userId="df7d83af-54c1-43f9-a4ec-fea9744b3563" providerId="ADAL" clId="{672FDA0A-1CFD-44AA-90BC-F33F96383D6B}" dt="2025-03-04T21:21:50.299" v="244"/>
          <ac:spMkLst>
            <pc:docMk/>
            <pc:sldMk cId="0" sldId="280"/>
            <ac:spMk id="21" creationId="{B0047C1D-3D93-947D-E93E-93B9CA930726}"/>
          </ac:spMkLst>
        </pc:spChg>
        <pc:spChg chg="mod">
          <ac:chgData name="Jenny Díaz Ramírez" userId="df7d83af-54c1-43f9-a4ec-fea9744b3563" providerId="ADAL" clId="{672FDA0A-1CFD-44AA-90BC-F33F96383D6B}" dt="2025-03-04T21:21:50.299" v="244"/>
          <ac:spMkLst>
            <pc:docMk/>
            <pc:sldMk cId="0" sldId="280"/>
            <ac:spMk id="22" creationId="{C67AC9AF-9F5C-E179-E64F-5375F02A5E21}"/>
          </ac:spMkLst>
        </pc:spChg>
        <pc:spChg chg="mod">
          <ac:chgData name="Jenny Díaz Ramírez" userId="df7d83af-54c1-43f9-a4ec-fea9744b3563" providerId="ADAL" clId="{672FDA0A-1CFD-44AA-90BC-F33F96383D6B}" dt="2025-03-04T21:21:50.299" v="244"/>
          <ac:spMkLst>
            <pc:docMk/>
            <pc:sldMk cId="0" sldId="280"/>
            <ac:spMk id="23" creationId="{A8FD39FF-04F7-A9C7-1D03-18EB83849F2F}"/>
          </ac:spMkLst>
        </pc:spChg>
        <pc:spChg chg="mod">
          <ac:chgData name="Jenny Díaz Ramírez" userId="df7d83af-54c1-43f9-a4ec-fea9744b3563" providerId="ADAL" clId="{672FDA0A-1CFD-44AA-90BC-F33F96383D6B}" dt="2025-03-04T21:21:50.299" v="244"/>
          <ac:spMkLst>
            <pc:docMk/>
            <pc:sldMk cId="0" sldId="280"/>
            <ac:spMk id="24" creationId="{AE40812E-67A8-0EC7-D9A4-A287565F6EB5}"/>
          </ac:spMkLst>
        </pc:spChg>
        <pc:spChg chg="add del mod">
          <ac:chgData name="Jenny Díaz Ramírez" userId="df7d83af-54c1-43f9-a4ec-fea9744b3563" providerId="ADAL" clId="{672FDA0A-1CFD-44AA-90BC-F33F96383D6B}" dt="2025-03-04T21:41:22.603" v="529" actId="478"/>
          <ac:spMkLst>
            <pc:docMk/>
            <pc:sldMk cId="0" sldId="280"/>
            <ac:spMk id="25" creationId="{A666749F-D506-3324-E591-1D81E68BB0CF}"/>
          </ac:spMkLst>
        </pc:spChg>
        <pc:grpChg chg="del">
          <ac:chgData name="Jenny Díaz Ramírez" userId="df7d83af-54c1-43f9-a4ec-fea9744b3563" providerId="ADAL" clId="{672FDA0A-1CFD-44AA-90BC-F33F96383D6B}" dt="2025-03-04T21:21:49.096" v="243" actId="478"/>
          <ac:grpSpMkLst>
            <pc:docMk/>
            <pc:sldMk cId="0" sldId="280"/>
            <ac:grpSpMk id="11" creationId="{00000000-0000-0000-0000-000000000000}"/>
          </ac:grpSpMkLst>
        </pc:grpChg>
        <pc:grpChg chg="add mod">
          <ac:chgData name="Jenny Díaz Ramírez" userId="df7d83af-54c1-43f9-a4ec-fea9744b3563" providerId="ADAL" clId="{672FDA0A-1CFD-44AA-90BC-F33F96383D6B}" dt="2025-03-04T21:21:56.038" v="247" actId="1076"/>
          <ac:grpSpMkLst>
            <pc:docMk/>
            <pc:sldMk cId="0" sldId="280"/>
            <ac:grpSpMk id="16" creationId="{20E917B6-7CC3-ABE8-5DA1-883E3AAEBC89}"/>
          </ac:grpSpMkLst>
        </pc:grpChg>
        <pc:grpChg chg="mod">
          <ac:chgData name="Jenny Díaz Ramírez" userId="df7d83af-54c1-43f9-a4ec-fea9744b3563" providerId="ADAL" clId="{672FDA0A-1CFD-44AA-90BC-F33F96383D6B}" dt="2025-03-04T21:21:50.299" v="244"/>
          <ac:grpSpMkLst>
            <pc:docMk/>
            <pc:sldMk cId="0" sldId="280"/>
            <ac:grpSpMk id="17" creationId="{A5AE6C9D-1B95-1B47-2F98-4C2B8DE12A89}"/>
          </ac:grpSpMkLst>
        </pc:grpChg>
        <pc:graphicFrameChg chg="mod ord">
          <ac:chgData name="Jenny Díaz Ramírez" userId="df7d83af-54c1-43f9-a4ec-fea9744b3563" providerId="ADAL" clId="{672FDA0A-1CFD-44AA-90BC-F33F96383D6B}" dt="2025-03-04T21:21:54.622" v="246" actId="14100"/>
          <ac:graphicFrameMkLst>
            <pc:docMk/>
            <pc:sldMk cId="0" sldId="280"/>
            <ac:graphicFrameMk id="4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672FDA0A-1CFD-44AA-90BC-F33F96383D6B}" dt="2025-03-04T21:21:15.744" v="242" actId="208"/>
          <ac:graphicFrameMkLst>
            <pc:docMk/>
            <pc:sldMk cId="0" sldId="280"/>
            <ac:graphicFrameMk id="5" creationId="{00000000-0000-0000-0000-000000000000}"/>
          </ac:graphicFrameMkLst>
        </pc:graphicFrameChg>
        <pc:graphicFrameChg chg="mod">
          <ac:chgData name="Jenny Díaz Ramírez" userId="df7d83af-54c1-43f9-a4ec-fea9744b3563" providerId="ADAL" clId="{672FDA0A-1CFD-44AA-90BC-F33F96383D6B}" dt="2025-03-04T21:21:50.299" v="244"/>
          <ac:graphicFrameMkLst>
            <pc:docMk/>
            <pc:sldMk cId="0" sldId="280"/>
            <ac:graphicFrameMk id="19" creationId="{B2C3A9A0-980F-8DAA-9471-351E54364D2D}"/>
          </ac:graphicFrameMkLst>
        </pc:graphicFrameChg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287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288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289"/>
        </pc:sldMkLst>
      </pc:sldChg>
      <pc:sldChg chg="addSp delSp modSp add mod ord chgLayout">
        <pc:chgData name="Jenny Díaz Ramírez" userId="df7d83af-54c1-43f9-a4ec-fea9744b3563" providerId="ADAL" clId="{672FDA0A-1CFD-44AA-90BC-F33F96383D6B}" dt="2025-03-04T21:41:19.879" v="528" actId="478"/>
        <pc:sldMkLst>
          <pc:docMk/>
          <pc:sldMk cId="0" sldId="290"/>
        </pc:sldMkLst>
        <pc:spChg chg="mod ord">
          <ac:chgData name="Jenny Díaz Ramírez" userId="df7d83af-54c1-43f9-a4ec-fea9744b3563" providerId="ADAL" clId="{672FDA0A-1CFD-44AA-90BC-F33F96383D6B}" dt="2025-03-04T21:21:09.048" v="232" actId="27636"/>
          <ac:spMkLst>
            <pc:docMk/>
            <pc:sldMk cId="0" sldId="290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0"/>
            <ac:spMk id="3" creationId="{A092E248-56EB-8223-AF38-053B8CD150B9}"/>
          </ac:spMkLst>
        </pc:spChg>
        <pc:spChg chg="mod">
          <ac:chgData name="Jenny Díaz Ramírez" userId="df7d83af-54c1-43f9-a4ec-fea9744b3563" providerId="ADAL" clId="{672FDA0A-1CFD-44AA-90BC-F33F96383D6B}" dt="2025-03-04T21:22:02.467" v="248" actId="14100"/>
          <ac:spMkLst>
            <pc:docMk/>
            <pc:sldMk cId="0" sldId="290"/>
            <ac:spMk id="5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0"/>
            <ac:spMk id="6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0"/>
            <ac:spMk id="7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0"/>
            <ac:spMk id="8" creationId="{4066C15E-CCBB-C025-26EE-EFF7989BEB1C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0"/>
            <ac:spMk id="9" creationId="{5E25F0E4-9C96-B489-1BFD-EF19F5011263}"/>
          </ac:spMkLst>
        </pc:spChg>
        <pc:spChg chg="add del mod">
          <ac:chgData name="Jenny Díaz Ramírez" userId="df7d83af-54c1-43f9-a4ec-fea9744b3563" providerId="ADAL" clId="{672FDA0A-1CFD-44AA-90BC-F33F96383D6B}" dt="2025-03-04T21:41:19.879" v="528" actId="478"/>
          <ac:spMkLst>
            <pc:docMk/>
            <pc:sldMk cId="0" sldId="290"/>
            <ac:spMk id="10" creationId="{2EE94255-53BC-82D6-783C-2E7DFBEC7952}"/>
          </ac:spMkLst>
        </pc:spChg>
        <pc:spChg chg="add mod">
          <ac:chgData name="Jenny Díaz Ramírez" userId="df7d83af-54c1-43f9-a4ec-fea9744b3563" providerId="ADAL" clId="{672FDA0A-1CFD-44AA-90BC-F33F96383D6B}" dt="2025-03-04T21:38:14.137" v="424"/>
          <ac:spMkLst>
            <pc:docMk/>
            <pc:sldMk cId="0" sldId="290"/>
            <ac:spMk id="11" creationId="{D07700F8-59B0-672F-D884-FE1C14B461F6}"/>
          </ac:spMkLst>
        </pc:spChg>
        <pc:graphicFrameChg chg="mod ord modGraphic">
          <ac:chgData name="Jenny Díaz Ramírez" userId="df7d83af-54c1-43f9-a4ec-fea9744b3563" providerId="ADAL" clId="{672FDA0A-1CFD-44AA-90BC-F33F96383D6B}" dt="2025-03-04T21:22:06.785" v="249" actId="1076"/>
          <ac:graphicFrameMkLst>
            <pc:docMk/>
            <pc:sldMk cId="0" sldId="290"/>
            <ac:graphicFrameMk id="4" creationId="{00000000-0000-0000-0000-000000000000}"/>
          </ac:graphicFrameMkLst>
        </pc:graphicFrameChg>
      </pc:sldChg>
      <pc:sldChg chg="addSp delSp modSp add del mod modClrScheme modAnim chgLayout">
        <pc:chgData name="Jenny Díaz Ramírez" userId="df7d83af-54c1-43f9-a4ec-fea9744b3563" providerId="ADAL" clId="{672FDA0A-1CFD-44AA-90BC-F33F96383D6B}" dt="2025-03-04T21:43:00.022" v="604" actId="478"/>
        <pc:sldMkLst>
          <pc:docMk/>
          <pc:sldMk cId="0" sldId="291"/>
        </pc:sldMkLst>
        <pc:spChg chg="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0" sldId="291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42:46.789" v="602" actId="20577"/>
          <ac:spMkLst>
            <pc:docMk/>
            <pc:sldMk cId="0" sldId="291"/>
            <ac:spMk id="3" creationId="{00000000-0000-0000-0000-000000000000}"/>
          </ac:spMkLst>
        </pc:spChg>
        <pc:spChg chg="add">
          <ac:chgData name="Jenny Díaz Ramírez" userId="df7d83af-54c1-43f9-a4ec-fea9744b3563" providerId="ADAL" clId="{672FDA0A-1CFD-44AA-90BC-F33F96383D6B}" dt="2025-03-04T21:10:29.571" v="127"/>
          <ac:spMkLst>
            <pc:docMk/>
            <pc:sldMk cId="0" sldId="291"/>
            <ac:spMk id="4" creationId="{9388197D-ED96-2E3B-BEC2-679606127DE1}"/>
          </ac:spMkLst>
        </pc:spChg>
        <pc:spChg chg="del mod ord">
          <ac:chgData name="Jenny Díaz Ramírez" userId="df7d83af-54c1-43f9-a4ec-fea9744b3563" providerId="ADAL" clId="{672FDA0A-1CFD-44AA-90BC-F33F96383D6B}" dt="2025-03-04T21:43:00.022" v="604" actId="478"/>
          <ac:spMkLst>
            <pc:docMk/>
            <pc:sldMk cId="0" sldId="291"/>
            <ac:spMk id="5" creationId="{00000000-0000-0000-0000-000000000000}"/>
          </ac:spMkLst>
        </pc:spChg>
        <pc:spChg chg="del">
          <ac:chgData name="Jenny Díaz Ramírez" userId="df7d83af-54c1-43f9-a4ec-fea9744b3563" providerId="ADAL" clId="{672FDA0A-1CFD-44AA-90BC-F33F96383D6B}" dt="2025-03-04T21:37:53.177" v="418" actId="478"/>
          <ac:spMkLst>
            <pc:docMk/>
            <pc:sldMk cId="0" sldId="291"/>
            <ac:spMk id="6" creationId="{00000000-0000-0000-0000-000000000000}"/>
          </ac:spMkLst>
        </pc:spChg>
        <pc:spChg chg="add del mod">
          <ac:chgData name="Jenny Díaz Ramírez" userId="df7d83af-54c1-43f9-a4ec-fea9744b3563" providerId="ADAL" clId="{672FDA0A-1CFD-44AA-90BC-F33F96383D6B}" dt="2025-03-04T21:10:48.420" v="134"/>
          <ac:spMkLst>
            <pc:docMk/>
            <pc:sldMk cId="0" sldId="291"/>
            <ac:spMk id="7" creationId="{9FD50604-768B-B1CA-2169-A47FCDE305C6}"/>
          </ac:spMkLst>
        </pc:spChg>
        <pc:spChg chg="add del mod">
          <ac:chgData name="Jenny Díaz Ramírez" userId="df7d83af-54c1-43f9-a4ec-fea9744b3563" providerId="ADAL" clId="{672FDA0A-1CFD-44AA-90BC-F33F96383D6B}" dt="2025-03-04T21:41:26.707" v="530" actId="478"/>
          <ac:spMkLst>
            <pc:docMk/>
            <pc:sldMk cId="0" sldId="291"/>
            <ac:spMk id="8" creationId="{DE0606DE-A04C-1442-0E4F-32C1DA9CB918}"/>
          </ac:spMkLst>
        </pc:spChg>
      </pc:sldChg>
      <pc:sldChg chg="addSp delSp modSp add mod chgLayout modNotes">
        <pc:chgData name="Jenny Díaz Ramírez" userId="df7d83af-54c1-43f9-a4ec-fea9744b3563" providerId="ADAL" clId="{672FDA0A-1CFD-44AA-90BC-F33F96383D6B}" dt="2025-03-04T21:41:16.119" v="527" actId="478"/>
        <pc:sldMkLst>
          <pc:docMk/>
          <pc:sldMk cId="0" sldId="292"/>
        </pc:sldMkLst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2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2"/>
            <ac:spMk id="3" creationId="{9BB1BF5C-6B04-4D07-3138-D9206454BE8F}"/>
          </ac:spMkLst>
        </pc:spChg>
        <pc:spChg chg="mod">
          <ac:chgData name="Jenny Díaz Ramírez" userId="df7d83af-54c1-43f9-a4ec-fea9744b3563" providerId="ADAL" clId="{672FDA0A-1CFD-44AA-90BC-F33F96383D6B}" dt="2025-03-04T21:22:14.532" v="250" actId="207"/>
          <ac:spMkLst>
            <pc:docMk/>
            <pc:sldMk cId="0" sldId="292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2:14.532" v="250" actId="207"/>
          <ac:spMkLst>
            <pc:docMk/>
            <pc:sldMk cId="0" sldId="292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2:58.149" v="255" actId="1076"/>
          <ac:spMkLst>
            <pc:docMk/>
            <pc:sldMk cId="0" sldId="292"/>
            <ac:spMk id="1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1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1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13" creationId="{00000000-0000-0000-0000-000000000000}"/>
          </ac:spMkLst>
        </pc:spChg>
        <pc:spChg chg="del mod ord">
          <ac:chgData name="Jenny Díaz Ramírez" userId="df7d83af-54c1-43f9-a4ec-fea9744b3563" providerId="ADAL" clId="{672FDA0A-1CFD-44AA-90BC-F33F96383D6B}" dt="2025-03-04T21:23:11.623" v="258" actId="478"/>
          <ac:spMkLst>
            <pc:docMk/>
            <pc:sldMk cId="0" sldId="292"/>
            <ac:spMk id="14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2"/>
            <ac:spMk id="15" creationId="{77A420B4-BF37-53B1-458E-D02445099799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16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2"/>
            <ac:spMk id="17" creationId="{A6611ECF-CC52-9942-EBAD-CDAF738A5546}"/>
          </ac:spMkLst>
        </pc:spChg>
        <pc:spChg chg="add mod">
          <ac:chgData name="Jenny Díaz Ramírez" userId="df7d83af-54c1-43f9-a4ec-fea9744b3563" providerId="ADAL" clId="{672FDA0A-1CFD-44AA-90BC-F33F96383D6B}" dt="2025-03-04T21:27:31.335" v="281" actId="1076"/>
          <ac:spMkLst>
            <pc:docMk/>
            <pc:sldMk cId="0" sldId="292"/>
            <ac:spMk id="21" creationId="{98067726-94B8-5D83-E971-825DA607EA60}"/>
          </ac:spMkLst>
        </pc:spChg>
        <pc:spChg chg="add del mod">
          <ac:chgData name="Jenny Díaz Ramírez" userId="df7d83af-54c1-43f9-a4ec-fea9744b3563" providerId="ADAL" clId="{672FDA0A-1CFD-44AA-90BC-F33F96383D6B}" dt="2025-03-04T21:41:16.119" v="527" actId="478"/>
          <ac:spMkLst>
            <pc:docMk/>
            <pc:sldMk cId="0" sldId="292"/>
            <ac:spMk id="23" creationId="{7276E420-E124-C343-4F38-E05758A297F7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24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2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40.443" v="261" actId="1076"/>
          <ac:spMkLst>
            <pc:docMk/>
            <pc:sldMk cId="0" sldId="292"/>
            <ac:spMk id="26" creationId="{00000000-0000-0000-0000-000000000000}"/>
          </ac:spMkLst>
        </pc:spChg>
        <pc:graphicFrameChg chg="mod ord modGraphic">
          <ac:chgData name="Jenny Díaz Ramírez" userId="df7d83af-54c1-43f9-a4ec-fea9744b3563" providerId="ADAL" clId="{672FDA0A-1CFD-44AA-90BC-F33F96383D6B}" dt="2025-03-04T21:29:50.586" v="303" actId="207"/>
          <ac:graphicFrameMkLst>
            <pc:docMk/>
            <pc:sldMk cId="0" sldId="292"/>
            <ac:graphicFrameMk id="4" creationId="{00000000-0000-0000-0000-000000000000}"/>
          </ac:graphicFrameMkLst>
        </pc:graphicFrameChg>
        <pc:cxnChg chg="mod">
          <ac:chgData name="Jenny Díaz Ramírez" userId="df7d83af-54c1-43f9-a4ec-fea9744b3563" providerId="ADAL" clId="{672FDA0A-1CFD-44AA-90BC-F33F96383D6B}" dt="2025-03-04T21:23:21.771" v="260" actId="208"/>
          <ac:cxnSpMkLst>
            <pc:docMk/>
            <pc:sldMk cId="0" sldId="292"/>
            <ac:cxnSpMk id="22" creationId="{00000000-0000-0000-0000-000000000000}"/>
          </ac:cxnSpMkLst>
        </pc:cxnChg>
      </pc:sldChg>
      <pc:sldChg chg="addSp delSp modSp add mod modAnim chgLayout">
        <pc:chgData name="Jenny Díaz Ramírez" userId="df7d83af-54c1-43f9-a4ec-fea9744b3563" providerId="ADAL" clId="{672FDA0A-1CFD-44AA-90BC-F33F96383D6B}" dt="2025-03-04T21:29:45.988" v="302" actId="207"/>
        <pc:sldMkLst>
          <pc:docMk/>
          <pc:sldMk cId="0" sldId="293"/>
        </pc:sldMkLst>
        <pc:spChg chg="mod ord">
          <ac:chgData name="Jenny Díaz Ramírez" userId="df7d83af-54c1-43f9-a4ec-fea9744b3563" providerId="ADAL" clId="{672FDA0A-1CFD-44AA-90BC-F33F96383D6B}" dt="2025-03-04T21:21:09.080" v="233" actId="27636"/>
          <ac:spMkLst>
            <pc:docMk/>
            <pc:sldMk cId="0" sldId="293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3"/>
            <ac:spMk id="3" creationId="{6FD2ADBA-1CB1-1D8B-4BD6-B7FDF54515C8}"/>
          </ac:spMkLst>
        </pc:spChg>
        <pc:spChg chg="mod">
          <ac:chgData name="Jenny Díaz Ramírez" userId="df7d83af-54c1-43f9-a4ec-fea9744b3563" providerId="ADAL" clId="{672FDA0A-1CFD-44AA-90BC-F33F96383D6B}" dt="2025-03-04T21:28:08.012" v="286" actId="20577"/>
          <ac:spMkLst>
            <pc:docMk/>
            <pc:sldMk cId="0" sldId="293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57.681" v="263" actId="1076"/>
          <ac:spMkLst>
            <pc:docMk/>
            <pc:sldMk cId="0" sldId="293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57.681" v="263" actId="1076"/>
          <ac:spMkLst>
            <pc:docMk/>
            <pc:sldMk cId="0" sldId="293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57.681" v="263" actId="1076"/>
          <ac:spMkLst>
            <pc:docMk/>
            <pc:sldMk cId="0" sldId="293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4:10.957" v="266" actId="1076"/>
          <ac:spMkLst>
            <pc:docMk/>
            <pc:sldMk cId="0" sldId="293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4:10.957" v="266" actId="1076"/>
          <ac:spMkLst>
            <pc:docMk/>
            <pc:sldMk cId="0" sldId="293"/>
            <ac:spMk id="10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3"/>
            <ac:spMk id="1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3:57.681" v="263" actId="1076"/>
          <ac:spMkLst>
            <pc:docMk/>
            <pc:sldMk cId="0" sldId="293"/>
            <ac:spMk id="12" creationId="{00000000-0000-0000-0000-000000000000}"/>
          </ac:spMkLst>
        </pc:spChg>
        <pc:spChg chg="del mod ord">
          <ac:chgData name="Jenny Díaz Ramírez" userId="df7d83af-54c1-43f9-a4ec-fea9744b3563" providerId="ADAL" clId="{672FDA0A-1CFD-44AA-90BC-F33F96383D6B}" dt="2025-03-04T21:24:16.260" v="267" actId="478"/>
          <ac:spMkLst>
            <pc:docMk/>
            <pc:sldMk cId="0" sldId="293"/>
            <ac:spMk id="13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3"/>
            <ac:spMk id="14" creationId="{5AEF0711-B0EB-53C1-115C-3DE8F47E23BA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3"/>
            <ac:spMk id="15" creationId="{198EC42D-4F0B-C442-F34F-CBCAD6FD05D1}"/>
          </ac:spMkLst>
        </pc:spChg>
        <pc:spChg chg="mod">
          <ac:chgData name="Jenny Díaz Ramírez" userId="df7d83af-54c1-43f9-a4ec-fea9744b3563" providerId="ADAL" clId="{672FDA0A-1CFD-44AA-90BC-F33F96383D6B}" dt="2025-03-04T21:23:57.681" v="263" actId="1076"/>
          <ac:spMkLst>
            <pc:docMk/>
            <pc:sldMk cId="0" sldId="293"/>
            <ac:spMk id="16" creationId="{00000000-0000-0000-0000-000000000000}"/>
          </ac:spMkLst>
        </pc:spChg>
        <pc:graphicFrameChg chg="mod ord modGraphic">
          <ac:chgData name="Jenny Díaz Ramírez" userId="df7d83af-54c1-43f9-a4ec-fea9744b3563" providerId="ADAL" clId="{672FDA0A-1CFD-44AA-90BC-F33F96383D6B}" dt="2025-03-04T21:29:45.988" v="302" actId="207"/>
          <ac:graphicFrameMkLst>
            <pc:docMk/>
            <pc:sldMk cId="0" sldId="293"/>
            <ac:graphicFrameMk id="4" creationId="{00000000-0000-0000-0000-000000000000}"/>
          </ac:graphicFrameMkLst>
        </pc:graphicFrameChg>
      </pc:sldChg>
      <pc:sldChg chg="addSp delSp modSp add mod modAnim chgLayout">
        <pc:chgData name="Jenny Díaz Ramírez" userId="df7d83af-54c1-43f9-a4ec-fea9744b3563" providerId="ADAL" clId="{672FDA0A-1CFD-44AA-90BC-F33F96383D6B}" dt="2025-03-04T21:41:10.157" v="526" actId="478"/>
        <pc:sldMkLst>
          <pc:docMk/>
          <pc:sldMk cId="0" sldId="294"/>
        </pc:sldMkLst>
        <pc:spChg chg="mod ord">
          <ac:chgData name="Jenny Díaz Ramírez" userId="df7d83af-54c1-43f9-a4ec-fea9744b3563" providerId="ADAL" clId="{672FDA0A-1CFD-44AA-90BC-F33F96383D6B}" dt="2025-03-04T21:21:09.112" v="234" actId="27636"/>
          <ac:spMkLst>
            <pc:docMk/>
            <pc:sldMk cId="0" sldId="294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4"/>
            <ac:spMk id="3" creationId="{089B4F55-A25F-9403-5BA9-FEBAF276D218}"/>
          </ac:spMkLst>
        </pc:spChg>
        <pc:spChg chg="mod">
          <ac:chgData name="Jenny Díaz Ramírez" userId="df7d83af-54c1-43f9-a4ec-fea9744b3563" providerId="ADAL" clId="{672FDA0A-1CFD-44AA-90BC-F33F96383D6B}" dt="2025-03-04T21:29:34.195" v="300" actId="20577"/>
          <ac:spMkLst>
            <pc:docMk/>
            <pc:sldMk cId="0" sldId="294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9:08.802" v="295" actId="1076"/>
          <ac:spMkLst>
            <pc:docMk/>
            <pc:sldMk cId="0" sldId="294"/>
            <ac:spMk id="6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8:30.754" v="288" actId="1076"/>
          <ac:spMkLst>
            <pc:docMk/>
            <pc:sldMk cId="0" sldId="294"/>
            <ac:spMk id="7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28:49.114" v="293" actId="1076"/>
          <ac:spMkLst>
            <pc:docMk/>
            <pc:sldMk cId="0" sldId="294"/>
            <ac:spMk id="8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4"/>
            <ac:spMk id="9" creationId="{00000000-0000-0000-0000-000000000000}"/>
          </ac:spMkLst>
        </pc:spChg>
        <pc:spChg chg="del mod ord">
          <ac:chgData name="Jenny Díaz Ramírez" userId="df7d83af-54c1-43f9-a4ec-fea9744b3563" providerId="ADAL" clId="{672FDA0A-1CFD-44AA-90BC-F33F96383D6B}" dt="2025-03-04T21:29:17.075" v="296" actId="478"/>
          <ac:spMkLst>
            <pc:docMk/>
            <pc:sldMk cId="0" sldId="294"/>
            <ac:spMk id="10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4"/>
            <ac:spMk id="11" creationId="{A29D4164-8FEB-2F05-B795-FE61DECCE331}"/>
          </ac:spMkLst>
        </pc:spChg>
        <pc:spChg chg="mod">
          <ac:chgData name="Jenny Díaz Ramírez" userId="df7d83af-54c1-43f9-a4ec-fea9744b3563" providerId="ADAL" clId="{672FDA0A-1CFD-44AA-90BC-F33F96383D6B}" dt="2025-03-04T21:28:46.880" v="292" actId="1076"/>
          <ac:spMkLst>
            <pc:docMk/>
            <pc:sldMk cId="0" sldId="294"/>
            <ac:spMk id="13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4"/>
            <ac:spMk id="15" creationId="{F99B3488-A464-F148-CEE8-34A4C80F2419}"/>
          </ac:spMkLst>
        </pc:spChg>
        <pc:spChg chg="add del mod">
          <ac:chgData name="Jenny Díaz Ramírez" userId="df7d83af-54c1-43f9-a4ec-fea9744b3563" providerId="ADAL" clId="{672FDA0A-1CFD-44AA-90BC-F33F96383D6B}" dt="2025-03-04T21:41:10.157" v="526" actId="478"/>
          <ac:spMkLst>
            <pc:docMk/>
            <pc:sldMk cId="0" sldId="294"/>
            <ac:spMk id="17" creationId="{D03529AE-B6EA-9630-B3E3-54209C9167FC}"/>
          </ac:spMkLst>
        </pc:spChg>
        <pc:graphicFrameChg chg="mod ord modGraphic">
          <ac:chgData name="Jenny Díaz Ramírez" userId="df7d83af-54c1-43f9-a4ec-fea9744b3563" providerId="ADAL" clId="{672FDA0A-1CFD-44AA-90BC-F33F96383D6B}" dt="2025-03-04T21:29:40.388" v="301" actId="207"/>
          <ac:graphicFrameMkLst>
            <pc:docMk/>
            <pc:sldMk cId="0" sldId="294"/>
            <ac:graphicFrameMk id="4" creationId="{00000000-0000-0000-0000-000000000000}"/>
          </ac:graphicFrameMkLst>
        </pc:graphicFrameChg>
      </pc:sldChg>
      <pc:sldChg chg="addSp delSp modSp add mod modAnim chgLayout">
        <pc:chgData name="Jenny Díaz Ramírez" userId="df7d83af-54c1-43f9-a4ec-fea9744b3563" providerId="ADAL" clId="{672FDA0A-1CFD-44AA-90BC-F33F96383D6B}" dt="2025-03-04T21:41:06.314" v="525" actId="478"/>
        <pc:sldMkLst>
          <pc:docMk/>
          <pc:sldMk cId="0" sldId="295"/>
        </pc:sldMkLst>
        <pc:spChg chg="mod ord">
          <ac:chgData name="Jenny Díaz Ramírez" userId="df7d83af-54c1-43f9-a4ec-fea9744b3563" providerId="ADAL" clId="{672FDA0A-1CFD-44AA-90BC-F33F96383D6B}" dt="2025-03-04T21:21:09.143" v="235" actId="27636"/>
          <ac:spMkLst>
            <pc:docMk/>
            <pc:sldMk cId="0" sldId="295"/>
            <ac:spMk id="2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5"/>
            <ac:spMk id="3" creationId="{B3534D74-C6AF-601B-B86C-8ED2C42C98C6}"/>
          </ac:spMkLst>
        </pc:spChg>
        <pc:spChg chg="mod">
          <ac:chgData name="Jenny Díaz Ramírez" userId="df7d83af-54c1-43f9-a4ec-fea9744b3563" providerId="ADAL" clId="{672FDA0A-1CFD-44AA-90BC-F33F96383D6B}" dt="2025-03-04T21:30:42.414" v="329" actId="20577"/>
          <ac:spMkLst>
            <pc:docMk/>
            <pc:sldMk cId="0" sldId="295"/>
            <ac:spMk id="5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5"/>
            <ac:spMk id="6" creationId="{00000000-0000-0000-0000-000000000000}"/>
          </ac:spMkLst>
        </pc:spChg>
        <pc:spChg chg="del mod ord">
          <ac:chgData name="Jenny Díaz Ramírez" userId="df7d83af-54c1-43f9-a4ec-fea9744b3563" providerId="ADAL" clId="{672FDA0A-1CFD-44AA-90BC-F33F96383D6B}" dt="2025-03-04T21:30:23.383" v="310" actId="478"/>
          <ac:spMkLst>
            <pc:docMk/>
            <pc:sldMk cId="0" sldId="295"/>
            <ac:spMk id="7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5"/>
            <ac:spMk id="8" creationId="{C119F601-580F-0D0F-C201-02E4C2BD8614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5"/>
            <ac:spMk id="9" creationId="{989EB08B-EB11-61B4-3870-8E0D4D193B91}"/>
          </ac:spMkLst>
        </pc:spChg>
        <pc:spChg chg="add del mod">
          <ac:chgData name="Jenny Díaz Ramírez" userId="df7d83af-54c1-43f9-a4ec-fea9744b3563" providerId="ADAL" clId="{672FDA0A-1CFD-44AA-90BC-F33F96383D6B}" dt="2025-03-04T21:41:06.314" v="525" actId="478"/>
          <ac:spMkLst>
            <pc:docMk/>
            <pc:sldMk cId="0" sldId="295"/>
            <ac:spMk id="10" creationId="{21BD92B2-F079-FC30-6ECF-C10B31C253AE}"/>
          </ac:spMkLst>
        </pc:spChg>
        <pc:spChg chg="mod">
          <ac:chgData name="Jenny Díaz Ramírez" userId="df7d83af-54c1-43f9-a4ec-fea9744b3563" providerId="ADAL" clId="{672FDA0A-1CFD-44AA-90BC-F33F96383D6B}" dt="2025-03-04T21:30:15.440" v="307" actId="1076"/>
          <ac:spMkLst>
            <pc:docMk/>
            <pc:sldMk cId="0" sldId="295"/>
            <ac:spMk id="12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0:21.646" v="309" actId="1076"/>
          <ac:spMkLst>
            <pc:docMk/>
            <pc:sldMk cId="0" sldId="295"/>
            <ac:spMk id="16" creationId="{00000000-0000-0000-0000-000000000000}"/>
          </ac:spMkLst>
        </pc:spChg>
        <pc:graphicFrameChg chg="mod ord modGraphic">
          <ac:chgData name="Jenny Díaz Ramírez" userId="df7d83af-54c1-43f9-a4ec-fea9744b3563" providerId="ADAL" clId="{672FDA0A-1CFD-44AA-90BC-F33F96383D6B}" dt="2025-03-04T21:30:04.669" v="304" actId="1076"/>
          <ac:graphicFrameMkLst>
            <pc:docMk/>
            <pc:sldMk cId="0" sldId="295"/>
            <ac:graphicFrameMk id="4" creationId="{00000000-0000-0000-0000-000000000000}"/>
          </ac:graphicFrameMkLst>
        </pc:graphicFrameChg>
      </pc:sldChg>
      <pc:sldChg chg="addSp delSp modSp add mod delAnim modAnim chgLayout modNotes">
        <pc:chgData name="Jenny Díaz Ramírez" userId="df7d83af-54c1-43f9-a4ec-fea9744b3563" providerId="ADAL" clId="{672FDA0A-1CFD-44AA-90BC-F33F96383D6B}" dt="2025-03-04T21:41:01.297" v="524" actId="478"/>
        <pc:sldMkLst>
          <pc:docMk/>
          <pc:sldMk cId="0" sldId="296"/>
        </pc:sldMkLst>
        <pc:spChg chg="mod ord">
          <ac:chgData name="Jenny Díaz Ramírez" userId="df7d83af-54c1-43f9-a4ec-fea9744b3563" providerId="ADAL" clId="{672FDA0A-1CFD-44AA-90BC-F33F96383D6B}" dt="2025-03-04T21:30:52.037" v="331" actId="1076"/>
          <ac:spMkLst>
            <pc:docMk/>
            <pc:sldMk cId="0" sldId="296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2:42.161" v="362" actId="12"/>
          <ac:spMkLst>
            <pc:docMk/>
            <pc:sldMk cId="0" sldId="296"/>
            <ac:spMk id="3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2:49.899" v="363" actId="1076"/>
          <ac:spMkLst>
            <pc:docMk/>
            <pc:sldMk cId="0" sldId="296"/>
            <ac:spMk id="4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2:49.899" v="363" actId="1076"/>
          <ac:spMkLst>
            <pc:docMk/>
            <pc:sldMk cId="0" sldId="296"/>
            <ac:spMk id="5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0:58.778" v="332" actId="207"/>
          <ac:spMkLst>
            <pc:docMk/>
            <pc:sldMk cId="0" sldId="296"/>
            <ac:spMk id="8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0:58.778" v="332" actId="207"/>
          <ac:spMkLst>
            <pc:docMk/>
            <pc:sldMk cId="0" sldId="296"/>
            <ac:spMk id="9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0:58.778" v="332" actId="207"/>
          <ac:spMkLst>
            <pc:docMk/>
            <pc:sldMk cId="0" sldId="296"/>
            <ac:spMk id="10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0:58.778" v="332" actId="207"/>
          <ac:spMkLst>
            <pc:docMk/>
            <pc:sldMk cId="0" sldId="296"/>
            <ac:spMk id="11" creationId="{00000000-0000-0000-0000-000000000000}"/>
          </ac:spMkLst>
        </pc:spChg>
        <pc:spChg chg="mod">
          <ac:chgData name="Jenny Díaz Ramírez" userId="df7d83af-54c1-43f9-a4ec-fea9744b3563" providerId="ADAL" clId="{672FDA0A-1CFD-44AA-90BC-F33F96383D6B}" dt="2025-03-04T21:30:58.778" v="332" actId="207"/>
          <ac:spMkLst>
            <pc:docMk/>
            <pc:sldMk cId="0" sldId="296"/>
            <ac:spMk id="1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2:18.228" v="358" actId="1076"/>
          <ac:spMkLst>
            <pc:docMk/>
            <pc:sldMk cId="0" sldId="296"/>
            <ac:spMk id="13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6"/>
            <ac:spMk id="14" creationId="{B7FD794E-A89E-A1E5-A210-5F7C91342EAB}"/>
          </ac:spMkLst>
        </pc:spChg>
        <pc:spChg chg="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6"/>
            <ac:spMk id="15" creationId="{00000000-0000-0000-0000-000000000000}"/>
          </ac:spMkLst>
        </pc:spChg>
        <pc:spChg chg="del mod ord">
          <ac:chgData name="Jenny Díaz Ramírez" userId="df7d83af-54c1-43f9-a4ec-fea9744b3563" providerId="ADAL" clId="{672FDA0A-1CFD-44AA-90BC-F33F96383D6B}" dt="2025-03-04T21:32:54.799" v="365" actId="478"/>
          <ac:spMkLst>
            <pc:docMk/>
            <pc:sldMk cId="0" sldId="296"/>
            <ac:spMk id="16" creationId="{00000000-0000-0000-0000-000000000000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6"/>
            <ac:spMk id="17" creationId="{9BC5F42A-FDE4-DFDB-E078-FB3AE8E4FA28}"/>
          </ac:spMkLst>
        </pc:spChg>
        <pc:spChg chg="add del mod ord">
          <ac:chgData name="Jenny Díaz Ramírez" userId="df7d83af-54c1-43f9-a4ec-fea9744b3563" providerId="ADAL" clId="{672FDA0A-1CFD-44AA-90BC-F33F96383D6B}" dt="2025-03-04T21:20:57.899" v="230" actId="700"/>
          <ac:spMkLst>
            <pc:docMk/>
            <pc:sldMk cId="0" sldId="296"/>
            <ac:spMk id="18" creationId="{665A74F3-C52A-86E0-E918-7EECF269E98A}"/>
          </ac:spMkLst>
        </pc:spChg>
        <pc:spChg chg="mod">
          <ac:chgData name="Jenny Díaz Ramírez" userId="df7d83af-54c1-43f9-a4ec-fea9744b3563" providerId="ADAL" clId="{672FDA0A-1CFD-44AA-90BC-F33F96383D6B}" dt="2025-03-04T21:31:07.770" v="333"/>
          <ac:spMkLst>
            <pc:docMk/>
            <pc:sldMk cId="0" sldId="296"/>
            <ac:spMk id="21" creationId="{03BC1C9C-3D13-96E6-AB91-467FFA58FDB5}"/>
          </ac:spMkLst>
        </pc:spChg>
        <pc:spChg chg="mod">
          <ac:chgData name="Jenny Díaz Ramírez" userId="df7d83af-54c1-43f9-a4ec-fea9744b3563" providerId="ADAL" clId="{672FDA0A-1CFD-44AA-90BC-F33F96383D6B}" dt="2025-03-04T21:31:07.770" v="333"/>
          <ac:spMkLst>
            <pc:docMk/>
            <pc:sldMk cId="0" sldId="296"/>
            <ac:spMk id="23" creationId="{6B42E4E9-5104-1644-13A6-F7076AA43C8E}"/>
          </ac:spMkLst>
        </pc:spChg>
        <pc:spChg chg="mod">
          <ac:chgData name="Jenny Díaz Ramírez" userId="df7d83af-54c1-43f9-a4ec-fea9744b3563" providerId="ADAL" clId="{672FDA0A-1CFD-44AA-90BC-F33F96383D6B}" dt="2025-03-04T21:31:07.770" v="333"/>
          <ac:spMkLst>
            <pc:docMk/>
            <pc:sldMk cId="0" sldId="296"/>
            <ac:spMk id="24" creationId="{7802498B-BE7E-9A65-3FAA-611AF0682CD1}"/>
          </ac:spMkLst>
        </pc:spChg>
        <pc:spChg chg="mod">
          <ac:chgData name="Jenny Díaz Ramírez" userId="df7d83af-54c1-43f9-a4ec-fea9744b3563" providerId="ADAL" clId="{672FDA0A-1CFD-44AA-90BC-F33F96383D6B}" dt="2025-03-04T21:31:07.770" v="333"/>
          <ac:spMkLst>
            <pc:docMk/>
            <pc:sldMk cId="0" sldId="296"/>
            <ac:spMk id="25" creationId="{E4E14225-338C-3483-5E8A-8298CB119F47}"/>
          </ac:spMkLst>
        </pc:spChg>
        <pc:spChg chg="mod">
          <ac:chgData name="Jenny Díaz Ramírez" userId="df7d83af-54c1-43f9-a4ec-fea9744b3563" providerId="ADAL" clId="{672FDA0A-1CFD-44AA-90BC-F33F96383D6B}" dt="2025-03-04T21:31:07.770" v="333"/>
          <ac:spMkLst>
            <pc:docMk/>
            <pc:sldMk cId="0" sldId="296"/>
            <ac:spMk id="26" creationId="{3841B8C1-2496-C1C7-143C-B3C2CCC3ACE6}"/>
          </ac:spMkLst>
        </pc:spChg>
        <pc:spChg chg="mod">
          <ac:chgData name="Jenny Díaz Ramírez" userId="df7d83af-54c1-43f9-a4ec-fea9744b3563" providerId="ADAL" clId="{672FDA0A-1CFD-44AA-90BC-F33F96383D6B}" dt="2025-03-04T21:31:07.770" v="333"/>
          <ac:spMkLst>
            <pc:docMk/>
            <pc:sldMk cId="0" sldId="296"/>
            <ac:spMk id="27" creationId="{ADF5A391-A455-3EAF-F14C-BF853CE0E20D}"/>
          </ac:spMkLst>
        </pc:spChg>
        <pc:spChg chg="mod">
          <ac:chgData name="Jenny Díaz Ramírez" userId="df7d83af-54c1-43f9-a4ec-fea9744b3563" providerId="ADAL" clId="{672FDA0A-1CFD-44AA-90BC-F33F96383D6B}" dt="2025-03-04T21:31:22.804" v="337"/>
          <ac:spMkLst>
            <pc:docMk/>
            <pc:sldMk cId="0" sldId="296"/>
            <ac:spMk id="30" creationId="{F13A8BC6-400A-B0D0-F561-25A876D52277}"/>
          </ac:spMkLst>
        </pc:spChg>
        <pc:spChg chg="mod">
          <ac:chgData name="Jenny Díaz Ramírez" userId="df7d83af-54c1-43f9-a4ec-fea9744b3563" providerId="ADAL" clId="{672FDA0A-1CFD-44AA-90BC-F33F96383D6B}" dt="2025-03-04T21:31:22.804" v="337"/>
          <ac:spMkLst>
            <pc:docMk/>
            <pc:sldMk cId="0" sldId="296"/>
            <ac:spMk id="32" creationId="{1A7C3FF4-51D5-9D32-6197-167B9C93973D}"/>
          </ac:spMkLst>
        </pc:spChg>
        <pc:spChg chg="mod">
          <ac:chgData name="Jenny Díaz Ramírez" userId="df7d83af-54c1-43f9-a4ec-fea9744b3563" providerId="ADAL" clId="{672FDA0A-1CFD-44AA-90BC-F33F96383D6B}" dt="2025-03-04T21:31:22.804" v="337"/>
          <ac:spMkLst>
            <pc:docMk/>
            <pc:sldMk cId="0" sldId="296"/>
            <ac:spMk id="33" creationId="{B4C54B2F-67F5-84DF-ECDF-89E8E1FD5D60}"/>
          </ac:spMkLst>
        </pc:spChg>
        <pc:spChg chg="mod">
          <ac:chgData name="Jenny Díaz Ramírez" userId="df7d83af-54c1-43f9-a4ec-fea9744b3563" providerId="ADAL" clId="{672FDA0A-1CFD-44AA-90BC-F33F96383D6B}" dt="2025-03-04T21:31:22.804" v="337"/>
          <ac:spMkLst>
            <pc:docMk/>
            <pc:sldMk cId="0" sldId="296"/>
            <ac:spMk id="34" creationId="{8A620376-AD72-30E8-5048-5C9BBEFDD11B}"/>
          </ac:spMkLst>
        </pc:spChg>
        <pc:spChg chg="mod">
          <ac:chgData name="Jenny Díaz Ramírez" userId="df7d83af-54c1-43f9-a4ec-fea9744b3563" providerId="ADAL" clId="{672FDA0A-1CFD-44AA-90BC-F33F96383D6B}" dt="2025-03-04T21:31:22.804" v="337"/>
          <ac:spMkLst>
            <pc:docMk/>
            <pc:sldMk cId="0" sldId="296"/>
            <ac:spMk id="35" creationId="{7D746B15-C353-F873-E819-1C248D3B4600}"/>
          </ac:spMkLst>
        </pc:spChg>
        <pc:spChg chg="mod">
          <ac:chgData name="Jenny Díaz Ramírez" userId="df7d83af-54c1-43f9-a4ec-fea9744b3563" providerId="ADAL" clId="{672FDA0A-1CFD-44AA-90BC-F33F96383D6B}" dt="2025-03-04T21:31:22.804" v="337"/>
          <ac:spMkLst>
            <pc:docMk/>
            <pc:sldMk cId="0" sldId="296"/>
            <ac:spMk id="36" creationId="{1543C886-37B4-0820-D639-F760E20E7F78}"/>
          </ac:spMkLst>
        </pc:spChg>
        <pc:spChg chg="add del mod">
          <ac:chgData name="Jenny Díaz Ramírez" userId="df7d83af-54c1-43f9-a4ec-fea9744b3563" providerId="ADAL" clId="{672FDA0A-1CFD-44AA-90BC-F33F96383D6B}" dt="2025-03-04T21:41:01.297" v="524" actId="478"/>
          <ac:spMkLst>
            <pc:docMk/>
            <pc:sldMk cId="0" sldId="296"/>
            <ac:spMk id="39" creationId="{8926C1AE-83CC-9768-4FBE-7292AE8D99FA}"/>
          </ac:spMkLst>
        </pc:spChg>
        <pc:grpChg chg="del">
          <ac:chgData name="Jenny Díaz Ramírez" userId="df7d83af-54c1-43f9-a4ec-fea9744b3563" providerId="ADAL" clId="{672FDA0A-1CFD-44AA-90BC-F33F96383D6B}" dt="2025-03-04T21:31:21.601" v="336" actId="478"/>
          <ac:grpSpMkLst>
            <pc:docMk/>
            <pc:sldMk cId="0" sldId="296"/>
            <ac:grpSpMk id="6" creationId="{00000000-0000-0000-0000-000000000000}"/>
          </ac:grpSpMkLst>
        </pc:grpChg>
        <pc:grpChg chg="add del mod">
          <ac:chgData name="Jenny Díaz Ramírez" userId="df7d83af-54c1-43f9-a4ec-fea9744b3563" providerId="ADAL" clId="{672FDA0A-1CFD-44AA-90BC-F33F96383D6B}" dt="2025-03-04T21:31:17.032" v="335" actId="478"/>
          <ac:grpSpMkLst>
            <pc:docMk/>
            <pc:sldMk cId="0" sldId="296"/>
            <ac:grpSpMk id="19" creationId="{14550E94-F87E-32F6-F6F5-9177FD6A60D9}"/>
          </ac:grpSpMkLst>
        </pc:grpChg>
        <pc:grpChg chg="mod">
          <ac:chgData name="Jenny Díaz Ramírez" userId="df7d83af-54c1-43f9-a4ec-fea9744b3563" providerId="ADAL" clId="{672FDA0A-1CFD-44AA-90BC-F33F96383D6B}" dt="2025-03-04T21:31:07.770" v="333"/>
          <ac:grpSpMkLst>
            <pc:docMk/>
            <pc:sldMk cId="0" sldId="296"/>
            <ac:grpSpMk id="20" creationId="{6CD2625C-9775-C964-D310-1D3F1F69476A}"/>
          </ac:grpSpMkLst>
        </pc:grpChg>
        <pc:grpChg chg="add mod">
          <ac:chgData name="Jenny Díaz Ramírez" userId="df7d83af-54c1-43f9-a4ec-fea9744b3563" providerId="ADAL" clId="{672FDA0A-1CFD-44AA-90BC-F33F96383D6B}" dt="2025-03-04T21:32:19.046" v="359" actId="1076"/>
          <ac:grpSpMkLst>
            <pc:docMk/>
            <pc:sldMk cId="0" sldId="296"/>
            <ac:grpSpMk id="28" creationId="{7D18A472-F4F6-7431-E30D-3B9FC564F0DA}"/>
          </ac:grpSpMkLst>
        </pc:grpChg>
        <pc:grpChg chg="mod">
          <ac:chgData name="Jenny Díaz Ramírez" userId="df7d83af-54c1-43f9-a4ec-fea9744b3563" providerId="ADAL" clId="{672FDA0A-1CFD-44AA-90BC-F33F96383D6B}" dt="2025-03-04T21:31:22.804" v="337"/>
          <ac:grpSpMkLst>
            <pc:docMk/>
            <pc:sldMk cId="0" sldId="296"/>
            <ac:grpSpMk id="29" creationId="{E17F0D74-1664-B0E1-F8C3-FADACB7CD0F6}"/>
          </ac:grpSpMkLst>
        </pc:grpChg>
        <pc:graphicFrameChg chg="mod">
          <ac:chgData name="Jenny Díaz Ramírez" userId="df7d83af-54c1-43f9-a4ec-fea9744b3563" providerId="ADAL" clId="{672FDA0A-1CFD-44AA-90BC-F33F96383D6B}" dt="2025-03-04T21:31:07.770" v="333"/>
          <ac:graphicFrameMkLst>
            <pc:docMk/>
            <pc:sldMk cId="0" sldId="296"/>
            <ac:graphicFrameMk id="22" creationId="{E97D4453-E3FC-CE5D-08DB-8CF035955A4E}"/>
          </ac:graphicFrameMkLst>
        </pc:graphicFrameChg>
        <pc:graphicFrameChg chg="mod">
          <ac:chgData name="Jenny Díaz Ramírez" userId="df7d83af-54c1-43f9-a4ec-fea9744b3563" providerId="ADAL" clId="{672FDA0A-1CFD-44AA-90BC-F33F96383D6B}" dt="2025-03-04T21:31:24.572" v="338"/>
          <ac:graphicFrameMkLst>
            <pc:docMk/>
            <pc:sldMk cId="0" sldId="296"/>
            <ac:graphicFrameMk id="31" creationId="{EBEC2FB1-8CCF-4691-48A1-439F6A76E1D6}"/>
          </ac:graphicFrameMkLst>
        </pc:graphicFrameChg>
        <pc:cxnChg chg="add mod">
          <ac:chgData name="Jenny Díaz Ramírez" userId="df7d83af-54c1-43f9-a4ec-fea9744b3563" providerId="ADAL" clId="{672FDA0A-1CFD-44AA-90BC-F33F96383D6B}" dt="2025-03-04T21:31:58.749" v="346" actId="14100"/>
          <ac:cxnSpMkLst>
            <pc:docMk/>
            <pc:sldMk cId="0" sldId="296"/>
            <ac:cxnSpMk id="37" creationId="{F7B49395-CD5F-B68F-0091-E07C11AA66C6}"/>
          </ac:cxnSpMkLst>
        </pc:cxnChg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301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302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303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327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328"/>
        </pc:sldMkLst>
      </pc:sldChg>
      <pc:sldChg chg="add del">
        <pc:chgData name="Jenny Díaz Ramírez" userId="df7d83af-54c1-43f9-a4ec-fea9744b3563" providerId="ADAL" clId="{672FDA0A-1CFD-44AA-90BC-F33F96383D6B}" dt="2025-03-04T21:12:18.038" v="169" actId="47"/>
        <pc:sldMkLst>
          <pc:docMk/>
          <pc:sldMk cId="0" sldId="329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0" sldId="330"/>
        </pc:sldMkLst>
      </pc:sldChg>
      <pc:sldChg chg="modSp add del mod">
        <pc:chgData name="Jenny Díaz Ramírez" userId="df7d83af-54c1-43f9-a4ec-fea9744b3563" providerId="ADAL" clId="{672FDA0A-1CFD-44AA-90BC-F33F96383D6B}" dt="2025-03-04T21:13:58.388" v="193" actId="47"/>
        <pc:sldMkLst>
          <pc:docMk/>
          <pc:sldMk cId="0" sldId="331"/>
        </pc:sldMkLst>
      </pc:sldChg>
      <pc:sldChg chg="modSp del mod">
        <pc:chgData name="Jenny Díaz Ramírez" userId="df7d83af-54c1-43f9-a4ec-fea9744b3563" providerId="ADAL" clId="{672FDA0A-1CFD-44AA-90BC-F33F96383D6B}" dt="2025-02-21T21:50:30.799" v="29" actId="47"/>
        <pc:sldMkLst>
          <pc:docMk/>
          <pc:sldMk cId="2434826197" sldId="333"/>
        </pc:sldMkLst>
      </pc:sldChg>
      <pc:sldChg chg="del">
        <pc:chgData name="Jenny Díaz Ramírez" userId="df7d83af-54c1-43f9-a4ec-fea9744b3563" providerId="ADAL" clId="{672FDA0A-1CFD-44AA-90BC-F33F96383D6B}" dt="2025-02-21T21:50:30.799" v="29" actId="47"/>
        <pc:sldMkLst>
          <pc:docMk/>
          <pc:sldMk cId="961838741" sldId="334"/>
        </pc:sldMkLst>
      </pc:sldChg>
      <pc:sldChg chg="modSp del mod">
        <pc:chgData name="Jenny Díaz Ramírez" userId="df7d83af-54c1-43f9-a4ec-fea9744b3563" providerId="ADAL" clId="{672FDA0A-1CFD-44AA-90BC-F33F96383D6B}" dt="2025-02-21T21:50:30.799" v="29" actId="47"/>
        <pc:sldMkLst>
          <pc:docMk/>
          <pc:sldMk cId="2633552067" sldId="335"/>
        </pc:sldMkLst>
      </pc:sldChg>
      <pc:sldChg chg="addSp delSp modSp mod modClrScheme chgLayout">
        <pc:chgData name="Jenny Díaz Ramírez" userId="df7d83af-54c1-43f9-a4ec-fea9744b3563" providerId="ADAL" clId="{672FDA0A-1CFD-44AA-90BC-F33F96383D6B}" dt="2025-03-04T21:41:54.656" v="533" actId="700"/>
        <pc:sldMkLst>
          <pc:docMk/>
          <pc:sldMk cId="529042108" sldId="346"/>
        </pc:sldMkLst>
        <pc:spChg chg="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529042108" sldId="346"/>
            <ac:spMk id="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529042108" sldId="346"/>
            <ac:spMk id="3" creationId="{DEBBE39C-06CC-42B9-6A07-60E6A7446F49}"/>
          </ac:spMkLst>
        </pc:spChg>
        <pc:spChg chg="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529042108" sldId="346"/>
            <ac:spMk id="4" creationId="{BA449457-6A62-C110-0EAA-52AACAF1A038}"/>
          </ac:spMkLst>
        </pc:spChg>
        <pc:spChg chg="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529042108" sldId="346"/>
            <ac:spMk id="6" creationId="{FEF019A9-68C9-543E-958B-21AED095E878}"/>
          </ac:spMkLst>
        </pc:spChg>
        <pc:spChg chg="del 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529042108" sldId="346"/>
            <ac:spMk id="8" creationId="{3D6659FD-4AD5-AD04-190D-C781908847BA}"/>
          </ac:spMkLst>
        </pc:spChg>
        <pc:spChg chg="add mod ord">
          <ac:chgData name="Jenny Díaz Ramírez" userId="df7d83af-54c1-43f9-a4ec-fea9744b3563" providerId="ADAL" clId="{672FDA0A-1CFD-44AA-90BC-F33F96383D6B}" dt="2025-03-04T21:41:54.656" v="533" actId="700"/>
          <ac:spMkLst>
            <pc:docMk/>
            <pc:sldMk cId="529042108" sldId="346"/>
            <ac:spMk id="9" creationId="{3C92665A-E6D9-511C-42A2-4AE2E1732440}"/>
          </ac:spMkLst>
        </pc:spChg>
        <pc:graphicFrameChg chg="mod">
          <ac:chgData name="Jenny Díaz Ramírez" userId="df7d83af-54c1-43f9-a4ec-fea9744b3563" providerId="ADAL" clId="{672FDA0A-1CFD-44AA-90BC-F33F96383D6B}" dt="2025-03-04T21:09:34.546" v="64" actId="20577"/>
          <ac:graphicFrameMkLst>
            <pc:docMk/>
            <pc:sldMk cId="529042108" sldId="346"/>
            <ac:graphicFrameMk id="5" creationId="{00000000-0000-0000-0000-000000000000}"/>
          </ac:graphicFrameMkLst>
        </pc:graphicFrameChg>
      </pc:sldChg>
      <pc:sldChg chg="delSp mod">
        <pc:chgData name="Jenny Díaz Ramírez" userId="df7d83af-54c1-43f9-a4ec-fea9744b3563" providerId="ADAL" clId="{672FDA0A-1CFD-44AA-90BC-F33F96383D6B}" dt="2025-03-04T21:41:43.615" v="532" actId="478"/>
        <pc:sldMkLst>
          <pc:docMk/>
          <pc:sldMk cId="2960950710" sldId="350"/>
        </pc:sldMkLst>
        <pc:spChg chg="del">
          <ac:chgData name="Jenny Díaz Ramírez" userId="df7d83af-54c1-43f9-a4ec-fea9744b3563" providerId="ADAL" clId="{672FDA0A-1CFD-44AA-90BC-F33F96383D6B}" dt="2025-03-04T21:41:43.615" v="532" actId="478"/>
          <ac:spMkLst>
            <pc:docMk/>
            <pc:sldMk cId="2960950710" sldId="350"/>
            <ac:spMk id="4" creationId="{8AC6FE46-170E-0F6C-06F0-D7F69117A30F}"/>
          </ac:spMkLst>
        </pc:spChg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399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00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01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02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11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12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13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14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0" sldId="415"/>
        </pc:sldMkLst>
      </pc:sldChg>
      <pc:sldChg chg="modSp add del mod">
        <pc:chgData name="Jenny Díaz Ramírez" userId="df7d83af-54c1-43f9-a4ec-fea9744b3563" providerId="ADAL" clId="{672FDA0A-1CFD-44AA-90BC-F33F96383D6B}" dt="2025-03-04T21:34:17.394" v="383" actId="47"/>
        <pc:sldMkLst>
          <pc:docMk/>
          <pc:sldMk cId="0" sldId="417"/>
        </pc:sldMkLst>
      </pc:sldChg>
      <pc:sldChg chg="addSp modSp add mod modClrScheme chgLayout">
        <pc:chgData name="Jenny Díaz Ramírez" userId="df7d83af-54c1-43f9-a4ec-fea9744b3563" providerId="ADAL" clId="{672FDA0A-1CFD-44AA-90BC-F33F96383D6B}" dt="2025-03-04T21:39:15.271" v="488"/>
        <pc:sldMkLst>
          <pc:docMk/>
          <pc:sldMk cId="0" sldId="422"/>
        </pc:sldMkLst>
        <pc:spChg chg="add mod">
          <ac:chgData name="Jenny Díaz Ramírez" userId="df7d83af-54c1-43f9-a4ec-fea9744b3563" providerId="ADAL" clId="{672FDA0A-1CFD-44AA-90BC-F33F96383D6B}" dt="2025-03-04T21:39:15.271" v="488"/>
          <ac:spMkLst>
            <pc:docMk/>
            <pc:sldMk cId="0" sldId="422"/>
            <ac:spMk id="2" creationId="{47803F16-92EC-2A5A-766D-C4D12655F41B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2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7:03.451" v="417" actId="27636"/>
          <ac:spMkLst>
            <pc:docMk/>
            <pc:sldMk cId="0" sldId="422"/>
            <ac:spMk id="35843" creationId="{00000000-0000-0000-0000-000000000000}"/>
          </ac:spMkLst>
        </pc:spChg>
      </pc:sldChg>
      <pc:sldChg chg="addSp modSp add mod modClrScheme chgLayout">
        <pc:chgData name="Jenny Díaz Ramírez" userId="df7d83af-54c1-43f9-a4ec-fea9744b3563" providerId="ADAL" clId="{672FDA0A-1CFD-44AA-90BC-F33F96383D6B}" dt="2025-03-04T21:39:16.707" v="489"/>
        <pc:sldMkLst>
          <pc:docMk/>
          <pc:sldMk cId="0" sldId="423"/>
        </pc:sldMkLst>
        <pc:spChg chg="add mod">
          <ac:chgData name="Jenny Díaz Ramírez" userId="df7d83af-54c1-43f9-a4ec-fea9744b3563" providerId="ADAL" clId="{672FDA0A-1CFD-44AA-90BC-F33F96383D6B}" dt="2025-03-04T21:39:16.707" v="489"/>
          <ac:spMkLst>
            <pc:docMk/>
            <pc:sldMk cId="0" sldId="423"/>
            <ac:spMk id="2" creationId="{2640D831-44C5-64AC-5D4A-DD1F79C6C65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3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6:57.864" v="415" actId="14100"/>
          <ac:spMkLst>
            <pc:docMk/>
            <pc:sldMk cId="0" sldId="423"/>
            <ac:spMk id="35843" creationId="{00000000-0000-0000-0000-000000000000}"/>
          </ac:spMkLst>
        </pc:spChg>
      </pc:sldChg>
      <pc:sldChg chg="addSp modSp add mod modClrScheme chgLayout">
        <pc:chgData name="Jenny Díaz Ramírez" userId="df7d83af-54c1-43f9-a4ec-fea9744b3563" providerId="ADAL" clId="{672FDA0A-1CFD-44AA-90BC-F33F96383D6B}" dt="2025-03-04T21:39:21.162" v="491"/>
        <pc:sldMkLst>
          <pc:docMk/>
          <pc:sldMk cId="0" sldId="424"/>
        </pc:sldMkLst>
        <pc:spChg chg="add mod">
          <ac:chgData name="Jenny Díaz Ramírez" userId="df7d83af-54c1-43f9-a4ec-fea9744b3563" providerId="ADAL" clId="{672FDA0A-1CFD-44AA-90BC-F33F96383D6B}" dt="2025-03-04T21:39:21.162" v="491"/>
          <ac:spMkLst>
            <pc:docMk/>
            <pc:sldMk cId="0" sldId="424"/>
            <ac:spMk id="2" creationId="{1D52DA09-3D31-5DAF-2DC6-D1F1AA4FC9E8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4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6:50.622" v="414" actId="14100"/>
          <ac:spMkLst>
            <pc:docMk/>
            <pc:sldMk cId="0" sldId="424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6:39.349" v="413" actId="20577"/>
        <pc:sldMkLst>
          <pc:docMk/>
          <pc:sldMk cId="0" sldId="425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5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6:39.349" v="413" actId="20577"/>
          <ac:spMkLst>
            <pc:docMk/>
            <pc:sldMk cId="0" sldId="425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6:30.317" v="410"/>
        <pc:sldMkLst>
          <pc:docMk/>
          <pc:sldMk cId="0" sldId="426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6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6:30.317" v="410"/>
          <ac:spMkLst>
            <pc:docMk/>
            <pc:sldMk cId="0" sldId="426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4:47.768" v="387" actId="14100"/>
        <pc:sldMkLst>
          <pc:docMk/>
          <pc:sldMk cId="0" sldId="427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7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4:47.768" v="387" actId="14100"/>
          <ac:spMkLst>
            <pc:docMk/>
            <pc:sldMk cId="0" sldId="427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6:14.090" v="409" actId="1076"/>
        <pc:sldMkLst>
          <pc:docMk/>
          <pc:sldMk cId="0" sldId="428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8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8"/>
            <ac:spMk id="35843" creationId="{00000000-0000-0000-0000-000000000000}"/>
          </ac:spMkLst>
        </pc:spChg>
        <pc:graphicFrameChg chg="mod">
          <ac:chgData name="Jenny Díaz Ramírez" userId="df7d83af-54c1-43f9-a4ec-fea9744b3563" providerId="ADAL" clId="{672FDA0A-1CFD-44AA-90BC-F33F96383D6B}" dt="2025-03-04T21:36:14.090" v="409" actId="1076"/>
          <ac:graphicFrameMkLst>
            <pc:docMk/>
            <pc:sldMk cId="0" sldId="428"/>
            <ac:graphicFrameMk id="46082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672FDA0A-1CFD-44AA-90BC-F33F96383D6B}" dt="2025-03-04T21:36:06.683" v="408" actId="14100"/>
        <pc:sldMkLst>
          <pc:docMk/>
          <pc:sldMk cId="0" sldId="429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29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6:06.683" v="408" actId="14100"/>
          <ac:spMkLst>
            <pc:docMk/>
            <pc:sldMk cId="0" sldId="429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5:58.705" v="407" actId="20577"/>
        <pc:sldMkLst>
          <pc:docMk/>
          <pc:sldMk cId="0" sldId="430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0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5:58.705" v="407" actId="20577"/>
          <ac:spMkLst>
            <pc:docMk/>
            <pc:sldMk cId="0" sldId="430"/>
            <ac:spMk id="35843" creationId="{00000000-0000-0000-0000-000000000000}"/>
          </ac:spMkLst>
        </pc:spChg>
        <pc:graphicFrameChg chg="mod modGraphic">
          <ac:chgData name="Jenny Díaz Ramírez" userId="df7d83af-54c1-43f9-a4ec-fea9744b3563" providerId="ADAL" clId="{672FDA0A-1CFD-44AA-90BC-F33F96383D6B}" dt="2025-03-04T21:34:57.863" v="389" actId="207"/>
          <ac:graphicFrameMkLst>
            <pc:docMk/>
            <pc:sldMk cId="0" sldId="430"/>
            <ac:graphicFrameMk id="5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672FDA0A-1CFD-44AA-90BC-F33F96383D6B}" dt="2025-03-04T21:35:49.086" v="401" actId="20577"/>
        <pc:sldMkLst>
          <pc:docMk/>
          <pc:sldMk cId="0" sldId="431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1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5:49.086" v="401" actId="20577"/>
          <ac:spMkLst>
            <pc:docMk/>
            <pc:sldMk cId="0" sldId="431"/>
            <ac:spMk id="35843" creationId="{00000000-0000-0000-0000-000000000000}"/>
          </ac:spMkLst>
        </pc:spChg>
      </pc:sldChg>
      <pc:sldChg chg="addSp modSp add mod modClrScheme chgLayout">
        <pc:chgData name="Jenny Díaz Ramírez" userId="df7d83af-54c1-43f9-a4ec-fea9744b3563" providerId="ADAL" clId="{672FDA0A-1CFD-44AA-90BC-F33F96383D6B}" dt="2025-03-04T21:39:19.709" v="490"/>
        <pc:sldMkLst>
          <pc:docMk/>
          <pc:sldMk cId="0" sldId="432"/>
        </pc:sldMkLst>
        <pc:spChg chg="add mod">
          <ac:chgData name="Jenny Díaz Ramírez" userId="df7d83af-54c1-43f9-a4ec-fea9744b3563" providerId="ADAL" clId="{672FDA0A-1CFD-44AA-90BC-F33F96383D6B}" dt="2025-03-04T21:39:19.709" v="490"/>
          <ac:spMkLst>
            <pc:docMk/>
            <pc:sldMk cId="0" sldId="432"/>
            <ac:spMk id="2" creationId="{AA0DC8FD-8048-7933-DEF2-09F52C75CAF6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2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2"/>
            <ac:spMk id="35843" creationId="{00000000-0000-0000-0000-000000000000}"/>
          </ac:spMkLst>
        </pc:spChg>
        <pc:graphicFrameChg chg="modGraphic">
          <ac:chgData name="Jenny Díaz Ramírez" userId="df7d83af-54c1-43f9-a4ec-fea9744b3563" providerId="ADAL" clId="{672FDA0A-1CFD-44AA-90BC-F33F96383D6B}" dt="2025-03-04T21:34:35.738" v="386" actId="207"/>
          <ac:graphicFrameMkLst>
            <pc:docMk/>
            <pc:sldMk cId="0" sldId="432"/>
            <ac:graphicFrameMk id="5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672FDA0A-1CFD-44AA-90BC-F33F96383D6B}" dt="2025-03-04T21:20:19.594" v="229" actId="700"/>
        <pc:sldMkLst>
          <pc:docMk/>
          <pc:sldMk cId="0" sldId="433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3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3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5:39.366" v="397" actId="14100"/>
        <pc:sldMkLst>
          <pc:docMk/>
          <pc:sldMk cId="0" sldId="434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4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5:39.366" v="397" actId="14100"/>
          <ac:spMkLst>
            <pc:docMk/>
            <pc:sldMk cId="0" sldId="434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20:19.594" v="229" actId="700"/>
        <pc:sldMkLst>
          <pc:docMk/>
          <pc:sldMk cId="0" sldId="435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5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5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20:19.594" v="229" actId="700"/>
        <pc:sldMkLst>
          <pc:docMk/>
          <pc:sldMk cId="0" sldId="436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6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6"/>
            <ac:spMk id="35843" creationId="{00000000-0000-0000-0000-000000000000}"/>
          </ac:spMkLst>
        </pc:spChg>
      </pc:sldChg>
      <pc:sldChg chg="modSp add mod modClrScheme chgLayout">
        <pc:chgData name="Jenny Díaz Ramírez" userId="df7d83af-54c1-43f9-a4ec-fea9744b3563" providerId="ADAL" clId="{672FDA0A-1CFD-44AA-90BC-F33F96383D6B}" dt="2025-03-04T21:35:10.471" v="390" actId="207"/>
        <pc:sldMkLst>
          <pc:docMk/>
          <pc:sldMk cId="0" sldId="437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7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1:09.444" v="240" actId="27636"/>
          <ac:spMkLst>
            <pc:docMk/>
            <pc:sldMk cId="0" sldId="437"/>
            <ac:spMk id="35843" creationId="{00000000-0000-0000-0000-000000000000}"/>
          </ac:spMkLst>
        </pc:spChg>
        <pc:graphicFrameChg chg="modGraphic">
          <ac:chgData name="Jenny Díaz Ramírez" userId="df7d83af-54c1-43f9-a4ec-fea9744b3563" providerId="ADAL" clId="{672FDA0A-1CFD-44AA-90BC-F33F96383D6B}" dt="2025-03-04T21:35:10.471" v="390" actId="207"/>
          <ac:graphicFrameMkLst>
            <pc:docMk/>
            <pc:sldMk cId="0" sldId="437"/>
            <ac:graphicFrameMk id="5" creationId="{00000000-0000-0000-0000-000000000000}"/>
          </ac:graphicFrameMkLst>
        </pc:graphicFrameChg>
      </pc:sldChg>
      <pc:sldChg chg="modSp add mod modClrScheme chgLayout">
        <pc:chgData name="Jenny Díaz Ramírez" userId="df7d83af-54c1-43f9-a4ec-fea9744b3563" providerId="ADAL" clId="{672FDA0A-1CFD-44AA-90BC-F33F96383D6B}" dt="2025-03-04T21:35:25.196" v="396"/>
        <pc:sldMkLst>
          <pc:docMk/>
          <pc:sldMk cId="0" sldId="438"/>
        </pc:sldMkLst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0" sldId="438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35:25.196" v="396"/>
          <ac:spMkLst>
            <pc:docMk/>
            <pc:sldMk cId="0" sldId="438"/>
            <ac:spMk id="35843" creationId="{00000000-0000-0000-0000-000000000000}"/>
          </ac:spMkLst>
        </pc:spChg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1878908121" sldId="454"/>
        </pc:sldMkLst>
      </pc:sldChg>
      <pc:sldChg chg="del">
        <pc:chgData name="Jenny Díaz Ramírez" userId="df7d83af-54c1-43f9-a4ec-fea9744b3563" providerId="ADAL" clId="{672FDA0A-1CFD-44AA-90BC-F33F96383D6B}" dt="2025-02-21T21:49:36.660" v="1" actId="47"/>
        <pc:sldMkLst>
          <pc:docMk/>
          <pc:sldMk cId="761789482" sldId="455"/>
        </pc:sldMkLst>
      </pc:sldChg>
      <pc:sldChg chg="addSp modSp add mod modClrScheme chgLayout">
        <pc:chgData name="Jenny Díaz Ramírez" userId="df7d83af-54c1-43f9-a4ec-fea9744b3563" providerId="ADAL" clId="{672FDA0A-1CFD-44AA-90BC-F33F96383D6B}" dt="2025-03-04T21:39:09.035" v="486" actId="6549"/>
        <pc:sldMkLst>
          <pc:docMk/>
          <pc:sldMk cId="3045960058" sldId="459"/>
        </pc:sldMkLst>
        <pc:spChg chg="add mod">
          <ac:chgData name="Jenny Díaz Ramírez" userId="df7d83af-54c1-43f9-a4ec-fea9744b3563" providerId="ADAL" clId="{672FDA0A-1CFD-44AA-90BC-F33F96383D6B}" dt="2025-03-04T21:39:09.035" v="486" actId="6549"/>
          <ac:spMkLst>
            <pc:docMk/>
            <pc:sldMk cId="3045960058" sldId="459"/>
            <ac:spMk id="2" creationId="{D698C076-23B0-DC35-33F7-1F437C559905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3045960058" sldId="459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1:09.206" v="237" actId="27636"/>
          <ac:spMkLst>
            <pc:docMk/>
            <pc:sldMk cId="3045960058" sldId="459"/>
            <ac:spMk id="35843" creationId="{00000000-0000-0000-0000-000000000000}"/>
          </ac:spMkLst>
        </pc:spChg>
        <pc:graphicFrameChg chg="modGraphic">
          <ac:chgData name="Jenny Díaz Ramírez" userId="df7d83af-54c1-43f9-a4ec-fea9744b3563" providerId="ADAL" clId="{672FDA0A-1CFD-44AA-90BC-F33F96383D6B}" dt="2025-03-04T21:34:20.878" v="384" actId="207"/>
          <ac:graphicFrameMkLst>
            <pc:docMk/>
            <pc:sldMk cId="3045960058" sldId="459"/>
            <ac:graphicFrameMk id="4" creationId="{00000000-0000-0000-0000-000000000000}"/>
          </ac:graphicFrameMkLst>
        </pc:graphicFrameChg>
      </pc:sldChg>
      <pc:sldChg chg="addSp modSp add mod modClrScheme chgLayout">
        <pc:chgData name="Jenny Díaz Ramírez" userId="df7d83af-54c1-43f9-a4ec-fea9744b3563" providerId="ADAL" clId="{672FDA0A-1CFD-44AA-90BC-F33F96383D6B}" dt="2025-03-04T21:39:13.713" v="487"/>
        <pc:sldMkLst>
          <pc:docMk/>
          <pc:sldMk cId="851518250" sldId="460"/>
        </pc:sldMkLst>
        <pc:spChg chg="add mod">
          <ac:chgData name="Jenny Díaz Ramírez" userId="df7d83af-54c1-43f9-a4ec-fea9744b3563" providerId="ADAL" clId="{672FDA0A-1CFD-44AA-90BC-F33F96383D6B}" dt="2025-03-04T21:39:13.713" v="487"/>
          <ac:spMkLst>
            <pc:docMk/>
            <pc:sldMk cId="851518250" sldId="460"/>
            <ac:spMk id="2" creationId="{D6C41B1B-28DC-3996-DDB3-2535ABCCCF4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851518250" sldId="460"/>
            <ac:spMk id="35842" creationId="{00000000-0000-0000-0000-000000000000}"/>
          </ac:spMkLst>
        </pc:spChg>
        <pc:spChg chg="mod ord">
          <ac:chgData name="Jenny Díaz Ramírez" userId="df7d83af-54c1-43f9-a4ec-fea9744b3563" providerId="ADAL" clId="{672FDA0A-1CFD-44AA-90BC-F33F96383D6B}" dt="2025-03-04T21:20:19.594" v="229" actId="700"/>
          <ac:spMkLst>
            <pc:docMk/>
            <pc:sldMk cId="851518250" sldId="460"/>
            <ac:spMk id="35843" creationId="{00000000-0000-0000-0000-000000000000}"/>
          </ac:spMkLst>
        </pc:spChg>
        <pc:graphicFrameChg chg="modGraphic">
          <ac:chgData name="Jenny Díaz Ramírez" userId="df7d83af-54c1-43f9-a4ec-fea9744b3563" providerId="ADAL" clId="{672FDA0A-1CFD-44AA-90BC-F33F96383D6B}" dt="2025-03-04T21:34:27.052" v="385" actId="207"/>
          <ac:graphicFrameMkLst>
            <pc:docMk/>
            <pc:sldMk cId="851518250" sldId="460"/>
            <ac:graphicFrameMk id="4" creationId="{00000000-0000-0000-0000-000000000000}"/>
          </ac:graphicFrameMkLst>
        </pc:graphicFrameChg>
      </pc:sldChg>
      <pc:sldMasterChg chg="delSldLayout modSldLayout">
        <pc:chgData name="Jenny Díaz Ramírez" userId="df7d83af-54c1-43f9-a4ec-fea9744b3563" providerId="ADAL" clId="{672FDA0A-1CFD-44AA-90BC-F33F96383D6B}" dt="2025-03-04T21:40:56.368" v="523" actId="20577"/>
        <pc:sldMasterMkLst>
          <pc:docMk/>
          <pc:sldMasterMk cId="3515892240" sldId="2147483658"/>
        </pc:sldMasterMkLst>
        <pc:sldLayoutChg chg="del">
          <pc:chgData name="Jenny Díaz Ramírez" userId="df7d83af-54c1-43f9-a4ec-fea9744b3563" providerId="ADAL" clId="{672FDA0A-1CFD-44AA-90BC-F33F96383D6B}" dt="2025-03-04T21:34:17.394" v="383" actId="47"/>
          <pc:sldLayoutMkLst>
            <pc:docMk/>
            <pc:sldMasterMk cId="3515892240" sldId="2147483658"/>
            <pc:sldLayoutMk cId="502455585" sldId="2147483699"/>
          </pc:sldLayoutMkLst>
        </pc:sldLayoutChg>
        <pc:sldLayoutChg chg="addSp delSp modSp mod">
          <pc:chgData name="Jenny Díaz Ramírez" userId="df7d83af-54c1-43f9-a4ec-fea9744b3563" providerId="ADAL" clId="{672FDA0A-1CFD-44AA-90BC-F33F96383D6B}" dt="2025-03-04T21:39:42.418" v="510" actId="20577"/>
          <pc:sldLayoutMkLst>
            <pc:docMk/>
            <pc:sldMasterMk cId="3515892240" sldId="2147483658"/>
            <pc:sldLayoutMk cId="2598890964" sldId="2147483700"/>
          </pc:sldLayoutMkLst>
          <pc:spChg chg="add mod">
            <ac:chgData name="Jenny Díaz Ramírez" userId="df7d83af-54c1-43f9-a4ec-fea9744b3563" providerId="ADAL" clId="{672FDA0A-1CFD-44AA-90BC-F33F96383D6B}" dt="2025-03-04T21:39:42.418" v="510" actId="20577"/>
            <ac:spMkLst>
              <pc:docMk/>
              <pc:sldMasterMk cId="3515892240" sldId="2147483658"/>
              <pc:sldLayoutMk cId="2598890964" sldId="2147483700"/>
              <ac:spMk id="4" creationId="{1E64B1BE-6A5B-D25F-9257-B627D81926F9}"/>
            </ac:spMkLst>
          </pc:spChg>
        </pc:sldLayoutChg>
        <pc:sldLayoutChg chg="del">
          <pc:chgData name="Jenny Díaz Ramírez" userId="df7d83af-54c1-43f9-a4ec-fea9744b3563" providerId="ADAL" clId="{672FDA0A-1CFD-44AA-90BC-F33F96383D6B}" dt="2025-02-21T21:50:30.799" v="29" actId="47"/>
          <pc:sldLayoutMkLst>
            <pc:docMk/>
            <pc:sldMasterMk cId="3515892240" sldId="2147483658"/>
            <pc:sldLayoutMk cId="3843260245" sldId="2147483701"/>
          </pc:sldLayoutMkLst>
        </pc:sldLayoutChg>
        <pc:sldLayoutChg chg="del">
          <pc:chgData name="Jenny Díaz Ramírez" userId="df7d83af-54c1-43f9-a4ec-fea9744b3563" providerId="ADAL" clId="{672FDA0A-1CFD-44AA-90BC-F33F96383D6B}" dt="2025-02-21T21:50:30.799" v="29" actId="47"/>
          <pc:sldLayoutMkLst>
            <pc:docMk/>
            <pc:sldMasterMk cId="3515892240" sldId="2147483658"/>
            <pc:sldLayoutMk cId="1822654250" sldId="2147483702"/>
          </pc:sldLayoutMkLst>
        </pc:sldLayoutChg>
        <pc:sldLayoutChg chg="addSp modSp mod">
          <pc:chgData name="Jenny Díaz Ramírez" userId="df7d83af-54c1-43f9-a4ec-fea9744b3563" providerId="ADAL" clId="{672FDA0A-1CFD-44AA-90BC-F33F96383D6B}" dt="2025-03-04T21:40:56.368" v="523" actId="20577"/>
          <pc:sldLayoutMkLst>
            <pc:docMk/>
            <pc:sldMasterMk cId="3515892240" sldId="2147483658"/>
            <pc:sldLayoutMk cId="191604279" sldId="2147483704"/>
          </pc:sldLayoutMkLst>
          <pc:spChg chg="mod">
            <ac:chgData name="Jenny Díaz Ramírez" userId="df7d83af-54c1-43f9-a4ec-fea9744b3563" providerId="ADAL" clId="{672FDA0A-1CFD-44AA-90BC-F33F96383D6B}" dt="2025-03-04T21:19:38.618" v="226"/>
            <ac:spMkLst>
              <pc:docMk/>
              <pc:sldMasterMk cId="3515892240" sldId="2147483658"/>
              <pc:sldLayoutMk cId="191604279" sldId="2147483704"/>
              <ac:spMk id="8" creationId="{48A01B4F-9E81-C405-6C92-574124D1B116}"/>
            </ac:spMkLst>
          </pc:spChg>
          <pc:spChg chg="mod">
            <ac:chgData name="Jenny Díaz Ramírez" userId="df7d83af-54c1-43f9-a4ec-fea9744b3563" providerId="ADAL" clId="{672FDA0A-1CFD-44AA-90BC-F33F96383D6B}" dt="2025-03-04T21:19:38.618" v="226"/>
            <ac:spMkLst>
              <pc:docMk/>
              <pc:sldMasterMk cId="3515892240" sldId="2147483658"/>
              <pc:sldLayoutMk cId="191604279" sldId="2147483704"/>
              <ac:spMk id="9" creationId="{77C5CEFD-AC1A-D90A-9D90-11AB9F2562F1}"/>
            </ac:spMkLst>
          </pc:spChg>
          <pc:spChg chg="mod">
            <ac:chgData name="Jenny Díaz Ramírez" userId="df7d83af-54c1-43f9-a4ec-fea9744b3563" providerId="ADAL" clId="{672FDA0A-1CFD-44AA-90BC-F33F96383D6B}" dt="2025-03-04T21:19:38.618" v="226"/>
            <ac:spMkLst>
              <pc:docMk/>
              <pc:sldMasterMk cId="3515892240" sldId="2147483658"/>
              <pc:sldLayoutMk cId="191604279" sldId="2147483704"/>
              <ac:spMk id="10" creationId="{9A5022FD-CEE9-4CF4-8EB6-3D697AE95E24}"/>
            </ac:spMkLst>
          </pc:spChg>
          <pc:spChg chg="add mod">
            <ac:chgData name="Jenny Díaz Ramírez" userId="df7d83af-54c1-43f9-a4ec-fea9744b3563" providerId="ADAL" clId="{672FDA0A-1CFD-44AA-90BC-F33F96383D6B}" dt="2025-03-04T21:40:56.368" v="523" actId="20577"/>
            <ac:spMkLst>
              <pc:docMk/>
              <pc:sldMasterMk cId="3515892240" sldId="2147483658"/>
              <pc:sldLayoutMk cId="191604279" sldId="2147483704"/>
              <ac:spMk id="11" creationId="{A934B1AC-E92F-2F48-582B-A085A591D25E}"/>
            </ac:spMkLst>
          </pc:spChg>
          <pc:grpChg chg="add mod">
            <ac:chgData name="Jenny Díaz Ramírez" userId="df7d83af-54c1-43f9-a4ec-fea9744b3563" providerId="ADAL" clId="{672FDA0A-1CFD-44AA-90BC-F33F96383D6B}" dt="2025-03-04T21:19:38.618" v="226"/>
            <ac:grpSpMkLst>
              <pc:docMk/>
              <pc:sldMasterMk cId="3515892240" sldId="2147483658"/>
              <pc:sldLayoutMk cId="191604279" sldId="2147483704"/>
              <ac:grpSpMk id="7" creationId="{9AF76477-0F77-58A4-E980-B8472C207DFF}"/>
            </ac:grpSpMkLst>
          </pc:grpChg>
        </pc:sldLayoutChg>
        <pc:sldLayoutChg chg="addSp delSp modSp">
          <pc:chgData name="Jenny Díaz Ramírez" userId="df7d83af-54c1-43f9-a4ec-fea9744b3563" providerId="ADAL" clId="{672FDA0A-1CFD-44AA-90BC-F33F96383D6B}" dt="2025-03-04T21:39:31.151" v="492"/>
          <pc:sldLayoutMkLst>
            <pc:docMk/>
            <pc:sldMasterMk cId="3515892240" sldId="2147483658"/>
            <pc:sldLayoutMk cId="2753989600" sldId="2147483705"/>
          </pc:sldLayoutMkLst>
          <pc:spChg chg="mod">
            <ac:chgData name="Jenny Díaz Ramírez" userId="df7d83af-54c1-43f9-a4ec-fea9744b3563" providerId="ADAL" clId="{672FDA0A-1CFD-44AA-90BC-F33F96383D6B}" dt="2025-03-04T21:20:00.312" v="228"/>
            <ac:spMkLst>
              <pc:docMk/>
              <pc:sldMasterMk cId="3515892240" sldId="2147483658"/>
              <pc:sldLayoutMk cId="2753989600" sldId="2147483705"/>
              <ac:spMk id="12" creationId="{96AA5801-6F05-8EBA-4553-0EFF907B4175}"/>
            </ac:spMkLst>
          </pc:spChg>
          <pc:spChg chg="mod">
            <ac:chgData name="Jenny Díaz Ramírez" userId="df7d83af-54c1-43f9-a4ec-fea9744b3563" providerId="ADAL" clId="{672FDA0A-1CFD-44AA-90BC-F33F96383D6B}" dt="2025-03-04T21:20:00.312" v="228"/>
            <ac:spMkLst>
              <pc:docMk/>
              <pc:sldMasterMk cId="3515892240" sldId="2147483658"/>
              <pc:sldLayoutMk cId="2753989600" sldId="2147483705"/>
              <ac:spMk id="13" creationId="{863B2ADE-5324-48A1-D55F-93F514ADFA7B}"/>
            </ac:spMkLst>
          </pc:spChg>
          <pc:spChg chg="mod">
            <ac:chgData name="Jenny Díaz Ramírez" userId="df7d83af-54c1-43f9-a4ec-fea9744b3563" providerId="ADAL" clId="{672FDA0A-1CFD-44AA-90BC-F33F96383D6B}" dt="2025-03-04T21:20:00.312" v="228"/>
            <ac:spMkLst>
              <pc:docMk/>
              <pc:sldMasterMk cId="3515892240" sldId="2147483658"/>
              <pc:sldLayoutMk cId="2753989600" sldId="2147483705"/>
              <ac:spMk id="14" creationId="{DE3CDE56-1EE5-892F-BBBA-20CDCE314847}"/>
            </ac:spMkLst>
          </pc:spChg>
          <pc:spChg chg="add mod">
            <ac:chgData name="Jenny Díaz Ramírez" userId="df7d83af-54c1-43f9-a4ec-fea9744b3563" providerId="ADAL" clId="{672FDA0A-1CFD-44AA-90BC-F33F96383D6B}" dt="2025-03-04T21:39:31.151" v="492"/>
            <ac:spMkLst>
              <pc:docMk/>
              <pc:sldMasterMk cId="3515892240" sldId="2147483658"/>
              <pc:sldLayoutMk cId="2753989600" sldId="2147483705"/>
              <ac:spMk id="15" creationId="{D6ED046A-576C-7379-F129-89CE562D8F34}"/>
            </ac:spMkLst>
          </pc:spChg>
          <pc:grpChg chg="del">
            <ac:chgData name="Jenny Díaz Ramírez" userId="df7d83af-54c1-43f9-a4ec-fea9744b3563" providerId="ADAL" clId="{672FDA0A-1CFD-44AA-90BC-F33F96383D6B}" dt="2025-03-04T21:19:46.957" v="227" actId="478"/>
            <ac:grpSpMkLst>
              <pc:docMk/>
              <pc:sldMasterMk cId="3515892240" sldId="2147483658"/>
              <pc:sldLayoutMk cId="2753989600" sldId="2147483705"/>
              <ac:grpSpMk id="7" creationId="{9AF76477-0F77-58A4-E980-B8472C207DFF}"/>
            </ac:grpSpMkLst>
          </pc:grpChg>
          <pc:grpChg chg="add mod">
            <ac:chgData name="Jenny Díaz Ramírez" userId="df7d83af-54c1-43f9-a4ec-fea9744b3563" providerId="ADAL" clId="{672FDA0A-1CFD-44AA-90BC-F33F96383D6B}" dt="2025-03-04T21:20:00.312" v="228"/>
            <ac:grpSpMkLst>
              <pc:docMk/>
              <pc:sldMasterMk cId="3515892240" sldId="2147483658"/>
              <pc:sldLayoutMk cId="2753989600" sldId="2147483705"/>
              <ac:grpSpMk id="11" creationId="{0C6A5DBE-3200-D65E-19AD-ECF441BF9ACB}"/>
            </ac:grpSpMkLst>
          </pc:grpChg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Documents%20and%20Settings\Jenny%20Diaz\Mis%20documentos\IN00841%20IDOI%20AD08\Presentaciones\base%20pres%20grafica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35648544989E-2"/>
          <c:y val="0.16714128946246704"/>
          <c:w val="0.71883792650918965"/>
          <c:h val="0.68248432487605537"/>
        </c:manualLayout>
      </c:layout>
      <c:scatterChart>
        <c:scatterStyle val="lineMarker"/>
        <c:varyColors val="0"/>
        <c:ser>
          <c:idx val="1"/>
          <c:order val="0"/>
          <c:tx>
            <c:v>(1)</c:v>
          </c:tx>
          <c:marker>
            <c:symbol val="none"/>
          </c:marker>
          <c:xVal>
            <c:numRef>
              <c:f>Hoja1!$J$74:$J$75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xVal>
          <c:yVal>
            <c:numRef>
              <c:f>Hoja1!$K$74:$K$75</c:f>
              <c:numCache>
                <c:formatCode>General</c:formatCode>
                <c:ptCount val="2"/>
                <c:pt idx="0">
                  <c:v>66.666659999999993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3F7-4AEC-89C5-03185BFADBA0}"/>
            </c:ext>
          </c:extLst>
        </c:ser>
        <c:ser>
          <c:idx val="0"/>
          <c:order val="1"/>
          <c:tx>
            <c:v>(2)</c:v>
          </c:tx>
          <c:marker>
            <c:symbol val="none"/>
          </c:marker>
          <c:xVal>
            <c:numRef>
              <c:f>Hoja1!$J$71:$J$72</c:f>
              <c:numCache>
                <c:formatCode>General</c:formatCode>
                <c:ptCount val="2"/>
                <c:pt idx="0">
                  <c:v>150</c:v>
                </c:pt>
                <c:pt idx="1">
                  <c:v>0</c:v>
                </c:pt>
              </c:numCache>
            </c:numRef>
          </c:xVal>
          <c:yVal>
            <c:numRef>
              <c:f>Hoja1!$K$71:$K$72</c:f>
              <c:numCache>
                <c:formatCode>General</c:formatCode>
                <c:ptCount val="2"/>
                <c:pt idx="0">
                  <c:v>0</c:v>
                </c:pt>
                <c:pt idx="1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F3F7-4AEC-89C5-03185BFADBA0}"/>
            </c:ext>
          </c:extLst>
        </c:ser>
        <c:ser>
          <c:idx val="2"/>
          <c:order val="2"/>
          <c:tx>
            <c:v>(3)</c:v>
          </c:tx>
          <c:marker>
            <c:symbol val="none"/>
          </c:marker>
          <c:xVal>
            <c:numRef>
              <c:f>Hoja1!$J$78:$J$79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xVal>
          <c:yVal>
            <c:numRef>
              <c:f>Hoja1!$K$78:$K$79</c:f>
              <c:numCache>
                <c:formatCode>General</c:formatCode>
                <c:ptCount val="2"/>
                <c:pt idx="0">
                  <c:v>60</c:v>
                </c:pt>
                <c:pt idx="1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F3F7-4AEC-89C5-03185BFADB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519168"/>
        <c:axId val="102520704"/>
      </c:scatterChart>
      <c:valAx>
        <c:axId val="102519168"/>
        <c:scaling>
          <c:orientation val="minMax"/>
          <c:max val="2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MX">
                <a:solidFill>
                  <a:schemeClr val="bg1"/>
                </a:solidFill>
              </a:defRPr>
            </a:pPr>
            <a:endParaRPr lang="es-MX"/>
          </a:p>
        </c:txPr>
        <c:crossAx val="102520704"/>
        <c:crosses val="autoZero"/>
        <c:crossBetween val="midCat"/>
      </c:valAx>
      <c:valAx>
        <c:axId val="1025207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MX">
                <a:solidFill>
                  <a:schemeClr val="bg1"/>
                </a:solidFill>
              </a:defRPr>
            </a:pPr>
            <a:endParaRPr lang="es-MX"/>
          </a:p>
        </c:txPr>
        <c:crossAx val="102519168"/>
        <c:crosses val="autoZero"/>
        <c:crossBetween val="midCat"/>
      </c:valAx>
      <c:spPr>
        <a:solidFill>
          <a:schemeClr val="lt1"/>
        </a:solidFill>
        <a:ln w="12700" cap="flat" cmpd="sng" algn="ctr">
          <a:solidFill>
            <a:schemeClr val="tx1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overlay val="0"/>
      <c:txPr>
        <a:bodyPr/>
        <a:lstStyle/>
        <a:p>
          <a:pPr>
            <a:defRPr lang="es-MX">
              <a:solidFill>
                <a:schemeClr val="bg1"/>
              </a:solidFill>
            </a:defRPr>
          </a:pPr>
          <a:endParaRPr lang="es-MX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  <c:userShapes r:id="rId2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8571735648544989E-2"/>
          <c:y val="0.16714128946246704"/>
          <c:w val="0.71883792650918965"/>
          <c:h val="0.68248432487605537"/>
        </c:manualLayout>
      </c:layout>
      <c:scatterChart>
        <c:scatterStyle val="lineMarker"/>
        <c:varyColors val="0"/>
        <c:ser>
          <c:idx val="1"/>
          <c:order val="0"/>
          <c:tx>
            <c:v>(1)</c:v>
          </c:tx>
          <c:marker>
            <c:symbol val="none"/>
          </c:marker>
          <c:xVal>
            <c:numRef>
              <c:f>Hoja1!$J$74:$J$75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xVal>
          <c:yVal>
            <c:numRef>
              <c:f>Hoja1!$K$74:$K$75</c:f>
              <c:numCache>
                <c:formatCode>General</c:formatCode>
                <c:ptCount val="2"/>
                <c:pt idx="0">
                  <c:v>66.666659999999993</c:v>
                </c:pt>
                <c:pt idx="1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1B8-44E5-AFA9-25E6498800F8}"/>
            </c:ext>
          </c:extLst>
        </c:ser>
        <c:ser>
          <c:idx val="0"/>
          <c:order val="1"/>
          <c:tx>
            <c:v>(2)</c:v>
          </c:tx>
          <c:marker>
            <c:symbol val="none"/>
          </c:marker>
          <c:xVal>
            <c:numRef>
              <c:f>Hoja1!$J$71:$J$72</c:f>
              <c:numCache>
                <c:formatCode>General</c:formatCode>
                <c:ptCount val="2"/>
                <c:pt idx="0">
                  <c:v>150</c:v>
                </c:pt>
                <c:pt idx="1">
                  <c:v>0</c:v>
                </c:pt>
              </c:numCache>
            </c:numRef>
          </c:xVal>
          <c:yVal>
            <c:numRef>
              <c:f>Hoja1!$K$71:$K$72</c:f>
              <c:numCache>
                <c:formatCode>General</c:formatCode>
                <c:ptCount val="2"/>
                <c:pt idx="0">
                  <c:v>0</c:v>
                </c:pt>
                <c:pt idx="1">
                  <c:v>150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1B8-44E5-AFA9-25E6498800F8}"/>
            </c:ext>
          </c:extLst>
        </c:ser>
        <c:ser>
          <c:idx val="2"/>
          <c:order val="2"/>
          <c:tx>
            <c:v>(3)</c:v>
          </c:tx>
          <c:marker>
            <c:symbol val="none"/>
          </c:marker>
          <c:xVal>
            <c:numRef>
              <c:f>Hoja1!$J$78:$J$79</c:f>
              <c:numCache>
                <c:formatCode>General</c:formatCode>
                <c:ptCount val="2"/>
                <c:pt idx="0">
                  <c:v>0</c:v>
                </c:pt>
                <c:pt idx="1">
                  <c:v>200</c:v>
                </c:pt>
              </c:numCache>
            </c:numRef>
          </c:xVal>
          <c:yVal>
            <c:numRef>
              <c:f>Hoja1!$K$78:$K$79</c:f>
              <c:numCache>
                <c:formatCode>General</c:formatCode>
                <c:ptCount val="2"/>
                <c:pt idx="0">
                  <c:v>60</c:v>
                </c:pt>
                <c:pt idx="1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B1B8-44E5-AFA9-25E6498800F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2519168"/>
        <c:axId val="102520704"/>
      </c:scatterChart>
      <c:valAx>
        <c:axId val="102519168"/>
        <c:scaling>
          <c:orientation val="minMax"/>
          <c:max val="20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MX">
                <a:solidFill>
                  <a:schemeClr val="bg1"/>
                </a:solidFill>
              </a:defRPr>
            </a:pPr>
            <a:endParaRPr lang="es-MX"/>
          </a:p>
        </c:txPr>
        <c:crossAx val="102520704"/>
        <c:crosses val="autoZero"/>
        <c:crossBetween val="midCat"/>
      </c:valAx>
      <c:valAx>
        <c:axId val="10252070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lang="es-MX">
                <a:solidFill>
                  <a:schemeClr val="bg1"/>
                </a:solidFill>
              </a:defRPr>
            </a:pPr>
            <a:endParaRPr lang="es-MX"/>
          </a:p>
        </c:txPr>
        <c:crossAx val="102519168"/>
        <c:crosses val="autoZero"/>
        <c:crossBetween val="midCat"/>
      </c:valAx>
      <c:spPr>
        <a:solidFill>
          <a:schemeClr val="lt1"/>
        </a:solidFill>
        <a:ln w="12700" cap="flat" cmpd="sng" algn="ctr">
          <a:solidFill>
            <a:schemeClr val="tx1"/>
          </a:solidFill>
          <a:prstDash val="solid"/>
          <a:miter lim="800000"/>
        </a:ln>
        <a:effectLst>
          <a:outerShdw blurRad="50800" dist="38100" dir="5400000" algn="t" rotWithShape="0">
            <a:prstClr val="black">
              <a:alpha val="40000"/>
            </a:prstClr>
          </a:outerShdw>
        </a:effectLst>
      </c:spPr>
    </c:plotArea>
    <c:legend>
      <c:legendPos val="r"/>
      <c:overlay val="0"/>
      <c:txPr>
        <a:bodyPr/>
        <a:lstStyle/>
        <a:p>
          <a:pPr>
            <a:defRPr lang="es-MX">
              <a:solidFill>
                <a:schemeClr val="bg1"/>
              </a:solidFill>
            </a:defRPr>
          </a:pPr>
          <a:endParaRPr lang="es-MX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s-MX"/>
    </a:p>
  </c:txPr>
  <c:externalData r:id="rId1">
    <c:autoUpdate val="0"/>
  </c:externalData>
  <c:userShapes r:id="rId2"/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95F2D1-9FFC-4DC9-9998-49E18EB751AF}" type="doc">
      <dgm:prSet loTypeId="urn:microsoft.com/office/officeart/2005/8/layout/lProcess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20BA57C7-4969-4A90-AC51-24D0D83B1818}">
      <dgm:prSet phldrT="[Texto]"/>
      <dgm:spPr/>
      <dgm:t>
        <a:bodyPr/>
        <a:lstStyle/>
        <a:p>
          <a:r>
            <a:rPr lang="es-ES" dirty="0"/>
            <a:t>Notación</a:t>
          </a:r>
        </a:p>
      </dgm:t>
    </dgm:pt>
    <dgm:pt modelId="{C400F307-324D-48B7-ACBA-B44B4A852FFB}" type="parTrans" cxnId="{6925B54B-947D-4E6B-8F3D-2F3667C6CF5D}">
      <dgm:prSet/>
      <dgm:spPr/>
      <dgm:t>
        <a:bodyPr/>
        <a:lstStyle/>
        <a:p>
          <a:endParaRPr lang="es-ES"/>
        </a:p>
      </dgm:t>
    </dgm:pt>
    <dgm:pt modelId="{46C1E1BE-45C9-4FEC-BFE9-FA2F5D6D378A}" type="sibTrans" cxnId="{6925B54B-947D-4E6B-8F3D-2F3667C6CF5D}">
      <dgm:prSet/>
      <dgm:spPr/>
      <dgm:t>
        <a:bodyPr/>
        <a:lstStyle/>
        <a:p>
          <a:endParaRPr lang="es-ES"/>
        </a:p>
      </dgm:t>
    </dgm:pt>
    <dgm:pt modelId="{3F216AD1-6305-4FB0-941C-765A71D20FE7}">
      <dgm:prSet phldrT="[Texto]"/>
      <dgm:spPr/>
      <dgm:t>
        <a:bodyPr/>
        <a:lstStyle/>
        <a:p>
          <a:r>
            <a:rPr lang="es-ES" dirty="0"/>
            <a:t>Solución</a:t>
          </a:r>
        </a:p>
      </dgm:t>
    </dgm:pt>
    <dgm:pt modelId="{61F5B55A-00BC-4E37-B2D4-1F699F6A1615}" type="parTrans" cxnId="{6206D314-8669-4A6C-AC2D-2CBC14D8A8C9}">
      <dgm:prSet/>
      <dgm:spPr/>
      <dgm:t>
        <a:bodyPr/>
        <a:lstStyle/>
        <a:p>
          <a:endParaRPr lang="es-ES"/>
        </a:p>
      </dgm:t>
    </dgm:pt>
    <dgm:pt modelId="{9B5E24EE-5236-43F4-8C45-4C1954A50B7C}" type="sibTrans" cxnId="{6206D314-8669-4A6C-AC2D-2CBC14D8A8C9}">
      <dgm:prSet/>
      <dgm:spPr/>
      <dgm:t>
        <a:bodyPr/>
        <a:lstStyle/>
        <a:p>
          <a:endParaRPr lang="es-ES"/>
        </a:p>
      </dgm:t>
    </dgm:pt>
    <dgm:pt modelId="{5F1F5053-7867-437C-8772-6F909FABC426}">
      <dgm:prSet phldrT="[Texto]"/>
      <dgm:spPr/>
      <dgm:t>
        <a:bodyPr/>
        <a:lstStyle/>
        <a:p>
          <a:r>
            <a:rPr lang="es-ES" dirty="0"/>
            <a:t>Método de B&amp;B</a:t>
          </a:r>
        </a:p>
      </dgm:t>
    </dgm:pt>
    <dgm:pt modelId="{395CE6D9-3F3D-4FCE-A4FD-D5EE6B07AA3C}" type="parTrans" cxnId="{515B1B97-1B5C-4A96-BC9E-157589AEE0E5}">
      <dgm:prSet/>
      <dgm:spPr/>
      <dgm:t>
        <a:bodyPr/>
        <a:lstStyle/>
        <a:p>
          <a:endParaRPr lang="es-ES"/>
        </a:p>
      </dgm:t>
    </dgm:pt>
    <dgm:pt modelId="{D40438EA-4945-4D41-8374-1E800A96BD3F}" type="sibTrans" cxnId="{515B1B97-1B5C-4A96-BC9E-157589AEE0E5}">
      <dgm:prSet/>
      <dgm:spPr/>
      <dgm:t>
        <a:bodyPr/>
        <a:lstStyle/>
        <a:p>
          <a:endParaRPr lang="es-ES"/>
        </a:p>
      </dgm:t>
    </dgm:pt>
    <dgm:pt modelId="{55E69F3B-5077-42F4-BD47-3D396425F3F2}">
      <dgm:prSet phldrT="[Texto]"/>
      <dgm:spPr/>
      <dgm:t>
        <a:bodyPr/>
        <a:lstStyle/>
        <a:p>
          <a:r>
            <a:rPr lang="es-ES" dirty="0"/>
            <a:t>Algebraica</a:t>
          </a:r>
        </a:p>
      </dgm:t>
    </dgm:pt>
    <dgm:pt modelId="{54219654-28C6-4360-A738-956B3F3EB534}" type="parTrans" cxnId="{2D468B5B-1958-4B5B-AF2D-D059E6C35D86}">
      <dgm:prSet/>
      <dgm:spPr/>
      <dgm:t>
        <a:bodyPr/>
        <a:lstStyle/>
        <a:p>
          <a:endParaRPr lang="es-ES"/>
        </a:p>
      </dgm:t>
    </dgm:pt>
    <dgm:pt modelId="{7750E049-86CD-48A4-A808-B4801ADFF224}" type="sibTrans" cxnId="{2D468B5B-1958-4B5B-AF2D-D059E6C35D86}">
      <dgm:prSet/>
      <dgm:spPr/>
      <dgm:t>
        <a:bodyPr/>
        <a:lstStyle/>
        <a:p>
          <a:endParaRPr lang="es-ES"/>
        </a:p>
      </dgm:t>
    </dgm:pt>
    <dgm:pt modelId="{E8824C48-89F8-4E2D-B184-4E51DC7B58A6}">
      <dgm:prSet phldrT="[Texto]"/>
      <dgm:spPr/>
      <dgm:t>
        <a:bodyPr/>
        <a:lstStyle/>
        <a:p>
          <a:r>
            <a:rPr lang="es-ES" dirty="0"/>
            <a:t>Matricial</a:t>
          </a:r>
        </a:p>
      </dgm:t>
    </dgm:pt>
    <dgm:pt modelId="{97D717A4-71E3-4C42-83C9-CD0C15092AF7}" type="parTrans" cxnId="{FD67D657-5D19-437A-AD99-19266300C7EE}">
      <dgm:prSet/>
      <dgm:spPr/>
      <dgm:t>
        <a:bodyPr/>
        <a:lstStyle/>
        <a:p>
          <a:endParaRPr lang="es-ES"/>
        </a:p>
      </dgm:t>
    </dgm:pt>
    <dgm:pt modelId="{D2969FBB-94CE-4C9A-912E-D73F81F78D09}" type="sibTrans" cxnId="{FD67D657-5D19-437A-AD99-19266300C7EE}">
      <dgm:prSet/>
      <dgm:spPr/>
      <dgm:t>
        <a:bodyPr/>
        <a:lstStyle/>
        <a:p>
          <a:endParaRPr lang="es-ES"/>
        </a:p>
      </dgm:t>
    </dgm:pt>
    <dgm:pt modelId="{58C7CE55-3705-414C-A99D-6D5C6EF0625A}">
      <dgm:prSet phldrT="[Texto]"/>
      <dgm:spPr/>
      <dgm:t>
        <a:bodyPr/>
        <a:lstStyle/>
        <a:p>
          <a:r>
            <a:rPr lang="es-ES" dirty="0"/>
            <a:t>Espacios de solución</a:t>
          </a:r>
        </a:p>
      </dgm:t>
    </dgm:pt>
    <dgm:pt modelId="{E7470D9B-54C3-4CAC-BDB8-62C361F9CFA5}" type="parTrans" cxnId="{81BE24C9-F6AB-40E0-8BEA-10271A4C8969}">
      <dgm:prSet/>
      <dgm:spPr/>
      <dgm:t>
        <a:bodyPr/>
        <a:lstStyle/>
        <a:p>
          <a:endParaRPr lang="es-ES"/>
        </a:p>
      </dgm:t>
    </dgm:pt>
    <dgm:pt modelId="{1388855D-C69A-4F50-BA3A-19FB741F4314}" type="sibTrans" cxnId="{81BE24C9-F6AB-40E0-8BEA-10271A4C8969}">
      <dgm:prSet/>
      <dgm:spPr/>
      <dgm:t>
        <a:bodyPr/>
        <a:lstStyle/>
        <a:p>
          <a:endParaRPr lang="es-ES"/>
        </a:p>
      </dgm:t>
    </dgm:pt>
    <dgm:pt modelId="{277C10AB-1744-4421-BDF6-103B11EFEAB5}">
      <dgm:prSet phldrT="[Texto]"/>
      <dgm:spPr/>
      <dgm:t>
        <a:bodyPr/>
        <a:lstStyle/>
        <a:p>
          <a:r>
            <a:rPr lang="es-ES" dirty="0"/>
            <a:t>Tipos de solución</a:t>
          </a:r>
        </a:p>
      </dgm:t>
    </dgm:pt>
    <dgm:pt modelId="{697AEF14-9A35-4306-B1A3-1C71E9A583FC}" type="parTrans" cxnId="{AA01BE27-47FC-45CE-BE9F-CCAE91CABF64}">
      <dgm:prSet/>
      <dgm:spPr/>
      <dgm:t>
        <a:bodyPr/>
        <a:lstStyle/>
        <a:p>
          <a:endParaRPr lang="es-ES"/>
        </a:p>
      </dgm:t>
    </dgm:pt>
    <dgm:pt modelId="{5A703D59-6E1D-4640-92A8-AAC5024DFF9A}" type="sibTrans" cxnId="{AA01BE27-47FC-45CE-BE9F-CCAE91CABF64}">
      <dgm:prSet/>
      <dgm:spPr/>
      <dgm:t>
        <a:bodyPr/>
        <a:lstStyle/>
        <a:p>
          <a:endParaRPr lang="es-ES"/>
        </a:p>
      </dgm:t>
    </dgm:pt>
    <dgm:pt modelId="{372A84CE-0BBA-4EFE-8B2F-3650D408C9DD}">
      <dgm:prSet phldrT="[Texto]"/>
      <dgm:spPr/>
      <dgm:t>
        <a:bodyPr/>
        <a:lstStyle/>
        <a:p>
          <a:r>
            <a:rPr lang="es-ES" dirty="0"/>
            <a:t>Método Gráfico</a:t>
          </a:r>
        </a:p>
      </dgm:t>
    </dgm:pt>
    <dgm:pt modelId="{7C613DB5-43D4-4E91-A90B-882F1FE4AAAB}" type="parTrans" cxnId="{E03BFCE4-2E53-4351-969F-E8812B1671B7}">
      <dgm:prSet/>
      <dgm:spPr/>
      <dgm:t>
        <a:bodyPr/>
        <a:lstStyle/>
        <a:p>
          <a:endParaRPr lang="en-US"/>
        </a:p>
      </dgm:t>
    </dgm:pt>
    <dgm:pt modelId="{69C7C79E-1058-4AD7-89F3-63F00DA7A3FA}" type="sibTrans" cxnId="{E03BFCE4-2E53-4351-969F-E8812B1671B7}">
      <dgm:prSet/>
      <dgm:spPr/>
      <dgm:t>
        <a:bodyPr/>
        <a:lstStyle/>
        <a:p>
          <a:endParaRPr lang="en-US"/>
        </a:p>
      </dgm:t>
    </dgm:pt>
    <dgm:pt modelId="{215D5F0A-16E0-4272-823F-0C2384036CBE}">
      <dgm:prSet phldrT="[Texto]"/>
      <dgm:spPr/>
      <dgm:t>
        <a:bodyPr/>
        <a:lstStyle/>
        <a:p>
          <a:r>
            <a:rPr lang="es-ES" dirty="0"/>
            <a:t>Métodos Simplex</a:t>
          </a:r>
        </a:p>
      </dgm:t>
    </dgm:pt>
    <dgm:pt modelId="{4A4AEFB8-3EA8-4738-A25E-02FE69D51F40}" type="parTrans" cxnId="{6B4D3F3E-7473-4347-BA86-2FFFF5577065}">
      <dgm:prSet/>
      <dgm:spPr/>
      <dgm:t>
        <a:bodyPr/>
        <a:lstStyle/>
        <a:p>
          <a:endParaRPr lang="en-US"/>
        </a:p>
      </dgm:t>
    </dgm:pt>
    <dgm:pt modelId="{9CFC0607-9CFC-4548-8F52-BED8D73D763A}" type="sibTrans" cxnId="{6B4D3F3E-7473-4347-BA86-2FFFF5577065}">
      <dgm:prSet/>
      <dgm:spPr/>
      <dgm:t>
        <a:bodyPr/>
        <a:lstStyle/>
        <a:p>
          <a:endParaRPr lang="en-US"/>
        </a:p>
      </dgm:t>
    </dgm:pt>
    <dgm:pt modelId="{DEA047EF-5C57-4885-9D26-F0D90BF6F7B3}">
      <dgm:prSet phldrT="[Texto]"/>
      <dgm:spPr/>
      <dgm:t>
        <a:bodyPr/>
        <a:lstStyle/>
        <a:p>
          <a:r>
            <a:rPr lang="es-ES" dirty="0"/>
            <a:t>Para problemas enteros </a:t>
          </a:r>
        </a:p>
      </dgm:t>
    </dgm:pt>
    <dgm:pt modelId="{3303A7A1-F4FE-455C-B338-80FF4FB4EE64}" type="parTrans" cxnId="{52598A4E-6A96-43D4-ACFC-768B80478F0D}">
      <dgm:prSet/>
      <dgm:spPr/>
      <dgm:t>
        <a:bodyPr/>
        <a:lstStyle/>
        <a:p>
          <a:endParaRPr lang="en-US"/>
        </a:p>
      </dgm:t>
    </dgm:pt>
    <dgm:pt modelId="{5A4A898E-B530-43D0-80F1-13F49AE60AEB}" type="sibTrans" cxnId="{52598A4E-6A96-43D4-ACFC-768B80478F0D}">
      <dgm:prSet/>
      <dgm:spPr/>
      <dgm:t>
        <a:bodyPr/>
        <a:lstStyle/>
        <a:p>
          <a:endParaRPr lang="en-US"/>
        </a:p>
      </dgm:t>
    </dgm:pt>
    <dgm:pt modelId="{0007019D-BE48-4638-A758-11431E394BA5}">
      <dgm:prSet phldrT="[Texto]"/>
      <dgm:spPr/>
      <dgm:t>
        <a:bodyPr/>
        <a:lstStyle/>
        <a:p>
          <a:r>
            <a:rPr lang="es-ES" dirty="0"/>
            <a:t>Estructura de una iteración</a:t>
          </a:r>
        </a:p>
      </dgm:t>
    </dgm:pt>
    <dgm:pt modelId="{5E8FDF75-2D20-4CFB-BD80-353B46F7CE6B}" type="parTrans" cxnId="{7A6AADAD-1532-48A7-B758-6CBD8D8FCA7C}">
      <dgm:prSet/>
      <dgm:spPr/>
      <dgm:t>
        <a:bodyPr/>
        <a:lstStyle/>
        <a:p>
          <a:endParaRPr lang="en-US"/>
        </a:p>
      </dgm:t>
    </dgm:pt>
    <dgm:pt modelId="{5903D355-A23F-47EC-B7EF-60D5C3C924C7}" type="sibTrans" cxnId="{7A6AADAD-1532-48A7-B758-6CBD8D8FCA7C}">
      <dgm:prSet/>
      <dgm:spPr/>
      <dgm:t>
        <a:bodyPr/>
        <a:lstStyle/>
        <a:p>
          <a:endParaRPr lang="en-US"/>
        </a:p>
      </dgm:t>
    </dgm:pt>
    <dgm:pt modelId="{F879121B-3B6F-494F-A6B0-9D9D880A98F3}">
      <dgm:prSet phldrT="[Texto]"/>
      <dgm:spPr/>
      <dgm:t>
        <a:bodyPr/>
        <a:lstStyle/>
        <a:p>
          <a:r>
            <a:rPr lang="es-ES" dirty="0"/>
            <a:t>Complejidad matemática</a:t>
          </a:r>
        </a:p>
      </dgm:t>
    </dgm:pt>
    <dgm:pt modelId="{75924DA9-7DDA-431C-BD22-9C134871FF33}" type="parTrans" cxnId="{D8A9688E-5CEF-4228-AC53-8023404E2183}">
      <dgm:prSet/>
      <dgm:spPr/>
      <dgm:t>
        <a:bodyPr/>
        <a:lstStyle/>
        <a:p>
          <a:endParaRPr lang="en-US"/>
        </a:p>
      </dgm:t>
    </dgm:pt>
    <dgm:pt modelId="{11FA5C7F-B48D-4D3E-9B1F-36FC84C2149F}" type="sibTrans" cxnId="{D8A9688E-5CEF-4228-AC53-8023404E2183}">
      <dgm:prSet/>
      <dgm:spPr/>
      <dgm:t>
        <a:bodyPr/>
        <a:lstStyle/>
        <a:p>
          <a:endParaRPr lang="en-US"/>
        </a:p>
      </dgm:t>
    </dgm:pt>
    <dgm:pt modelId="{08FE693D-850A-4B40-8FF2-9445DA2D25AC}">
      <dgm:prSet phldrT="[Texto]"/>
      <dgm:spPr/>
      <dgm:t>
        <a:bodyPr/>
        <a:lstStyle/>
        <a:p>
          <a:r>
            <a:rPr lang="es-ES" dirty="0"/>
            <a:t>Para problemas pequeños (2 </a:t>
          </a:r>
          <a:r>
            <a:rPr lang="es-ES" dirty="0" err="1"/>
            <a:t>var</a:t>
          </a:r>
          <a:r>
            <a:rPr lang="es-ES" dirty="0"/>
            <a:t>)</a:t>
          </a:r>
        </a:p>
      </dgm:t>
    </dgm:pt>
    <dgm:pt modelId="{DA56D5DD-5750-4B8F-B4C8-C815BFB1C98E}" type="parTrans" cxnId="{F77112FB-379B-499F-88B0-EDB8DCF65A99}">
      <dgm:prSet/>
      <dgm:spPr/>
      <dgm:t>
        <a:bodyPr/>
        <a:lstStyle/>
        <a:p>
          <a:endParaRPr lang="en-US"/>
        </a:p>
      </dgm:t>
    </dgm:pt>
    <dgm:pt modelId="{D87FC6F8-6A74-4CA0-B5AF-6BFA148479D4}" type="sibTrans" cxnId="{F77112FB-379B-499F-88B0-EDB8DCF65A99}">
      <dgm:prSet/>
      <dgm:spPr/>
      <dgm:t>
        <a:bodyPr/>
        <a:lstStyle/>
        <a:p>
          <a:endParaRPr lang="en-US"/>
        </a:p>
      </dgm:t>
    </dgm:pt>
    <dgm:pt modelId="{19F61A3C-ED0A-4B31-9AEC-8F02D6EAF87D}">
      <dgm:prSet phldrT="[Texto]"/>
      <dgm:spPr/>
      <dgm:t>
        <a:bodyPr/>
        <a:lstStyle/>
        <a:p>
          <a:r>
            <a:rPr lang="es-ES" dirty="0"/>
            <a:t>Ejemplos en forma tabular</a:t>
          </a:r>
        </a:p>
      </dgm:t>
    </dgm:pt>
    <dgm:pt modelId="{069D0114-FF17-464A-BB1D-57ABCAF7BE90}" type="parTrans" cxnId="{55BB0954-4152-427F-931A-72A351E2130C}">
      <dgm:prSet/>
      <dgm:spPr/>
      <dgm:t>
        <a:bodyPr/>
        <a:lstStyle/>
        <a:p>
          <a:endParaRPr lang="en-US"/>
        </a:p>
      </dgm:t>
    </dgm:pt>
    <dgm:pt modelId="{334A8356-F3DA-40B2-8E6D-AEE99799397E}" type="sibTrans" cxnId="{55BB0954-4152-427F-931A-72A351E2130C}">
      <dgm:prSet/>
      <dgm:spPr/>
      <dgm:t>
        <a:bodyPr/>
        <a:lstStyle/>
        <a:p>
          <a:endParaRPr lang="en-US"/>
        </a:p>
      </dgm:t>
    </dgm:pt>
    <dgm:pt modelId="{6AD91508-2DB0-4F8F-A27C-D4504EE3C201}" type="pres">
      <dgm:prSet presAssocID="{5C95F2D1-9FFC-4DC9-9998-49E18EB751AF}" presName="Name0" presStyleCnt="0">
        <dgm:presLayoutVars>
          <dgm:dir/>
          <dgm:animLvl val="lvl"/>
          <dgm:resizeHandles val="exact"/>
        </dgm:presLayoutVars>
      </dgm:prSet>
      <dgm:spPr/>
    </dgm:pt>
    <dgm:pt modelId="{8E0F53AA-013A-4CDA-AFE3-4AC8257F5AE7}" type="pres">
      <dgm:prSet presAssocID="{20BA57C7-4969-4A90-AC51-24D0D83B1818}" presName="vertFlow" presStyleCnt="0"/>
      <dgm:spPr/>
    </dgm:pt>
    <dgm:pt modelId="{97199732-22D3-4D58-B7C8-962AB9606A85}" type="pres">
      <dgm:prSet presAssocID="{20BA57C7-4969-4A90-AC51-24D0D83B1818}" presName="header" presStyleLbl="node1" presStyleIdx="0" presStyleCnt="5"/>
      <dgm:spPr/>
    </dgm:pt>
    <dgm:pt modelId="{26BD821F-CD8E-40CE-AF95-EC5966F3B356}" type="pres">
      <dgm:prSet presAssocID="{54219654-28C6-4360-A738-956B3F3EB534}" presName="parTrans" presStyleLbl="sibTrans2D1" presStyleIdx="0" presStyleCnt="9"/>
      <dgm:spPr/>
    </dgm:pt>
    <dgm:pt modelId="{3D6BFEE7-2020-4FA5-9BAB-5A229DDECB65}" type="pres">
      <dgm:prSet presAssocID="{55E69F3B-5077-42F4-BD47-3D396425F3F2}" presName="child" presStyleLbl="alignAccFollowNode1" presStyleIdx="0" presStyleCnt="9">
        <dgm:presLayoutVars>
          <dgm:chMax val="0"/>
          <dgm:bulletEnabled val="1"/>
        </dgm:presLayoutVars>
      </dgm:prSet>
      <dgm:spPr/>
    </dgm:pt>
    <dgm:pt modelId="{B357538F-AA79-4CC6-BE79-302F1201BF7E}" type="pres">
      <dgm:prSet presAssocID="{7750E049-86CD-48A4-A808-B4801ADFF224}" presName="sibTrans" presStyleLbl="sibTrans2D1" presStyleIdx="1" presStyleCnt="9"/>
      <dgm:spPr/>
    </dgm:pt>
    <dgm:pt modelId="{AACA5BA9-33E9-4D22-B3BA-B0E28BE5D756}" type="pres">
      <dgm:prSet presAssocID="{E8824C48-89F8-4E2D-B184-4E51DC7B58A6}" presName="child" presStyleLbl="alignAccFollowNode1" presStyleIdx="1" presStyleCnt="9">
        <dgm:presLayoutVars>
          <dgm:chMax val="0"/>
          <dgm:bulletEnabled val="1"/>
        </dgm:presLayoutVars>
      </dgm:prSet>
      <dgm:spPr/>
    </dgm:pt>
    <dgm:pt modelId="{D881AE06-50DA-416E-A2E0-79BEEAC64ED8}" type="pres">
      <dgm:prSet presAssocID="{20BA57C7-4969-4A90-AC51-24D0D83B1818}" presName="hSp" presStyleCnt="0"/>
      <dgm:spPr/>
    </dgm:pt>
    <dgm:pt modelId="{697967CA-7870-4CD7-95A8-1FC39E3217D6}" type="pres">
      <dgm:prSet presAssocID="{3F216AD1-6305-4FB0-941C-765A71D20FE7}" presName="vertFlow" presStyleCnt="0"/>
      <dgm:spPr/>
    </dgm:pt>
    <dgm:pt modelId="{80A669FE-51D7-4237-8202-D9BC9B1E52CB}" type="pres">
      <dgm:prSet presAssocID="{3F216AD1-6305-4FB0-941C-765A71D20FE7}" presName="header" presStyleLbl="node1" presStyleIdx="1" presStyleCnt="5"/>
      <dgm:spPr/>
    </dgm:pt>
    <dgm:pt modelId="{59934E18-18FF-4689-9164-FDD519257429}" type="pres">
      <dgm:prSet presAssocID="{E7470D9B-54C3-4CAC-BDB8-62C361F9CFA5}" presName="parTrans" presStyleLbl="sibTrans2D1" presStyleIdx="2" presStyleCnt="9"/>
      <dgm:spPr/>
    </dgm:pt>
    <dgm:pt modelId="{C9CB6B0D-52AE-45C2-992F-F16D5A34857A}" type="pres">
      <dgm:prSet presAssocID="{58C7CE55-3705-414C-A99D-6D5C6EF0625A}" presName="child" presStyleLbl="alignAccFollowNode1" presStyleIdx="2" presStyleCnt="9">
        <dgm:presLayoutVars>
          <dgm:chMax val="0"/>
          <dgm:bulletEnabled val="1"/>
        </dgm:presLayoutVars>
      </dgm:prSet>
      <dgm:spPr/>
    </dgm:pt>
    <dgm:pt modelId="{84323F49-06A9-4F37-B1A6-DC832E2DC220}" type="pres">
      <dgm:prSet presAssocID="{1388855D-C69A-4F50-BA3A-19FB741F4314}" presName="sibTrans" presStyleLbl="sibTrans2D1" presStyleIdx="3" presStyleCnt="9"/>
      <dgm:spPr/>
    </dgm:pt>
    <dgm:pt modelId="{8021EFB3-77FD-42C2-90D1-C95C53596EF1}" type="pres">
      <dgm:prSet presAssocID="{277C10AB-1744-4421-BDF6-103B11EFEAB5}" presName="child" presStyleLbl="alignAccFollowNode1" presStyleIdx="3" presStyleCnt="9">
        <dgm:presLayoutVars>
          <dgm:chMax val="0"/>
          <dgm:bulletEnabled val="1"/>
        </dgm:presLayoutVars>
      </dgm:prSet>
      <dgm:spPr/>
    </dgm:pt>
    <dgm:pt modelId="{8D2ACAA9-DF79-45FC-9198-28CE51F6BA18}" type="pres">
      <dgm:prSet presAssocID="{3F216AD1-6305-4FB0-941C-765A71D20FE7}" presName="hSp" presStyleCnt="0"/>
      <dgm:spPr/>
    </dgm:pt>
    <dgm:pt modelId="{DDFB7E4C-0C5E-4953-A22B-CCF057F9FA0F}" type="pres">
      <dgm:prSet presAssocID="{372A84CE-0BBA-4EFE-8B2F-3650D408C9DD}" presName="vertFlow" presStyleCnt="0"/>
      <dgm:spPr/>
    </dgm:pt>
    <dgm:pt modelId="{E723AFB1-778C-49C2-894D-D418A663E930}" type="pres">
      <dgm:prSet presAssocID="{372A84CE-0BBA-4EFE-8B2F-3650D408C9DD}" presName="header" presStyleLbl="node1" presStyleIdx="2" presStyleCnt="5"/>
      <dgm:spPr/>
    </dgm:pt>
    <dgm:pt modelId="{3E02E781-5BE2-45AA-9143-2CC178FA455E}" type="pres">
      <dgm:prSet presAssocID="{DA56D5DD-5750-4B8F-B4C8-C815BFB1C98E}" presName="parTrans" presStyleLbl="sibTrans2D1" presStyleIdx="4" presStyleCnt="9"/>
      <dgm:spPr/>
    </dgm:pt>
    <dgm:pt modelId="{469E4D95-2117-4314-A3CF-FEA6FB9D18D0}" type="pres">
      <dgm:prSet presAssocID="{08FE693D-850A-4B40-8FF2-9445DA2D25AC}" presName="child" presStyleLbl="alignAccFollowNode1" presStyleIdx="4" presStyleCnt="9">
        <dgm:presLayoutVars>
          <dgm:chMax val="0"/>
          <dgm:bulletEnabled val="1"/>
        </dgm:presLayoutVars>
      </dgm:prSet>
      <dgm:spPr/>
    </dgm:pt>
    <dgm:pt modelId="{76B4F20C-0E3A-450C-8D6B-0BECFBC6B12D}" type="pres">
      <dgm:prSet presAssocID="{372A84CE-0BBA-4EFE-8B2F-3650D408C9DD}" presName="hSp" presStyleCnt="0"/>
      <dgm:spPr/>
    </dgm:pt>
    <dgm:pt modelId="{B322878A-3403-457F-84CE-139C17E8F8A3}" type="pres">
      <dgm:prSet presAssocID="{5F1F5053-7867-437C-8772-6F909FABC426}" presName="vertFlow" presStyleCnt="0"/>
      <dgm:spPr/>
    </dgm:pt>
    <dgm:pt modelId="{D3CA2416-1B43-4029-8B78-4CA665BCB691}" type="pres">
      <dgm:prSet presAssocID="{5F1F5053-7867-437C-8772-6F909FABC426}" presName="header" presStyleLbl="node1" presStyleIdx="3" presStyleCnt="5"/>
      <dgm:spPr/>
    </dgm:pt>
    <dgm:pt modelId="{F4A7FEC3-13E9-4073-8C3F-3CACFE2209DC}" type="pres">
      <dgm:prSet presAssocID="{3303A7A1-F4FE-455C-B338-80FF4FB4EE64}" presName="parTrans" presStyleLbl="sibTrans2D1" presStyleIdx="5" presStyleCnt="9"/>
      <dgm:spPr/>
    </dgm:pt>
    <dgm:pt modelId="{42FBB82F-2E67-45B4-841A-415A09821E25}" type="pres">
      <dgm:prSet presAssocID="{DEA047EF-5C57-4885-9D26-F0D90BF6F7B3}" presName="child" presStyleLbl="alignAccFollowNode1" presStyleIdx="5" presStyleCnt="9">
        <dgm:presLayoutVars>
          <dgm:chMax val="0"/>
          <dgm:bulletEnabled val="1"/>
        </dgm:presLayoutVars>
      </dgm:prSet>
      <dgm:spPr/>
    </dgm:pt>
    <dgm:pt modelId="{3CB3C43E-5D68-4959-AC49-5023ED88866D}" type="pres">
      <dgm:prSet presAssocID="{5F1F5053-7867-437C-8772-6F909FABC426}" presName="hSp" presStyleCnt="0"/>
      <dgm:spPr/>
    </dgm:pt>
    <dgm:pt modelId="{E438B12F-87B6-4D20-B676-1ED9BD1E71C4}" type="pres">
      <dgm:prSet presAssocID="{215D5F0A-16E0-4272-823F-0C2384036CBE}" presName="vertFlow" presStyleCnt="0"/>
      <dgm:spPr/>
    </dgm:pt>
    <dgm:pt modelId="{1F1E2FFF-DE45-4707-9C4E-DEF136024FEF}" type="pres">
      <dgm:prSet presAssocID="{215D5F0A-16E0-4272-823F-0C2384036CBE}" presName="header" presStyleLbl="node1" presStyleIdx="4" presStyleCnt="5"/>
      <dgm:spPr/>
    </dgm:pt>
    <dgm:pt modelId="{CF6AEAD6-B0B5-40A1-886E-349EAFCBF537}" type="pres">
      <dgm:prSet presAssocID="{5E8FDF75-2D20-4CFB-BD80-353B46F7CE6B}" presName="parTrans" presStyleLbl="sibTrans2D1" presStyleIdx="6" presStyleCnt="9"/>
      <dgm:spPr/>
    </dgm:pt>
    <dgm:pt modelId="{8B04FC04-5B0B-4532-B067-3A96B91B1A71}" type="pres">
      <dgm:prSet presAssocID="{0007019D-BE48-4638-A758-11431E394BA5}" presName="child" presStyleLbl="alignAccFollowNode1" presStyleIdx="6" presStyleCnt="9">
        <dgm:presLayoutVars>
          <dgm:chMax val="0"/>
          <dgm:bulletEnabled val="1"/>
        </dgm:presLayoutVars>
      </dgm:prSet>
      <dgm:spPr/>
    </dgm:pt>
    <dgm:pt modelId="{40CDE28E-6463-4F26-9A6E-6F6001E14359}" type="pres">
      <dgm:prSet presAssocID="{5903D355-A23F-47EC-B7EF-60D5C3C924C7}" presName="sibTrans" presStyleLbl="sibTrans2D1" presStyleIdx="7" presStyleCnt="9"/>
      <dgm:spPr/>
    </dgm:pt>
    <dgm:pt modelId="{3CEBE889-FAE6-4538-9DB6-FFDB9389BE19}" type="pres">
      <dgm:prSet presAssocID="{F879121B-3B6F-494F-A6B0-9D9D880A98F3}" presName="child" presStyleLbl="alignAccFollowNode1" presStyleIdx="7" presStyleCnt="9">
        <dgm:presLayoutVars>
          <dgm:chMax val="0"/>
          <dgm:bulletEnabled val="1"/>
        </dgm:presLayoutVars>
      </dgm:prSet>
      <dgm:spPr/>
    </dgm:pt>
    <dgm:pt modelId="{F6B4FB82-380E-4F18-A2EF-91F8984DE316}" type="pres">
      <dgm:prSet presAssocID="{11FA5C7F-B48D-4D3E-9B1F-36FC84C2149F}" presName="sibTrans" presStyleLbl="sibTrans2D1" presStyleIdx="8" presStyleCnt="9"/>
      <dgm:spPr/>
    </dgm:pt>
    <dgm:pt modelId="{2FD77C5B-B83D-434C-9957-D021311E52D3}" type="pres">
      <dgm:prSet presAssocID="{19F61A3C-ED0A-4B31-9AEC-8F02D6EAF87D}" presName="child" presStyleLbl="alignAccFollowNode1" presStyleIdx="8" presStyleCnt="9">
        <dgm:presLayoutVars>
          <dgm:chMax val="0"/>
          <dgm:bulletEnabled val="1"/>
        </dgm:presLayoutVars>
      </dgm:prSet>
      <dgm:spPr/>
    </dgm:pt>
  </dgm:ptLst>
  <dgm:cxnLst>
    <dgm:cxn modelId="{92B4A912-C6E9-4E00-8107-C4CF9E65E8FE}" type="presOf" srcId="{1388855D-C69A-4F50-BA3A-19FB741F4314}" destId="{84323F49-06A9-4F37-B1A6-DC832E2DC220}" srcOrd="0" destOrd="0" presId="urn:microsoft.com/office/officeart/2005/8/layout/lProcess1"/>
    <dgm:cxn modelId="{38AB1613-474C-492D-8600-9BC14C8293B9}" type="presOf" srcId="{3F216AD1-6305-4FB0-941C-765A71D20FE7}" destId="{80A669FE-51D7-4237-8202-D9BC9B1E52CB}" srcOrd="0" destOrd="0" presId="urn:microsoft.com/office/officeart/2005/8/layout/lProcess1"/>
    <dgm:cxn modelId="{6206D314-8669-4A6C-AC2D-2CBC14D8A8C9}" srcId="{5C95F2D1-9FFC-4DC9-9998-49E18EB751AF}" destId="{3F216AD1-6305-4FB0-941C-765A71D20FE7}" srcOrd="1" destOrd="0" parTransId="{61F5B55A-00BC-4E37-B2D4-1F699F6A1615}" sibTransId="{9B5E24EE-5236-43F4-8C45-4C1954A50B7C}"/>
    <dgm:cxn modelId="{F7DA411F-ADF0-4011-8C6D-3F335A21CC5F}" type="presOf" srcId="{E7470D9B-54C3-4CAC-BDB8-62C361F9CFA5}" destId="{59934E18-18FF-4689-9164-FDD519257429}" srcOrd="0" destOrd="0" presId="urn:microsoft.com/office/officeart/2005/8/layout/lProcess1"/>
    <dgm:cxn modelId="{381AD720-D0BB-4DB7-8192-BD60618DF4ED}" type="presOf" srcId="{58C7CE55-3705-414C-A99D-6D5C6EF0625A}" destId="{C9CB6B0D-52AE-45C2-992F-F16D5A34857A}" srcOrd="0" destOrd="0" presId="urn:microsoft.com/office/officeart/2005/8/layout/lProcess1"/>
    <dgm:cxn modelId="{FEDFD121-9EAC-42BA-A69A-A54B1F9AA57B}" type="presOf" srcId="{215D5F0A-16E0-4272-823F-0C2384036CBE}" destId="{1F1E2FFF-DE45-4707-9C4E-DEF136024FEF}" srcOrd="0" destOrd="0" presId="urn:microsoft.com/office/officeart/2005/8/layout/lProcess1"/>
    <dgm:cxn modelId="{AA01BE27-47FC-45CE-BE9F-CCAE91CABF64}" srcId="{3F216AD1-6305-4FB0-941C-765A71D20FE7}" destId="{277C10AB-1744-4421-BDF6-103B11EFEAB5}" srcOrd="1" destOrd="0" parTransId="{697AEF14-9A35-4306-B1A3-1C71E9A583FC}" sibTransId="{5A703D59-6E1D-4640-92A8-AAC5024DFF9A}"/>
    <dgm:cxn modelId="{6B4D3F3E-7473-4347-BA86-2FFFF5577065}" srcId="{5C95F2D1-9FFC-4DC9-9998-49E18EB751AF}" destId="{215D5F0A-16E0-4272-823F-0C2384036CBE}" srcOrd="4" destOrd="0" parTransId="{4A4AEFB8-3EA8-4738-A25E-02FE69D51F40}" sibTransId="{9CFC0607-9CFC-4548-8F52-BED8D73D763A}"/>
    <dgm:cxn modelId="{2D468B5B-1958-4B5B-AF2D-D059E6C35D86}" srcId="{20BA57C7-4969-4A90-AC51-24D0D83B1818}" destId="{55E69F3B-5077-42F4-BD47-3D396425F3F2}" srcOrd="0" destOrd="0" parTransId="{54219654-28C6-4360-A738-956B3F3EB534}" sibTransId="{7750E049-86CD-48A4-A808-B4801ADFF224}"/>
    <dgm:cxn modelId="{55A65E68-18E8-486B-BFC5-181A40BD38DC}" type="presOf" srcId="{E8824C48-89F8-4E2D-B184-4E51DC7B58A6}" destId="{AACA5BA9-33E9-4D22-B3BA-B0E28BE5D756}" srcOrd="0" destOrd="0" presId="urn:microsoft.com/office/officeart/2005/8/layout/lProcess1"/>
    <dgm:cxn modelId="{21E52E49-F5F8-44E5-8F61-256F0254501E}" type="presOf" srcId="{DA56D5DD-5750-4B8F-B4C8-C815BFB1C98E}" destId="{3E02E781-5BE2-45AA-9143-2CC178FA455E}" srcOrd="0" destOrd="0" presId="urn:microsoft.com/office/officeart/2005/8/layout/lProcess1"/>
    <dgm:cxn modelId="{6925B54B-947D-4E6B-8F3D-2F3667C6CF5D}" srcId="{5C95F2D1-9FFC-4DC9-9998-49E18EB751AF}" destId="{20BA57C7-4969-4A90-AC51-24D0D83B1818}" srcOrd="0" destOrd="0" parTransId="{C400F307-324D-48B7-ACBA-B44B4A852FFB}" sibTransId="{46C1E1BE-45C9-4FEC-BFE9-FA2F5D6D378A}"/>
    <dgm:cxn modelId="{DC6C7A4C-83B2-416E-9472-E4E6F6480508}" type="presOf" srcId="{DEA047EF-5C57-4885-9D26-F0D90BF6F7B3}" destId="{42FBB82F-2E67-45B4-841A-415A09821E25}" srcOrd="0" destOrd="0" presId="urn:microsoft.com/office/officeart/2005/8/layout/lProcess1"/>
    <dgm:cxn modelId="{B518F46C-A7A0-452F-8F78-4EB63BA8E749}" type="presOf" srcId="{5F1F5053-7867-437C-8772-6F909FABC426}" destId="{D3CA2416-1B43-4029-8B78-4CA665BCB691}" srcOrd="0" destOrd="0" presId="urn:microsoft.com/office/officeart/2005/8/layout/lProcess1"/>
    <dgm:cxn modelId="{52598A4E-6A96-43D4-ACFC-768B80478F0D}" srcId="{5F1F5053-7867-437C-8772-6F909FABC426}" destId="{DEA047EF-5C57-4885-9D26-F0D90BF6F7B3}" srcOrd="0" destOrd="0" parTransId="{3303A7A1-F4FE-455C-B338-80FF4FB4EE64}" sibTransId="{5A4A898E-B530-43D0-80F1-13F49AE60AEB}"/>
    <dgm:cxn modelId="{38DFFC6E-A3B9-4335-AD29-889149D4EFFE}" type="presOf" srcId="{54219654-28C6-4360-A738-956B3F3EB534}" destId="{26BD821F-CD8E-40CE-AF95-EC5966F3B356}" srcOrd="0" destOrd="0" presId="urn:microsoft.com/office/officeart/2005/8/layout/lProcess1"/>
    <dgm:cxn modelId="{DEAB854F-5391-48B8-9918-AC59996A3876}" type="presOf" srcId="{372A84CE-0BBA-4EFE-8B2F-3650D408C9DD}" destId="{E723AFB1-778C-49C2-894D-D418A663E930}" srcOrd="0" destOrd="0" presId="urn:microsoft.com/office/officeart/2005/8/layout/lProcess1"/>
    <dgm:cxn modelId="{8F580B72-6F54-4DD7-9469-F045DC1CC096}" type="presOf" srcId="{5E8FDF75-2D20-4CFB-BD80-353B46F7CE6B}" destId="{CF6AEAD6-B0B5-40A1-886E-349EAFCBF537}" srcOrd="0" destOrd="0" presId="urn:microsoft.com/office/officeart/2005/8/layout/lProcess1"/>
    <dgm:cxn modelId="{55BB0954-4152-427F-931A-72A351E2130C}" srcId="{215D5F0A-16E0-4272-823F-0C2384036CBE}" destId="{19F61A3C-ED0A-4B31-9AEC-8F02D6EAF87D}" srcOrd="2" destOrd="0" parTransId="{069D0114-FF17-464A-BB1D-57ABCAF7BE90}" sibTransId="{334A8356-F3DA-40B2-8E6D-AEE99799397E}"/>
    <dgm:cxn modelId="{FD67D657-5D19-437A-AD99-19266300C7EE}" srcId="{20BA57C7-4969-4A90-AC51-24D0D83B1818}" destId="{E8824C48-89F8-4E2D-B184-4E51DC7B58A6}" srcOrd="1" destOrd="0" parTransId="{97D717A4-71E3-4C42-83C9-CD0C15092AF7}" sibTransId="{D2969FBB-94CE-4C9A-912E-D73F81F78D09}"/>
    <dgm:cxn modelId="{CA7D0C80-0E4A-49CE-AFFB-1C02ABEFDFE5}" type="presOf" srcId="{277C10AB-1744-4421-BDF6-103B11EFEAB5}" destId="{8021EFB3-77FD-42C2-90D1-C95C53596EF1}" srcOrd="0" destOrd="0" presId="urn:microsoft.com/office/officeart/2005/8/layout/lProcess1"/>
    <dgm:cxn modelId="{7B2A8D85-66EC-46E7-908A-B391A5EDAC95}" type="presOf" srcId="{20BA57C7-4969-4A90-AC51-24D0D83B1818}" destId="{97199732-22D3-4D58-B7C8-962AB9606A85}" srcOrd="0" destOrd="0" presId="urn:microsoft.com/office/officeart/2005/8/layout/lProcess1"/>
    <dgm:cxn modelId="{C00A018A-FDEA-414B-8081-F3534CDC4590}" type="presOf" srcId="{7750E049-86CD-48A4-A808-B4801ADFF224}" destId="{B357538F-AA79-4CC6-BE79-302F1201BF7E}" srcOrd="0" destOrd="0" presId="urn:microsoft.com/office/officeart/2005/8/layout/lProcess1"/>
    <dgm:cxn modelId="{D8A9688E-5CEF-4228-AC53-8023404E2183}" srcId="{215D5F0A-16E0-4272-823F-0C2384036CBE}" destId="{F879121B-3B6F-494F-A6B0-9D9D880A98F3}" srcOrd="1" destOrd="0" parTransId="{75924DA9-7DDA-431C-BD22-9C134871FF33}" sibTransId="{11FA5C7F-B48D-4D3E-9B1F-36FC84C2149F}"/>
    <dgm:cxn modelId="{515B1B97-1B5C-4A96-BC9E-157589AEE0E5}" srcId="{5C95F2D1-9FFC-4DC9-9998-49E18EB751AF}" destId="{5F1F5053-7867-437C-8772-6F909FABC426}" srcOrd="3" destOrd="0" parTransId="{395CE6D9-3F3D-4FCE-A4FD-D5EE6B07AA3C}" sibTransId="{D40438EA-4945-4D41-8374-1E800A96BD3F}"/>
    <dgm:cxn modelId="{3E8871A1-A771-45B9-90E2-32A7AE62C4D0}" type="presOf" srcId="{19F61A3C-ED0A-4B31-9AEC-8F02D6EAF87D}" destId="{2FD77C5B-B83D-434C-9957-D021311E52D3}" srcOrd="0" destOrd="0" presId="urn:microsoft.com/office/officeart/2005/8/layout/lProcess1"/>
    <dgm:cxn modelId="{7FD54EA3-5021-4E3E-9A5D-D6E55E1CC50F}" type="presOf" srcId="{0007019D-BE48-4638-A758-11431E394BA5}" destId="{8B04FC04-5B0B-4532-B067-3A96B91B1A71}" srcOrd="0" destOrd="0" presId="urn:microsoft.com/office/officeart/2005/8/layout/lProcess1"/>
    <dgm:cxn modelId="{2181C5AC-F614-48C6-9EFD-38D4867CABE0}" type="presOf" srcId="{08FE693D-850A-4B40-8FF2-9445DA2D25AC}" destId="{469E4D95-2117-4314-A3CF-FEA6FB9D18D0}" srcOrd="0" destOrd="0" presId="urn:microsoft.com/office/officeart/2005/8/layout/lProcess1"/>
    <dgm:cxn modelId="{7A6AADAD-1532-48A7-B758-6CBD8D8FCA7C}" srcId="{215D5F0A-16E0-4272-823F-0C2384036CBE}" destId="{0007019D-BE48-4638-A758-11431E394BA5}" srcOrd="0" destOrd="0" parTransId="{5E8FDF75-2D20-4CFB-BD80-353B46F7CE6B}" sibTransId="{5903D355-A23F-47EC-B7EF-60D5C3C924C7}"/>
    <dgm:cxn modelId="{5CA010BB-4B8F-43CB-B04B-9D510D3D4A7D}" type="presOf" srcId="{5903D355-A23F-47EC-B7EF-60D5C3C924C7}" destId="{40CDE28E-6463-4F26-9A6E-6F6001E14359}" srcOrd="0" destOrd="0" presId="urn:microsoft.com/office/officeart/2005/8/layout/lProcess1"/>
    <dgm:cxn modelId="{81EF45BF-AD37-4986-8D2A-E0A3D680462D}" type="presOf" srcId="{3303A7A1-F4FE-455C-B338-80FF4FB4EE64}" destId="{F4A7FEC3-13E9-4073-8C3F-3CACFE2209DC}" srcOrd="0" destOrd="0" presId="urn:microsoft.com/office/officeart/2005/8/layout/lProcess1"/>
    <dgm:cxn modelId="{AFEF8BC8-E25D-4333-B927-6E6F8B8DDC4E}" type="presOf" srcId="{11FA5C7F-B48D-4D3E-9B1F-36FC84C2149F}" destId="{F6B4FB82-380E-4F18-A2EF-91F8984DE316}" srcOrd="0" destOrd="0" presId="urn:microsoft.com/office/officeart/2005/8/layout/lProcess1"/>
    <dgm:cxn modelId="{81BE24C9-F6AB-40E0-8BEA-10271A4C8969}" srcId="{3F216AD1-6305-4FB0-941C-765A71D20FE7}" destId="{58C7CE55-3705-414C-A99D-6D5C6EF0625A}" srcOrd="0" destOrd="0" parTransId="{E7470D9B-54C3-4CAC-BDB8-62C361F9CFA5}" sibTransId="{1388855D-C69A-4F50-BA3A-19FB741F4314}"/>
    <dgm:cxn modelId="{AF643BD7-9BBA-49A7-9C65-78A8083E6593}" type="presOf" srcId="{F879121B-3B6F-494F-A6B0-9D9D880A98F3}" destId="{3CEBE889-FAE6-4538-9DB6-FFDB9389BE19}" srcOrd="0" destOrd="0" presId="urn:microsoft.com/office/officeart/2005/8/layout/lProcess1"/>
    <dgm:cxn modelId="{E03BFCE4-2E53-4351-969F-E8812B1671B7}" srcId="{5C95F2D1-9FFC-4DC9-9998-49E18EB751AF}" destId="{372A84CE-0BBA-4EFE-8B2F-3650D408C9DD}" srcOrd="2" destOrd="0" parTransId="{7C613DB5-43D4-4E91-A90B-882F1FE4AAAB}" sibTransId="{69C7C79E-1058-4AD7-89F3-63F00DA7A3FA}"/>
    <dgm:cxn modelId="{73499FED-7208-4005-A6EE-F1E56B9BF479}" type="presOf" srcId="{55E69F3B-5077-42F4-BD47-3D396425F3F2}" destId="{3D6BFEE7-2020-4FA5-9BAB-5A229DDECB65}" srcOrd="0" destOrd="0" presId="urn:microsoft.com/office/officeart/2005/8/layout/lProcess1"/>
    <dgm:cxn modelId="{A9224CF1-CEFE-4F5F-A95F-FC3D6F9C7112}" type="presOf" srcId="{5C95F2D1-9FFC-4DC9-9998-49E18EB751AF}" destId="{6AD91508-2DB0-4F8F-A27C-D4504EE3C201}" srcOrd="0" destOrd="0" presId="urn:microsoft.com/office/officeart/2005/8/layout/lProcess1"/>
    <dgm:cxn modelId="{F77112FB-379B-499F-88B0-EDB8DCF65A99}" srcId="{372A84CE-0BBA-4EFE-8B2F-3650D408C9DD}" destId="{08FE693D-850A-4B40-8FF2-9445DA2D25AC}" srcOrd="0" destOrd="0" parTransId="{DA56D5DD-5750-4B8F-B4C8-C815BFB1C98E}" sibTransId="{D87FC6F8-6A74-4CA0-B5AF-6BFA148479D4}"/>
    <dgm:cxn modelId="{5E229206-948A-4BDE-88D6-36652FA3793B}" type="presParOf" srcId="{6AD91508-2DB0-4F8F-A27C-D4504EE3C201}" destId="{8E0F53AA-013A-4CDA-AFE3-4AC8257F5AE7}" srcOrd="0" destOrd="0" presId="urn:microsoft.com/office/officeart/2005/8/layout/lProcess1"/>
    <dgm:cxn modelId="{624B74EC-C3DE-4B58-BE46-0F94E374EDE0}" type="presParOf" srcId="{8E0F53AA-013A-4CDA-AFE3-4AC8257F5AE7}" destId="{97199732-22D3-4D58-B7C8-962AB9606A85}" srcOrd="0" destOrd="0" presId="urn:microsoft.com/office/officeart/2005/8/layout/lProcess1"/>
    <dgm:cxn modelId="{245BBF7B-FB53-464A-A0A1-3EE50C54D6C2}" type="presParOf" srcId="{8E0F53AA-013A-4CDA-AFE3-4AC8257F5AE7}" destId="{26BD821F-CD8E-40CE-AF95-EC5966F3B356}" srcOrd="1" destOrd="0" presId="urn:microsoft.com/office/officeart/2005/8/layout/lProcess1"/>
    <dgm:cxn modelId="{1E6D22E1-2016-4A03-89D1-152B1BA9EB5D}" type="presParOf" srcId="{8E0F53AA-013A-4CDA-AFE3-4AC8257F5AE7}" destId="{3D6BFEE7-2020-4FA5-9BAB-5A229DDECB65}" srcOrd="2" destOrd="0" presId="urn:microsoft.com/office/officeart/2005/8/layout/lProcess1"/>
    <dgm:cxn modelId="{BC815E9B-12F1-4C4E-BB14-6118AD8E56EF}" type="presParOf" srcId="{8E0F53AA-013A-4CDA-AFE3-4AC8257F5AE7}" destId="{B357538F-AA79-4CC6-BE79-302F1201BF7E}" srcOrd="3" destOrd="0" presId="urn:microsoft.com/office/officeart/2005/8/layout/lProcess1"/>
    <dgm:cxn modelId="{CA19DBD2-B227-44A8-A3A4-45AB5A7D03F3}" type="presParOf" srcId="{8E0F53AA-013A-4CDA-AFE3-4AC8257F5AE7}" destId="{AACA5BA9-33E9-4D22-B3BA-B0E28BE5D756}" srcOrd="4" destOrd="0" presId="urn:microsoft.com/office/officeart/2005/8/layout/lProcess1"/>
    <dgm:cxn modelId="{8E28F73C-DDC1-4597-A030-37000C99610E}" type="presParOf" srcId="{6AD91508-2DB0-4F8F-A27C-D4504EE3C201}" destId="{D881AE06-50DA-416E-A2E0-79BEEAC64ED8}" srcOrd="1" destOrd="0" presId="urn:microsoft.com/office/officeart/2005/8/layout/lProcess1"/>
    <dgm:cxn modelId="{F0DB5894-80AC-4923-A72E-58A45B4A4399}" type="presParOf" srcId="{6AD91508-2DB0-4F8F-A27C-D4504EE3C201}" destId="{697967CA-7870-4CD7-95A8-1FC39E3217D6}" srcOrd="2" destOrd="0" presId="urn:microsoft.com/office/officeart/2005/8/layout/lProcess1"/>
    <dgm:cxn modelId="{B0F2A63E-97B3-4DCA-9E12-92307C4AC230}" type="presParOf" srcId="{697967CA-7870-4CD7-95A8-1FC39E3217D6}" destId="{80A669FE-51D7-4237-8202-D9BC9B1E52CB}" srcOrd="0" destOrd="0" presId="urn:microsoft.com/office/officeart/2005/8/layout/lProcess1"/>
    <dgm:cxn modelId="{EDCAB896-7318-44D2-A351-C453E90BCC60}" type="presParOf" srcId="{697967CA-7870-4CD7-95A8-1FC39E3217D6}" destId="{59934E18-18FF-4689-9164-FDD519257429}" srcOrd="1" destOrd="0" presId="urn:microsoft.com/office/officeart/2005/8/layout/lProcess1"/>
    <dgm:cxn modelId="{3674D6FC-384C-4C09-A099-46E26A7971EB}" type="presParOf" srcId="{697967CA-7870-4CD7-95A8-1FC39E3217D6}" destId="{C9CB6B0D-52AE-45C2-992F-F16D5A34857A}" srcOrd="2" destOrd="0" presId="urn:microsoft.com/office/officeart/2005/8/layout/lProcess1"/>
    <dgm:cxn modelId="{C7209D3F-925F-4CB5-9108-4869D45F312D}" type="presParOf" srcId="{697967CA-7870-4CD7-95A8-1FC39E3217D6}" destId="{84323F49-06A9-4F37-B1A6-DC832E2DC220}" srcOrd="3" destOrd="0" presId="urn:microsoft.com/office/officeart/2005/8/layout/lProcess1"/>
    <dgm:cxn modelId="{B8C83064-244D-434F-9CD2-97FD1602FD12}" type="presParOf" srcId="{697967CA-7870-4CD7-95A8-1FC39E3217D6}" destId="{8021EFB3-77FD-42C2-90D1-C95C53596EF1}" srcOrd="4" destOrd="0" presId="urn:microsoft.com/office/officeart/2005/8/layout/lProcess1"/>
    <dgm:cxn modelId="{26BC58F7-6B05-4548-BD5E-3E3430526F1E}" type="presParOf" srcId="{6AD91508-2DB0-4F8F-A27C-D4504EE3C201}" destId="{8D2ACAA9-DF79-45FC-9198-28CE51F6BA18}" srcOrd="3" destOrd="0" presId="urn:microsoft.com/office/officeart/2005/8/layout/lProcess1"/>
    <dgm:cxn modelId="{49416230-B29F-4C7A-B780-779422EEB185}" type="presParOf" srcId="{6AD91508-2DB0-4F8F-A27C-D4504EE3C201}" destId="{DDFB7E4C-0C5E-4953-A22B-CCF057F9FA0F}" srcOrd="4" destOrd="0" presId="urn:microsoft.com/office/officeart/2005/8/layout/lProcess1"/>
    <dgm:cxn modelId="{BEAC9E1C-E7C3-45FD-B2EE-24F08BB16B91}" type="presParOf" srcId="{DDFB7E4C-0C5E-4953-A22B-CCF057F9FA0F}" destId="{E723AFB1-778C-49C2-894D-D418A663E930}" srcOrd="0" destOrd="0" presId="urn:microsoft.com/office/officeart/2005/8/layout/lProcess1"/>
    <dgm:cxn modelId="{B7613617-B064-428B-BC8A-BFEEF1D3517A}" type="presParOf" srcId="{DDFB7E4C-0C5E-4953-A22B-CCF057F9FA0F}" destId="{3E02E781-5BE2-45AA-9143-2CC178FA455E}" srcOrd="1" destOrd="0" presId="urn:microsoft.com/office/officeart/2005/8/layout/lProcess1"/>
    <dgm:cxn modelId="{1457A1B9-D9D3-4E53-92D0-80E9E295780F}" type="presParOf" srcId="{DDFB7E4C-0C5E-4953-A22B-CCF057F9FA0F}" destId="{469E4D95-2117-4314-A3CF-FEA6FB9D18D0}" srcOrd="2" destOrd="0" presId="urn:microsoft.com/office/officeart/2005/8/layout/lProcess1"/>
    <dgm:cxn modelId="{63802FFC-77F2-4DFD-A5E1-B58B77698460}" type="presParOf" srcId="{6AD91508-2DB0-4F8F-A27C-D4504EE3C201}" destId="{76B4F20C-0E3A-450C-8D6B-0BECFBC6B12D}" srcOrd="5" destOrd="0" presId="urn:microsoft.com/office/officeart/2005/8/layout/lProcess1"/>
    <dgm:cxn modelId="{C05337A1-5087-4953-9F59-1E31015D49B9}" type="presParOf" srcId="{6AD91508-2DB0-4F8F-A27C-D4504EE3C201}" destId="{B322878A-3403-457F-84CE-139C17E8F8A3}" srcOrd="6" destOrd="0" presId="urn:microsoft.com/office/officeart/2005/8/layout/lProcess1"/>
    <dgm:cxn modelId="{7F9B30AB-742F-410A-8AF0-AD8073A669F4}" type="presParOf" srcId="{B322878A-3403-457F-84CE-139C17E8F8A3}" destId="{D3CA2416-1B43-4029-8B78-4CA665BCB691}" srcOrd="0" destOrd="0" presId="urn:microsoft.com/office/officeart/2005/8/layout/lProcess1"/>
    <dgm:cxn modelId="{F913468E-E4C9-47D5-A547-DD6F6EFF8B18}" type="presParOf" srcId="{B322878A-3403-457F-84CE-139C17E8F8A3}" destId="{F4A7FEC3-13E9-4073-8C3F-3CACFE2209DC}" srcOrd="1" destOrd="0" presId="urn:microsoft.com/office/officeart/2005/8/layout/lProcess1"/>
    <dgm:cxn modelId="{3D585B06-23F1-4AB4-B915-2D3AB8698008}" type="presParOf" srcId="{B322878A-3403-457F-84CE-139C17E8F8A3}" destId="{42FBB82F-2E67-45B4-841A-415A09821E25}" srcOrd="2" destOrd="0" presId="urn:microsoft.com/office/officeart/2005/8/layout/lProcess1"/>
    <dgm:cxn modelId="{5998C07F-C99B-4FBA-9E4A-53EB7B2194E3}" type="presParOf" srcId="{6AD91508-2DB0-4F8F-A27C-D4504EE3C201}" destId="{3CB3C43E-5D68-4959-AC49-5023ED88866D}" srcOrd="7" destOrd="0" presId="urn:microsoft.com/office/officeart/2005/8/layout/lProcess1"/>
    <dgm:cxn modelId="{863A71CC-04C9-4CFA-8C82-57D19F3C2B6A}" type="presParOf" srcId="{6AD91508-2DB0-4F8F-A27C-D4504EE3C201}" destId="{E438B12F-87B6-4D20-B676-1ED9BD1E71C4}" srcOrd="8" destOrd="0" presId="urn:microsoft.com/office/officeart/2005/8/layout/lProcess1"/>
    <dgm:cxn modelId="{72B75FA8-A2DC-4F9B-898A-DCABCD0A06F1}" type="presParOf" srcId="{E438B12F-87B6-4D20-B676-1ED9BD1E71C4}" destId="{1F1E2FFF-DE45-4707-9C4E-DEF136024FEF}" srcOrd="0" destOrd="0" presId="urn:microsoft.com/office/officeart/2005/8/layout/lProcess1"/>
    <dgm:cxn modelId="{5BFB8B88-3930-4BA9-9AFB-940105B32840}" type="presParOf" srcId="{E438B12F-87B6-4D20-B676-1ED9BD1E71C4}" destId="{CF6AEAD6-B0B5-40A1-886E-349EAFCBF537}" srcOrd="1" destOrd="0" presId="urn:microsoft.com/office/officeart/2005/8/layout/lProcess1"/>
    <dgm:cxn modelId="{E906FE5E-D0ED-4DDE-BB61-91F222F60281}" type="presParOf" srcId="{E438B12F-87B6-4D20-B676-1ED9BD1E71C4}" destId="{8B04FC04-5B0B-4532-B067-3A96B91B1A71}" srcOrd="2" destOrd="0" presId="urn:microsoft.com/office/officeart/2005/8/layout/lProcess1"/>
    <dgm:cxn modelId="{68D98F03-5650-4CF8-B3CE-F343D43C31E3}" type="presParOf" srcId="{E438B12F-87B6-4D20-B676-1ED9BD1E71C4}" destId="{40CDE28E-6463-4F26-9A6E-6F6001E14359}" srcOrd="3" destOrd="0" presId="urn:microsoft.com/office/officeart/2005/8/layout/lProcess1"/>
    <dgm:cxn modelId="{1730EDA4-0993-4F48-AAA5-E6CDAFBD3F91}" type="presParOf" srcId="{E438B12F-87B6-4D20-B676-1ED9BD1E71C4}" destId="{3CEBE889-FAE6-4538-9DB6-FFDB9389BE19}" srcOrd="4" destOrd="0" presId="urn:microsoft.com/office/officeart/2005/8/layout/lProcess1"/>
    <dgm:cxn modelId="{57EDE252-BBC1-4CC2-8050-C0C8102165DF}" type="presParOf" srcId="{E438B12F-87B6-4D20-B676-1ED9BD1E71C4}" destId="{F6B4FB82-380E-4F18-A2EF-91F8984DE316}" srcOrd="5" destOrd="0" presId="urn:microsoft.com/office/officeart/2005/8/layout/lProcess1"/>
    <dgm:cxn modelId="{011C5293-3F98-4385-8077-84BD44480613}" type="presParOf" srcId="{E438B12F-87B6-4D20-B676-1ED9BD1E71C4}" destId="{2FD77C5B-B83D-434C-9957-D021311E52D3}" srcOrd="6" destOrd="0" presId="urn:microsoft.com/office/officeart/2005/8/layout/l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199732-22D3-4D58-B7C8-962AB9606A85}">
      <dsp:nvSpPr>
        <dsp:cNvPr id="0" name=""/>
        <dsp:cNvSpPr/>
      </dsp:nvSpPr>
      <dsp:spPr>
        <a:xfrm>
          <a:off x="386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Notación</a:t>
          </a:r>
        </a:p>
      </dsp:txBody>
      <dsp:txXfrm>
        <a:off x="14282" y="1084184"/>
        <a:ext cx="1402477" cy="334986"/>
      </dsp:txXfrm>
    </dsp:sp>
    <dsp:sp modelId="{26BD821F-CD8E-40CE-AF95-EC5966F3B356}">
      <dsp:nvSpPr>
        <dsp:cNvPr id="0" name=""/>
        <dsp:cNvSpPr/>
      </dsp:nvSpPr>
      <dsp:spPr>
        <a:xfrm rot="5400000">
          <a:off x="684386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6BFEE7-2020-4FA5-9BAB-5A229DDECB65}">
      <dsp:nvSpPr>
        <dsp:cNvPr id="0" name=""/>
        <dsp:cNvSpPr/>
      </dsp:nvSpPr>
      <dsp:spPr>
        <a:xfrm>
          <a:off x="386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Algebraica</a:t>
          </a:r>
        </a:p>
      </dsp:txBody>
      <dsp:txXfrm>
        <a:off x="14282" y="1564555"/>
        <a:ext cx="1402477" cy="334986"/>
      </dsp:txXfrm>
    </dsp:sp>
    <dsp:sp modelId="{B357538F-AA79-4CC6-BE79-302F1201BF7E}">
      <dsp:nvSpPr>
        <dsp:cNvPr id="0" name=""/>
        <dsp:cNvSpPr/>
      </dsp:nvSpPr>
      <dsp:spPr>
        <a:xfrm rot="5400000">
          <a:off x="684386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CA5BA9-33E9-4D22-B3BA-B0E28BE5D756}">
      <dsp:nvSpPr>
        <dsp:cNvPr id="0" name=""/>
        <dsp:cNvSpPr/>
      </dsp:nvSpPr>
      <dsp:spPr>
        <a:xfrm>
          <a:off x="3860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Matricial</a:t>
          </a:r>
        </a:p>
      </dsp:txBody>
      <dsp:txXfrm>
        <a:off x="14282" y="2044926"/>
        <a:ext cx="1402477" cy="334986"/>
      </dsp:txXfrm>
    </dsp:sp>
    <dsp:sp modelId="{80A669FE-51D7-4237-8202-D9BC9B1E52CB}">
      <dsp:nvSpPr>
        <dsp:cNvPr id="0" name=""/>
        <dsp:cNvSpPr/>
      </dsp:nvSpPr>
      <dsp:spPr>
        <a:xfrm>
          <a:off x="1626447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Solución</a:t>
          </a:r>
        </a:p>
      </dsp:txBody>
      <dsp:txXfrm>
        <a:off x="1636869" y="1084184"/>
        <a:ext cx="1402477" cy="334986"/>
      </dsp:txXfrm>
    </dsp:sp>
    <dsp:sp modelId="{59934E18-18FF-4689-9164-FDD519257429}">
      <dsp:nvSpPr>
        <dsp:cNvPr id="0" name=""/>
        <dsp:cNvSpPr/>
      </dsp:nvSpPr>
      <dsp:spPr>
        <a:xfrm rot="5400000">
          <a:off x="230697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B6B0D-52AE-45C2-992F-F16D5A34857A}">
      <dsp:nvSpPr>
        <dsp:cNvPr id="0" name=""/>
        <dsp:cNvSpPr/>
      </dsp:nvSpPr>
      <dsp:spPr>
        <a:xfrm>
          <a:off x="1626447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Espacios de solución</a:t>
          </a:r>
        </a:p>
      </dsp:txBody>
      <dsp:txXfrm>
        <a:off x="1636869" y="1564555"/>
        <a:ext cx="1402477" cy="334986"/>
      </dsp:txXfrm>
    </dsp:sp>
    <dsp:sp modelId="{84323F49-06A9-4F37-B1A6-DC832E2DC220}">
      <dsp:nvSpPr>
        <dsp:cNvPr id="0" name=""/>
        <dsp:cNvSpPr/>
      </dsp:nvSpPr>
      <dsp:spPr>
        <a:xfrm rot="5400000">
          <a:off x="230697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21EFB3-77FD-42C2-90D1-C95C53596EF1}">
      <dsp:nvSpPr>
        <dsp:cNvPr id="0" name=""/>
        <dsp:cNvSpPr/>
      </dsp:nvSpPr>
      <dsp:spPr>
        <a:xfrm>
          <a:off x="1626447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Tipos de solución</a:t>
          </a:r>
        </a:p>
      </dsp:txBody>
      <dsp:txXfrm>
        <a:off x="1636869" y="2044926"/>
        <a:ext cx="1402477" cy="334986"/>
      </dsp:txXfrm>
    </dsp:sp>
    <dsp:sp modelId="{E723AFB1-778C-49C2-894D-D418A663E930}">
      <dsp:nvSpPr>
        <dsp:cNvPr id="0" name=""/>
        <dsp:cNvSpPr/>
      </dsp:nvSpPr>
      <dsp:spPr>
        <a:xfrm>
          <a:off x="3249033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Gráfico</a:t>
          </a:r>
        </a:p>
      </dsp:txBody>
      <dsp:txXfrm>
        <a:off x="3259455" y="1084184"/>
        <a:ext cx="1402477" cy="334986"/>
      </dsp:txXfrm>
    </dsp:sp>
    <dsp:sp modelId="{3E02E781-5BE2-45AA-9143-2CC178FA455E}">
      <dsp:nvSpPr>
        <dsp:cNvPr id="0" name=""/>
        <dsp:cNvSpPr/>
      </dsp:nvSpPr>
      <dsp:spPr>
        <a:xfrm rot="5400000">
          <a:off x="3929559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9E4D95-2117-4314-A3CF-FEA6FB9D18D0}">
      <dsp:nvSpPr>
        <dsp:cNvPr id="0" name=""/>
        <dsp:cNvSpPr/>
      </dsp:nvSpPr>
      <dsp:spPr>
        <a:xfrm>
          <a:off x="3249033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pequeños (2 </a:t>
          </a:r>
          <a:r>
            <a:rPr lang="es-ES" sz="1000" kern="1200" dirty="0" err="1"/>
            <a:t>var</a:t>
          </a:r>
          <a:r>
            <a:rPr lang="es-ES" sz="1000" kern="1200" dirty="0"/>
            <a:t>)</a:t>
          </a:r>
        </a:p>
      </dsp:txBody>
      <dsp:txXfrm>
        <a:off x="3259455" y="1564555"/>
        <a:ext cx="1402477" cy="334986"/>
      </dsp:txXfrm>
    </dsp:sp>
    <dsp:sp modelId="{D3CA2416-1B43-4029-8B78-4CA665BCB691}">
      <dsp:nvSpPr>
        <dsp:cNvPr id="0" name=""/>
        <dsp:cNvSpPr/>
      </dsp:nvSpPr>
      <dsp:spPr>
        <a:xfrm>
          <a:off x="4871620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 de B&amp;B</a:t>
          </a:r>
        </a:p>
      </dsp:txBody>
      <dsp:txXfrm>
        <a:off x="4882042" y="1084184"/>
        <a:ext cx="1402477" cy="334986"/>
      </dsp:txXfrm>
    </dsp:sp>
    <dsp:sp modelId="{F4A7FEC3-13E9-4073-8C3F-3CACFE2209DC}">
      <dsp:nvSpPr>
        <dsp:cNvPr id="0" name=""/>
        <dsp:cNvSpPr/>
      </dsp:nvSpPr>
      <dsp:spPr>
        <a:xfrm rot="5400000">
          <a:off x="5552145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FBB82F-2E67-45B4-841A-415A09821E25}">
      <dsp:nvSpPr>
        <dsp:cNvPr id="0" name=""/>
        <dsp:cNvSpPr/>
      </dsp:nvSpPr>
      <dsp:spPr>
        <a:xfrm>
          <a:off x="4871620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Para problemas enteros </a:t>
          </a:r>
        </a:p>
      </dsp:txBody>
      <dsp:txXfrm>
        <a:off x="4882042" y="1564555"/>
        <a:ext cx="1402477" cy="334986"/>
      </dsp:txXfrm>
    </dsp:sp>
    <dsp:sp modelId="{1F1E2FFF-DE45-4707-9C4E-DEF136024FEF}">
      <dsp:nvSpPr>
        <dsp:cNvPr id="0" name=""/>
        <dsp:cNvSpPr/>
      </dsp:nvSpPr>
      <dsp:spPr>
        <a:xfrm>
          <a:off x="6494206" y="1073762"/>
          <a:ext cx="1423321" cy="355830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/>
            <a:t>Métodos Simplex</a:t>
          </a:r>
        </a:p>
      </dsp:txBody>
      <dsp:txXfrm>
        <a:off x="6504628" y="1084184"/>
        <a:ext cx="1402477" cy="334986"/>
      </dsp:txXfrm>
    </dsp:sp>
    <dsp:sp modelId="{CF6AEAD6-B0B5-40A1-886E-349EAFCBF537}">
      <dsp:nvSpPr>
        <dsp:cNvPr id="0" name=""/>
        <dsp:cNvSpPr/>
      </dsp:nvSpPr>
      <dsp:spPr>
        <a:xfrm rot="5400000">
          <a:off x="7174732" y="1460728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04FC04-5B0B-4532-B067-3A96B91B1A71}">
      <dsp:nvSpPr>
        <dsp:cNvPr id="0" name=""/>
        <dsp:cNvSpPr/>
      </dsp:nvSpPr>
      <dsp:spPr>
        <a:xfrm>
          <a:off x="6494206" y="1554133"/>
          <a:ext cx="1423321" cy="35583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Estructura de una iteración</a:t>
          </a:r>
        </a:p>
      </dsp:txBody>
      <dsp:txXfrm>
        <a:off x="6504628" y="1564555"/>
        <a:ext cx="1402477" cy="334986"/>
      </dsp:txXfrm>
    </dsp:sp>
    <dsp:sp modelId="{40CDE28E-6463-4F26-9A6E-6F6001E14359}">
      <dsp:nvSpPr>
        <dsp:cNvPr id="0" name=""/>
        <dsp:cNvSpPr/>
      </dsp:nvSpPr>
      <dsp:spPr>
        <a:xfrm rot="5400000">
          <a:off x="7174732" y="1941099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EBE889-FAE6-4538-9DB6-FFDB9389BE19}">
      <dsp:nvSpPr>
        <dsp:cNvPr id="0" name=""/>
        <dsp:cNvSpPr/>
      </dsp:nvSpPr>
      <dsp:spPr>
        <a:xfrm>
          <a:off x="6494206" y="2034504"/>
          <a:ext cx="1423321" cy="355830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Complejidad matemática</a:t>
          </a:r>
        </a:p>
      </dsp:txBody>
      <dsp:txXfrm>
        <a:off x="6504628" y="2044926"/>
        <a:ext cx="1402477" cy="334986"/>
      </dsp:txXfrm>
    </dsp:sp>
    <dsp:sp modelId="{F6B4FB82-380E-4F18-A2EF-91F8984DE316}">
      <dsp:nvSpPr>
        <dsp:cNvPr id="0" name=""/>
        <dsp:cNvSpPr/>
      </dsp:nvSpPr>
      <dsp:spPr>
        <a:xfrm rot="5400000">
          <a:off x="7174732" y="2421470"/>
          <a:ext cx="62270" cy="62270"/>
        </a:xfrm>
        <a:prstGeom prst="rightArrow">
          <a:avLst>
            <a:gd name="adj1" fmla="val 667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D77C5B-B83D-434C-9957-D021311E52D3}">
      <dsp:nvSpPr>
        <dsp:cNvPr id="0" name=""/>
        <dsp:cNvSpPr/>
      </dsp:nvSpPr>
      <dsp:spPr>
        <a:xfrm>
          <a:off x="6494206" y="2514875"/>
          <a:ext cx="1423321" cy="355830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000" kern="1200" dirty="0"/>
            <a:t>Ejemplos en forma tabular</a:t>
          </a:r>
        </a:p>
      </dsp:txBody>
      <dsp:txXfrm>
        <a:off x="6504628" y="2525297"/>
        <a:ext cx="1402477" cy="33498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0.09679</cdr:x>
      <cdr:y>0.59155</cdr:y>
    </cdr:from>
    <cdr:to>
      <cdr:x>0.64163</cdr:x>
      <cdr:y>0.8554</cdr:y>
    </cdr:to>
    <cdr:sp macro="" textlink="">
      <cdr:nvSpPr>
        <cdr:cNvPr id="2" name="1 Forma libre"/>
        <cdr:cNvSpPr/>
      </cdr:nvSpPr>
      <cdr:spPr>
        <a:xfrm xmlns:a="http://schemas.openxmlformats.org/drawingml/2006/main">
          <a:off x="738429" y="3000396"/>
          <a:ext cx="4156876" cy="1338273"/>
        </a:xfrm>
        <a:custGeom xmlns:a="http://schemas.openxmlformats.org/drawingml/2006/main">
          <a:avLst/>
          <a:gdLst>
            <a:gd name="connsiteX0" fmla="*/ 0 w 2476500"/>
            <a:gd name="connsiteY0" fmla="*/ 0 h 1123950"/>
            <a:gd name="connsiteX1" fmla="*/ 19050 w 2476500"/>
            <a:gd name="connsiteY1" fmla="*/ 1123950 h 1123950"/>
            <a:gd name="connsiteX2" fmla="*/ 2476500 w 2476500"/>
            <a:gd name="connsiteY2" fmla="*/ 1123950 h 1123950"/>
            <a:gd name="connsiteX3" fmla="*/ 2066925 w 2476500"/>
            <a:gd name="connsiteY3" fmla="*/ 647700 h 1123950"/>
            <a:gd name="connsiteX4" fmla="*/ 333375 w 2476500"/>
            <a:gd name="connsiteY4" fmla="*/ 0 h 1123950"/>
            <a:gd name="connsiteX5" fmla="*/ 0 w 2476500"/>
            <a:gd name="connsiteY5" fmla="*/ 0 h 1123950"/>
            <a:gd name="connsiteX0" fmla="*/ 0 w 2457450"/>
            <a:gd name="connsiteY0" fmla="*/ 11099 h 1123950"/>
            <a:gd name="connsiteX1" fmla="*/ 0 w 2457450"/>
            <a:gd name="connsiteY1" fmla="*/ 1123950 h 1123950"/>
            <a:gd name="connsiteX2" fmla="*/ 2457450 w 2457450"/>
            <a:gd name="connsiteY2" fmla="*/ 1123950 h 1123950"/>
            <a:gd name="connsiteX3" fmla="*/ 2047875 w 2457450"/>
            <a:gd name="connsiteY3" fmla="*/ 647700 h 1123950"/>
            <a:gd name="connsiteX4" fmla="*/ 314325 w 2457450"/>
            <a:gd name="connsiteY4" fmla="*/ 0 h 1123950"/>
            <a:gd name="connsiteX5" fmla="*/ 0 w 2457450"/>
            <a:gd name="connsiteY5" fmla="*/ 11099 h 1123950"/>
            <a:gd name="connsiteX0" fmla="*/ 0 w 2457450"/>
            <a:gd name="connsiteY0" fmla="*/ 0 h 1112851"/>
            <a:gd name="connsiteX1" fmla="*/ 0 w 2457450"/>
            <a:gd name="connsiteY1" fmla="*/ 1112851 h 1112851"/>
            <a:gd name="connsiteX2" fmla="*/ 2457450 w 2457450"/>
            <a:gd name="connsiteY2" fmla="*/ 1112851 h 1112851"/>
            <a:gd name="connsiteX3" fmla="*/ 2047875 w 2457450"/>
            <a:gd name="connsiteY3" fmla="*/ 636601 h 1112851"/>
            <a:gd name="connsiteX4" fmla="*/ 314325 w 2457450"/>
            <a:gd name="connsiteY4" fmla="*/ 11100 h 1112851"/>
            <a:gd name="connsiteX5" fmla="*/ 0 w 2457450"/>
            <a:gd name="connsiteY5" fmla="*/ 0 h 1112851"/>
            <a:gd name="connsiteX0" fmla="*/ 0 w 2447925"/>
            <a:gd name="connsiteY0" fmla="*/ 0 h 1112851"/>
            <a:gd name="connsiteX1" fmla="*/ 0 w 2447925"/>
            <a:gd name="connsiteY1" fmla="*/ 1112851 h 1112851"/>
            <a:gd name="connsiteX2" fmla="*/ 2447925 w 2447925"/>
            <a:gd name="connsiteY2" fmla="*/ 1101752 h 1112851"/>
            <a:gd name="connsiteX3" fmla="*/ 2047875 w 2447925"/>
            <a:gd name="connsiteY3" fmla="*/ 636601 h 1112851"/>
            <a:gd name="connsiteX4" fmla="*/ 314325 w 2447925"/>
            <a:gd name="connsiteY4" fmla="*/ 11100 h 1112851"/>
            <a:gd name="connsiteX5" fmla="*/ 0 w 2447925"/>
            <a:gd name="connsiteY5" fmla="*/ 0 h 1112851"/>
            <a:gd name="connsiteX0" fmla="*/ 0 w 2447925"/>
            <a:gd name="connsiteY0" fmla="*/ 0 h 1112851"/>
            <a:gd name="connsiteX1" fmla="*/ 0 w 2447925"/>
            <a:gd name="connsiteY1" fmla="*/ 1112851 h 1112851"/>
            <a:gd name="connsiteX2" fmla="*/ 2447925 w 2447925"/>
            <a:gd name="connsiteY2" fmla="*/ 1101752 h 1112851"/>
            <a:gd name="connsiteX3" fmla="*/ 2038351 w 2447925"/>
            <a:gd name="connsiteY3" fmla="*/ 647700 h 1112851"/>
            <a:gd name="connsiteX4" fmla="*/ 314325 w 2447925"/>
            <a:gd name="connsiteY4" fmla="*/ 11100 h 1112851"/>
            <a:gd name="connsiteX5" fmla="*/ 0 w 2447925"/>
            <a:gd name="connsiteY5" fmla="*/ 0 h 1112851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</a:cxnLst>
          <a:rect l="l" t="t" r="r" b="b"/>
          <a:pathLst>
            <a:path w="2447925" h="1112851">
              <a:moveTo>
                <a:pt x="0" y="0"/>
              </a:moveTo>
              <a:lnTo>
                <a:pt x="0" y="1112851"/>
              </a:lnTo>
              <a:lnTo>
                <a:pt x="2447925" y="1101752"/>
              </a:lnTo>
              <a:lnTo>
                <a:pt x="2038351" y="647700"/>
              </a:lnTo>
              <a:lnTo>
                <a:pt x="314325" y="11100"/>
              </a:lnTo>
              <a:lnTo>
                <a:pt x="0" y="0"/>
              </a:lnTo>
              <a:close/>
            </a:path>
          </a:pathLst>
        </a:custGeom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s-MX"/>
        </a:p>
      </cdr:txBody>
    </cdr:sp>
  </cdr:relSizeAnchor>
  <cdr:relSizeAnchor xmlns:cdr="http://schemas.openxmlformats.org/drawingml/2006/chartDrawing">
    <cdr:from>
      <cdr:x>0.62836</cdr:x>
      <cdr:y>0.78835</cdr:y>
    </cdr:from>
    <cdr:to>
      <cdr:x>0.67273</cdr:x>
      <cdr:y>0.87209</cdr:y>
    </cdr:to>
    <cdr:sp macro="" textlink="">
      <cdr:nvSpPr>
        <cdr:cNvPr id="3" name="5 CuadroTexto"/>
        <cdr:cNvSpPr txBox="1"/>
      </cdr:nvSpPr>
      <cdr:spPr>
        <a:xfrm xmlns:a="http://schemas.openxmlformats.org/drawingml/2006/main">
          <a:off x="4794060" y="3998580"/>
          <a:ext cx="338554" cy="4247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sz="216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latin typeface="+mn-lt"/>
            </a:rPr>
            <a:t>E</a:t>
          </a:r>
        </a:p>
      </cdr:txBody>
    </cdr:sp>
  </cdr:relSizeAnchor>
  <cdr:relSizeAnchor xmlns:cdr="http://schemas.openxmlformats.org/drawingml/2006/chartDrawing">
    <cdr:from>
      <cdr:x>0.10112</cdr:x>
      <cdr:y>0.15493</cdr:y>
    </cdr:from>
    <cdr:to>
      <cdr:x>0.15437</cdr:x>
      <cdr:y>0.22775</cdr:y>
    </cdr:to>
    <cdr:sp macro="" textlink="">
      <cdr:nvSpPr>
        <cdr:cNvPr id="4" name="5 CuadroTexto"/>
        <cdr:cNvSpPr txBox="1"/>
      </cdr:nvSpPr>
      <cdr:spPr>
        <a:xfrm xmlns:a="http://schemas.openxmlformats.org/drawingml/2006/main">
          <a:off x="642942" y="785818"/>
          <a:ext cx="3385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G</a:t>
          </a:r>
        </a:p>
      </cdr:txBody>
    </cdr:sp>
  </cdr:relSizeAnchor>
  <cdr:relSizeAnchor xmlns:cdr="http://schemas.openxmlformats.org/drawingml/2006/chartDrawing">
    <cdr:from>
      <cdr:x>0.4045</cdr:x>
      <cdr:y>0.52113</cdr:y>
    </cdr:from>
    <cdr:to>
      <cdr:x>0.45775</cdr:x>
      <cdr:y>0.59394</cdr:y>
    </cdr:to>
    <cdr:sp macro="" textlink="">
      <cdr:nvSpPr>
        <cdr:cNvPr id="5" name="5 CuadroTexto"/>
        <cdr:cNvSpPr txBox="1"/>
      </cdr:nvSpPr>
      <cdr:spPr>
        <a:xfrm xmlns:a="http://schemas.openxmlformats.org/drawingml/2006/main">
          <a:off x="2571768" y="2643206"/>
          <a:ext cx="3385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H</a:t>
          </a:r>
        </a:p>
      </cdr:txBody>
    </cdr:sp>
  </cdr:relSizeAnchor>
  <cdr:relSizeAnchor xmlns:cdr="http://schemas.openxmlformats.org/drawingml/2006/chartDrawing">
    <cdr:from>
      <cdr:x>0.802</cdr:x>
      <cdr:y>0.77465</cdr:y>
    </cdr:from>
    <cdr:to>
      <cdr:x>0.83987</cdr:x>
      <cdr:y>0.84746</cdr:y>
    </cdr:to>
    <cdr:sp macro="" textlink="">
      <cdr:nvSpPr>
        <cdr:cNvPr id="6" name="5 CuadroTexto"/>
        <cdr:cNvSpPr txBox="1"/>
      </cdr:nvSpPr>
      <cdr:spPr>
        <a:xfrm xmlns:a="http://schemas.openxmlformats.org/drawingml/2006/main">
          <a:off x="5099063" y="3929090"/>
          <a:ext cx="240772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I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0.09679</cdr:x>
      <cdr:y>0.59155</cdr:y>
    </cdr:from>
    <cdr:to>
      <cdr:x>0.64163</cdr:x>
      <cdr:y>0.8554</cdr:y>
    </cdr:to>
    <cdr:sp macro="" textlink="">
      <cdr:nvSpPr>
        <cdr:cNvPr id="2" name="1 Forma libre"/>
        <cdr:cNvSpPr/>
      </cdr:nvSpPr>
      <cdr:spPr>
        <a:xfrm xmlns:a="http://schemas.openxmlformats.org/drawingml/2006/main">
          <a:off x="738429" y="3000396"/>
          <a:ext cx="4156876" cy="1338273"/>
        </a:xfrm>
        <a:custGeom xmlns:a="http://schemas.openxmlformats.org/drawingml/2006/main">
          <a:avLst/>
          <a:gdLst>
            <a:gd name="connsiteX0" fmla="*/ 0 w 2476500"/>
            <a:gd name="connsiteY0" fmla="*/ 0 h 1123950"/>
            <a:gd name="connsiteX1" fmla="*/ 19050 w 2476500"/>
            <a:gd name="connsiteY1" fmla="*/ 1123950 h 1123950"/>
            <a:gd name="connsiteX2" fmla="*/ 2476500 w 2476500"/>
            <a:gd name="connsiteY2" fmla="*/ 1123950 h 1123950"/>
            <a:gd name="connsiteX3" fmla="*/ 2066925 w 2476500"/>
            <a:gd name="connsiteY3" fmla="*/ 647700 h 1123950"/>
            <a:gd name="connsiteX4" fmla="*/ 333375 w 2476500"/>
            <a:gd name="connsiteY4" fmla="*/ 0 h 1123950"/>
            <a:gd name="connsiteX5" fmla="*/ 0 w 2476500"/>
            <a:gd name="connsiteY5" fmla="*/ 0 h 1123950"/>
            <a:gd name="connsiteX0" fmla="*/ 0 w 2457450"/>
            <a:gd name="connsiteY0" fmla="*/ 11099 h 1123950"/>
            <a:gd name="connsiteX1" fmla="*/ 0 w 2457450"/>
            <a:gd name="connsiteY1" fmla="*/ 1123950 h 1123950"/>
            <a:gd name="connsiteX2" fmla="*/ 2457450 w 2457450"/>
            <a:gd name="connsiteY2" fmla="*/ 1123950 h 1123950"/>
            <a:gd name="connsiteX3" fmla="*/ 2047875 w 2457450"/>
            <a:gd name="connsiteY3" fmla="*/ 647700 h 1123950"/>
            <a:gd name="connsiteX4" fmla="*/ 314325 w 2457450"/>
            <a:gd name="connsiteY4" fmla="*/ 0 h 1123950"/>
            <a:gd name="connsiteX5" fmla="*/ 0 w 2457450"/>
            <a:gd name="connsiteY5" fmla="*/ 11099 h 1123950"/>
            <a:gd name="connsiteX0" fmla="*/ 0 w 2457450"/>
            <a:gd name="connsiteY0" fmla="*/ 0 h 1112851"/>
            <a:gd name="connsiteX1" fmla="*/ 0 w 2457450"/>
            <a:gd name="connsiteY1" fmla="*/ 1112851 h 1112851"/>
            <a:gd name="connsiteX2" fmla="*/ 2457450 w 2457450"/>
            <a:gd name="connsiteY2" fmla="*/ 1112851 h 1112851"/>
            <a:gd name="connsiteX3" fmla="*/ 2047875 w 2457450"/>
            <a:gd name="connsiteY3" fmla="*/ 636601 h 1112851"/>
            <a:gd name="connsiteX4" fmla="*/ 314325 w 2457450"/>
            <a:gd name="connsiteY4" fmla="*/ 11100 h 1112851"/>
            <a:gd name="connsiteX5" fmla="*/ 0 w 2457450"/>
            <a:gd name="connsiteY5" fmla="*/ 0 h 1112851"/>
            <a:gd name="connsiteX0" fmla="*/ 0 w 2447925"/>
            <a:gd name="connsiteY0" fmla="*/ 0 h 1112851"/>
            <a:gd name="connsiteX1" fmla="*/ 0 w 2447925"/>
            <a:gd name="connsiteY1" fmla="*/ 1112851 h 1112851"/>
            <a:gd name="connsiteX2" fmla="*/ 2447925 w 2447925"/>
            <a:gd name="connsiteY2" fmla="*/ 1101752 h 1112851"/>
            <a:gd name="connsiteX3" fmla="*/ 2047875 w 2447925"/>
            <a:gd name="connsiteY3" fmla="*/ 636601 h 1112851"/>
            <a:gd name="connsiteX4" fmla="*/ 314325 w 2447925"/>
            <a:gd name="connsiteY4" fmla="*/ 11100 h 1112851"/>
            <a:gd name="connsiteX5" fmla="*/ 0 w 2447925"/>
            <a:gd name="connsiteY5" fmla="*/ 0 h 1112851"/>
            <a:gd name="connsiteX0" fmla="*/ 0 w 2447925"/>
            <a:gd name="connsiteY0" fmla="*/ 0 h 1112851"/>
            <a:gd name="connsiteX1" fmla="*/ 0 w 2447925"/>
            <a:gd name="connsiteY1" fmla="*/ 1112851 h 1112851"/>
            <a:gd name="connsiteX2" fmla="*/ 2447925 w 2447925"/>
            <a:gd name="connsiteY2" fmla="*/ 1101752 h 1112851"/>
            <a:gd name="connsiteX3" fmla="*/ 2038351 w 2447925"/>
            <a:gd name="connsiteY3" fmla="*/ 647700 h 1112851"/>
            <a:gd name="connsiteX4" fmla="*/ 314325 w 2447925"/>
            <a:gd name="connsiteY4" fmla="*/ 11100 h 1112851"/>
            <a:gd name="connsiteX5" fmla="*/ 0 w 2447925"/>
            <a:gd name="connsiteY5" fmla="*/ 0 h 1112851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  <a:cxn ang="0">
              <a:pos x="connsiteX3" y="connsiteY3"/>
            </a:cxn>
            <a:cxn ang="0">
              <a:pos x="connsiteX4" y="connsiteY4"/>
            </a:cxn>
            <a:cxn ang="0">
              <a:pos x="connsiteX5" y="connsiteY5"/>
            </a:cxn>
          </a:cxnLst>
          <a:rect l="l" t="t" r="r" b="b"/>
          <a:pathLst>
            <a:path w="2447925" h="1112851">
              <a:moveTo>
                <a:pt x="0" y="0"/>
              </a:moveTo>
              <a:lnTo>
                <a:pt x="0" y="1112851"/>
              </a:lnTo>
              <a:lnTo>
                <a:pt x="2447925" y="1101752"/>
              </a:lnTo>
              <a:lnTo>
                <a:pt x="2038351" y="647700"/>
              </a:lnTo>
              <a:lnTo>
                <a:pt x="314325" y="11100"/>
              </a:lnTo>
              <a:lnTo>
                <a:pt x="0" y="0"/>
              </a:lnTo>
              <a:close/>
            </a:path>
          </a:pathLst>
        </a:custGeom>
        <a:ln xmlns:a="http://schemas.openxmlformats.org/drawingml/2006/main">
          <a:solidFill>
            <a:schemeClr val="bg1"/>
          </a:solidFill>
        </a:ln>
      </cdr:spPr>
      <cdr:style>
        <a:lnRef xmlns:a="http://schemas.openxmlformats.org/drawingml/2006/main" idx="1">
          <a:schemeClr val="accent1"/>
        </a:lnRef>
        <a:fillRef xmlns:a="http://schemas.openxmlformats.org/drawingml/2006/main" idx="2">
          <a:schemeClr val="accent1"/>
        </a:fillRef>
        <a:effectRef xmlns:a="http://schemas.openxmlformats.org/drawingml/2006/main" idx="1">
          <a:schemeClr val="accent1"/>
        </a:effectRef>
        <a:fontRef xmlns:a="http://schemas.openxmlformats.org/drawingml/2006/main" idx="minor">
          <a:schemeClr val="dk1"/>
        </a:fontRef>
      </cdr:style>
      <cdr:txBody>
        <a:bodyPr xmlns:a="http://schemas.openxmlformats.org/drawingml/2006/main"/>
        <a:lstStyle xmlns:a="http://schemas.openxmlformats.org/drawingml/2006/main"/>
        <a:p xmlns:a="http://schemas.openxmlformats.org/drawingml/2006/main">
          <a:endParaRPr lang="es-MX"/>
        </a:p>
      </cdr:txBody>
    </cdr:sp>
  </cdr:relSizeAnchor>
  <cdr:relSizeAnchor xmlns:cdr="http://schemas.openxmlformats.org/drawingml/2006/chartDrawing">
    <cdr:from>
      <cdr:x>0.62836</cdr:x>
      <cdr:y>0.78835</cdr:y>
    </cdr:from>
    <cdr:to>
      <cdr:x>0.67273</cdr:x>
      <cdr:y>0.87209</cdr:y>
    </cdr:to>
    <cdr:sp macro="" textlink="">
      <cdr:nvSpPr>
        <cdr:cNvPr id="3" name="5 CuadroTexto"/>
        <cdr:cNvSpPr txBox="1"/>
      </cdr:nvSpPr>
      <cdr:spPr>
        <a:xfrm xmlns:a="http://schemas.openxmlformats.org/drawingml/2006/main">
          <a:off x="4794060" y="3998580"/>
          <a:ext cx="338554" cy="4247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sz="2160" dirty="0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  <a:latin typeface="+mn-lt"/>
            </a:rPr>
            <a:t>E</a:t>
          </a:r>
        </a:p>
      </cdr:txBody>
    </cdr:sp>
  </cdr:relSizeAnchor>
  <cdr:relSizeAnchor xmlns:cdr="http://schemas.openxmlformats.org/drawingml/2006/chartDrawing">
    <cdr:from>
      <cdr:x>0.10112</cdr:x>
      <cdr:y>0.15493</cdr:y>
    </cdr:from>
    <cdr:to>
      <cdr:x>0.15437</cdr:x>
      <cdr:y>0.22775</cdr:y>
    </cdr:to>
    <cdr:sp macro="" textlink="">
      <cdr:nvSpPr>
        <cdr:cNvPr id="4" name="5 CuadroTexto"/>
        <cdr:cNvSpPr txBox="1"/>
      </cdr:nvSpPr>
      <cdr:spPr>
        <a:xfrm xmlns:a="http://schemas.openxmlformats.org/drawingml/2006/main">
          <a:off x="642942" y="785818"/>
          <a:ext cx="3385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G</a:t>
          </a:r>
        </a:p>
      </cdr:txBody>
    </cdr:sp>
  </cdr:relSizeAnchor>
  <cdr:relSizeAnchor xmlns:cdr="http://schemas.openxmlformats.org/drawingml/2006/chartDrawing">
    <cdr:from>
      <cdr:x>0.4045</cdr:x>
      <cdr:y>0.52113</cdr:y>
    </cdr:from>
    <cdr:to>
      <cdr:x>0.45775</cdr:x>
      <cdr:y>0.59394</cdr:y>
    </cdr:to>
    <cdr:sp macro="" textlink="">
      <cdr:nvSpPr>
        <cdr:cNvPr id="5" name="5 CuadroTexto"/>
        <cdr:cNvSpPr txBox="1"/>
      </cdr:nvSpPr>
      <cdr:spPr>
        <a:xfrm xmlns:a="http://schemas.openxmlformats.org/drawingml/2006/main">
          <a:off x="2571768" y="2643206"/>
          <a:ext cx="338554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H</a:t>
          </a:r>
        </a:p>
      </cdr:txBody>
    </cdr:sp>
  </cdr:relSizeAnchor>
  <cdr:relSizeAnchor xmlns:cdr="http://schemas.openxmlformats.org/drawingml/2006/chartDrawing">
    <cdr:from>
      <cdr:x>0.802</cdr:x>
      <cdr:y>0.77465</cdr:y>
    </cdr:from>
    <cdr:to>
      <cdr:x>0.83987</cdr:x>
      <cdr:y>0.84746</cdr:y>
    </cdr:to>
    <cdr:sp macro="" textlink="">
      <cdr:nvSpPr>
        <cdr:cNvPr id="6" name="5 CuadroTexto"/>
        <cdr:cNvSpPr txBox="1"/>
      </cdr:nvSpPr>
      <cdr:spPr>
        <a:xfrm xmlns:a="http://schemas.openxmlformats.org/drawingml/2006/main">
          <a:off x="5099063" y="3929090"/>
          <a:ext cx="240772" cy="369332"/>
        </a:xfrm>
        <a:prstGeom xmlns:a="http://schemas.openxmlformats.org/drawingml/2006/main" prst="rect">
          <a:avLst/>
        </a:prstGeom>
        <a:noFill xmlns:a="http://schemas.openxmlformats.org/drawingml/2006/main"/>
      </cdr:spPr>
      <cdr:txBody>
        <a:bodyPr xmlns:a="http://schemas.openxmlformats.org/drawingml/2006/main" wrap="none" rtlCol="0">
          <a:spAutoFit/>
        </a:bodyPr>
        <a:lstStyle xmlns:a="http://schemas.openxmlformats.org/drawingml/2006/main">
          <a:defPPr>
            <a:defRPr lang="es-ES"/>
          </a:defPPr>
          <a:lvl1pPr marL="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1pPr>
          <a:lvl2pPr marL="457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2pPr>
          <a:lvl3pPr marL="914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3pPr>
          <a:lvl4pPr marL="1371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4pPr>
          <a:lvl5pPr marL="18288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5pPr>
          <a:lvl6pPr marL="22860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6pPr>
          <a:lvl7pPr marL="27432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7pPr>
          <a:lvl8pPr marL="32004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8pPr>
          <a:lvl9pPr marL="3657600" algn="l" defTabSz="914400" rtl="0" eaLnBrk="1" latinLnBrk="0" hangingPunct="1">
            <a:defRPr sz="1800" kern="1200">
              <a:solidFill>
                <a:sysClr val="windowText" lastClr="000000"/>
              </a:solidFill>
              <a:latin typeface="Corbel"/>
            </a:defRPr>
          </a:lvl9pPr>
        </a:lstStyle>
        <a:p xmlns:a="http://schemas.openxmlformats.org/drawingml/2006/main">
          <a:r>
            <a:rPr lang="es-MX" dirty="0"/>
            <a:t>I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395B66E5-15AA-4745-8A67-3CE257BEE39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C844A45-21B3-834A-A491-E4E4B9DC11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AC039FDB-18A0-074D-8BA3-A4C3DE896AF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E6D13E5-4CEC-3A4A-8E5D-AFCEE7512EE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3" name="Marcador de posición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16DDD5-62CD-490F-AED1-A4E3DCB5364D}" type="datetime1">
              <a:rPr lang="es-MX" smtClean="0"/>
              <a:pPr/>
              <a:t>04/03/2025</a:t>
            </a:fld>
            <a:endParaRPr lang="es-MX" dirty="0"/>
          </a:p>
        </p:txBody>
      </p:sp>
      <p:sp>
        <p:nvSpPr>
          <p:cNvPr id="4" name="Marcador de posición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MX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MX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89C7E07-3C67-C64C-8DA0-0404F6303970}" type="slidenum">
              <a:rPr lang="es-MX" noProof="0" smtClean="0"/>
              <a:t>‹#›</a:t>
            </a:fld>
            <a:endParaRPr lang="es-MX" noProof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A89C7E07-3C67-C64C-8DA0-0404F6303970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4069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Primera</a:t>
            </a:r>
            <a:r>
              <a:rPr lang="en-US" dirty="0"/>
              <a:t> </a:t>
            </a:r>
            <a:r>
              <a:rPr lang="en-US" dirty="0" err="1"/>
              <a:t>actividad</a:t>
            </a:r>
            <a:r>
              <a:rPr lang="en-US" dirty="0"/>
              <a:t> de </a:t>
            </a:r>
            <a:r>
              <a:rPr lang="en-US" dirty="0" err="1"/>
              <a:t>formulación</a:t>
            </a:r>
            <a:r>
              <a:rPr lang="en-US" dirty="0"/>
              <a:t>.</a:t>
            </a:r>
          </a:p>
          <a:p>
            <a:r>
              <a:rPr lang="en-US" dirty="0"/>
              <a:t>Primero individual, </a:t>
            </a:r>
            <a:r>
              <a:rPr lang="en-US" dirty="0" err="1"/>
              <a:t>luego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equipos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3A7F30-9D1A-4F69-B462-041F90EFBDB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87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5613" y="719138"/>
            <a:ext cx="6391275" cy="3595687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07425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>
          <a:xfrm>
            <a:off x="455613" y="719138"/>
            <a:ext cx="6391275" cy="3595687"/>
          </a:xfrm>
        </p:spPr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2A13FD-97A8-4A30-9A5A-F2D0AB17A06A}" type="slidenum">
              <a:rPr lang="es-ES" smtClean="0"/>
              <a:pPr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7198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0ABCB50-D0BD-4974-B049-E73ACC823DFD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686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7054" y="2116182"/>
            <a:ext cx="5491571" cy="1514019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8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F0FD074-81E2-0D4E-8446-C5B415B238A0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4655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Marcador de posición de texto 29">
            <a:extLst>
              <a:ext uri="{FF2B5EF4-FFF2-40B4-BE49-F238E27FC236}">
                <a16:creationId xmlns:a16="http://schemas.microsoft.com/office/drawing/2014/main" id="{58AAB058-5FFC-9E4E-AD2E-FB1B4EE51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2500" y="2818296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5" name="Marcador de posición de texto 29">
            <a:extLst>
              <a:ext uri="{FF2B5EF4-FFF2-40B4-BE49-F238E27FC236}">
                <a16:creationId xmlns:a16="http://schemas.microsoft.com/office/drawing/2014/main" id="{18ABDA74-C3EC-274D-BE87-AC5B825A2A4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2500" y="2209800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A3DDE02E-BC75-2645-8725-CA2CFD327A3C}"/>
              </a:ext>
            </a:extLst>
          </p:cNvPr>
          <p:cNvCxnSpPr>
            <a:cxnSpLocks/>
          </p:cNvCxnSpPr>
          <p:nvPr userDrawn="1"/>
        </p:nvCxnSpPr>
        <p:spPr>
          <a:xfrm>
            <a:off x="3663043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Marcador de posición de texto 29">
            <a:extLst>
              <a:ext uri="{FF2B5EF4-FFF2-40B4-BE49-F238E27FC236}">
                <a16:creationId xmlns:a16="http://schemas.microsoft.com/office/drawing/2014/main" id="{3ABA9FD1-9B74-F14F-81EF-7B3407196B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2818296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0E9E9D03-0186-5B4C-A73F-95ADCD08A44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663042" y="2209800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01EE6FD-FABB-AD48-92DA-19805B502918}"/>
              </a:ext>
            </a:extLst>
          </p:cNvPr>
          <p:cNvCxnSpPr>
            <a:cxnSpLocks/>
          </p:cNvCxnSpPr>
          <p:nvPr userDrawn="1"/>
        </p:nvCxnSpPr>
        <p:spPr>
          <a:xfrm>
            <a:off x="952500" y="4248119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Marcador de posición de texto 29">
            <a:extLst>
              <a:ext uri="{FF2B5EF4-FFF2-40B4-BE49-F238E27FC236}">
                <a16:creationId xmlns:a16="http://schemas.microsoft.com/office/drawing/2014/main" id="{F953BCFF-5CB8-784F-ACC1-A14670E6219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2500" y="513129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9">
            <a:extLst>
              <a:ext uri="{FF2B5EF4-FFF2-40B4-BE49-F238E27FC236}">
                <a16:creationId xmlns:a16="http://schemas.microsoft.com/office/drawing/2014/main" id="{97DCC038-CDD3-1D48-B8BA-2617616935C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52500" y="4522803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93BB36CC-7349-334D-A028-58D01025E726}"/>
              </a:ext>
            </a:extLst>
          </p:cNvPr>
          <p:cNvCxnSpPr>
            <a:cxnSpLocks/>
          </p:cNvCxnSpPr>
          <p:nvPr userDrawn="1"/>
        </p:nvCxnSpPr>
        <p:spPr>
          <a:xfrm>
            <a:off x="3663043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Marcador de posición de texto 29">
            <a:extLst>
              <a:ext uri="{FF2B5EF4-FFF2-40B4-BE49-F238E27FC236}">
                <a16:creationId xmlns:a16="http://schemas.microsoft.com/office/drawing/2014/main" id="{C20DFC6E-CE65-E94B-921D-38F386E173F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663042" y="513129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9">
            <a:extLst>
              <a:ext uri="{FF2B5EF4-FFF2-40B4-BE49-F238E27FC236}">
                <a16:creationId xmlns:a16="http://schemas.microsoft.com/office/drawing/2014/main" id="{773FBF72-A3D8-2F4E-BAD2-2755F0BE4A4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663042" y="4522803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402C0D4-D9C4-F547-B996-38177302A3DC}"/>
              </a:ext>
            </a:extLst>
          </p:cNvPr>
          <p:cNvCxnSpPr>
            <a:cxnSpLocks/>
          </p:cNvCxnSpPr>
          <p:nvPr userDrawn="1"/>
        </p:nvCxnSpPr>
        <p:spPr>
          <a:xfrm>
            <a:off x="6367055" y="4252111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Marcador de posición de texto 29">
            <a:extLst>
              <a:ext uri="{FF2B5EF4-FFF2-40B4-BE49-F238E27FC236}">
                <a16:creationId xmlns:a16="http://schemas.microsoft.com/office/drawing/2014/main" id="{9B18A1DC-4A61-514B-9F70-1DCC893EBB1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367054" y="513129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29">
            <a:extLst>
              <a:ext uri="{FF2B5EF4-FFF2-40B4-BE49-F238E27FC236}">
                <a16:creationId xmlns:a16="http://schemas.microsoft.com/office/drawing/2014/main" id="{DD138509-2AA1-D540-90D6-28847495661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367054" y="4522803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00" b="0" i="0">
                <a:solidFill>
                  <a:schemeClr val="tx2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2655503-4608-4F79-A5D4-B2F67958F263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DAFA395-FE4C-4A99-A74E-57757D8473E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30A6A117-A0E8-43E1-9120-CE3B8B97667F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4093066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C82066DD-D313-D148-89C7-338EB873A73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A5BBD7C7-99D1-E841-A081-6912D1F2B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227A14EE-CB79-754A-8B19-EB9874B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9" name="Forma libre 18">
              <a:extLst>
                <a:ext uri="{FF2B5EF4-FFF2-40B4-BE49-F238E27FC236}">
                  <a16:creationId xmlns:a16="http://schemas.microsoft.com/office/drawing/2014/main" id="{35B38B80-C3D3-4C47-B468-C41A8FF36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4" name="Marcador de posición de imagen 2">
            <a:extLst>
              <a:ext uri="{FF2B5EF4-FFF2-40B4-BE49-F238E27FC236}">
                <a16:creationId xmlns:a16="http://schemas.microsoft.com/office/drawing/2014/main" id="{F0C4E8C2-3240-594A-9D5E-1BCD1AF44C5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-22543"/>
            <a:ext cx="6096000" cy="6903086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1D23F761-57FC-3649-AE84-0C3EF95EF561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posición de texto 29">
            <a:extLst>
              <a:ext uri="{FF2B5EF4-FFF2-40B4-BE49-F238E27FC236}">
                <a16:creationId xmlns:a16="http://schemas.microsoft.com/office/drawing/2014/main" id="{E66F2BC9-2F8A-1543-9AFD-9BAB0E75B3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499" y="2289363"/>
            <a:ext cx="4572001" cy="2795232"/>
          </a:xfrm>
        </p:spPr>
        <p:txBody>
          <a:bodyPr lIns="0" tIns="0" rIns="0" bIns="0" rtlCol="0">
            <a:noAutofit/>
          </a:bodyPr>
          <a:lstStyle>
            <a:lvl1pPr marL="0" indent="0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 dirty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64E0B3-57C5-4DAF-8531-F39610E77C0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745413" y="6610348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7E0EC46-C626-4D58-AB64-0B3B850D14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1216" y="6632892"/>
            <a:ext cx="2324569" cy="247651"/>
          </a:xfrm>
        </p:spPr>
        <p:txBody>
          <a:bodyPr rtlCol="0"/>
          <a:lstStyle/>
          <a:p>
            <a:pPr rtl="0"/>
            <a:r>
              <a:rPr lang="es-MX" noProof="0" dirty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8F25D00C-8F5C-4528-87FA-F9431D9675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68760" y="6610347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737695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6" pos="3480" userDrawn="1">
          <p15:clr>
            <a:srgbClr val="FBAE40"/>
          </p15:clr>
        </p15:guide>
        <p15:guide id="7" orient="horz" pos="1440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arcador de posición de imagen 2">
            <a:extLst>
              <a:ext uri="{FF2B5EF4-FFF2-40B4-BE49-F238E27FC236}">
                <a16:creationId xmlns:a16="http://schemas.microsoft.com/office/drawing/2014/main" id="{50E2385F-F6FA-D345-AF77-A9EE8E49310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8" cy="6858000"/>
          </a:xfrm>
          <a:solidFill>
            <a:schemeClr val="accent2"/>
          </a:solidFill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3943" y="3045437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1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4BE3A3D6-A0AD-C84D-8B2A-743F5F95432E}"/>
              </a:ext>
            </a:extLst>
          </p:cNvPr>
          <p:cNvCxnSpPr>
            <a:cxnSpLocks/>
          </p:cNvCxnSpPr>
          <p:nvPr userDrawn="1"/>
        </p:nvCxnSpPr>
        <p:spPr>
          <a:xfrm>
            <a:off x="7154721" y="4003877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2" name="Grupo 21">
            <a:extLst>
              <a:ext uri="{FF2B5EF4-FFF2-40B4-BE49-F238E27FC236}">
                <a16:creationId xmlns:a16="http://schemas.microsoft.com/office/drawing/2014/main" id="{F4CB38BE-0FF2-694C-AA3C-D73DBF7C332C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9509760" y="-3"/>
            <a:ext cx="2682238" cy="2682238"/>
            <a:chOff x="0" y="12289"/>
            <a:chExt cx="3550" cy="3551"/>
          </a:xfrm>
          <a:solidFill>
            <a:schemeClr val="tx1"/>
          </a:solidFill>
        </p:grpSpPr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F0257420-2EA0-6348-8B9E-1414F5297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4" name="Forma libre 23">
              <a:extLst>
                <a:ext uri="{FF2B5EF4-FFF2-40B4-BE49-F238E27FC236}">
                  <a16:creationId xmlns:a16="http://schemas.microsoft.com/office/drawing/2014/main" id="{7FE65C23-C0EF-BB41-884A-01C2A7356159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F73F5EB6-53C7-D44C-9003-FB5A81F98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3578891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áfi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gráfico 5">
            <a:extLst>
              <a:ext uri="{FF2B5EF4-FFF2-40B4-BE49-F238E27FC236}">
                <a16:creationId xmlns:a16="http://schemas.microsoft.com/office/drawing/2014/main" id="{75992517-0394-6B43-B15D-2A86A34512F3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952500" y="1939108"/>
            <a:ext cx="10352810" cy="4110702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icon to add chart</a:t>
            </a:r>
            <a:endParaRPr lang="es-MX" noProof="0"/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Aptos Black" panose="020B0004020202020204" pitchFamily="34" charset="0"/>
              </a:defRPr>
            </a:lvl1pPr>
          </a:lstStyle>
          <a:p>
            <a:pPr rtl="0"/>
            <a:r>
              <a:rPr lang="es-MX" noProof="0" dirty="0"/>
              <a:t>Haz clic para editar </a:t>
            </a:r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919432A-F8B5-4A96-AEE6-2E159658D5D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668760" y="662458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>
              <a:latin typeface="+mn-lt"/>
            </a:endParaRPr>
          </a:p>
        </p:txBody>
      </p:sp>
      <p:sp>
        <p:nvSpPr>
          <p:cNvPr id="7" name="Marcador de posición de pie de página 4">
            <a:extLst>
              <a:ext uri="{FF2B5EF4-FFF2-40B4-BE49-F238E27FC236}">
                <a16:creationId xmlns:a16="http://schemas.microsoft.com/office/drawing/2014/main" id="{F88E2CE6-D902-5A33-C844-8A40B1779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658628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1392" userDrawn="1">
          <p15:clr>
            <a:srgbClr val="FBAE40"/>
          </p15:clr>
        </p15:guide>
        <p15:guide id="10" orient="horz" pos="55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" name="Marcador de título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52500" y="2209800"/>
            <a:ext cx="10287000" cy="2593109"/>
          </a:xfrm>
        </p:spPr>
        <p:txBody>
          <a:bodyPr rtlCol="0"/>
          <a:lstStyle/>
          <a:p>
            <a:pPr rtl="0"/>
            <a:r>
              <a:rPr lang="en-US" noProof="0"/>
              <a:t>Click icon to add table</a:t>
            </a:r>
            <a:endParaRPr lang="es-MX" noProof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B2411D2-78FE-46C1-9EA9-C6A882903B53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endParaRPr lang="es-MX" noProof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04DAF8F-82DB-4DBE-9041-71217A4516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782F761B-6706-439D-9C75-43E751AB19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013107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sp>
        <p:nvSpPr>
          <p:cNvPr id="10" name="Cuadro de texto 9">
            <a:extLst>
              <a:ext uri="{FF2B5EF4-FFF2-40B4-BE49-F238E27FC236}">
                <a16:creationId xmlns:a16="http://schemas.microsoft.com/office/drawing/2014/main" id="{E902327D-DBD4-7A4E-ABF2-A946A559A8AD}"/>
              </a:ext>
            </a:extLst>
          </p:cNvPr>
          <p:cNvSpPr txBox="1"/>
          <p:nvPr userDrawn="1"/>
        </p:nvSpPr>
        <p:spPr>
          <a:xfrm>
            <a:off x="699948" y="548291"/>
            <a:ext cx="1589372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es-MX" sz="20000" b="1" noProof="0" dirty="0">
                <a:solidFill>
                  <a:schemeClr val="bg1"/>
                </a:solidFill>
              </a:rPr>
              <a:t>“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9CFD7E6B-8BA7-35DB-BE61-5DF2483E5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2113" y="6610347"/>
            <a:ext cx="2148534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 dirty="0"/>
              <a:t>OPTIMIZACIÓN DE OPERACIONES</a:t>
            </a:r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43FD86DC-D2BD-AECC-1A0A-3CE74BEE57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47829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 userDrawn="1">
          <p15:clr>
            <a:srgbClr val="FBAE40"/>
          </p15:clr>
        </p15:guide>
        <p15:guide id="9" orient="horz" pos="1248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it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A5C37098-CEB2-1E45-989B-3DD92F3B1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2476500"/>
            <a:ext cx="7132320" cy="3289971"/>
          </a:xfrm>
          <a:prstGeom prst="rect">
            <a:avLst/>
          </a:prstGeom>
          <a:ln>
            <a:noFill/>
          </a:ln>
        </p:spPr>
        <p:txBody>
          <a:bodyPr lIns="0" tIns="0" rIns="0" bIns="0" rtlCol="0" anchor="t" anchorCtr="0">
            <a:normAutofit/>
          </a:bodyPr>
          <a:lstStyle>
            <a:lvl1pPr>
              <a:lnSpc>
                <a:spcPct val="100000"/>
              </a:lnSpc>
              <a:defRPr sz="2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6ACB4ADD-D9F4-984E-B29D-A2CF6D19E810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9" name="Autoforma 24">
              <a:extLst>
                <a:ext uri="{FF2B5EF4-FFF2-40B4-BE49-F238E27FC236}">
                  <a16:creationId xmlns:a16="http://schemas.microsoft.com/office/drawing/2014/main" id="{5017C477-A988-7041-8A67-3D8294D6AD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206D7F37-5DD1-A24E-9CCA-84B2A1685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A6E321C8-096C-1B41-B14F-4CA7AE04B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32B3FDD4-EB13-F44F-99D0-BFAB06F00B3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3" name="Forma libre 22">
              <a:extLst>
                <a:ext uri="{FF2B5EF4-FFF2-40B4-BE49-F238E27FC236}">
                  <a16:creationId xmlns:a16="http://schemas.microsoft.com/office/drawing/2014/main" id="{A20BCBD2-A735-0C43-8C55-B384372AC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669A90A7-BF26-684E-8C8B-638053DA1234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5" name="Forma libre 24">
              <a:extLst>
                <a:ext uri="{FF2B5EF4-FFF2-40B4-BE49-F238E27FC236}">
                  <a16:creationId xmlns:a16="http://schemas.microsoft.com/office/drawing/2014/main" id="{861D8E86-886A-8744-BC4C-FE82B02438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2D967470-E96E-8843-AAD2-E0C8B8077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C8A27D09-765D-3949-BCCA-238C3514D4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B6548D6-A880-04F4-F832-A1B39206F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8843598B-FC54-B745-3054-795FE6B8A9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90808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560">
          <p15:clr>
            <a:srgbClr val="FBAE40"/>
          </p15:clr>
        </p15:guide>
        <p15:guide id="8" orient="horz" pos="1752">
          <p15:clr>
            <a:srgbClr val="FBAE40"/>
          </p15:clr>
        </p15:guide>
        <p15:guide id="9" orient="horz" pos="124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quip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upo 24">
            <a:extLst>
              <a:ext uri="{FF2B5EF4-FFF2-40B4-BE49-F238E27FC236}">
                <a16:creationId xmlns:a16="http://schemas.microsoft.com/office/drawing/2014/main" id="{A7D9F21A-75CF-6045-8FA1-C4F4E21B699C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6" name="Forma libre 25">
              <a:extLst>
                <a:ext uri="{FF2B5EF4-FFF2-40B4-BE49-F238E27FC236}">
                  <a16:creationId xmlns:a16="http://schemas.microsoft.com/office/drawing/2014/main" id="{AEA7E377-BB07-FA43-B532-10A92EE03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7" name="Forma libre 26">
              <a:extLst>
                <a:ext uri="{FF2B5EF4-FFF2-40B4-BE49-F238E27FC236}">
                  <a16:creationId xmlns:a16="http://schemas.microsoft.com/office/drawing/2014/main" id="{F18DE645-B3D5-2F4E-AAD6-002FEF13A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6" name="Forma libre 35">
              <a:extLst>
                <a:ext uri="{FF2B5EF4-FFF2-40B4-BE49-F238E27FC236}">
                  <a16:creationId xmlns:a16="http://schemas.microsoft.com/office/drawing/2014/main" id="{B90F6499-BA50-2340-A026-32C79B6BF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8" name="Marcador de posición de imagen 25">
            <a:extLst>
              <a:ext uri="{FF2B5EF4-FFF2-40B4-BE49-F238E27FC236}">
                <a16:creationId xmlns:a16="http://schemas.microsoft.com/office/drawing/2014/main" id="{2274C164-503B-E746-A155-849A9BC2406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54268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1" name="Título 1">
            <a:extLst>
              <a:ext uri="{FF2B5EF4-FFF2-40B4-BE49-F238E27FC236}">
                <a16:creationId xmlns:a16="http://schemas.microsoft.com/office/drawing/2014/main" id="{E2F20AFE-B282-5146-B0D6-F2FC1B6D3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2" y="879063"/>
            <a:ext cx="75322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62" name="Conector recto 61">
            <a:extLst>
              <a:ext uri="{FF2B5EF4-FFF2-40B4-BE49-F238E27FC236}">
                <a16:creationId xmlns:a16="http://schemas.microsoft.com/office/drawing/2014/main" id="{F777D2F0-DE3F-8343-B97A-E7FA440532FD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0"/>
          </a:xfrm>
          <a:prstGeom prst="line">
            <a:avLst/>
          </a:prstGeom>
          <a:ln w="101600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Marcador de posición de imagen 25">
            <a:extLst>
              <a:ext uri="{FF2B5EF4-FFF2-40B4-BE49-F238E27FC236}">
                <a16:creationId xmlns:a16="http://schemas.microsoft.com/office/drawing/2014/main" id="{AF1B5ED8-33F6-FB44-AA92-F0D227BB31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658280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72" name="Marcador de posición de texto 29">
            <a:extLst>
              <a:ext uri="{FF2B5EF4-FFF2-40B4-BE49-F238E27FC236}">
                <a16:creationId xmlns:a16="http://schemas.microsoft.com/office/drawing/2014/main" id="{0D824BDD-2D23-C943-8FE9-60B7B23B5EC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5393169"/>
            <a:ext cx="2133600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3" name="Marcador de posición de texto 29">
            <a:extLst>
              <a:ext uri="{FF2B5EF4-FFF2-40B4-BE49-F238E27FC236}">
                <a16:creationId xmlns:a16="http://schemas.microsoft.com/office/drawing/2014/main" id="{2F3D441E-DFB1-084B-8192-C6CBECCA40B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52500" y="4986745"/>
            <a:ext cx="2133600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4" name="Marcador de posición de texto 29">
            <a:extLst>
              <a:ext uri="{FF2B5EF4-FFF2-40B4-BE49-F238E27FC236}">
                <a16:creationId xmlns:a16="http://schemas.microsoft.com/office/drawing/2014/main" id="{25797825-E7AE-2C41-A965-E6F0D70D97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63042" y="5393169"/>
            <a:ext cx="2128157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5" name="Marcador de posición de texto 29">
            <a:extLst>
              <a:ext uri="{FF2B5EF4-FFF2-40B4-BE49-F238E27FC236}">
                <a16:creationId xmlns:a16="http://schemas.microsoft.com/office/drawing/2014/main" id="{63C1927C-E23B-204E-9F3A-2A67D2BF70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63042" y="4986745"/>
            <a:ext cx="2128157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6" name="Marcador de posición de texto 29">
            <a:extLst>
              <a:ext uri="{FF2B5EF4-FFF2-40B4-BE49-F238E27FC236}">
                <a16:creationId xmlns:a16="http://schemas.microsoft.com/office/drawing/2014/main" id="{EC81F0F5-C204-7248-A336-A655814A8A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670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7" name="Marcador de posición de texto 29">
            <a:extLst>
              <a:ext uri="{FF2B5EF4-FFF2-40B4-BE49-F238E27FC236}">
                <a16:creationId xmlns:a16="http://schemas.microsoft.com/office/drawing/2014/main" id="{C9FEF82E-4E9C-8343-9D36-C4A00D7137C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3670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8" name="Marcador de posición de texto 29">
            <a:extLst>
              <a:ext uri="{FF2B5EF4-FFF2-40B4-BE49-F238E27FC236}">
                <a16:creationId xmlns:a16="http://schemas.microsoft.com/office/drawing/2014/main" id="{F8AF6664-A005-7A42-9AEF-C5AA5603E4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110254" y="5393169"/>
            <a:ext cx="2129245" cy="369332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79" name="Marcador de posición de texto 29">
            <a:extLst>
              <a:ext uri="{FF2B5EF4-FFF2-40B4-BE49-F238E27FC236}">
                <a16:creationId xmlns:a16="http://schemas.microsoft.com/office/drawing/2014/main" id="{5F6C1E52-E2B6-5F45-A863-5BB35ABAFC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0254" y="4986745"/>
            <a:ext cx="2129245" cy="205837"/>
          </a:xfrm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EFD0B2D5-B3C2-D847-A220-86CB6A37E418}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28" name="Autoforma 24">
              <a:extLst>
                <a:ext uri="{FF2B5EF4-FFF2-40B4-BE49-F238E27FC236}">
                  <a16:creationId xmlns:a16="http://schemas.microsoft.com/office/drawing/2014/main" id="{A7FD25A4-760F-814C-915F-DD6E89CA3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9" name="Forma libre 28">
              <a:extLst>
                <a:ext uri="{FF2B5EF4-FFF2-40B4-BE49-F238E27FC236}">
                  <a16:creationId xmlns:a16="http://schemas.microsoft.com/office/drawing/2014/main" id="{A0CC8369-E81F-D447-87D8-1AF0C58EA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0" name="Forma libre 29">
              <a:extLst>
                <a:ext uri="{FF2B5EF4-FFF2-40B4-BE49-F238E27FC236}">
                  <a16:creationId xmlns:a16="http://schemas.microsoft.com/office/drawing/2014/main" id="{C41CA81E-EF54-D048-8775-CD4AB37A7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D95A4B85-923E-B641-B239-2A1999AB29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501386DC-76EB-F34E-AD0E-22957D3B3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66" name="Marcador de posición de imagen 25">
            <a:extLst>
              <a:ext uri="{FF2B5EF4-FFF2-40B4-BE49-F238E27FC236}">
                <a16:creationId xmlns:a16="http://schemas.microsoft.com/office/drawing/2014/main" id="{2D21D633-C51E-E94E-BAE3-96F52F76E496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6362292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69" name="Marcador de posición de imagen 25">
            <a:extLst>
              <a:ext uri="{FF2B5EF4-FFF2-40B4-BE49-F238E27FC236}">
                <a16:creationId xmlns:a16="http://schemas.microsoft.com/office/drawing/2014/main" id="{639EFA5A-9C69-DF4D-81B7-FA1F8CCCF934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112023" y="2572883"/>
            <a:ext cx="2118245" cy="2037217"/>
          </a:xfrm>
          <a:prstGeom prst="rect">
            <a:avLst/>
          </a:prstGeo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ED89364-B1CB-4E72-A6BB-95A34B50661C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6745412" y="6492875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endParaRPr lang="es-MX" noProof="0" dirty="0">
              <a:latin typeface="+mn-lt"/>
            </a:endParaRP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E09328F-B310-4BF3-883E-BA9A39676AF2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3">
            <a:extLst>
              <a:ext uri="{FF2B5EF4-FFF2-40B4-BE49-F238E27FC236}">
                <a16:creationId xmlns:a16="http://schemas.microsoft.com/office/drawing/2014/main" id="{04192EF2-9336-43EF-A365-1F54000F7DE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996362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304" userDrawn="1">
          <p15:clr>
            <a:srgbClr val="FBAE40"/>
          </p15:clr>
        </p15:guide>
        <p15:guide id="4" pos="4008" userDrawn="1">
          <p15:clr>
            <a:srgbClr val="FBAE40"/>
          </p15:clr>
        </p15:guide>
        <p15:guide id="5" pos="1944" userDrawn="1">
          <p15:clr>
            <a:srgbClr val="FBAE40"/>
          </p15:clr>
        </p15:guide>
        <p15:guide id="6" pos="3648" userDrawn="1">
          <p15:clr>
            <a:srgbClr val="FBAE40"/>
          </p15:clr>
        </p15:guide>
        <p15:guide id="7" orient="horz" pos="1392" userDrawn="1">
          <p15:clr>
            <a:srgbClr val="FBAE40"/>
          </p15:clr>
        </p15:guide>
        <p15:guide id="8" orient="horz" pos="552" userDrawn="1">
          <p15:clr>
            <a:srgbClr val="FBAE40"/>
          </p15:clr>
        </p15:guide>
        <p15:guide id="9" orient="horz" pos="1224" userDrawn="1">
          <p15:clr>
            <a:srgbClr val="FBAE40"/>
          </p15:clr>
        </p15:guide>
        <p15:guide id="10" pos="5352" userDrawn="1">
          <p15:clr>
            <a:srgbClr val="FBAE40"/>
          </p15:clr>
        </p15:guide>
        <p15:guide id="11" pos="5736" userDrawn="1">
          <p15:clr>
            <a:srgbClr val="FBAE40"/>
          </p15:clr>
        </p15:guide>
        <p15:guide id="12" orient="horz" pos="2904" userDrawn="1">
          <p15:clr>
            <a:srgbClr val="FBAE40"/>
          </p15:clr>
        </p15:guide>
        <p15:guide id="13" orient="horz" pos="160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ínea de tiemp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040046AF-E5BF-854D-9986-7C3019770FE7}"/>
              </a:ext>
            </a:extLst>
          </p:cNvPr>
          <p:cNvCxnSpPr>
            <a:cxnSpLocks/>
          </p:cNvCxnSpPr>
          <p:nvPr userDrawn="1"/>
        </p:nvCxnSpPr>
        <p:spPr>
          <a:xfrm flipH="1">
            <a:off x="1045959" y="2213783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6CA14A6-0144-BC49-A8D4-C979D13258C0}"/>
              </a:ext>
            </a:extLst>
          </p:cNvPr>
          <p:cNvCxnSpPr>
            <a:cxnSpLocks/>
          </p:cNvCxnSpPr>
          <p:nvPr userDrawn="1"/>
        </p:nvCxnSpPr>
        <p:spPr>
          <a:xfrm flipH="1">
            <a:off x="6180493" y="2213783"/>
            <a:ext cx="11102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FA582FC2-A135-5743-B9C0-6AC7225B42E1}"/>
              </a:ext>
            </a:extLst>
          </p:cNvPr>
          <p:cNvCxnSpPr>
            <a:cxnSpLocks/>
          </p:cNvCxnSpPr>
          <p:nvPr userDrawn="1"/>
        </p:nvCxnSpPr>
        <p:spPr>
          <a:xfrm flipH="1">
            <a:off x="8745623" y="3904712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77C43222-5868-0247-838F-58F4F6C8EE75}"/>
              </a:ext>
            </a:extLst>
          </p:cNvPr>
          <p:cNvCxnSpPr>
            <a:cxnSpLocks/>
          </p:cNvCxnSpPr>
          <p:nvPr userDrawn="1"/>
        </p:nvCxnSpPr>
        <p:spPr>
          <a:xfrm flipH="1">
            <a:off x="3611089" y="3895941"/>
            <a:ext cx="2136" cy="1828800"/>
          </a:xfrm>
          <a:prstGeom prst="line">
            <a:avLst/>
          </a:prstGeom>
          <a:ln w="1651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ítulo 1">
            <a:extLst>
              <a:ext uri="{FF2B5EF4-FFF2-40B4-BE49-F238E27FC236}">
                <a16:creationId xmlns:a16="http://schemas.microsoft.com/office/drawing/2014/main" id="{46EEE005-F78A-9D4F-B159-964376C387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Haz clic para editar </a:t>
            </a:r>
          </a:p>
        </p:txBody>
      </p:sp>
      <p:sp>
        <p:nvSpPr>
          <p:cNvPr id="96" name="Marcador de posición de texto 29">
            <a:extLst>
              <a:ext uri="{FF2B5EF4-FFF2-40B4-BE49-F238E27FC236}">
                <a16:creationId xmlns:a16="http://schemas.microsoft.com/office/drawing/2014/main" id="{FC61536F-8EA7-5A48-AF76-8B0E251BD8C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96955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97" name="Marcador de posición de texto 29">
            <a:extLst>
              <a:ext uri="{FF2B5EF4-FFF2-40B4-BE49-F238E27FC236}">
                <a16:creationId xmlns:a16="http://schemas.microsoft.com/office/drawing/2014/main" id="{64FFD994-BD97-ED49-8607-286ECBB1CD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296955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2" name="Marcador de posición de texto 29">
            <a:extLst>
              <a:ext uri="{FF2B5EF4-FFF2-40B4-BE49-F238E27FC236}">
                <a16:creationId xmlns:a16="http://schemas.microsoft.com/office/drawing/2014/main" id="{D1ADE805-BFBC-ED47-B9CB-6CB2FF02E86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97799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3" name="Marcador de posición de texto 29">
            <a:extLst>
              <a:ext uri="{FF2B5EF4-FFF2-40B4-BE49-F238E27FC236}">
                <a16:creationId xmlns:a16="http://schemas.microsoft.com/office/drawing/2014/main" id="{334A3589-641F-F547-891B-149579153B7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897799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6" name="Marcador de posición de texto 29">
            <a:extLst>
              <a:ext uri="{FF2B5EF4-FFF2-40B4-BE49-F238E27FC236}">
                <a16:creationId xmlns:a16="http://schemas.microsoft.com/office/drawing/2014/main" id="{A63F8454-D12E-A641-ABD0-8977D3F5EC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001711" y="5087328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7" name="Marcador de posición de texto 29">
            <a:extLst>
              <a:ext uri="{FF2B5EF4-FFF2-40B4-BE49-F238E27FC236}">
                <a16:creationId xmlns:a16="http://schemas.microsoft.com/office/drawing/2014/main" id="{F35AA15D-DBAD-9840-8764-A5B6D486A23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01711" y="4701908"/>
            <a:ext cx="2133600" cy="205837"/>
          </a:xfrm>
          <a:ln>
            <a:noFill/>
          </a:ln>
        </p:spPr>
        <p:txBody>
          <a:bodyPr vert="horz"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lang="en-US" sz="1800" spc="0" baseline="0" dirty="0"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marL="0" lvl="0" indent="0" rtl="0">
              <a:spcBef>
                <a:spcPts val="400"/>
              </a:spcBef>
              <a:buNone/>
            </a:pPr>
            <a:r>
              <a:rPr lang="es-MX" noProof="0"/>
              <a:t>Haz clic para editar </a:t>
            </a:r>
          </a:p>
        </p:txBody>
      </p:sp>
      <p:sp>
        <p:nvSpPr>
          <p:cNvPr id="108" name="Marcador de posición de texto 29">
            <a:extLst>
              <a:ext uri="{FF2B5EF4-FFF2-40B4-BE49-F238E27FC236}">
                <a16:creationId xmlns:a16="http://schemas.microsoft.com/office/drawing/2014/main" id="{8357CA0F-1A55-B145-8305-562F0DF22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38143" y="2934856"/>
            <a:ext cx="2133600" cy="369332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sp>
        <p:nvSpPr>
          <p:cNvPr id="109" name="Marcador de posición de texto 29">
            <a:extLst>
              <a:ext uri="{FF2B5EF4-FFF2-40B4-BE49-F238E27FC236}">
                <a16:creationId xmlns:a16="http://schemas.microsoft.com/office/drawing/2014/main" id="{D6C49F6F-AF28-8942-8442-8F54A1DC388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38143" y="2568686"/>
            <a:ext cx="2133600" cy="205837"/>
          </a:xfrm>
          <a:ln>
            <a:noFill/>
          </a:ln>
        </p:spPr>
        <p:txBody>
          <a:bodyPr lIns="0" tIns="0" rIns="0" bIns="0" rtlCol="0">
            <a:noAutofit/>
          </a:bodyPr>
          <a:lstStyle>
            <a:lvl1pPr marL="0" indent="0">
              <a:spcBef>
                <a:spcPts val="400"/>
              </a:spcBef>
              <a:buNone/>
              <a:defRPr sz="1800" b="0" i="0" spc="0" baseline="0">
                <a:solidFill>
                  <a:schemeClr val="bg1"/>
                </a:solidFill>
                <a:latin typeface="+mj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s-MX" noProof="0"/>
              <a:t>Haz clic para editar 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4CE2724A-BCA1-604F-9D18-BF05746408C2}"/>
              </a:ext>
            </a:extLst>
          </p:cNvPr>
          <p:cNvCxnSpPr/>
          <p:nvPr userDrawn="1"/>
        </p:nvCxnSpPr>
        <p:spPr>
          <a:xfrm>
            <a:off x="967689" y="3968780"/>
            <a:ext cx="10275477" cy="0"/>
          </a:xfrm>
          <a:prstGeom prst="line">
            <a:avLst/>
          </a:prstGeom>
          <a:ln w="165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ángulo 43">
            <a:extLst>
              <a:ext uri="{FF2B5EF4-FFF2-40B4-BE49-F238E27FC236}">
                <a16:creationId xmlns:a16="http://schemas.microsoft.com/office/drawing/2014/main" id="{4923D7D1-A9CC-C34C-86FF-43B5C8978712}"/>
              </a:ext>
            </a:extLst>
          </p:cNvPr>
          <p:cNvSpPr/>
          <p:nvPr userDrawn="1"/>
        </p:nvSpPr>
        <p:spPr>
          <a:xfrm>
            <a:off x="964323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6119FF13-13AB-3448-B24E-58E18B3CE2B6}"/>
              </a:ext>
            </a:extLst>
          </p:cNvPr>
          <p:cNvSpPr/>
          <p:nvPr userDrawn="1"/>
        </p:nvSpPr>
        <p:spPr>
          <a:xfrm>
            <a:off x="3531590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2F8F982-870E-AE44-B0D3-B3313BC48DB7}"/>
              </a:ext>
            </a:extLst>
          </p:cNvPr>
          <p:cNvSpPr/>
          <p:nvPr userDrawn="1"/>
        </p:nvSpPr>
        <p:spPr>
          <a:xfrm>
            <a:off x="6098857" y="3883241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C549A137-DB5E-9C40-8C0A-ED607212022C}"/>
              </a:ext>
            </a:extLst>
          </p:cNvPr>
          <p:cNvSpPr/>
          <p:nvPr userDrawn="1"/>
        </p:nvSpPr>
        <p:spPr>
          <a:xfrm>
            <a:off x="8666124" y="3892012"/>
            <a:ext cx="163271" cy="16327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MX" noProof="0"/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23F1A244-DFA6-8C44-BF95-8851B5A76A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19E1CAB4-A60C-2959-8605-86F431A58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861552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 userDrawn="1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5" pos="2520" userDrawn="1">
          <p15:clr>
            <a:srgbClr val="FBAE40"/>
          </p15:clr>
        </p15:guide>
        <p15:guide id="6" pos="4800" userDrawn="1">
          <p15:clr>
            <a:srgbClr val="FBAE40"/>
          </p15:clr>
        </p15:guide>
        <p15:guide id="7" orient="horz" pos="1224" userDrawn="1">
          <p15:clr>
            <a:srgbClr val="FBAE40"/>
          </p15:clr>
        </p15:guide>
        <p15:guide id="8" orient="horz" pos="3768" userDrawn="1">
          <p15:clr>
            <a:srgbClr val="FBAE40"/>
          </p15:clr>
        </p15:guide>
        <p15:guide id="9" orient="horz" pos="552" userDrawn="1">
          <p15:clr>
            <a:srgbClr val="FBAE40"/>
          </p15:clr>
        </p15:guide>
        <p15:guide id="10" orient="horz" pos="1512" userDrawn="1">
          <p15:clr>
            <a:srgbClr val="FBAE40"/>
          </p15:clr>
        </p15:guide>
        <p15:guide id="11" orient="horz" pos="283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upo 18">
            <a:extLst>
              <a:ext uri="{FF2B5EF4-FFF2-40B4-BE49-F238E27FC236}">
                <a16:creationId xmlns:a16="http://schemas.microsoft.com/office/drawing/2014/main" id="{BDEF3328-825B-3946-8472-DB93D6A32867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orma libre 19">
              <a:extLst>
                <a:ext uri="{FF2B5EF4-FFF2-40B4-BE49-F238E27FC236}">
                  <a16:creationId xmlns:a16="http://schemas.microsoft.com/office/drawing/2014/main" id="{4E4E09DF-AF21-0E4A-9838-14DFBFFED7D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1" name="Forma libre 20">
              <a:extLst>
                <a:ext uri="{FF2B5EF4-FFF2-40B4-BE49-F238E27FC236}">
                  <a16:creationId xmlns:a16="http://schemas.microsoft.com/office/drawing/2014/main" id="{653F54AE-9BC1-3A45-A129-4028EADE4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22" name="Forma libre 21">
              <a:extLst>
                <a:ext uri="{FF2B5EF4-FFF2-40B4-BE49-F238E27FC236}">
                  <a16:creationId xmlns:a16="http://schemas.microsoft.com/office/drawing/2014/main" id="{254F6D22-4944-974A-999E-F9E22F159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Aptos Black" panose="020B0004020202020204" pitchFamily="34" charset="0"/>
              </a:defRPr>
            </a:lvl1pPr>
          </a:lstStyle>
          <a:p>
            <a:pPr rtl="0"/>
            <a:r>
              <a:rPr lang="en-US" noProof="0" dirty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4023" y="2300984"/>
            <a:ext cx="4827178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3A0EE708-F36B-444B-9A8B-D48D69535E45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62700" y="2300984"/>
            <a:ext cx="4764829" cy="404216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0" indent="0">
              <a:buNone/>
              <a:defRPr sz="1800" b="0" i="0" spc="0" baseline="0">
                <a:solidFill>
                  <a:schemeClr val="tx2"/>
                </a:solidFill>
                <a:latin typeface="Aptos Black" panose="020B00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4023" y="2799146"/>
            <a:ext cx="482717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contenido 3">
            <a:extLst>
              <a:ext uri="{FF2B5EF4-FFF2-40B4-BE49-F238E27FC236}">
                <a16:creationId xmlns:a16="http://schemas.microsoft.com/office/drawing/2014/main" id="{E40D4044-0F7B-0647-BAB5-16B23EBD9EC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62700" y="2799146"/>
            <a:ext cx="4756241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Aptos" panose="020B0004020202020204" pitchFamily="34" charset="0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ED51C063-0222-064B-8A2E-485FE9EAC10D}"/>
              </a:ext>
            </a:extLst>
          </p:cNvPr>
          <p:cNvCxnSpPr>
            <a:cxnSpLocks/>
          </p:cNvCxnSpPr>
          <p:nvPr userDrawn="1"/>
        </p:nvCxnSpPr>
        <p:spPr>
          <a:xfrm>
            <a:off x="63627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F94C5751-D7B6-785B-559F-3B3AF0781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32D17B95-1D7F-FF57-3E13-0B36D861BA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504253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upo 36">
            <a:extLst>
              <a:ext uri="{FF2B5EF4-FFF2-40B4-BE49-F238E27FC236}">
                <a16:creationId xmlns:a16="http://schemas.microsoft.com/office/drawing/2014/main" id="{868B08E5-2F7C-7749-8BDF-386EAF974BB0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38" name="Forma libre 37">
              <a:extLst>
                <a:ext uri="{FF2B5EF4-FFF2-40B4-BE49-F238E27FC236}">
                  <a16:creationId xmlns:a16="http://schemas.microsoft.com/office/drawing/2014/main" id="{F3E300C0-0B72-9048-9E16-2166E1A88FE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9" name="Forma libre 38">
              <a:extLst>
                <a:ext uri="{FF2B5EF4-FFF2-40B4-BE49-F238E27FC236}">
                  <a16:creationId xmlns:a16="http://schemas.microsoft.com/office/drawing/2014/main" id="{E4AA520D-9D51-3A42-B9B1-DF72169BC8D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40" name="Forma libre 39">
              <a:extLst>
                <a:ext uri="{FF2B5EF4-FFF2-40B4-BE49-F238E27FC236}">
                  <a16:creationId xmlns:a16="http://schemas.microsoft.com/office/drawing/2014/main" id="{D5F2735E-137C-DB47-AEF0-EFC871A32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A6147D10-E7D7-8F40-AF69-726398729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52500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contenido 3">
            <a:extLst>
              <a:ext uri="{FF2B5EF4-FFF2-40B4-BE49-F238E27FC236}">
                <a16:creationId xmlns:a16="http://schemas.microsoft.com/office/drawing/2014/main" id="{E81957B7-CEA6-A446-A203-471CF9A57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2500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0" name="Marcador de posición de texto 2">
            <a:extLst>
              <a:ext uri="{FF2B5EF4-FFF2-40B4-BE49-F238E27FC236}">
                <a16:creationId xmlns:a16="http://schemas.microsoft.com/office/drawing/2014/main" id="{057DFE0A-61D9-1B48-8196-EA94D04685D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69372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contenido 3">
            <a:extLst>
              <a:ext uri="{FF2B5EF4-FFF2-40B4-BE49-F238E27FC236}">
                <a16:creationId xmlns:a16="http://schemas.microsoft.com/office/drawing/2014/main" id="{C946754A-F105-644E-99A4-DC80B994424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4569372" y="2799146"/>
            <a:ext cx="3050628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2">
            <a:extLst>
              <a:ext uri="{FF2B5EF4-FFF2-40B4-BE49-F238E27FC236}">
                <a16:creationId xmlns:a16="http://schemas.microsoft.com/office/drawing/2014/main" id="{368648FC-FC9A-5645-8F0C-390FFFAE180D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8187017" y="2300156"/>
            <a:ext cx="3036477" cy="404216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0" indent="0">
              <a:buNone/>
              <a:defRPr lang="en-US" sz="1800" spc="0" baseline="0" dirty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rtl="0"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contenido 3">
            <a:extLst>
              <a:ext uri="{FF2B5EF4-FFF2-40B4-BE49-F238E27FC236}">
                <a16:creationId xmlns:a16="http://schemas.microsoft.com/office/drawing/2014/main" id="{BBB849DC-B114-D145-9879-4FE0688BF57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187017" y="2799146"/>
            <a:ext cx="3036477" cy="1942138"/>
          </a:xfrm>
          <a:prstGeom prst="rect">
            <a:avLst/>
          </a:prstGeom>
        </p:spPr>
        <p:txBody>
          <a:bodyPr lIns="0" tIns="0" rIns="0" bIns="0" rtlCol="0" anchor="t" anchorCtr="0">
            <a:normAutofit/>
          </a:bodyPr>
          <a:lstStyle>
            <a:lvl1pPr marL="285750" indent="-285750">
              <a:lnSpc>
                <a:spcPct val="100000"/>
              </a:lnSpc>
              <a:buFont typeface="Wingdings" pitchFamily="2" charset="2"/>
              <a:buChar char="§"/>
              <a:defRPr sz="1600">
                <a:latin typeface="+mn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9F0C4CE5-5F02-B143-8FD1-1B235D270DAC}"/>
              </a:ext>
            </a:extLst>
          </p:cNvPr>
          <p:cNvCxnSpPr>
            <a:cxnSpLocks/>
          </p:cNvCxnSpPr>
          <p:nvPr userDrawn="1"/>
        </p:nvCxnSpPr>
        <p:spPr>
          <a:xfrm>
            <a:off x="4569372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ector recto 27">
            <a:extLst>
              <a:ext uri="{FF2B5EF4-FFF2-40B4-BE49-F238E27FC236}">
                <a16:creationId xmlns:a16="http://schemas.microsoft.com/office/drawing/2014/main" id="{289A8C14-DB28-F34E-8098-168D4C75AF23}"/>
              </a:ext>
            </a:extLst>
          </p:cNvPr>
          <p:cNvCxnSpPr>
            <a:cxnSpLocks/>
          </p:cNvCxnSpPr>
          <p:nvPr userDrawn="1"/>
        </p:nvCxnSpPr>
        <p:spPr>
          <a:xfrm>
            <a:off x="8187017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8CEC982C-CBC7-82F8-DD9C-CEC7134E4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4B831637-7548-7CD1-8B74-EAFCD70932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279487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520" userDrawn="1">
          <p15:clr>
            <a:srgbClr val="FBAE40"/>
          </p15:clr>
        </p15:guide>
        <p15:guide id="4" pos="5160" userDrawn="1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4800" userDrawn="1">
          <p15:clr>
            <a:srgbClr val="FBAE40"/>
          </p15:clr>
        </p15:guide>
        <p15:guide id="11" pos="2880" userDrawn="1">
          <p15:clr>
            <a:srgbClr val="FBAE40"/>
          </p15:clr>
        </p15:guide>
        <p15:guide id="12" orient="horz" pos="175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51DEB652-BD6A-BD41-B85E-704D2C41A1C4}"/>
              </a:ext>
            </a:extLst>
          </p:cNvPr>
          <p:cNvCxnSpPr>
            <a:cxnSpLocks/>
          </p:cNvCxnSpPr>
          <p:nvPr userDrawn="1"/>
        </p:nvCxnSpPr>
        <p:spPr>
          <a:xfrm>
            <a:off x="952500" y="1939108"/>
            <a:ext cx="21336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0DA8C895-11B9-EA40-B0F8-0F4FE98815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52500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47A1EE0-4011-3749-B01C-FC489EEDF880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6" name="Forma libre 15">
              <a:extLst>
                <a:ext uri="{FF2B5EF4-FFF2-40B4-BE49-F238E27FC236}">
                  <a16:creationId xmlns:a16="http://schemas.microsoft.com/office/drawing/2014/main" id="{17EED68A-6660-2643-BBFB-B6AB92A7C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7" name="Forma libre 16">
              <a:extLst>
                <a:ext uri="{FF2B5EF4-FFF2-40B4-BE49-F238E27FC236}">
                  <a16:creationId xmlns:a16="http://schemas.microsoft.com/office/drawing/2014/main" id="{BECF9FB8-F6C7-C54D-99F4-11FDF26D7F9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8" name="Forma libre 17">
              <a:extLst>
                <a:ext uri="{FF2B5EF4-FFF2-40B4-BE49-F238E27FC236}">
                  <a16:creationId xmlns:a16="http://schemas.microsoft.com/office/drawing/2014/main" id="{46C7C62D-7D3B-934C-AFF9-0F10E727B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4" name="Marcador de posición de texto 3">
            <a:extLst>
              <a:ext uri="{FF2B5EF4-FFF2-40B4-BE49-F238E27FC236}">
                <a16:creationId xmlns:a16="http://schemas.microsoft.com/office/drawing/2014/main" id="{FF85D552-3AFC-4D21-A944-9D41E128A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2500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1" name="Marcador de posición de texto 2">
            <a:extLst>
              <a:ext uri="{FF2B5EF4-FFF2-40B4-BE49-F238E27FC236}">
                <a16:creationId xmlns:a16="http://schemas.microsoft.com/office/drawing/2014/main" id="{BE8C2EDB-9C70-49A2-865C-E5CD77D3E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53655" y="3841846"/>
            <a:ext cx="4838700" cy="636754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2" name="Marcador de posición de texto 3">
            <a:extLst>
              <a:ext uri="{FF2B5EF4-FFF2-40B4-BE49-F238E27FC236}">
                <a16:creationId xmlns:a16="http://schemas.microsoft.com/office/drawing/2014/main" id="{EE50320A-D017-45C6-9986-94BC43911E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53655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3" name="Marcador de posición de texto 2">
            <a:extLst>
              <a:ext uri="{FF2B5EF4-FFF2-40B4-BE49-F238E27FC236}">
                <a16:creationId xmlns:a16="http://schemas.microsoft.com/office/drawing/2014/main" id="{673EB498-F5D2-4E15-990A-2AFA4A377C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52500" y="5017901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4" name="Marcador de posición de texto 3">
            <a:extLst>
              <a:ext uri="{FF2B5EF4-FFF2-40B4-BE49-F238E27FC236}">
                <a16:creationId xmlns:a16="http://schemas.microsoft.com/office/drawing/2014/main" id="{1F528150-326B-4BB3-AC38-7FC805DB6B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52500" y="4646997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5" name="Marcador de posición de texto 2">
            <a:extLst>
              <a:ext uri="{FF2B5EF4-FFF2-40B4-BE49-F238E27FC236}">
                <a16:creationId xmlns:a16="http://schemas.microsoft.com/office/drawing/2014/main" id="{20EBEFF7-AECA-409B-9ACC-A63A168283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9647" y="2656904"/>
            <a:ext cx="4838700" cy="574318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6" name="Marcador de posición de texto 3">
            <a:extLst>
              <a:ext uri="{FF2B5EF4-FFF2-40B4-BE49-F238E27FC236}">
                <a16:creationId xmlns:a16="http://schemas.microsoft.com/office/drawing/2014/main" id="{29E4D063-8666-4D7A-B8C8-2B9383F798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9647" y="2286000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7" name="Marcador de posición de texto 2">
            <a:extLst>
              <a:ext uri="{FF2B5EF4-FFF2-40B4-BE49-F238E27FC236}">
                <a16:creationId xmlns:a16="http://schemas.microsoft.com/office/drawing/2014/main" id="{4717B7CD-A4F9-444E-82B9-8914CB57488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99647" y="3841846"/>
            <a:ext cx="4838700" cy="908340"/>
          </a:xfrm>
        </p:spPr>
        <p:txBody>
          <a:bodyPr rtlCol="0">
            <a:noAutofit/>
          </a:bodyPr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8" name="Marcador de posición de texto 3">
            <a:extLst>
              <a:ext uri="{FF2B5EF4-FFF2-40B4-BE49-F238E27FC236}">
                <a16:creationId xmlns:a16="http://schemas.microsoft.com/office/drawing/2014/main" id="{2CF285B7-A950-4326-A4D5-F5D542D2D65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399647" y="3470942"/>
            <a:ext cx="4838700" cy="315915"/>
          </a:xfrm>
        </p:spPr>
        <p:txBody>
          <a:bodyPr rtlCol="0">
            <a:noAutofit/>
          </a:bodyPr>
          <a:lstStyle>
            <a:lvl1pPr>
              <a:buNone/>
              <a:defRPr sz="1800" b="0" spc="0" baseline="0">
                <a:solidFill>
                  <a:schemeClr val="tx2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C45E38A-5516-4C3E-88FC-0DCBD876054B}"/>
              </a:ext>
            </a:extLst>
          </p:cNvPr>
          <p:cNvSpPr>
            <a:spLocks noGrp="1"/>
          </p:cNvSpPr>
          <p:nvPr>
            <p:ph type="dt" sz="half" idx="21"/>
          </p:nvPr>
        </p:nvSpPr>
        <p:spPr>
          <a:xfrm>
            <a:off x="6756044" y="6610349"/>
            <a:ext cx="1562125" cy="247651"/>
          </a:xfrm>
          <a:prstGeom prst="rect">
            <a:avLst/>
          </a:prstGeom>
        </p:spPr>
        <p:txBody>
          <a:bodyPr rtlCol="0"/>
          <a:lstStyle/>
          <a:p>
            <a:pPr rtl="0"/>
            <a:endParaRPr lang="es-MX" noProof="0" dirty="0">
              <a:latin typeface="+mn-lt"/>
            </a:endParaRPr>
          </a:p>
        </p:txBody>
      </p:sp>
      <p:sp>
        <p:nvSpPr>
          <p:cNvPr id="5" name="Marcador de posición de pie de página 4">
            <a:extLst>
              <a:ext uri="{FF2B5EF4-FFF2-40B4-BE49-F238E27FC236}">
                <a16:creationId xmlns:a16="http://schemas.microsoft.com/office/drawing/2014/main" id="{14225273-038D-4F51-A093-83D80104F21A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5258715" y="6610349"/>
            <a:ext cx="1497330" cy="247651"/>
          </a:xfrm>
        </p:spPr>
        <p:txBody>
          <a:bodyPr rtlCol="0"/>
          <a:lstStyle/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6" name="Marcador de posición de número de diapositiva 5">
            <a:extLst>
              <a:ext uri="{FF2B5EF4-FFF2-40B4-BE49-F238E27FC236}">
                <a16:creationId xmlns:a16="http://schemas.microsoft.com/office/drawing/2014/main" id="{C7F24E14-E0E0-44FA-A4AA-FA63A858730C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>
          <a:xfrm>
            <a:off x="4735475" y="6610349"/>
            <a:ext cx="523240" cy="247651"/>
          </a:xfrm>
        </p:spPr>
        <p:txBody>
          <a:bodyPr rtlCol="0"/>
          <a:lstStyle/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 dirty="0"/>
          </a:p>
        </p:txBody>
      </p:sp>
    </p:spTree>
    <p:extLst>
      <p:ext uri="{BB962C8B-B14F-4D97-AF65-F5344CB8AC3E}">
        <p14:creationId xmlns:p14="http://schemas.microsoft.com/office/powerpoint/2010/main" val="306013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cia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Marcador de posición de texto 29">
            <a:extLst>
              <a:ext uri="{FF2B5EF4-FFF2-40B4-BE49-F238E27FC236}">
                <a16:creationId xmlns:a16="http://schemas.microsoft.com/office/drawing/2014/main" id="{BB778BC5-5409-574B-96E2-B45CDD940D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896100" y="5102063"/>
            <a:ext cx="4914900" cy="588795"/>
          </a:xfrm>
        </p:spPr>
        <p:txBody>
          <a:bodyPr lIns="0" tIns="0" rIns="0" bIns="0" rtlCol="0" anchor="b">
            <a:noAutofit/>
          </a:bodyPr>
          <a:lstStyle>
            <a:lvl1pPr marL="0" indent="0">
              <a:buNone/>
              <a:defRPr sz="1600" b="0" i="0">
                <a:solidFill>
                  <a:schemeClr val="tx2"/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17" name="Subtítulo 2">
            <a:extLst>
              <a:ext uri="{FF2B5EF4-FFF2-40B4-BE49-F238E27FC236}">
                <a16:creationId xmlns:a16="http://schemas.microsoft.com/office/drawing/2014/main" id="{32916F3A-28FA-9A4B-A780-0D687D9328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7623" y="3591098"/>
            <a:ext cx="4903377" cy="1057791"/>
          </a:xfrm>
        </p:spPr>
        <p:txBody>
          <a:bodyPr lIns="0" tIns="0" rIns="0" bIns="0" rtlCol="0">
            <a:normAutofit/>
          </a:bodyPr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n-US" noProof="0"/>
              <a:t>Click to edit Master subtitle style</a:t>
            </a:r>
            <a:endParaRPr lang="es-MX" noProof="0" dirty="0"/>
          </a:p>
        </p:txBody>
      </p:sp>
      <p:sp>
        <p:nvSpPr>
          <p:cNvPr id="26" name="Título 1">
            <a:extLst>
              <a:ext uri="{FF2B5EF4-FFF2-40B4-BE49-F238E27FC236}">
                <a16:creationId xmlns:a16="http://schemas.microsoft.com/office/drawing/2014/main" id="{E29321F6-59C5-6E4C-A846-6AD00848A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7623" y="2173658"/>
            <a:ext cx="4903377" cy="610863"/>
          </a:xfrm>
          <a:prstGeom prst="rect">
            <a:avLst/>
          </a:prstGeom>
        </p:spPr>
        <p:txBody>
          <a:bodyPr lIns="0" tIns="0" rIns="0" bIns="0" rtlCol="0" anchor="b" anchorCtr="0">
            <a:normAutofit/>
          </a:bodyPr>
          <a:lstStyle>
            <a:lvl1pPr>
              <a:defRPr sz="4400" b="1" i="0">
                <a:latin typeface="+mj-lt"/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MX" noProof="0" dirty="0"/>
          </a:p>
        </p:txBody>
      </p:sp>
      <p:cxnSp>
        <p:nvCxnSpPr>
          <p:cNvPr id="27" name="Conector recto 26">
            <a:extLst>
              <a:ext uri="{FF2B5EF4-FFF2-40B4-BE49-F238E27FC236}">
                <a16:creationId xmlns:a16="http://schemas.microsoft.com/office/drawing/2014/main" id="{AB5C3BF3-A164-DD48-BD02-4587489DA105}"/>
              </a:ext>
            </a:extLst>
          </p:cNvPr>
          <p:cNvCxnSpPr>
            <a:cxnSpLocks/>
          </p:cNvCxnSpPr>
          <p:nvPr userDrawn="1"/>
        </p:nvCxnSpPr>
        <p:spPr>
          <a:xfrm>
            <a:off x="6896100" y="3233703"/>
            <a:ext cx="2134800" cy="3992"/>
          </a:xfrm>
          <a:prstGeom prst="line">
            <a:avLst/>
          </a:prstGeom>
          <a:ln w="1016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Marcador de posición de imagen 2">
            <a:extLst>
              <a:ext uri="{FF2B5EF4-FFF2-40B4-BE49-F238E27FC236}">
                <a16:creationId xmlns:a16="http://schemas.microsoft.com/office/drawing/2014/main" id="{F8C225AD-C009-894E-8AFA-C94EAA06509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</p:spPr>
        <p:txBody>
          <a:bodyPr rtlCol="0"/>
          <a:lstStyle/>
          <a:p>
            <a:pPr rtl="0"/>
            <a:r>
              <a:rPr lang="en-US" noProof="0"/>
              <a:t>Click icon to add picture</a:t>
            </a:r>
            <a:endParaRPr lang="es-MX" noProof="0" dirty="0"/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FFEF81ED-50DF-3946-87D9-407C13C3CE9F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31" name="Forma libre 30">
              <a:extLst>
                <a:ext uri="{FF2B5EF4-FFF2-40B4-BE49-F238E27FC236}">
                  <a16:creationId xmlns:a16="http://schemas.microsoft.com/office/drawing/2014/main" id="{4B6857A0-601C-9C40-ADB4-7927C7A4E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2" name="Forma libre 31">
              <a:extLst>
                <a:ext uri="{FF2B5EF4-FFF2-40B4-BE49-F238E27FC236}">
                  <a16:creationId xmlns:a16="http://schemas.microsoft.com/office/drawing/2014/main" id="{31562ACC-ECB3-4841-A52C-00DAFF438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33" name="Forma libre 32">
              <a:extLst>
                <a:ext uri="{FF2B5EF4-FFF2-40B4-BE49-F238E27FC236}">
                  <a16:creationId xmlns:a16="http://schemas.microsoft.com/office/drawing/2014/main" id="{77C317B8-91B4-7040-AB8C-CE822CA28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2" name="Marcador de posición de fecha 3">
            <a:extLst>
              <a:ext uri="{FF2B5EF4-FFF2-40B4-BE49-F238E27FC236}">
                <a16:creationId xmlns:a16="http://schemas.microsoft.com/office/drawing/2014/main" id="{B8E7A9BD-F162-7384-3111-26CE7D4945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5272" y="6610349"/>
            <a:ext cx="1562125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MX" noProof="0" dirty="0">
              <a:latin typeface="+mn-lt"/>
            </a:endParaRPr>
          </a:p>
        </p:txBody>
      </p:sp>
      <p:sp>
        <p:nvSpPr>
          <p:cNvPr id="3" name="Marcador de posición de pie de página 4">
            <a:extLst>
              <a:ext uri="{FF2B5EF4-FFF2-40B4-BE49-F238E27FC236}">
                <a16:creationId xmlns:a16="http://schemas.microsoft.com/office/drawing/2014/main" id="{D3659ACD-AA93-F09D-1EA3-C961DA2E29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27943" y="6610349"/>
            <a:ext cx="149733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MX" noProof="0"/>
              <a:t>OPTIMIZACIÓN DE OPERACIONES</a:t>
            </a:r>
            <a:endParaRPr lang="es-MX" b="0" noProof="0" dirty="0"/>
          </a:p>
        </p:txBody>
      </p:sp>
      <p:sp>
        <p:nvSpPr>
          <p:cNvPr id="4" name="Marcador de posición de número de diapositiva 5">
            <a:extLst>
              <a:ext uri="{FF2B5EF4-FFF2-40B4-BE49-F238E27FC236}">
                <a16:creationId xmlns:a16="http://schemas.microsoft.com/office/drawing/2014/main" id="{61A49C7E-58DD-E07A-BB14-2F2606BA9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04703" y="6610349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9913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68354" y="1600204"/>
            <a:ext cx="10368396" cy="45259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 dirty="0"/>
              <a:t>Haga clic para modificar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MX" dirty="0"/>
          </a:p>
        </p:txBody>
      </p:sp>
      <p:sp>
        <p:nvSpPr>
          <p:cNvPr id="7" name="Forma libre 38">
            <a:extLst>
              <a:ext uri="{FF2B5EF4-FFF2-40B4-BE49-F238E27FC236}">
                <a16:creationId xmlns:a16="http://schemas.microsoft.com/office/drawing/2014/main" id="{6C14B503-619D-FECA-B1C8-EC84086F4DE6}"/>
              </a:ext>
            </a:extLst>
          </p:cNvPr>
          <p:cNvSpPr>
            <a:spLocks/>
          </p:cNvSpPr>
          <p:nvPr/>
        </p:nvSpPr>
        <p:spPr bwMode="auto">
          <a:xfrm rot="16200000" flipV="1">
            <a:off x="-136" y="5890869"/>
            <a:ext cx="968626" cy="968353"/>
          </a:xfrm>
          <a:custGeom>
            <a:avLst/>
            <a:gdLst>
              <a:gd name="T0" fmla="*/ 0 w 1162"/>
              <a:gd name="T1" fmla="+- 0 14679 14679"/>
              <a:gd name="T2" fmla="*/ 14679 h 1162"/>
              <a:gd name="T3" fmla="*/ 0 w 1162"/>
              <a:gd name="T4" fmla="+- 0 15840 14679"/>
              <a:gd name="T5" fmla="*/ 15840 h 1162"/>
              <a:gd name="T6" fmla="*/ 1161 w 1162"/>
              <a:gd name="T7" fmla="+- 0 15840 14679"/>
              <a:gd name="T8" fmla="*/ 15840 h 1162"/>
              <a:gd name="T9" fmla="*/ 0 w 1162"/>
              <a:gd name="T10" fmla="+- 0 14679 14679"/>
              <a:gd name="T11" fmla="*/ 14679 h 1162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</a:cxnLst>
            <a:rect l="0" t="0" r="r" b="b"/>
            <a:pathLst>
              <a:path w="1162" h="1162">
                <a:moveTo>
                  <a:pt x="0" y="0"/>
                </a:moveTo>
                <a:lnTo>
                  <a:pt x="0" y="1161"/>
                </a:lnTo>
                <a:lnTo>
                  <a:pt x="1161" y="116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B9ABDB8-8380-48B9-9C6F-79E9D39B5936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952500" y="365125"/>
            <a:ext cx="10401300" cy="1325563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9" name="Forma libre 15">
            <a:extLst>
              <a:ext uri="{FF2B5EF4-FFF2-40B4-BE49-F238E27FC236}">
                <a16:creationId xmlns:a16="http://schemas.microsoft.com/office/drawing/2014/main" id="{0AC106E8-3E4A-A8F8-E16C-BBF1326B7F20}"/>
              </a:ext>
            </a:extLst>
          </p:cNvPr>
          <p:cNvSpPr>
            <a:spLocks/>
          </p:cNvSpPr>
          <p:nvPr/>
        </p:nvSpPr>
        <p:spPr bwMode="auto">
          <a:xfrm rot="10800000">
            <a:off x="10540797" y="1080290"/>
            <a:ext cx="1675717" cy="2234285"/>
          </a:xfrm>
          <a:custGeom>
            <a:avLst/>
            <a:gdLst>
              <a:gd name="T0" fmla="*/ 0 w 1789"/>
              <a:gd name="T1" fmla="+- 0 12290 12290"/>
              <a:gd name="T2" fmla="*/ 12290 h 2386"/>
              <a:gd name="T3" fmla="*/ 0 w 1789"/>
              <a:gd name="T4" fmla="+- 0 13484 12290"/>
              <a:gd name="T5" fmla="*/ 13484 h 2386"/>
              <a:gd name="T6" fmla="*/ 1192 w 1789"/>
              <a:gd name="T7" fmla="+- 0 14676 12290"/>
              <a:gd name="T8" fmla="*/ 14676 h 2386"/>
              <a:gd name="T9" fmla="*/ 1789 w 1789"/>
              <a:gd name="T10" fmla="+- 0 14079 12290"/>
              <a:gd name="T11" fmla="*/ 14079 h 2386"/>
              <a:gd name="T12" fmla="*/ 0 w 1789"/>
              <a:gd name="T13" fmla="+- 0 12290 12290"/>
              <a:gd name="T14" fmla="*/ 12290 h 2386"/>
            </a:gdLst>
            <a:ahLst/>
            <a:cxnLst>
              <a:cxn ang="0">
                <a:pos x="T0" y="T2"/>
              </a:cxn>
              <a:cxn ang="0">
                <a:pos x="T3" y="T5"/>
              </a:cxn>
              <a:cxn ang="0">
                <a:pos x="T6" y="T8"/>
              </a:cxn>
              <a:cxn ang="0">
                <a:pos x="T9" y="T11"/>
              </a:cxn>
              <a:cxn ang="0">
                <a:pos x="T12" y="T14"/>
              </a:cxn>
            </a:cxnLst>
            <a:rect l="0" t="0" r="r" b="b"/>
            <a:pathLst>
              <a:path w="1789" h="2386">
                <a:moveTo>
                  <a:pt x="0" y="0"/>
                </a:moveTo>
                <a:lnTo>
                  <a:pt x="0" y="1194"/>
                </a:lnTo>
                <a:lnTo>
                  <a:pt x="1192" y="2386"/>
                </a:lnTo>
                <a:lnTo>
                  <a:pt x="1789" y="178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11" name="Forma libre 17">
            <a:extLst>
              <a:ext uri="{FF2B5EF4-FFF2-40B4-BE49-F238E27FC236}">
                <a16:creationId xmlns:a16="http://schemas.microsoft.com/office/drawing/2014/main" id="{56559DE5-8022-90C0-3366-610481E321EF}"/>
              </a:ext>
            </a:extLst>
          </p:cNvPr>
          <p:cNvSpPr>
            <a:spLocks/>
          </p:cNvSpPr>
          <p:nvPr/>
        </p:nvSpPr>
        <p:spPr bwMode="auto">
          <a:xfrm rot="10800000">
            <a:off x="8891306" y="-10633"/>
            <a:ext cx="2181524" cy="1090923"/>
          </a:xfrm>
          <a:custGeom>
            <a:avLst/>
            <a:gdLst>
              <a:gd name="T0" fmla="+- 0 3550 1221"/>
              <a:gd name="T1" fmla="*/ T0 w 2329"/>
              <a:gd name="T2" fmla="+- 0 15840 14676"/>
              <a:gd name="T3" fmla="*/ 15840 h 1165"/>
              <a:gd name="T4" fmla="+- 0 2386 1221"/>
              <a:gd name="T5" fmla="*/ T4 w 2329"/>
              <a:gd name="T6" fmla="+- 0 14676 14676"/>
              <a:gd name="T7" fmla="*/ 14676 h 1165"/>
              <a:gd name="T8" fmla="+- 0 1221 1221"/>
              <a:gd name="T9" fmla="*/ T8 w 2329"/>
              <a:gd name="T10" fmla="+- 0 15840 14676"/>
              <a:gd name="T11" fmla="*/ 15840 h 1165"/>
              <a:gd name="T12" fmla="+- 0 3550 1221"/>
              <a:gd name="T13" fmla="*/ T12 w 2329"/>
              <a:gd name="T14" fmla="+- 0 15840 14676"/>
              <a:gd name="T15" fmla="*/ 15840 h 1165"/>
            </a:gdLst>
            <a:ahLst/>
            <a:cxnLst>
              <a:cxn ang="0">
                <a:pos x="T1" y="T3"/>
              </a:cxn>
              <a:cxn ang="0">
                <a:pos x="T5" y="T7"/>
              </a:cxn>
              <a:cxn ang="0">
                <a:pos x="T9" y="T11"/>
              </a:cxn>
              <a:cxn ang="0">
                <a:pos x="T13" y="T15"/>
              </a:cxn>
            </a:cxnLst>
            <a:rect l="0" t="0" r="r" b="b"/>
            <a:pathLst>
              <a:path w="2329" h="1165">
                <a:moveTo>
                  <a:pt x="2329" y="1164"/>
                </a:moveTo>
                <a:lnTo>
                  <a:pt x="1165" y="0"/>
                </a:lnTo>
                <a:lnTo>
                  <a:pt x="0" y="1164"/>
                </a:lnTo>
                <a:lnTo>
                  <a:pt x="2329" y="1164"/>
                </a:ln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rot="0" vert="horz" wrap="square" lIns="91440" tIns="45720" rIns="91440" bIns="45720" rtlCol="0" anchor="t" anchorCtr="0" upright="1">
            <a:noAutofit/>
          </a:bodyPr>
          <a:lstStyle/>
          <a:p>
            <a:pPr rtl="0"/>
            <a:endParaRPr lang="es-MX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64B1BE-6A5B-D25F-9257-B627D81926F9}"/>
              </a:ext>
            </a:extLst>
          </p:cNvPr>
          <p:cNvSpPr txBox="1"/>
          <p:nvPr userDrawn="1"/>
        </p:nvSpPr>
        <p:spPr>
          <a:xfrm rot="16200000">
            <a:off x="11674074" y="1546000"/>
            <a:ext cx="80502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 err="1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Rodolgo</a:t>
            </a:r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 Mendoza</a:t>
            </a:r>
          </a:p>
        </p:txBody>
      </p:sp>
    </p:spTree>
    <p:extLst>
      <p:ext uri="{BB962C8B-B14F-4D97-AF65-F5344CB8AC3E}">
        <p14:creationId xmlns:p14="http://schemas.microsoft.com/office/powerpoint/2010/main" val="2598890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A4A84-6525-4CD6-9647-1A7F270F19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grpSp>
        <p:nvGrpSpPr>
          <p:cNvPr id="7" name="Grupo 36">
            <a:extLst>
              <a:ext uri="{FF2B5EF4-FFF2-40B4-BE49-F238E27FC236}">
                <a16:creationId xmlns:a16="http://schemas.microsoft.com/office/drawing/2014/main" id="{9AF76477-0F77-58A4-E980-B8472C207DFF}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8" name="Forma libre 37">
              <a:extLst>
                <a:ext uri="{FF2B5EF4-FFF2-40B4-BE49-F238E27FC236}">
                  <a16:creationId xmlns:a16="http://schemas.microsoft.com/office/drawing/2014/main" id="{48A01B4F-9E81-C405-6C92-574124D1B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9" name="Forma libre 38">
              <a:extLst>
                <a:ext uri="{FF2B5EF4-FFF2-40B4-BE49-F238E27FC236}">
                  <a16:creationId xmlns:a16="http://schemas.microsoft.com/office/drawing/2014/main" id="{77C5CEFD-AC1A-D90A-9D90-11AB9F2562F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0" name="Forma libre 39">
              <a:extLst>
                <a:ext uri="{FF2B5EF4-FFF2-40B4-BE49-F238E27FC236}">
                  <a16:creationId xmlns:a16="http://schemas.microsoft.com/office/drawing/2014/main" id="{9A5022FD-CEE9-4CF4-8EB6-3D697AE95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A934B1AC-E92F-2F48-582B-A085A591D25E}"/>
              </a:ext>
            </a:extLst>
          </p:cNvPr>
          <p:cNvSpPr txBox="1"/>
          <p:nvPr userDrawn="1"/>
        </p:nvSpPr>
        <p:spPr>
          <a:xfrm>
            <a:off x="968354" y="6632871"/>
            <a:ext cx="61427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Jenny Díaz </a:t>
            </a:r>
          </a:p>
        </p:txBody>
      </p:sp>
    </p:spTree>
    <p:extLst>
      <p:ext uri="{BB962C8B-B14F-4D97-AF65-F5344CB8AC3E}">
        <p14:creationId xmlns:p14="http://schemas.microsoft.com/office/powerpoint/2010/main" val="1916042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CA4A84-6525-4CD6-9647-1A7F270F19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grpSp>
        <p:nvGrpSpPr>
          <p:cNvPr id="11" name="Grupo 14">
            <a:extLst>
              <a:ext uri="{FF2B5EF4-FFF2-40B4-BE49-F238E27FC236}">
                <a16:creationId xmlns:a16="http://schemas.microsoft.com/office/drawing/2014/main" id="{0C6A5DBE-3200-D65E-19AD-ECF441BF9ACB}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15">
              <a:extLst>
                <a:ext uri="{FF2B5EF4-FFF2-40B4-BE49-F238E27FC236}">
                  <a16:creationId xmlns:a16="http://schemas.microsoft.com/office/drawing/2014/main" id="{96AA5801-6F05-8EBA-4553-0EFF907B4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3" name="Forma libre 16">
              <a:extLst>
                <a:ext uri="{FF2B5EF4-FFF2-40B4-BE49-F238E27FC236}">
                  <a16:creationId xmlns:a16="http://schemas.microsoft.com/office/drawing/2014/main" id="{863B2ADE-5324-48A1-D55F-93F514ADFA7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  <p:sp>
          <p:nvSpPr>
            <p:cNvPr id="14" name="Forma libre 17">
              <a:extLst>
                <a:ext uri="{FF2B5EF4-FFF2-40B4-BE49-F238E27FC236}">
                  <a16:creationId xmlns:a16="http://schemas.microsoft.com/office/drawing/2014/main" id="{DE3CDE56-1EE5-892F-BBBA-20CDCE314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/>
            <a:p>
              <a:pPr rtl="0"/>
              <a:endParaRPr lang="es-MX" noProof="0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6ED046A-576C-7379-F129-89CE562D8F34}"/>
              </a:ext>
            </a:extLst>
          </p:cNvPr>
          <p:cNvSpPr txBox="1"/>
          <p:nvPr userDrawn="1"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</p:spTree>
    <p:extLst>
      <p:ext uri="{BB962C8B-B14F-4D97-AF65-F5344CB8AC3E}">
        <p14:creationId xmlns:p14="http://schemas.microsoft.com/office/powerpoint/2010/main" val="27539896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3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MX" noProof="0"/>
          </a:p>
        </p:txBody>
      </p:sp>
      <p:sp>
        <p:nvSpPr>
          <p:cNvPr id="6" name="Marcador de posición de pie de página 4">
            <a:extLst>
              <a:ext uri="{FF2B5EF4-FFF2-40B4-BE49-F238E27FC236}">
                <a16:creationId xmlns:a16="http://schemas.microsoft.com/office/drawing/2014/main" id="{D2277398-E71C-9E18-6FA2-AF0656698E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7" name="Marcador de posición de número de diapositiva 5">
            <a:extLst>
              <a:ext uri="{FF2B5EF4-FFF2-40B4-BE49-F238E27FC236}">
                <a16:creationId xmlns:a16="http://schemas.microsoft.com/office/drawing/2014/main" id="{B84FCA9A-3098-8020-E608-4F4F97405E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58" y="6610348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12545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MX"/>
              <a:t>OPTIMIZACIÓN DE OPERACIONES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80DD32-27E0-4A84-8B42-9482A74C988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62800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7155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MX" noProof="0"/>
              <a:t>Haga clic para modificar los estilos de texto del patrón</a:t>
            </a:r>
          </a:p>
          <a:p>
            <a:pPr lvl="1" rtl="0"/>
            <a:r>
              <a:rPr lang="es-MX" noProof="0"/>
              <a:t>Segundo nivel</a:t>
            </a:r>
          </a:p>
          <a:p>
            <a:pPr lvl="2" rtl="0"/>
            <a:r>
              <a:rPr lang="es-MX" noProof="0"/>
              <a:t>Tercer nivel</a:t>
            </a:r>
          </a:p>
          <a:p>
            <a:pPr lvl="3" rtl="0"/>
            <a:r>
              <a:rPr lang="es-MX" noProof="0"/>
              <a:t>Cuarto nivel</a:t>
            </a:r>
          </a:p>
          <a:p>
            <a:pPr lvl="4" rtl="0"/>
            <a:r>
              <a:rPr lang="es-MX" noProof="0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0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MX" noProof="0" dirty="0"/>
              <a:t>Haz clic para modificar el estilo de título del patrón</a:t>
            </a:r>
          </a:p>
        </p:txBody>
      </p:sp>
      <p:sp>
        <p:nvSpPr>
          <p:cNvPr id="31" name="Marcador de posición de pie de página 4">
            <a:extLst>
              <a:ext uri="{FF2B5EF4-FFF2-40B4-BE49-F238E27FC236}">
                <a16:creationId xmlns:a16="http://schemas.microsoft.com/office/drawing/2014/main" id="{C9955F1C-C0B1-BA44-8905-6991FA0D1E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773917" y="6610349"/>
            <a:ext cx="2644166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1100" b="0" i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s-MX"/>
              <a:t>OPTIMIZACIÓN DE OPERACIONES</a:t>
            </a:r>
            <a:endParaRPr lang="es-MX" dirty="0"/>
          </a:p>
        </p:txBody>
      </p:sp>
      <p:sp>
        <p:nvSpPr>
          <p:cNvPr id="32" name="Marcador de posición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8760" y="6602243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MX" noProof="0" smtClean="0"/>
              <a:pPr rtl="0"/>
              <a:t>‹#›</a:t>
            </a:fld>
            <a:endParaRPr lang="es-MX" noProof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93" r:id="rId2"/>
    <p:sldLayoutId id="2147483671" r:id="rId3"/>
    <p:sldLayoutId id="2147483672" r:id="rId4"/>
    <p:sldLayoutId id="2147483673" r:id="rId5"/>
    <p:sldLayoutId id="2147483684" r:id="rId6"/>
    <p:sldLayoutId id="2147483675" r:id="rId7"/>
    <p:sldLayoutId id="2147483698" r:id="rId8"/>
    <p:sldLayoutId id="2147483676" r:id="rId9"/>
    <p:sldLayoutId id="2147483677" r:id="rId10"/>
    <p:sldLayoutId id="2147483685" r:id="rId11"/>
    <p:sldLayoutId id="2147483688" r:id="rId12"/>
    <p:sldLayoutId id="2147483692" r:id="rId13"/>
    <p:sldLayoutId id="2147483682" r:id="rId14"/>
    <p:sldLayoutId id="2147483700" r:id="rId15"/>
    <p:sldLayoutId id="2147483704" r:id="rId16"/>
    <p:sldLayoutId id="2147483705" r:id="rId17"/>
    <p:sldLayoutId id="2147483697" r:id="rId18"/>
    <p:sldLayoutId id="2147483703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 spc="100" baseline="0">
          <a:solidFill>
            <a:schemeClr val="bg1"/>
          </a:solidFill>
          <a:latin typeface="Aptos Black" panose="020B00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ptos" panose="020B00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3" Type="http://schemas.openxmlformats.org/officeDocument/2006/relationships/image" Target="../media/image7.emf"/><Relationship Id="rId7" Type="http://schemas.openxmlformats.org/officeDocument/2006/relationships/image" Target="../media/image11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1.png"/><Relationship Id="rId5" Type="http://schemas.openxmlformats.org/officeDocument/2006/relationships/image" Target="../media/image9.png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3E168C-8042-5B4E-A5A4-A5BF693AE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1976" y="1483744"/>
            <a:ext cx="6320118" cy="2146458"/>
          </a:xfrm>
        </p:spPr>
        <p:txBody>
          <a:bodyPr rtlCol="0"/>
          <a:lstStyle/>
          <a:p>
            <a:pPr rtl="0"/>
            <a:r>
              <a:rPr lang="es-MX" sz="4000" dirty="0">
                <a:latin typeface="Abadi" panose="020B0604020104020204" pitchFamily="34" charset="0"/>
              </a:rPr>
              <a:t>Método Simplex</a:t>
            </a:r>
            <a:br>
              <a:rPr lang="es-MX" sz="4000" dirty="0">
                <a:latin typeface="Abadi" panose="020B0604020104020204" pitchFamily="34" charset="0"/>
              </a:rPr>
            </a:br>
            <a:r>
              <a:rPr lang="es-MX" sz="2800" dirty="0">
                <a:latin typeface="Abadi" panose="020B0604020104020204" pitchFamily="34" charset="0"/>
              </a:rPr>
              <a:t>Para la solución de problemas lineales</a:t>
            </a:r>
            <a:endParaRPr lang="es-MX" sz="4000" dirty="0">
              <a:latin typeface="Abadi" panose="020B0604020104020204" pitchFamily="34" charset="0"/>
            </a:endParaRPr>
          </a:p>
        </p:txBody>
      </p:sp>
      <p:sp>
        <p:nvSpPr>
          <p:cNvPr id="3" name="Marcador de posición de texto 2">
            <a:extLst>
              <a:ext uri="{FF2B5EF4-FFF2-40B4-BE49-F238E27FC236}">
                <a16:creationId xmlns:a16="http://schemas.microsoft.com/office/drawing/2014/main" id="{F18E61D8-31A3-2D45-8E25-CBE846E26E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7055" y="4549553"/>
            <a:ext cx="5491570" cy="953337"/>
          </a:xfrm>
        </p:spPr>
        <p:txBody>
          <a:bodyPr rtlCol="0"/>
          <a:lstStyle/>
          <a:p>
            <a:pPr rtl="0"/>
            <a:r>
              <a:rPr lang="es-MX" dirty="0">
                <a:latin typeface="+mj-lt"/>
              </a:rPr>
              <a:t>Profesor </a:t>
            </a:r>
            <a:r>
              <a:rPr lang="es-MX" dirty="0" err="1">
                <a:latin typeface="+mj-lt"/>
              </a:rPr>
              <a:t>name</a:t>
            </a:r>
            <a:endParaRPr lang="es-MX" dirty="0">
              <a:latin typeface="+mj-lt"/>
            </a:endParaRPr>
          </a:p>
          <a:p>
            <a:pPr rtl="0"/>
            <a:r>
              <a:rPr lang="es-MX" dirty="0">
                <a:latin typeface="+mj-lt"/>
              </a:rPr>
              <a:t>Optimización de Procesos Industriales</a:t>
            </a:r>
          </a:p>
          <a:p>
            <a:pPr rtl="0"/>
            <a:r>
              <a:rPr lang="es-MX" dirty="0">
                <a:latin typeface="+mj-lt"/>
              </a:rPr>
              <a:t>Escuela de Ingeniería y Ciencias</a:t>
            </a:r>
          </a:p>
          <a:p>
            <a:pPr rtl="0"/>
            <a:r>
              <a:rPr lang="es-MX" dirty="0">
                <a:latin typeface="+mj-lt"/>
              </a:rPr>
              <a:t>Tecnológico de Monterrey</a:t>
            </a:r>
            <a:endParaRPr lang="es-MX" dirty="0"/>
          </a:p>
          <a:p>
            <a:pPr rtl="0"/>
            <a:endParaRPr lang="es-MX" dirty="0"/>
          </a:p>
        </p:txBody>
      </p:sp>
      <p:pic>
        <p:nvPicPr>
          <p:cNvPr id="1026" name="Picture 2" descr="ITESM + Tec de Monterrey Artwork – javier arturo rodríguez">
            <a:extLst>
              <a:ext uri="{FF2B5EF4-FFF2-40B4-BE49-F238E27FC236}">
                <a16:creationId xmlns:a16="http://schemas.microsoft.com/office/drawing/2014/main" id="{81EE2347-21B2-2241-0047-FCE86C38F3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66" y="218795"/>
            <a:ext cx="1693319" cy="4445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0950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Métodos</a:t>
            </a:r>
            <a:r>
              <a:rPr lang="en-US" dirty="0"/>
              <a:t> de </a:t>
            </a:r>
            <a:r>
              <a:rPr lang="en-US" dirty="0" err="1"/>
              <a:t>Solución</a:t>
            </a:r>
            <a:r>
              <a:rPr lang="en-US" dirty="0"/>
              <a:t> - </a:t>
            </a:r>
            <a:r>
              <a:rPr lang="en-US" dirty="0" err="1"/>
              <a:t>Contenido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C92665A-E6D9-511C-42A2-4AE2E1732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449457-6A62-C110-0EAA-52AACAF1A0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rtl="0"/>
            <a:r>
              <a:rPr lang="es-MX" noProof="0" dirty="0"/>
              <a:t>OPTIMIZACIÓN DE OPERACIONES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BBE39C-06CC-42B9-6A07-60E6A7446F4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prstGeom prst="rect">
            <a:avLst/>
          </a:prstGeom>
        </p:spPr>
        <p:txBody>
          <a:bodyPr/>
          <a:lstStyle/>
          <a:p>
            <a:pPr rtl="0"/>
            <a:endParaRPr lang="es-MX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CD45E0-DD8F-23A5-0873-9EDBC1D9867E}"/>
              </a:ext>
            </a:extLst>
          </p:cNvPr>
          <p:cNvSpPr/>
          <p:nvPr/>
        </p:nvSpPr>
        <p:spPr>
          <a:xfrm>
            <a:off x="8388931" y="1726325"/>
            <a:ext cx="1642575" cy="369025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581083003"/>
              </p:ext>
            </p:extLst>
          </p:nvPr>
        </p:nvGraphicFramePr>
        <p:xfrm>
          <a:off x="2020469" y="1622612"/>
          <a:ext cx="7921389" cy="39444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6831621-2D62-8D50-12B1-B8CECBB57A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04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/>
              <a:t>Una iteración Simplex (con tableros)</a:t>
            </a:r>
            <a:br>
              <a:rPr lang="es-MX" sz="3600" dirty="0"/>
            </a:br>
            <a:r>
              <a:rPr lang="es-MX" sz="3600" dirty="0"/>
              <a:t>Para problemas de maximización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165413" y="1825625"/>
            <a:ext cx="9045388" cy="4351338"/>
          </a:xfrm>
        </p:spPr>
        <p:txBody>
          <a:bodyPr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000" dirty="0">
                <a:latin typeface="+mn-lt"/>
              </a:rPr>
              <a:t>Las columnas de variables básicas deben transformarse en una </a:t>
            </a:r>
            <a:r>
              <a:rPr lang="es-MX" altLang="es-MX" sz="2000" dirty="0" err="1">
                <a:latin typeface="+mn-lt"/>
              </a:rPr>
              <a:t>submatriz</a:t>
            </a:r>
            <a:r>
              <a:rPr lang="es-MX" altLang="es-MX" sz="2000" dirty="0">
                <a:latin typeface="+mn-lt"/>
              </a:rPr>
              <a:t> identidad, incluida la fila de ceros (fila z).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000" dirty="0">
                <a:latin typeface="+mn-lt"/>
              </a:rPr>
              <a:t>Los valores de las variables básicas en la primera columna pueden leerse en la última columna (término independiente).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2000" dirty="0">
                <a:latin typeface="+mn-lt"/>
              </a:rPr>
              <a:t>El cambio de la BFS ocurre cuando: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1800" dirty="0">
                <a:latin typeface="+mn-lt"/>
              </a:rPr>
              <a:t>Una variable no básica (columna k-</a:t>
            </a:r>
            <a:r>
              <a:rPr lang="es-MX" altLang="es-MX" sz="1800" dirty="0" err="1">
                <a:latin typeface="+mn-lt"/>
              </a:rPr>
              <a:t>ésima</a:t>
            </a:r>
            <a:r>
              <a:rPr lang="es-MX" altLang="es-MX" sz="1800" dirty="0">
                <a:latin typeface="+mn-lt"/>
              </a:rPr>
              <a:t>) entra a la base.</a:t>
            </a:r>
            <a:br>
              <a:rPr lang="es-MX" altLang="es-MX" sz="1800" dirty="0">
                <a:latin typeface="+mn-lt"/>
              </a:rPr>
            </a:br>
            <a:r>
              <a:rPr lang="es-MX" altLang="es-MX" sz="1800" b="1" dirty="0">
                <a:latin typeface="+mn-lt"/>
              </a:rPr>
              <a:t>¿Cuál?</a:t>
            </a:r>
            <a:r>
              <a:rPr lang="es-MX" altLang="es-MX" sz="1800" dirty="0">
                <a:latin typeface="+mn-lt"/>
              </a:rPr>
              <a:t> La que tenga el valor más negativo. </a:t>
            </a:r>
            <a:r>
              <a:rPr lang="es-MX" altLang="es-MX" sz="1800" b="1" dirty="0">
                <a:latin typeface="+mn-lt"/>
              </a:rPr>
              <a:t>Columna pivote</a:t>
            </a:r>
            <a:r>
              <a:rPr lang="es-MX" altLang="es-MX" sz="1800" dirty="0">
                <a:latin typeface="+mn-lt"/>
              </a:rPr>
              <a:t> 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s-MX" altLang="es-MX" sz="1800" dirty="0">
                <a:latin typeface="+mn-lt"/>
              </a:rPr>
              <a:t>Una variable básica (fila r-</a:t>
            </a:r>
            <a:r>
              <a:rPr lang="es-MX" altLang="es-MX" sz="1800" dirty="0" err="1">
                <a:latin typeface="+mn-lt"/>
              </a:rPr>
              <a:t>ésima</a:t>
            </a:r>
            <a:r>
              <a:rPr lang="es-MX" altLang="es-MX" sz="1800" dirty="0">
                <a:latin typeface="+mn-lt"/>
              </a:rPr>
              <a:t>) sale de la base. </a:t>
            </a:r>
            <a:r>
              <a:rPr lang="es-MX" altLang="es-MX" sz="1800" b="1" dirty="0">
                <a:latin typeface="+mn-lt"/>
              </a:rPr>
              <a:t>Fila pivote</a:t>
            </a:r>
            <a:br>
              <a:rPr lang="es-MX" altLang="es-MX" sz="1800" dirty="0">
                <a:latin typeface="+mn-lt"/>
              </a:rPr>
            </a:br>
            <a:r>
              <a:rPr lang="es-MX" altLang="es-MX" sz="1800" b="1" dirty="0">
                <a:latin typeface="+mn-lt"/>
              </a:rPr>
              <a:t>¿Cuál?</a:t>
            </a:r>
            <a:r>
              <a:rPr lang="es-MX" altLang="es-MX" sz="1800" dirty="0">
                <a:latin typeface="+mn-lt"/>
              </a:rPr>
              <a:t> La que tenga la mínima razón entre el lado derecho y la columna pivote *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MX" altLang="es-MX" sz="1800" dirty="0">
                <a:solidFill>
                  <a:schemeClr val="bg2">
                    <a:lumMod val="50000"/>
                  </a:schemeClr>
                </a:solidFill>
                <a:latin typeface="+mn-lt"/>
              </a:rPr>
              <a:t>Nota*: El cociente sólo se considera para valores positivos de la columna pivote.</a:t>
            </a:r>
          </a:p>
          <a:p>
            <a:pPr lvl="2">
              <a:spcBef>
                <a:spcPts val="0"/>
              </a:spcBef>
            </a:pPr>
            <a:endParaRPr lang="en-US" sz="1800" dirty="0">
              <a:latin typeface="+mn-lt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FDCE28B-9BDB-60D7-1883-F4DFA30EAB7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BA6EC94-55D4-E922-D251-CB84BEBAC4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8F6458-DEA6-2B99-6659-4FA06A4BFD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1</a:t>
            </a:r>
          </a:p>
        </p:txBody>
      </p:sp>
      <p:graphicFrame>
        <p:nvGraphicFramePr>
          <p:cNvPr id="4" name="3 Marcador de contenido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8916202"/>
              </p:ext>
            </p:extLst>
          </p:nvPr>
        </p:nvGraphicFramePr>
        <p:xfrm>
          <a:off x="1476374" y="2207695"/>
          <a:ext cx="2082613" cy="25976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cuación" r:id="rId2" imgW="1180800" imgH="1473120" progId="Equation.3">
                  <p:embed/>
                </p:oleObj>
              </mc:Choice>
              <mc:Fallback>
                <p:oleObj name="Ecuación" r:id="rId2" imgW="1180800" imgH="1473120" progId="Equation.3">
                  <p:embed/>
                  <p:pic>
                    <p:nvPicPr>
                      <p:cNvPr id="4" name="3 Marcador de contenido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4" y="2207695"/>
                        <a:ext cx="2082613" cy="259766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20E917B6-7CC3-ABE8-5DA1-883E3AAEBC89}"/>
              </a:ext>
            </a:extLst>
          </p:cNvPr>
          <p:cNvGrpSpPr/>
          <p:nvPr/>
        </p:nvGrpSpPr>
        <p:grpSpPr>
          <a:xfrm>
            <a:off x="4675080" y="1399111"/>
            <a:ext cx="6217039" cy="4214835"/>
            <a:chOff x="3952860" y="1428737"/>
            <a:chExt cx="7629540" cy="5072098"/>
          </a:xfrm>
        </p:grpSpPr>
        <p:grpSp>
          <p:nvGrpSpPr>
            <p:cNvPr id="17" name="10 Grupo">
              <a:extLst>
                <a:ext uri="{FF2B5EF4-FFF2-40B4-BE49-F238E27FC236}">
                  <a16:creationId xmlns:a16="http://schemas.microsoft.com/office/drawing/2014/main" id="{A5AE6C9D-1B95-1B47-2F98-4C2B8DE12A89}"/>
                </a:ext>
              </a:extLst>
            </p:cNvPr>
            <p:cNvGrpSpPr/>
            <p:nvPr/>
          </p:nvGrpSpPr>
          <p:grpSpPr>
            <a:xfrm>
              <a:off x="3952860" y="1428737"/>
              <a:ext cx="7629540" cy="5072098"/>
              <a:chOff x="2786050" y="1428736"/>
              <a:chExt cx="6357950" cy="5072098"/>
            </a:xfrm>
          </p:grpSpPr>
          <p:graphicFrame>
            <p:nvGraphicFramePr>
              <p:cNvPr id="19" name="8 Gráfico">
                <a:extLst>
                  <a:ext uri="{FF2B5EF4-FFF2-40B4-BE49-F238E27FC236}">
                    <a16:creationId xmlns:a16="http://schemas.microsoft.com/office/drawing/2014/main" id="{B2C3A9A0-980F-8DAA-9471-351E54364D2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942453316"/>
                  </p:ext>
                </p:extLst>
              </p:nvPr>
            </p:nvGraphicFramePr>
            <p:xfrm>
              <a:off x="2786050" y="1428736"/>
              <a:ext cx="6357950" cy="507209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  <p:sp>
            <p:nvSpPr>
              <p:cNvPr id="20" name="5 CuadroTexto">
                <a:extLst>
                  <a:ext uri="{FF2B5EF4-FFF2-40B4-BE49-F238E27FC236}">
                    <a16:creationId xmlns:a16="http://schemas.microsoft.com/office/drawing/2014/main" id="{0C9EE060-8EC5-A2EF-7337-F480402723AE}"/>
                  </a:ext>
                </a:extLst>
              </p:cNvPr>
              <p:cNvSpPr txBox="1"/>
              <p:nvPr/>
            </p:nvSpPr>
            <p:spPr>
              <a:xfrm>
                <a:off x="3417311" y="5427316"/>
                <a:ext cx="328196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A</a:t>
                </a:r>
              </a:p>
            </p:txBody>
          </p:sp>
          <p:sp>
            <p:nvSpPr>
              <p:cNvPr id="21" name="6 CuadroTexto">
                <a:extLst>
                  <a:ext uri="{FF2B5EF4-FFF2-40B4-BE49-F238E27FC236}">
                    <a16:creationId xmlns:a16="http://schemas.microsoft.com/office/drawing/2014/main" id="{B0047C1D-3D93-947D-E93E-93B9CA930726}"/>
                  </a:ext>
                </a:extLst>
              </p:cNvPr>
              <p:cNvSpPr txBox="1"/>
              <p:nvPr/>
            </p:nvSpPr>
            <p:spPr>
              <a:xfrm>
                <a:off x="3428993" y="4429132"/>
                <a:ext cx="331474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B</a:t>
                </a:r>
              </a:p>
            </p:txBody>
          </p:sp>
          <p:sp>
            <p:nvSpPr>
              <p:cNvPr id="22" name="7 CuadroTexto">
                <a:extLst>
                  <a:ext uri="{FF2B5EF4-FFF2-40B4-BE49-F238E27FC236}">
                    <a16:creationId xmlns:a16="http://schemas.microsoft.com/office/drawing/2014/main" id="{C67AC9AF-9F5C-E179-E64F-5375F02A5E21}"/>
                  </a:ext>
                </a:extLst>
              </p:cNvPr>
              <p:cNvSpPr txBox="1"/>
              <p:nvPr/>
            </p:nvSpPr>
            <p:spPr>
              <a:xfrm>
                <a:off x="3786182" y="4071940"/>
                <a:ext cx="352785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C</a:t>
                </a:r>
              </a:p>
            </p:txBody>
          </p:sp>
          <p:sp>
            <p:nvSpPr>
              <p:cNvPr id="23" name="8 CuadroTexto">
                <a:extLst>
                  <a:ext uri="{FF2B5EF4-FFF2-40B4-BE49-F238E27FC236}">
                    <a16:creationId xmlns:a16="http://schemas.microsoft.com/office/drawing/2014/main" id="{A8FD39FF-04F7-A9C7-1D03-18EB83849F2F}"/>
                  </a:ext>
                </a:extLst>
              </p:cNvPr>
              <p:cNvSpPr txBox="1"/>
              <p:nvPr/>
            </p:nvSpPr>
            <p:spPr>
              <a:xfrm>
                <a:off x="6000761" y="5214950"/>
                <a:ext cx="351146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D</a:t>
                </a:r>
              </a:p>
            </p:txBody>
          </p:sp>
          <p:sp>
            <p:nvSpPr>
              <p:cNvPr id="24" name="9 CuadroTexto">
                <a:extLst>
                  <a:ext uri="{FF2B5EF4-FFF2-40B4-BE49-F238E27FC236}">
                    <a16:creationId xmlns:a16="http://schemas.microsoft.com/office/drawing/2014/main" id="{AE40812E-67A8-0EC7-D9A4-A287565F6EB5}"/>
                  </a:ext>
                </a:extLst>
              </p:cNvPr>
              <p:cNvSpPr txBox="1"/>
              <p:nvPr/>
            </p:nvSpPr>
            <p:spPr>
              <a:xfrm>
                <a:off x="3357554" y="3929067"/>
                <a:ext cx="313441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F</a:t>
                </a:r>
              </a:p>
            </p:txBody>
          </p:sp>
        </p:grp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7F1917B-1E4D-0EB9-38A1-5450661A1CA5}"/>
                </a:ext>
              </a:extLst>
            </p:cNvPr>
            <p:cNvSpPr/>
            <p:nvPr/>
          </p:nvSpPr>
          <p:spPr>
            <a:xfrm>
              <a:off x="10085294" y="2169459"/>
              <a:ext cx="259977" cy="35500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26" name="Date Placeholder 25">
            <a:extLst>
              <a:ext uri="{FF2B5EF4-FFF2-40B4-BE49-F238E27FC236}">
                <a16:creationId xmlns:a16="http://schemas.microsoft.com/office/drawing/2014/main" id="{75695DBD-88DC-44E2-F4B1-5376A511533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E2843297-99E4-1C80-0FAB-7A965FD7A77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EE9FBE56-C078-3FBA-7A6E-D734E8E3C7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4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dirty="0" err="1"/>
              <a:t>First</a:t>
            </a:r>
            <a:r>
              <a:rPr lang="es-MX" dirty="0"/>
              <a:t> Simplex </a:t>
            </a:r>
            <a:r>
              <a:rPr lang="es-MX" dirty="0" err="1"/>
              <a:t>Tableau</a:t>
            </a:r>
            <a:endParaRPr lang="es-MX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949760"/>
              </p:ext>
            </p:extLst>
          </p:nvPr>
        </p:nvGraphicFramePr>
        <p:xfrm>
          <a:off x="1158240" y="3116542"/>
          <a:ext cx="10382248" cy="212344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4419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3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Basic</a:t>
                      </a:r>
                      <a:r>
                        <a:rPr lang="es-MX" sz="1800" baseline="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variables</a:t>
                      </a:r>
                      <a:endParaRPr lang="es-MX" sz="1800" dirty="0">
                        <a:solidFill>
                          <a:srgbClr val="0070C0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rgbClr val="0070C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6 Marcador de pie de página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s-ES"/>
              <a:t>OPTIMIZACIÓN DE OPERACIONES</a:t>
            </a:r>
            <a:endParaRPr lang="es-ES" dirty="0"/>
          </a:p>
        </p:txBody>
      </p:sp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825625"/>
            <a:ext cx="10167022" cy="4575175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First</a:t>
            </a:r>
            <a:r>
              <a:rPr lang="es-MX" sz="2400" dirty="0">
                <a:solidFill>
                  <a:schemeClr val="bg1"/>
                </a:solidFill>
              </a:rPr>
              <a:t> BFS: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 err="1">
                <a:solidFill>
                  <a:schemeClr val="bg1"/>
                </a:solidFill>
              </a:rPr>
              <a:t>If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feasible</a:t>
            </a:r>
            <a:r>
              <a:rPr lang="es-MX" sz="2400" dirty="0">
                <a:solidFill>
                  <a:schemeClr val="bg1"/>
                </a:solidFill>
              </a:rPr>
              <a:t>, original variables </a:t>
            </a:r>
            <a:r>
              <a:rPr lang="es-MX" sz="2400" dirty="0" err="1">
                <a:solidFill>
                  <a:schemeClr val="bg1"/>
                </a:solidFill>
              </a:rPr>
              <a:t>equal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to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zero</a:t>
            </a:r>
            <a:r>
              <a:rPr lang="es-MX" sz="2400" dirty="0">
                <a:solidFill>
                  <a:schemeClr val="bg1"/>
                </a:solidFill>
              </a:rPr>
              <a:t>.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x1= x2= 0, </a:t>
            </a:r>
            <a:r>
              <a:rPr lang="es-MX" sz="2400" dirty="0" err="1">
                <a:solidFill>
                  <a:schemeClr val="bg1"/>
                </a:solidFill>
              </a:rPr>
              <a:t>then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basic</a:t>
            </a:r>
            <a:r>
              <a:rPr lang="es-MX" sz="2400" dirty="0">
                <a:solidFill>
                  <a:schemeClr val="bg1"/>
                </a:solidFill>
              </a:rPr>
              <a:t> variables: s1, s2, s3</a:t>
            </a:r>
            <a:endParaRPr lang="es-MX" sz="2000" dirty="0">
              <a:solidFill>
                <a:schemeClr val="bg1"/>
              </a:solidFill>
            </a:endParaRP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000" dirty="0">
              <a:solidFill>
                <a:schemeClr val="bg1"/>
              </a:solidFill>
            </a:endParaRP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63DD070-BEE8-C2AA-E57F-9221D8EE88E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555E3B76-3D2F-EEEB-E595-F7F12BF4DB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5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First</a:t>
            </a:r>
            <a:r>
              <a:rPr lang="es-MX" sz="3600" dirty="0"/>
              <a:t> Simplex </a:t>
            </a:r>
            <a:r>
              <a:rPr lang="es-MX" sz="3600" dirty="0" err="1"/>
              <a:t>Tableau</a:t>
            </a:r>
            <a:endParaRPr lang="es-MX" sz="36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4965623"/>
              </p:ext>
            </p:extLst>
          </p:nvPr>
        </p:nvGraphicFramePr>
        <p:xfrm>
          <a:off x="971554" y="3079937"/>
          <a:ext cx="10382246" cy="242889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56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2154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Basic</a:t>
                      </a:r>
                      <a:r>
                        <a:rPr lang="es-MX" sz="1800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variables</a:t>
                      </a:r>
                      <a:endParaRPr lang="es-MX" sz="18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accent5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200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300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b="1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First</a:t>
            </a:r>
            <a:r>
              <a:rPr lang="es-MX" sz="2400" dirty="0">
                <a:solidFill>
                  <a:schemeClr val="bg1"/>
                </a:solidFill>
              </a:rPr>
              <a:t> BFS: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 err="1">
                <a:solidFill>
                  <a:schemeClr val="bg1"/>
                </a:solidFill>
              </a:rPr>
              <a:t>If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feasible</a:t>
            </a:r>
            <a:r>
              <a:rPr lang="es-MX" sz="2400" dirty="0">
                <a:solidFill>
                  <a:schemeClr val="bg1"/>
                </a:solidFill>
              </a:rPr>
              <a:t>, original variables </a:t>
            </a:r>
            <a:r>
              <a:rPr lang="es-MX" sz="2400" dirty="0" err="1">
                <a:solidFill>
                  <a:schemeClr val="bg1"/>
                </a:solidFill>
              </a:rPr>
              <a:t>equal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to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zero</a:t>
            </a:r>
            <a:r>
              <a:rPr lang="es-MX" sz="2400" dirty="0">
                <a:solidFill>
                  <a:schemeClr val="bg1"/>
                </a:solidFill>
              </a:rPr>
              <a:t>.</a:t>
            </a:r>
          </a:p>
          <a:p>
            <a:pPr marL="1075334" lvl="1" indent="-384048">
              <a:buClr>
                <a:schemeClr val="accent1"/>
              </a:buClr>
              <a:buSzPct val="80000"/>
              <a:buFont typeface="Wingdings 2"/>
              <a:buChar char=""/>
            </a:pPr>
            <a:r>
              <a:rPr lang="es-MX" sz="2400" dirty="0">
                <a:solidFill>
                  <a:schemeClr val="bg1"/>
                </a:solidFill>
              </a:rPr>
              <a:t>x1= x2= 0, </a:t>
            </a:r>
            <a:r>
              <a:rPr lang="es-MX" sz="2400" dirty="0" err="1">
                <a:solidFill>
                  <a:schemeClr val="bg1"/>
                </a:solidFill>
              </a:rPr>
              <a:t>then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basic</a:t>
            </a:r>
            <a:r>
              <a:rPr lang="es-MX" sz="2400" dirty="0">
                <a:solidFill>
                  <a:schemeClr val="bg1"/>
                </a:solidFill>
              </a:rPr>
              <a:t> variables: s1, s2, s3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5349865" y="5123047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p:sp>
        <p:nvSpPr>
          <p:cNvPr id="7" name="6 Rectángulo"/>
          <p:cNvSpPr/>
          <p:nvPr/>
        </p:nvSpPr>
        <p:spPr>
          <a:xfrm>
            <a:off x="5264139" y="3337096"/>
            <a:ext cx="771530" cy="21431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p:sp>
        <p:nvSpPr>
          <p:cNvPr id="8" name="7 Rectángulo"/>
          <p:cNvSpPr/>
          <p:nvPr/>
        </p:nvSpPr>
        <p:spPr>
          <a:xfrm>
            <a:off x="1663665" y="5123046"/>
            <a:ext cx="9033546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sz="2160" dirty="0">
                <a:solidFill>
                  <a:schemeClr val="bg1"/>
                </a:solidFill>
              </a:rPr>
              <a:t>&lt;</a:t>
            </a:r>
          </a:p>
        </p:txBody>
      </p:sp>
      <p:sp>
        <p:nvSpPr>
          <p:cNvPr id="9" name="8 CuadroTexto"/>
          <p:cNvSpPr txBox="1"/>
          <p:nvPr/>
        </p:nvSpPr>
        <p:spPr>
          <a:xfrm>
            <a:off x="11353800" y="4282035"/>
            <a:ext cx="86914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200/3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11374992" y="4630371"/>
            <a:ext cx="86914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300/2</a:t>
            </a:r>
          </a:p>
        </p:txBody>
      </p:sp>
      <p:sp>
        <p:nvSpPr>
          <p:cNvPr id="11" name="10 CuadroTexto"/>
          <p:cNvSpPr txBox="1"/>
          <p:nvPr/>
        </p:nvSpPr>
        <p:spPr>
          <a:xfrm>
            <a:off x="11398386" y="5053557"/>
            <a:ext cx="7216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60/1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697210" y="5765988"/>
            <a:ext cx="131318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 err="1">
                <a:solidFill>
                  <a:srgbClr val="FF0000"/>
                </a:solidFill>
              </a:rPr>
              <a:t>Minimun</a:t>
            </a:r>
            <a:r>
              <a:rPr lang="es-MX" sz="216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1538347" y="5285279"/>
            <a:ext cx="542441" cy="464950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p:cxnSp>
        <p:nvCxnSpPr>
          <p:cNvPr id="18" name="17 Conector recto de flecha"/>
          <p:cNvCxnSpPr/>
          <p:nvPr/>
        </p:nvCxnSpPr>
        <p:spPr>
          <a:xfrm rot="16200000" flipV="1">
            <a:off x="6099965" y="4858726"/>
            <a:ext cx="1071570" cy="102870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0" name="19 Conector recto de flecha"/>
          <p:cNvCxnSpPr/>
          <p:nvPr/>
        </p:nvCxnSpPr>
        <p:spPr>
          <a:xfrm flipV="1">
            <a:off x="2435194" y="5623113"/>
            <a:ext cx="514354" cy="285752"/>
          </a:xfrm>
          <a:prstGeom prst="straightConnector1">
            <a:avLst/>
          </a:prstGeom>
          <a:ln>
            <a:solidFill>
              <a:srgbClr val="7030A0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2" name="21 Conector recto de flecha"/>
          <p:cNvCxnSpPr/>
          <p:nvPr/>
        </p:nvCxnSpPr>
        <p:spPr>
          <a:xfrm rot="5400000" flipH="1" flipV="1">
            <a:off x="5235861" y="5515764"/>
            <a:ext cx="285752" cy="342902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23 CuadroTexto"/>
          <p:cNvSpPr txBox="1"/>
          <p:nvPr/>
        </p:nvSpPr>
        <p:spPr>
          <a:xfrm>
            <a:off x="6978652" y="5837427"/>
            <a:ext cx="174490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 err="1">
                <a:solidFill>
                  <a:srgbClr val="FF0000"/>
                </a:solidFill>
              </a:rPr>
              <a:t>Pivot</a:t>
            </a:r>
            <a:r>
              <a:rPr lang="es-MX" sz="2160" dirty="0">
                <a:solidFill>
                  <a:srgbClr val="FF0000"/>
                </a:solidFill>
              </a:rPr>
              <a:t> </a:t>
            </a:r>
            <a:r>
              <a:rPr lang="es-MX" sz="2160" dirty="0" err="1">
                <a:solidFill>
                  <a:srgbClr val="FF0000"/>
                </a:solidFill>
              </a:rPr>
              <a:t>column</a:t>
            </a:r>
            <a:endParaRPr lang="es-MX" sz="2160" dirty="0">
              <a:solidFill>
                <a:srgbClr val="FF0000"/>
              </a:solidFill>
            </a:endParaRPr>
          </a:p>
        </p:txBody>
      </p:sp>
      <p:sp>
        <p:nvSpPr>
          <p:cNvPr id="25" name="24 CuadroTexto"/>
          <p:cNvSpPr txBox="1"/>
          <p:nvPr/>
        </p:nvSpPr>
        <p:spPr>
          <a:xfrm>
            <a:off x="1577938" y="5837427"/>
            <a:ext cx="127034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60">
                <a:solidFill>
                  <a:srgbClr val="7030A0"/>
                </a:solidFill>
              </a:rPr>
              <a:t>Pivot row</a:t>
            </a:r>
          </a:p>
        </p:txBody>
      </p:sp>
      <p:sp>
        <p:nvSpPr>
          <p:cNvPr id="26" name="25 CuadroTexto"/>
          <p:cNvSpPr txBox="1"/>
          <p:nvPr/>
        </p:nvSpPr>
        <p:spPr>
          <a:xfrm>
            <a:off x="4578334" y="5837427"/>
            <a:ext cx="775084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 err="1">
                <a:solidFill>
                  <a:schemeClr val="accent5"/>
                </a:solidFill>
              </a:rPr>
              <a:t>Pivot</a:t>
            </a:r>
            <a:endParaRPr lang="es-MX" sz="2160" dirty="0">
              <a:solidFill>
                <a:schemeClr val="accent5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067726-94B8-5D83-E971-825DA607EA60}"/>
              </a:ext>
            </a:extLst>
          </p:cNvPr>
          <p:cNvSpPr txBox="1"/>
          <p:nvPr/>
        </p:nvSpPr>
        <p:spPr>
          <a:xfrm>
            <a:off x="8105102" y="2206688"/>
            <a:ext cx="34332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Entering</a:t>
            </a:r>
            <a:r>
              <a:rPr lang="es-MX" sz="2400" dirty="0">
                <a:solidFill>
                  <a:schemeClr val="bg1"/>
                </a:solidFill>
              </a:rPr>
              <a:t> variable: X2</a:t>
            </a:r>
          </a:p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Leaving</a:t>
            </a:r>
            <a:r>
              <a:rPr lang="es-MX" sz="2400" dirty="0">
                <a:solidFill>
                  <a:schemeClr val="bg1"/>
                </a:solidFill>
              </a:rPr>
              <a:t>  variable: S3</a:t>
            </a:r>
          </a:p>
        </p:txBody>
      </p:sp>
      <p:sp>
        <p:nvSpPr>
          <p:cNvPr id="27" name="Date Placeholder 26">
            <a:extLst>
              <a:ext uri="{FF2B5EF4-FFF2-40B4-BE49-F238E27FC236}">
                <a16:creationId xmlns:a16="http://schemas.microsoft.com/office/drawing/2014/main" id="{F4AB05E2-BCDF-E6D1-45AF-A4376136337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28" name="Footer Placeholder 27">
            <a:extLst>
              <a:ext uri="{FF2B5EF4-FFF2-40B4-BE49-F238E27FC236}">
                <a16:creationId xmlns:a16="http://schemas.microsoft.com/office/drawing/2014/main" id="{C2660E98-EFF4-731F-9A75-F2B67CCD08D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BA59156-73F8-59B6-05EA-77BCFE54BD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7" grpId="0" animBg="1"/>
      <p:bldP spid="8" grpId="0" animBg="1"/>
      <p:bldP spid="9" grpId="0"/>
      <p:bldP spid="10" grpId="0"/>
      <p:bldP spid="11" grpId="0"/>
      <p:bldP spid="12" grpId="0"/>
      <p:bldP spid="16" grpId="0" animBg="1"/>
      <p:bldP spid="24" grpId="0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err="1"/>
              <a:t>Second</a:t>
            </a:r>
            <a:r>
              <a:rPr lang="es-MX" sz="3600" dirty="0"/>
              <a:t> Simplex </a:t>
            </a:r>
            <a:r>
              <a:rPr lang="es-MX" sz="3600" dirty="0" err="1"/>
              <a:t>Tableau</a:t>
            </a:r>
            <a:endParaRPr lang="es-MX" sz="36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0189753"/>
              </p:ext>
            </p:extLst>
          </p:nvPr>
        </p:nvGraphicFramePr>
        <p:xfrm>
          <a:off x="971554" y="3413997"/>
          <a:ext cx="10382246" cy="242889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56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2154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Basic</a:t>
                      </a:r>
                      <a:r>
                        <a:rPr lang="es-MX" sz="1800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variables</a:t>
                      </a:r>
                      <a:endParaRPr lang="es-MX" sz="18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accent5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180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Nonbasic</a:t>
            </a:r>
            <a:r>
              <a:rPr lang="es-MX" sz="2400" dirty="0">
                <a:solidFill>
                  <a:schemeClr val="bg1"/>
                </a:solidFill>
              </a:rPr>
              <a:t> variables: x1, s3</a:t>
            </a:r>
          </a:p>
          <a:p>
            <a:pPr marL="526694" indent="-384048" defTabSz="1097280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Entering</a:t>
            </a:r>
            <a:r>
              <a:rPr lang="es-MX" sz="2400" dirty="0">
                <a:solidFill>
                  <a:schemeClr val="bg1"/>
                </a:solidFill>
              </a:rPr>
              <a:t> variable: X1</a:t>
            </a:r>
          </a:p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Leaving</a:t>
            </a:r>
            <a:r>
              <a:rPr lang="es-MX" sz="2400" dirty="0">
                <a:solidFill>
                  <a:schemeClr val="bg1"/>
                </a:solidFill>
              </a:rPr>
              <a:t>  variable: S1</a:t>
            </a:r>
          </a:p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endParaRPr lang="es-MX" sz="2400" dirty="0">
              <a:solidFill>
                <a:schemeClr val="bg1"/>
              </a:solidFill>
            </a:endParaRP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4022873" y="4631812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7" name="6 Rectángulo"/>
          <p:cNvSpPr/>
          <p:nvPr/>
        </p:nvSpPr>
        <p:spPr>
          <a:xfrm>
            <a:off x="3851422" y="3631679"/>
            <a:ext cx="771530" cy="21431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8" name="7 Rectángulo"/>
          <p:cNvSpPr/>
          <p:nvPr/>
        </p:nvSpPr>
        <p:spPr>
          <a:xfrm>
            <a:off x="1451106" y="4631811"/>
            <a:ext cx="9033546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9" name="8 CuadroTexto"/>
          <p:cNvSpPr txBox="1"/>
          <p:nvPr/>
        </p:nvSpPr>
        <p:spPr>
          <a:xfrm>
            <a:off x="11339531" y="4618003"/>
            <a:ext cx="7216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20/1</a:t>
            </a:r>
          </a:p>
        </p:txBody>
      </p:sp>
      <p:sp>
        <p:nvSpPr>
          <p:cNvPr id="10" name="9 CuadroTexto"/>
          <p:cNvSpPr txBox="1"/>
          <p:nvPr/>
        </p:nvSpPr>
        <p:spPr>
          <a:xfrm>
            <a:off x="11339531" y="4903754"/>
            <a:ext cx="86914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180/2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10484652" y="6060571"/>
            <a:ext cx="115768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Mínimo!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1325788" y="4846127"/>
            <a:ext cx="542441" cy="1198686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87D7430-F52F-21A5-E333-79BE949FAC0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46DCF749-28D9-08A1-FCE1-F07214B212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5AD61FB-2885-DE9E-3FC8-8853F32D946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7" grpId="0" animBg="1"/>
      <p:bldP spid="8" grpId="0" animBg="1"/>
      <p:bldP spid="9" grpId="0"/>
      <p:bldP spid="10" grpId="0"/>
      <p:bldP spid="12" grpId="0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err="1"/>
              <a:t>Third</a:t>
            </a:r>
            <a:r>
              <a:rPr lang="es-MX" sz="3600" dirty="0"/>
              <a:t> Simplex </a:t>
            </a:r>
            <a:r>
              <a:rPr lang="es-MX" sz="3600" dirty="0" err="1"/>
              <a:t>Tableau</a:t>
            </a:r>
            <a:endParaRPr lang="es-MX" sz="36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09723223"/>
              </p:ext>
            </p:extLst>
          </p:nvPr>
        </p:nvGraphicFramePr>
        <p:xfrm>
          <a:off x="1097124" y="3245253"/>
          <a:ext cx="10382246" cy="242889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56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2154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Basic</a:t>
                      </a:r>
                      <a:r>
                        <a:rPr lang="es-MX" sz="1800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variables</a:t>
                      </a:r>
                      <a:endParaRPr lang="es-MX" sz="18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accent5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140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60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Nonbasic</a:t>
            </a:r>
            <a:r>
              <a:rPr lang="es-MX" sz="2400" dirty="0">
                <a:solidFill>
                  <a:schemeClr val="bg1"/>
                </a:solidFill>
              </a:rPr>
              <a:t> variables: s1, s3</a:t>
            </a:r>
          </a:p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Entering</a:t>
            </a:r>
            <a:r>
              <a:rPr lang="es-MX" sz="2400" dirty="0">
                <a:solidFill>
                  <a:schemeClr val="bg1"/>
                </a:solidFill>
              </a:rPr>
              <a:t> variable: s3</a:t>
            </a:r>
          </a:p>
          <a:p>
            <a:pPr marL="526694" indent="-384048">
              <a:buClr>
                <a:schemeClr val="accent1"/>
              </a:buClr>
              <a:buSzPct val="80000"/>
              <a:buFont typeface="Wingdings 2"/>
              <a:buChar char=""/>
              <a:defRPr/>
            </a:pPr>
            <a:r>
              <a:rPr lang="es-MX" sz="2400" dirty="0" err="1">
                <a:solidFill>
                  <a:schemeClr val="bg1"/>
                </a:solidFill>
              </a:rPr>
              <a:t>Leaving</a:t>
            </a:r>
            <a:r>
              <a:rPr lang="es-MX" sz="2400" dirty="0">
                <a:solidFill>
                  <a:schemeClr val="bg1"/>
                </a:solidFill>
              </a:rPr>
              <a:t> variable : s2</a:t>
            </a:r>
          </a:p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endParaRPr lang="es-MX" sz="2400" dirty="0">
              <a:solidFill>
                <a:schemeClr val="bg1"/>
              </a:solidFill>
            </a:endParaRPr>
          </a:p>
        </p:txBody>
      </p:sp>
      <p:sp>
        <p:nvSpPr>
          <p:cNvPr id="6" name="5 Elipse"/>
          <p:cNvSpPr/>
          <p:nvPr/>
        </p:nvSpPr>
        <p:spPr>
          <a:xfrm>
            <a:off x="9340677" y="4860764"/>
            <a:ext cx="342902" cy="285752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7" name="6 Rectángulo"/>
          <p:cNvSpPr/>
          <p:nvPr/>
        </p:nvSpPr>
        <p:spPr>
          <a:xfrm>
            <a:off x="7853375" y="3460499"/>
            <a:ext cx="771530" cy="214314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8" name="7 Rectángulo"/>
          <p:cNvSpPr/>
          <p:nvPr/>
        </p:nvSpPr>
        <p:spPr>
          <a:xfrm>
            <a:off x="1158240" y="4825045"/>
            <a:ext cx="9033546" cy="357190"/>
          </a:xfrm>
          <a:prstGeom prst="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12" name="11 CuadroTexto"/>
          <p:cNvSpPr txBox="1"/>
          <p:nvPr/>
        </p:nvSpPr>
        <p:spPr>
          <a:xfrm>
            <a:off x="10071736" y="6215082"/>
            <a:ext cx="70403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rgbClr val="FF0000"/>
                </a:solidFill>
              </a:rPr>
              <a:t>Min!</a:t>
            </a:r>
          </a:p>
        </p:txBody>
      </p:sp>
      <p:sp>
        <p:nvSpPr>
          <p:cNvPr id="16" name="15 Forma libre"/>
          <p:cNvSpPr/>
          <p:nvPr/>
        </p:nvSpPr>
        <p:spPr>
          <a:xfrm>
            <a:off x="10912873" y="5357825"/>
            <a:ext cx="542441" cy="841498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13" name="12 CuadroTexto"/>
          <p:cNvSpPr txBox="1"/>
          <p:nvPr/>
        </p:nvSpPr>
        <p:spPr>
          <a:xfrm>
            <a:off x="11370086" y="4846846"/>
            <a:ext cx="869149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140/4</a:t>
            </a:r>
          </a:p>
        </p:txBody>
      </p:sp>
      <p:sp>
        <p:nvSpPr>
          <p:cNvPr id="14" name="13 CuadroTexto"/>
          <p:cNvSpPr txBox="1"/>
          <p:nvPr/>
        </p:nvSpPr>
        <p:spPr>
          <a:xfrm>
            <a:off x="10071736" y="5572140"/>
            <a:ext cx="721672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/>
              <a:t>60/1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47DC823C-5136-F888-D177-D43382563E7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CFA7DAE2-14DC-A1CB-ED2A-76CC5B7636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0EA3FC0-3F9D-949F-32B6-EC9DF789A7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2" grpId="0"/>
      <p:bldP spid="16" grpId="0" animBg="1"/>
      <p:bldP spid="13" grpId="0"/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3600" dirty="0" err="1"/>
              <a:t>Fourth</a:t>
            </a:r>
            <a:r>
              <a:rPr lang="es-MX" sz="3600" dirty="0"/>
              <a:t> Simplex </a:t>
            </a:r>
            <a:r>
              <a:rPr lang="es-MX" sz="3600" dirty="0" err="1"/>
              <a:t>Tableau</a:t>
            </a:r>
            <a:r>
              <a:rPr lang="es-MX" sz="3600" dirty="0"/>
              <a:t>: </a:t>
            </a:r>
            <a:r>
              <a:rPr lang="es-MX" sz="3600" dirty="0" err="1"/>
              <a:t>The</a:t>
            </a:r>
            <a:r>
              <a:rPr lang="es-MX" sz="3600" dirty="0"/>
              <a:t> </a:t>
            </a:r>
            <a:r>
              <a:rPr lang="es-MX" sz="3600" dirty="0" err="1"/>
              <a:t>optimal</a:t>
            </a:r>
            <a:r>
              <a:rPr lang="es-MX" sz="3600" dirty="0"/>
              <a:t> </a:t>
            </a:r>
            <a:r>
              <a:rPr lang="es-MX" sz="3600" dirty="0" err="1"/>
              <a:t>one</a:t>
            </a:r>
            <a:endParaRPr lang="es-MX" sz="3600" dirty="0"/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2129385"/>
              </p:ext>
            </p:extLst>
          </p:nvPr>
        </p:nvGraphicFramePr>
        <p:xfrm>
          <a:off x="1392891" y="3047111"/>
          <a:ext cx="10382246" cy="2428890"/>
        </p:xfrm>
        <a:graphic>
          <a:graphicData uri="http://schemas.openxmlformats.org/drawingml/2006/table">
            <a:tbl>
              <a:tblPr firstRow="1" bandRow="1">
                <a:effectLst>
                  <a:innerShdw blurRad="63500" dist="50800" dir="5400000">
                    <a:prstClr val="black">
                      <a:alpha val="50000"/>
                    </a:prstClr>
                  </a:innerShdw>
                </a:effectLst>
                <a:tableStyleId>{5C22544A-7EE6-4342-B048-85BDC9FD1C3A}</a:tableStyleId>
              </a:tblPr>
              <a:tblGrid>
                <a:gridCol w="15615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398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9778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732154"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Basic</a:t>
                      </a:r>
                      <a:r>
                        <a:rPr lang="es-MX" sz="1800" baseline="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 variables</a:t>
                      </a:r>
                      <a:endParaRPr lang="es-MX" sz="1800" dirty="0">
                        <a:solidFill>
                          <a:schemeClr val="bg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s1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s2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LD</a:t>
                      </a:r>
                    </a:p>
                  </a:txBody>
                  <a:tcPr marL="109728" marR="10972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Z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1/2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1/4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175</a:t>
                      </a:r>
                    </a:p>
                  </a:txBody>
                  <a:tcPr marL="109728" marR="109728">
                    <a:solidFill>
                      <a:schemeClr val="accent1">
                        <a:tint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-1/2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3/4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125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S3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-1/2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1/4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35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184">
                <a:tc>
                  <a:txBody>
                    <a:bodyPr/>
                    <a:lstStyle/>
                    <a:p>
                      <a:pPr algn="r"/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X2 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b="1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1/2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-1/4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ct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 marL="109728" marR="109728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36000" algn="r"/>
                        </a:tabLst>
                      </a:pPr>
                      <a:r>
                        <a:rPr lang="es-MX" sz="1800" dirty="0">
                          <a:solidFill>
                            <a:schemeClr val="bg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25</a:t>
                      </a:r>
                    </a:p>
                  </a:txBody>
                  <a:tcPr marL="109728" marR="109728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2 Marcador de contenido"/>
          <p:cNvSpPr txBox="1">
            <a:spLocks/>
          </p:cNvSpPr>
          <p:nvPr/>
        </p:nvSpPr>
        <p:spPr>
          <a:xfrm>
            <a:off x="1158240" y="1775191"/>
            <a:ext cx="10167022" cy="4625609"/>
          </a:xfrm>
          <a:prstGeom prst="rect">
            <a:avLst/>
          </a:prstGeom>
        </p:spPr>
        <p:txBody>
          <a:bodyPr vert="horz" lIns="65837" tIns="109728" rtlCol="0">
            <a:normAutofit/>
          </a:bodyPr>
          <a:lstStyle/>
          <a:p>
            <a:pPr marL="877824" lvl="1" indent="-329184" defTabSz="1097280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"/>
              <a:defRPr/>
            </a:pPr>
            <a:r>
              <a:rPr lang="es-MX" sz="2400" dirty="0" err="1">
                <a:solidFill>
                  <a:schemeClr val="bg1"/>
                </a:solidFill>
              </a:rPr>
              <a:t>Row</a:t>
            </a:r>
            <a:r>
              <a:rPr lang="es-MX" sz="2400" dirty="0">
                <a:solidFill>
                  <a:schemeClr val="bg1"/>
                </a:solidFill>
              </a:rPr>
              <a:t> </a:t>
            </a:r>
            <a:r>
              <a:rPr lang="es-MX" sz="2400" dirty="0" err="1">
                <a:solidFill>
                  <a:schemeClr val="bg1"/>
                </a:solidFill>
              </a:rPr>
              <a:t>zero</a:t>
            </a:r>
            <a:r>
              <a:rPr lang="es-MX" sz="2400" dirty="0">
                <a:solidFill>
                  <a:schemeClr val="bg1"/>
                </a:solidFill>
              </a:rPr>
              <a:t> &gt;=0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9988053" y="5779808"/>
            <a:ext cx="1407758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sz="2160" dirty="0" err="1">
                <a:solidFill>
                  <a:srgbClr val="FF0000"/>
                </a:solidFill>
              </a:rPr>
              <a:t>Optimum</a:t>
            </a:r>
            <a:r>
              <a:rPr lang="es-MX" sz="2160" dirty="0">
                <a:solidFill>
                  <a:srgbClr val="FF0000"/>
                </a:solidFill>
              </a:rPr>
              <a:t>!</a:t>
            </a:r>
          </a:p>
        </p:txBody>
      </p:sp>
      <p:sp>
        <p:nvSpPr>
          <p:cNvPr id="16" name="15 Forma libre"/>
          <p:cNvSpPr/>
          <p:nvPr/>
        </p:nvSpPr>
        <p:spPr>
          <a:xfrm rot="2635284">
            <a:off x="11116767" y="4931770"/>
            <a:ext cx="903616" cy="1520124"/>
          </a:xfrm>
          <a:custGeom>
            <a:avLst/>
            <a:gdLst>
              <a:gd name="connsiteX0" fmla="*/ 201478 w 452034"/>
              <a:gd name="connsiteY0" fmla="*/ 464949 h 464949"/>
              <a:gd name="connsiteX1" fmla="*/ 418454 w 452034"/>
              <a:gd name="connsiteY1" fmla="*/ 108488 h 464949"/>
              <a:gd name="connsiteX2" fmla="*/ 0 w 452034"/>
              <a:gd name="connsiteY2" fmla="*/ 0 h 4649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2034" h="464949">
                <a:moveTo>
                  <a:pt x="201478" y="464949"/>
                </a:moveTo>
                <a:cubicBezTo>
                  <a:pt x="326756" y="325464"/>
                  <a:pt x="452034" y="185980"/>
                  <a:pt x="418454" y="108488"/>
                </a:cubicBezTo>
                <a:cubicBezTo>
                  <a:pt x="384874" y="30996"/>
                  <a:pt x="192437" y="15498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8369D2F-6CEE-BAC4-F7D5-43EDE3287C82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B3AEBE4-BF56-3C7E-5DCC-00E84AD0A28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2364EB5-EF34-F3ED-C21B-DEE9F6BE14C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Optimal</a:t>
            </a:r>
            <a:r>
              <a:rPr lang="es-MX" dirty="0"/>
              <a:t> </a:t>
            </a:r>
            <a:r>
              <a:rPr lang="es-MX" dirty="0" err="1"/>
              <a:t>solution</a:t>
            </a:r>
            <a:endParaRPr lang="es-MX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X*=</a:t>
            </a:r>
          </a:p>
          <a:p>
            <a:pPr marL="0" indent="0"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X1=125</a:t>
            </a:r>
          </a:p>
          <a:p>
            <a:pPr marL="0" indent="0"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X2=25</a:t>
            </a:r>
          </a:p>
          <a:p>
            <a:pPr marL="0" indent="0"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S1=0</a:t>
            </a:r>
          </a:p>
          <a:p>
            <a:pPr marL="0" indent="0"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S2=0</a:t>
            </a:r>
          </a:p>
          <a:p>
            <a:pPr marL="0" indent="0"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S3=35</a:t>
            </a:r>
          </a:p>
          <a:p>
            <a:endParaRPr lang="es-MX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s-MX" sz="2400" dirty="0">
                <a:latin typeface="Times New Roman" pitchFamily="18" charset="0"/>
                <a:cs typeface="Times New Roman" pitchFamily="18" charset="0"/>
              </a:rPr>
              <a:t>Z*=175</a:t>
            </a:r>
          </a:p>
        </p:txBody>
      </p:sp>
      <p:sp>
        <p:nvSpPr>
          <p:cNvPr id="4" name="3 Cerrar llave"/>
          <p:cNvSpPr/>
          <p:nvPr/>
        </p:nvSpPr>
        <p:spPr>
          <a:xfrm>
            <a:off x="1892415" y="3189442"/>
            <a:ext cx="428628" cy="78581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 sz="2160">
              <a:solidFill>
                <a:schemeClr val="bg1"/>
              </a:solidFill>
            </a:endParaRPr>
          </a:p>
        </p:txBody>
      </p:sp>
      <p:sp>
        <p:nvSpPr>
          <p:cNvPr id="5" name="4 CuadroTexto"/>
          <p:cNvSpPr txBox="1"/>
          <p:nvPr/>
        </p:nvSpPr>
        <p:spPr>
          <a:xfrm>
            <a:off x="2342138" y="3306726"/>
            <a:ext cx="1593427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160" dirty="0">
                <a:solidFill>
                  <a:schemeClr val="bg1"/>
                </a:solidFill>
              </a:rPr>
              <a:t>Non </a:t>
            </a:r>
            <a:r>
              <a:rPr lang="es-MX" sz="2160" dirty="0" err="1">
                <a:solidFill>
                  <a:schemeClr val="bg1"/>
                </a:solidFill>
              </a:rPr>
              <a:t>basic</a:t>
            </a:r>
            <a:r>
              <a:rPr lang="es-MX" sz="2160" dirty="0">
                <a:solidFill>
                  <a:schemeClr val="bg1"/>
                </a:solidFill>
              </a:rPr>
              <a:t> variables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7D18A472-F4F6-7431-E30D-3B9FC564F0DA}"/>
              </a:ext>
            </a:extLst>
          </p:cNvPr>
          <p:cNvGrpSpPr/>
          <p:nvPr/>
        </p:nvGrpSpPr>
        <p:grpSpPr>
          <a:xfrm>
            <a:off x="5774925" y="1321582"/>
            <a:ext cx="6217039" cy="4214835"/>
            <a:chOff x="3952860" y="1428737"/>
            <a:chExt cx="7629540" cy="5072098"/>
          </a:xfrm>
        </p:grpSpPr>
        <p:grpSp>
          <p:nvGrpSpPr>
            <p:cNvPr id="29" name="10 Grupo">
              <a:extLst>
                <a:ext uri="{FF2B5EF4-FFF2-40B4-BE49-F238E27FC236}">
                  <a16:creationId xmlns:a16="http://schemas.microsoft.com/office/drawing/2014/main" id="{E17F0D74-1664-B0E1-F8C3-FADACB7CD0F6}"/>
                </a:ext>
              </a:extLst>
            </p:cNvPr>
            <p:cNvGrpSpPr/>
            <p:nvPr/>
          </p:nvGrpSpPr>
          <p:grpSpPr>
            <a:xfrm>
              <a:off x="3952860" y="1428737"/>
              <a:ext cx="7629540" cy="5072098"/>
              <a:chOff x="2786050" y="1428736"/>
              <a:chExt cx="6357950" cy="5072098"/>
            </a:xfrm>
          </p:grpSpPr>
          <p:graphicFrame>
            <p:nvGraphicFramePr>
              <p:cNvPr id="31" name="8 Gráfico">
                <a:extLst>
                  <a:ext uri="{FF2B5EF4-FFF2-40B4-BE49-F238E27FC236}">
                    <a16:creationId xmlns:a16="http://schemas.microsoft.com/office/drawing/2014/main" id="{EBEC2FB1-8CCF-4691-48A1-439F6A76E1D6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810087541"/>
                  </p:ext>
                </p:extLst>
              </p:nvPr>
            </p:nvGraphicFramePr>
            <p:xfrm>
              <a:off x="2786050" y="1428736"/>
              <a:ext cx="6357950" cy="5072098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3"/>
              </a:graphicData>
            </a:graphic>
          </p:graphicFrame>
          <p:sp>
            <p:nvSpPr>
              <p:cNvPr id="32" name="5 CuadroTexto">
                <a:extLst>
                  <a:ext uri="{FF2B5EF4-FFF2-40B4-BE49-F238E27FC236}">
                    <a16:creationId xmlns:a16="http://schemas.microsoft.com/office/drawing/2014/main" id="{1A7C3FF4-51D5-9D32-6197-167B9C93973D}"/>
                  </a:ext>
                </a:extLst>
              </p:cNvPr>
              <p:cNvSpPr txBox="1"/>
              <p:nvPr/>
            </p:nvSpPr>
            <p:spPr>
              <a:xfrm>
                <a:off x="3417311" y="5427316"/>
                <a:ext cx="328196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A</a:t>
                </a:r>
              </a:p>
            </p:txBody>
          </p:sp>
          <p:sp>
            <p:nvSpPr>
              <p:cNvPr id="33" name="6 CuadroTexto">
                <a:extLst>
                  <a:ext uri="{FF2B5EF4-FFF2-40B4-BE49-F238E27FC236}">
                    <a16:creationId xmlns:a16="http://schemas.microsoft.com/office/drawing/2014/main" id="{B4C54B2F-67F5-84DF-ECDF-89E8E1FD5D60}"/>
                  </a:ext>
                </a:extLst>
              </p:cNvPr>
              <p:cNvSpPr txBox="1"/>
              <p:nvPr/>
            </p:nvSpPr>
            <p:spPr>
              <a:xfrm>
                <a:off x="3428993" y="4429132"/>
                <a:ext cx="331474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B</a:t>
                </a:r>
              </a:p>
            </p:txBody>
          </p:sp>
          <p:sp>
            <p:nvSpPr>
              <p:cNvPr id="34" name="7 CuadroTexto">
                <a:extLst>
                  <a:ext uri="{FF2B5EF4-FFF2-40B4-BE49-F238E27FC236}">
                    <a16:creationId xmlns:a16="http://schemas.microsoft.com/office/drawing/2014/main" id="{8A620376-AD72-30E8-5048-5C9BBEFDD11B}"/>
                  </a:ext>
                </a:extLst>
              </p:cNvPr>
              <p:cNvSpPr txBox="1"/>
              <p:nvPr/>
            </p:nvSpPr>
            <p:spPr>
              <a:xfrm>
                <a:off x="3786182" y="4071940"/>
                <a:ext cx="352785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C</a:t>
                </a:r>
              </a:p>
            </p:txBody>
          </p:sp>
          <p:sp>
            <p:nvSpPr>
              <p:cNvPr id="35" name="8 CuadroTexto">
                <a:extLst>
                  <a:ext uri="{FF2B5EF4-FFF2-40B4-BE49-F238E27FC236}">
                    <a16:creationId xmlns:a16="http://schemas.microsoft.com/office/drawing/2014/main" id="{7D746B15-C353-F873-E819-1C248D3B4600}"/>
                  </a:ext>
                </a:extLst>
              </p:cNvPr>
              <p:cNvSpPr txBox="1"/>
              <p:nvPr/>
            </p:nvSpPr>
            <p:spPr>
              <a:xfrm>
                <a:off x="6000761" y="5214950"/>
                <a:ext cx="351146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D</a:t>
                </a:r>
              </a:p>
            </p:txBody>
          </p:sp>
          <p:sp>
            <p:nvSpPr>
              <p:cNvPr id="36" name="9 CuadroTexto">
                <a:extLst>
                  <a:ext uri="{FF2B5EF4-FFF2-40B4-BE49-F238E27FC236}">
                    <a16:creationId xmlns:a16="http://schemas.microsoft.com/office/drawing/2014/main" id="{1543C886-37B4-0820-D639-F760E20E7F78}"/>
                  </a:ext>
                </a:extLst>
              </p:cNvPr>
              <p:cNvSpPr txBox="1"/>
              <p:nvPr/>
            </p:nvSpPr>
            <p:spPr>
              <a:xfrm>
                <a:off x="3357554" y="3929067"/>
                <a:ext cx="313441" cy="4444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MX" dirty="0">
                    <a:ln>
                      <a:solidFill>
                        <a:sysClr val="windowText" lastClr="000000"/>
                      </a:solidFill>
                    </a:ln>
                  </a:rPr>
                  <a:t>F</a:t>
                </a: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F13A8BC6-400A-B0D0-F561-25A876D52277}"/>
                </a:ext>
              </a:extLst>
            </p:cNvPr>
            <p:cNvSpPr/>
            <p:nvPr/>
          </p:nvSpPr>
          <p:spPr>
            <a:xfrm>
              <a:off x="10085294" y="2169459"/>
              <a:ext cx="259977" cy="3550023"/>
            </a:xfrm>
            <a:prstGeom prst="rect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sp>
        <p:nvSpPr>
          <p:cNvPr id="13" name="12 CuadroTexto"/>
          <p:cNvSpPr txBox="1"/>
          <p:nvPr/>
        </p:nvSpPr>
        <p:spPr>
          <a:xfrm>
            <a:off x="8230724" y="1942877"/>
            <a:ext cx="3137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Optimal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solution</a:t>
            </a:r>
            <a:r>
              <a:rPr lang="es-MX" dirty="0">
                <a:solidFill>
                  <a:schemeClr val="bg1"/>
                </a:solidFill>
              </a:rPr>
              <a:t> X*=(125,25)</a:t>
            </a:r>
          </a:p>
          <a:p>
            <a:r>
              <a:rPr lang="es-MX" dirty="0" err="1">
                <a:solidFill>
                  <a:schemeClr val="bg1"/>
                </a:solidFill>
              </a:rPr>
              <a:t>Optimal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value</a:t>
            </a:r>
            <a:r>
              <a:rPr lang="es-MX" dirty="0">
                <a:solidFill>
                  <a:schemeClr val="bg1"/>
                </a:solidFill>
              </a:rPr>
              <a:t> Z*=175</a:t>
            </a:r>
          </a:p>
        </p:txBody>
      </p:sp>
      <p:cxnSp>
        <p:nvCxnSpPr>
          <p:cNvPr id="37" name="Conector recto de flecha 59">
            <a:extLst>
              <a:ext uri="{FF2B5EF4-FFF2-40B4-BE49-F238E27FC236}">
                <a16:creationId xmlns:a16="http://schemas.microsoft.com/office/drawing/2014/main" id="{F7B49395-CD5F-B68F-0091-E07C11AA66C6}"/>
              </a:ext>
            </a:extLst>
          </p:cNvPr>
          <p:cNvCxnSpPr>
            <a:cxnSpLocks/>
          </p:cNvCxnSpPr>
          <p:nvPr/>
        </p:nvCxnSpPr>
        <p:spPr>
          <a:xfrm>
            <a:off x="8883445" y="2669438"/>
            <a:ext cx="332273" cy="17181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Date Placeholder 39">
            <a:extLst>
              <a:ext uri="{FF2B5EF4-FFF2-40B4-BE49-F238E27FC236}">
                <a16:creationId xmlns:a16="http://schemas.microsoft.com/office/drawing/2014/main" id="{2B6C60D2-3C14-0655-5789-EA9DE70C750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C389A87B-F501-1D2A-09E2-77BA7E0000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59C079A0-4CDB-3AFF-4D47-B008C34E33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n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778" y="685318"/>
            <a:ext cx="5858764" cy="4432176"/>
          </a:xfrm>
          <a:prstGeom prst="rect">
            <a:avLst/>
          </a:prstGeom>
        </p:spPr>
      </p:pic>
      <p:cxnSp>
        <p:nvCxnSpPr>
          <p:cNvPr id="7" name="Conector recto 6"/>
          <p:cNvCxnSpPr/>
          <p:nvPr/>
        </p:nvCxnSpPr>
        <p:spPr>
          <a:xfrm flipV="1">
            <a:off x="5509357" y="749848"/>
            <a:ext cx="3078865" cy="231648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18"/>
          <p:cNvSpPr txBox="1"/>
          <p:nvPr/>
        </p:nvSpPr>
        <p:spPr>
          <a:xfrm>
            <a:off x="11369516" y="437696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X</a:t>
            </a:r>
            <a:r>
              <a:rPr lang="es-MX" baseline="-25000" dirty="0" err="1"/>
              <a:t>1</a:t>
            </a:r>
            <a:endParaRPr lang="es-MX" baseline="-25000" dirty="0"/>
          </a:p>
        </p:txBody>
      </p:sp>
      <p:sp>
        <p:nvSpPr>
          <p:cNvPr id="20" name="CuadroTexto 19"/>
          <p:cNvSpPr txBox="1"/>
          <p:nvPr/>
        </p:nvSpPr>
        <p:spPr>
          <a:xfrm>
            <a:off x="5913596" y="279477"/>
            <a:ext cx="3834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/>
              <a:t>X</a:t>
            </a:r>
            <a:r>
              <a:rPr lang="es-MX" baseline="-25000" dirty="0" err="1"/>
              <a:t>2</a:t>
            </a:r>
            <a:endParaRPr lang="es-MX" baseline="-25000" dirty="0"/>
          </a:p>
        </p:txBody>
      </p:sp>
      <p:sp>
        <p:nvSpPr>
          <p:cNvPr id="21" name="CuadroTexto 20"/>
          <p:cNvSpPr txBox="1"/>
          <p:nvPr/>
        </p:nvSpPr>
        <p:spPr>
          <a:xfrm rot="3072145">
            <a:off x="6331160" y="3359174"/>
            <a:ext cx="143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X</a:t>
            </a:r>
            <a:r>
              <a:rPr lang="es-MX" baseline="-25000" dirty="0" err="1"/>
              <a:t>1</a:t>
            </a:r>
            <a:r>
              <a:rPr lang="es-MX" dirty="0"/>
              <a:t> + </a:t>
            </a:r>
            <a:r>
              <a:rPr lang="es-MX" dirty="0" err="1"/>
              <a:t>X</a:t>
            </a:r>
            <a:r>
              <a:rPr lang="es-MX" baseline="-25000" dirty="0" err="1"/>
              <a:t>2</a:t>
            </a:r>
            <a:r>
              <a:rPr lang="es-MX" dirty="0"/>
              <a:t> ≤ 4</a:t>
            </a:r>
          </a:p>
        </p:txBody>
      </p:sp>
      <p:sp>
        <p:nvSpPr>
          <p:cNvPr id="22" name="CuadroTexto 21"/>
          <p:cNvSpPr txBox="1"/>
          <p:nvPr/>
        </p:nvSpPr>
        <p:spPr>
          <a:xfrm rot="18617961">
            <a:off x="8942872" y="2614946"/>
            <a:ext cx="1435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 err="1"/>
              <a:t>X</a:t>
            </a:r>
            <a:r>
              <a:rPr lang="es-MX" baseline="-25000" dirty="0" err="1"/>
              <a:t>1</a:t>
            </a:r>
            <a:r>
              <a:rPr lang="es-MX" dirty="0"/>
              <a:t> - </a:t>
            </a:r>
            <a:r>
              <a:rPr lang="es-MX" dirty="0" err="1"/>
              <a:t>X</a:t>
            </a:r>
            <a:r>
              <a:rPr lang="es-MX" baseline="-25000" dirty="0" err="1"/>
              <a:t>2</a:t>
            </a:r>
            <a:r>
              <a:rPr lang="es-MX" dirty="0"/>
              <a:t> ≤ 6</a:t>
            </a:r>
          </a:p>
        </p:txBody>
      </p:sp>
      <p:cxnSp>
        <p:nvCxnSpPr>
          <p:cNvPr id="24" name="Conector recto de flecha 23"/>
          <p:cNvCxnSpPr>
            <a:endCxn id="22" idx="3"/>
          </p:cNvCxnSpPr>
          <p:nvPr/>
        </p:nvCxnSpPr>
        <p:spPr>
          <a:xfrm flipH="1" flipV="1">
            <a:off x="10124652" y="2252293"/>
            <a:ext cx="140840" cy="1407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recto de flecha 25"/>
          <p:cNvCxnSpPr/>
          <p:nvPr/>
        </p:nvCxnSpPr>
        <p:spPr>
          <a:xfrm flipH="1">
            <a:off x="7048789" y="4071395"/>
            <a:ext cx="162046" cy="1474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/>
          <p:cNvCxnSpPr/>
          <p:nvPr/>
        </p:nvCxnSpPr>
        <p:spPr>
          <a:xfrm flipH="1" flipV="1">
            <a:off x="6944617" y="1467092"/>
            <a:ext cx="266218" cy="3009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uadroTexto 28"/>
          <p:cNvSpPr txBox="1"/>
          <p:nvPr/>
        </p:nvSpPr>
        <p:spPr>
          <a:xfrm rot="19311875">
            <a:off x="6736554" y="1647206"/>
            <a:ext cx="1597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-</a:t>
            </a:r>
            <a:r>
              <a:rPr lang="es-MX" dirty="0" err="1"/>
              <a:t>2X</a:t>
            </a:r>
            <a:r>
              <a:rPr lang="es-MX" baseline="-25000" dirty="0" err="1"/>
              <a:t>1</a:t>
            </a:r>
            <a:r>
              <a:rPr lang="es-MX" dirty="0"/>
              <a:t> + 3 </a:t>
            </a:r>
            <a:r>
              <a:rPr lang="es-MX" dirty="0" err="1"/>
              <a:t>X</a:t>
            </a:r>
            <a:r>
              <a:rPr lang="es-MX" baseline="-25000" dirty="0" err="1"/>
              <a:t>2</a:t>
            </a:r>
            <a:endParaRPr lang="es-MX" dirty="0"/>
          </a:p>
        </p:txBody>
      </p:sp>
      <p:sp>
        <p:nvSpPr>
          <p:cNvPr id="35" name="Título 1"/>
          <p:cNvSpPr txBox="1">
            <a:spLocks/>
          </p:cNvSpPr>
          <p:nvPr/>
        </p:nvSpPr>
        <p:spPr>
          <a:xfrm>
            <a:off x="502415" y="3803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b="0" spc="100" dirty="0">
                <a:solidFill>
                  <a:schemeClr val="bg1"/>
                </a:solidFill>
                <a:latin typeface="Aptos Black" panose="020B0004020202020204" pitchFamily="34" charset="0"/>
              </a:rPr>
              <a:t>Ejemplo 2: </a:t>
            </a:r>
          </a:p>
          <a:p>
            <a:r>
              <a:rPr lang="es-MX" b="0" spc="100" dirty="0">
                <a:solidFill>
                  <a:schemeClr val="bg1"/>
                </a:solidFill>
                <a:latin typeface="Aptos Black" panose="020B0004020202020204" pitchFamily="34" charset="0"/>
              </a:rPr>
              <a:t>Método Gráfico</a:t>
            </a:r>
          </a:p>
        </p:txBody>
      </p:sp>
      <p:sp>
        <p:nvSpPr>
          <p:cNvPr id="36" name="CuadroTexto 35"/>
          <p:cNvSpPr txBox="1"/>
          <p:nvPr/>
        </p:nvSpPr>
        <p:spPr>
          <a:xfrm>
            <a:off x="394493" y="3895708"/>
            <a:ext cx="45396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000" dirty="0">
                <a:solidFill>
                  <a:schemeClr val="bg1"/>
                </a:solidFill>
              </a:rPr>
              <a:t>El método simplex siempre inicia en el origen (0, 0) y va recorriendo los puntos extremos adyacentes hasta encontrar la solución optima.  </a:t>
            </a:r>
          </a:p>
        </p:txBody>
      </p:sp>
      <p:cxnSp>
        <p:nvCxnSpPr>
          <p:cNvPr id="38" name="Conector recto de flecha 37"/>
          <p:cNvCxnSpPr/>
          <p:nvPr/>
        </p:nvCxnSpPr>
        <p:spPr>
          <a:xfrm flipV="1">
            <a:off x="5042068" y="4376967"/>
            <a:ext cx="764848" cy="874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n 4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855" y="5196257"/>
            <a:ext cx="7011008" cy="1383912"/>
          </a:xfrm>
          <a:prstGeom prst="rect">
            <a:avLst/>
          </a:prstGeom>
        </p:spPr>
      </p:pic>
      <p:pic>
        <p:nvPicPr>
          <p:cNvPr id="18" name="Imagen 3"/>
          <p:cNvPicPr>
            <a:picLocks noChangeAspect="1"/>
          </p:cNvPicPr>
          <p:nvPr/>
        </p:nvPicPr>
        <p:blipFill rotWithShape="1">
          <a:blip r:embed="rId4"/>
          <a:srcRect r="59215"/>
          <a:stretch/>
        </p:blipFill>
        <p:spPr>
          <a:xfrm>
            <a:off x="699203" y="1661417"/>
            <a:ext cx="3825040" cy="2278765"/>
          </a:xfrm>
          <a:prstGeom prst="rect">
            <a:avLst/>
          </a:prstGeom>
        </p:spPr>
      </p:pic>
      <p:pic>
        <p:nvPicPr>
          <p:cNvPr id="17" name="Imagen 6"/>
          <p:cNvPicPr>
            <a:picLocks noChangeAspect="1"/>
          </p:cNvPicPr>
          <p:nvPr/>
        </p:nvPicPr>
        <p:blipFill rotWithShape="1">
          <a:blip r:embed="rId5"/>
          <a:srcRect r="49933" b="78251"/>
          <a:stretch/>
        </p:blipFill>
        <p:spPr>
          <a:xfrm>
            <a:off x="658086" y="1671563"/>
            <a:ext cx="4695601" cy="495619"/>
          </a:xfrm>
          <a:prstGeom prst="rect">
            <a:avLst/>
          </a:prstGeom>
          <a:solidFill>
            <a:schemeClr val="tx1"/>
          </a:solidFill>
        </p:spPr>
      </p:pic>
    </p:spTree>
    <p:extLst>
      <p:ext uri="{BB962C8B-B14F-4D97-AF65-F5344CB8AC3E}">
        <p14:creationId xmlns:p14="http://schemas.microsoft.com/office/powerpoint/2010/main" val="994681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Tablero Inicial Simplex</a:t>
            </a:r>
          </a:p>
        </p:txBody>
      </p:sp>
      <p:cxnSp>
        <p:nvCxnSpPr>
          <p:cNvPr id="5" name="Conector recto 4"/>
          <p:cNvCxnSpPr/>
          <p:nvPr/>
        </p:nvCxnSpPr>
        <p:spPr>
          <a:xfrm flipV="1">
            <a:off x="5129823" y="2409066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V="1">
            <a:off x="5129822" y="3791732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/>
          <p:cNvCxnSpPr/>
          <p:nvPr/>
        </p:nvCxnSpPr>
        <p:spPr>
          <a:xfrm flipH="1" flipV="1">
            <a:off x="5915270" y="2063167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5175913" y="2039734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11" name="CuadroTexto 10"/>
          <p:cNvSpPr txBox="1"/>
          <p:nvPr/>
        </p:nvSpPr>
        <p:spPr>
          <a:xfrm>
            <a:off x="6119228" y="2040418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12" name="Conector recto 11"/>
          <p:cNvCxnSpPr/>
          <p:nvPr/>
        </p:nvCxnSpPr>
        <p:spPr>
          <a:xfrm flipH="1" flipV="1">
            <a:off x="6732564" y="1690688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Imagen 13"/>
          <p:cNvPicPr>
            <a:picLocks noChangeAspect="1"/>
          </p:cNvPicPr>
          <p:nvPr/>
        </p:nvPicPr>
        <p:blipFill rotWithShape="1">
          <a:blip r:embed="rId2"/>
          <a:srcRect r="49933"/>
          <a:stretch/>
        </p:blipFill>
        <p:spPr>
          <a:xfrm>
            <a:off x="436713" y="2050543"/>
            <a:ext cx="4165053" cy="2021291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7013464" y="203973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9" name="Imagen 18"/>
          <p:cNvPicPr>
            <a:picLocks noChangeAspect="1"/>
          </p:cNvPicPr>
          <p:nvPr/>
        </p:nvPicPr>
        <p:blipFill rotWithShape="1">
          <a:blip r:embed="rId3"/>
          <a:srcRect l="32475" t="-8852" r="31821" b="11540"/>
          <a:stretch/>
        </p:blipFill>
        <p:spPr>
          <a:xfrm>
            <a:off x="6982984" y="1595091"/>
            <a:ext cx="3302589" cy="426650"/>
          </a:xfrm>
          <a:prstGeom prst="rect">
            <a:avLst/>
          </a:prstGeom>
        </p:spPr>
      </p:pic>
      <p:cxnSp>
        <p:nvCxnSpPr>
          <p:cNvPr id="20" name="Conector recto 19"/>
          <p:cNvCxnSpPr/>
          <p:nvPr/>
        </p:nvCxnSpPr>
        <p:spPr>
          <a:xfrm flipH="1" flipV="1">
            <a:off x="10369844" y="1690687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recto 20"/>
          <p:cNvCxnSpPr/>
          <p:nvPr/>
        </p:nvCxnSpPr>
        <p:spPr>
          <a:xfrm flipH="1" flipV="1">
            <a:off x="10999764" y="1690686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uadroTexto 24"/>
          <p:cNvSpPr txBox="1"/>
          <p:nvPr/>
        </p:nvSpPr>
        <p:spPr>
          <a:xfrm>
            <a:off x="7013464" y="267846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7000935" y="3241783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-1	0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31" name="Imagen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935" y="-378811"/>
            <a:ext cx="371888" cy="384081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4052" y="-387992"/>
            <a:ext cx="365792" cy="365792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8904" y="2683282"/>
            <a:ext cx="487722" cy="359695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53139" y="3185139"/>
            <a:ext cx="506012" cy="420660"/>
          </a:xfrm>
          <a:prstGeom prst="rect">
            <a:avLst/>
          </a:prstGeom>
        </p:spPr>
      </p:pic>
      <p:sp>
        <p:nvSpPr>
          <p:cNvPr id="35" name="CuadroTexto 34"/>
          <p:cNvSpPr txBox="1"/>
          <p:nvPr/>
        </p:nvSpPr>
        <p:spPr>
          <a:xfrm>
            <a:off x="6166845" y="272086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6" name="CuadroTexto 35"/>
          <p:cNvSpPr txBox="1"/>
          <p:nvPr/>
        </p:nvSpPr>
        <p:spPr>
          <a:xfrm>
            <a:off x="6179136" y="327003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7" name="CuadroTexto 36"/>
          <p:cNvSpPr txBox="1"/>
          <p:nvPr/>
        </p:nvSpPr>
        <p:spPr>
          <a:xfrm>
            <a:off x="10516236" y="269261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8" name="CuadroTexto 37"/>
          <p:cNvSpPr txBox="1"/>
          <p:nvPr/>
        </p:nvSpPr>
        <p:spPr>
          <a:xfrm>
            <a:off x="10503707" y="324178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6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uadroTexto 38"/>
              <p:cNvSpPr txBox="1"/>
              <p:nvPr/>
            </p:nvSpPr>
            <p:spPr>
              <a:xfrm>
                <a:off x="11105476" y="1706776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/>
              </a:p>
            </p:txBody>
          </p:sp>
        </mc:Choice>
        <mc:Fallback xmlns="">
          <p:sp>
            <p:nvSpPr>
              <p:cNvPr id="39" name="CuadroTexto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05476" y="1706776"/>
                <a:ext cx="674480" cy="6964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uadroTexto 40"/>
          <p:cNvSpPr txBox="1"/>
          <p:nvPr/>
        </p:nvSpPr>
        <p:spPr>
          <a:xfrm>
            <a:off x="6172980" y="381496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2" name="CuadroTexto 41"/>
          <p:cNvSpPr txBox="1"/>
          <p:nvPr/>
        </p:nvSpPr>
        <p:spPr>
          <a:xfrm>
            <a:off x="6041205" y="4271626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5" name="CuadroTexto 44"/>
          <p:cNvSpPr txBox="1"/>
          <p:nvPr/>
        </p:nvSpPr>
        <p:spPr>
          <a:xfrm>
            <a:off x="7048351" y="3812297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	0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7" name="CuadroTexto 46"/>
          <p:cNvSpPr txBox="1"/>
          <p:nvPr/>
        </p:nvSpPr>
        <p:spPr>
          <a:xfrm>
            <a:off x="7030031" y="4271626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9" name="CuadroTexto 48"/>
          <p:cNvSpPr txBox="1"/>
          <p:nvPr/>
        </p:nvSpPr>
        <p:spPr>
          <a:xfrm>
            <a:off x="10494886" y="381229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-412756" y="3673797"/>
            <a:ext cx="49384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dirty="0">
                <a:solidFill>
                  <a:srgbClr val="0070C0"/>
                </a:solidFill>
              </a:rPr>
              <a:t>Variables Básicas (V. B.) = variables con valor diferente de cero en la solución actual</a:t>
            </a:r>
          </a:p>
        </p:txBody>
      </p:sp>
      <p:cxnSp>
        <p:nvCxnSpPr>
          <p:cNvPr id="52" name="Conector recto de flecha 51"/>
          <p:cNvCxnSpPr/>
          <p:nvPr/>
        </p:nvCxnSpPr>
        <p:spPr>
          <a:xfrm flipV="1">
            <a:off x="4540368" y="3125975"/>
            <a:ext cx="669842" cy="8096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ángulo 52"/>
          <p:cNvSpPr/>
          <p:nvPr/>
        </p:nvSpPr>
        <p:spPr>
          <a:xfrm>
            <a:off x="5289205" y="2646150"/>
            <a:ext cx="440663" cy="959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55" name="Rectángulo 54"/>
          <p:cNvSpPr/>
          <p:nvPr/>
        </p:nvSpPr>
        <p:spPr>
          <a:xfrm>
            <a:off x="6064284" y="2626038"/>
            <a:ext cx="440663" cy="959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56" name="CuadroTexto 55"/>
          <p:cNvSpPr txBox="1"/>
          <p:nvPr/>
        </p:nvSpPr>
        <p:spPr>
          <a:xfrm>
            <a:off x="6795318" y="851155"/>
            <a:ext cx="3699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Coeficientes de la función objetivo </a:t>
            </a:r>
          </a:p>
        </p:txBody>
      </p:sp>
      <p:sp>
        <p:nvSpPr>
          <p:cNvPr id="57" name="Rectángulo 56"/>
          <p:cNvSpPr/>
          <p:nvPr/>
        </p:nvSpPr>
        <p:spPr>
          <a:xfrm>
            <a:off x="6866426" y="2626038"/>
            <a:ext cx="3357027" cy="959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58" name="Rectángulo 57"/>
          <p:cNvSpPr/>
          <p:nvPr/>
        </p:nvSpPr>
        <p:spPr>
          <a:xfrm>
            <a:off x="6866426" y="2058353"/>
            <a:ext cx="3357027" cy="309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60" name="Conector recto de flecha 59"/>
          <p:cNvCxnSpPr/>
          <p:nvPr/>
        </p:nvCxnSpPr>
        <p:spPr>
          <a:xfrm flipH="1">
            <a:off x="7752080" y="1220487"/>
            <a:ext cx="10160" cy="8012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CuadroTexto 60"/>
          <p:cNvSpPr txBox="1"/>
          <p:nvPr/>
        </p:nvSpPr>
        <p:spPr>
          <a:xfrm>
            <a:off x="10382373" y="812111"/>
            <a:ext cx="1149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rgbClr val="0070C0"/>
                </a:solidFill>
              </a:rPr>
              <a:t>Recursos</a:t>
            </a:r>
          </a:p>
        </p:txBody>
      </p:sp>
      <p:sp>
        <p:nvSpPr>
          <p:cNvPr id="62" name="Rectángulo 61"/>
          <p:cNvSpPr/>
          <p:nvPr/>
        </p:nvSpPr>
        <p:spPr>
          <a:xfrm>
            <a:off x="10434218" y="2639140"/>
            <a:ext cx="440663" cy="95964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64" name="Conector recto de flecha 63"/>
          <p:cNvCxnSpPr>
            <a:stCxn id="61" idx="2"/>
          </p:cNvCxnSpPr>
          <p:nvPr/>
        </p:nvCxnSpPr>
        <p:spPr>
          <a:xfrm flipH="1">
            <a:off x="10825097" y="1181443"/>
            <a:ext cx="131890" cy="142282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CuadroTexto 66"/>
          <p:cNvSpPr txBox="1"/>
          <p:nvPr/>
        </p:nvSpPr>
        <p:spPr>
          <a:xfrm>
            <a:off x="10533525" y="1809457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b</a:t>
            </a:r>
            <a:r>
              <a:rPr lang="es-MX" baseline="-25000" dirty="0" err="1">
                <a:solidFill>
                  <a:schemeClr val="bg1"/>
                </a:solidFill>
              </a:rPr>
              <a:t>i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926667" y="4488078"/>
            <a:ext cx="41913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dirty="0">
                <a:solidFill>
                  <a:srgbClr val="0070C0"/>
                </a:solidFill>
              </a:rPr>
              <a:t>Coeficientes de la F. O. de las V. B.</a:t>
            </a:r>
          </a:p>
        </p:txBody>
      </p:sp>
      <p:cxnSp>
        <p:nvCxnSpPr>
          <p:cNvPr id="71" name="Conector recto de flecha 70"/>
          <p:cNvCxnSpPr/>
          <p:nvPr/>
        </p:nvCxnSpPr>
        <p:spPr>
          <a:xfrm flipV="1">
            <a:off x="5093562" y="3635761"/>
            <a:ext cx="995438" cy="9306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recto de flecha 72"/>
          <p:cNvCxnSpPr/>
          <p:nvPr/>
        </p:nvCxnSpPr>
        <p:spPr>
          <a:xfrm>
            <a:off x="6265478" y="1706776"/>
            <a:ext cx="586376" cy="89591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ángulo 73"/>
          <p:cNvSpPr/>
          <p:nvPr/>
        </p:nvSpPr>
        <p:spPr>
          <a:xfrm>
            <a:off x="6856771" y="3825383"/>
            <a:ext cx="3357027" cy="309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5" name="Rectángulo 74"/>
          <p:cNvSpPr/>
          <p:nvPr/>
        </p:nvSpPr>
        <p:spPr>
          <a:xfrm>
            <a:off x="10481936" y="3817706"/>
            <a:ext cx="368253" cy="3169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9763760" y="4897838"/>
            <a:ext cx="20528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Valor de la función objetivo en la solución actual</a:t>
            </a:r>
          </a:p>
        </p:txBody>
      </p:sp>
      <p:cxnSp>
        <p:nvCxnSpPr>
          <p:cNvPr id="78" name="Conector recto de flecha 77"/>
          <p:cNvCxnSpPr>
            <a:endCxn id="49" idx="2"/>
          </p:cNvCxnSpPr>
          <p:nvPr/>
        </p:nvCxnSpPr>
        <p:spPr>
          <a:xfrm flipV="1">
            <a:off x="10647680" y="4181629"/>
            <a:ext cx="1255" cy="76965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uadroTexto 79"/>
          <p:cNvSpPr txBox="1"/>
          <p:nvPr/>
        </p:nvSpPr>
        <p:spPr>
          <a:xfrm>
            <a:off x="3390511" y="1425639"/>
            <a:ext cx="2839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dirty="0">
                <a:solidFill>
                  <a:srgbClr val="0070C0"/>
                </a:solidFill>
              </a:rPr>
              <a:t>Coeficientes Tecnológicos</a:t>
            </a:r>
          </a:p>
        </p:txBody>
      </p:sp>
      <p:sp>
        <p:nvSpPr>
          <p:cNvPr id="83" name="CuadroTexto 82"/>
          <p:cNvSpPr txBox="1"/>
          <p:nvPr/>
        </p:nvSpPr>
        <p:spPr>
          <a:xfrm>
            <a:off x="1815690" y="4843527"/>
            <a:ext cx="45749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dirty="0">
                <a:solidFill>
                  <a:srgbClr val="0070C0"/>
                </a:solidFill>
              </a:rPr>
              <a:t>Se obtiene de la suma de las multiplicaciones de los coeficientes tecnológicos por los coeficientes de la F. O. de las V. B.</a:t>
            </a:r>
          </a:p>
          <a:p>
            <a:pPr algn="r"/>
            <a:r>
              <a:rPr lang="es-MX" dirty="0">
                <a:solidFill>
                  <a:srgbClr val="0070C0"/>
                </a:solidFill>
              </a:rPr>
              <a:t>Ejemplo. 0 x 1 + 0 x 1 =0</a:t>
            </a:r>
          </a:p>
        </p:txBody>
      </p:sp>
      <p:cxnSp>
        <p:nvCxnSpPr>
          <p:cNvPr id="85" name="Conector recto de flecha 84"/>
          <p:cNvCxnSpPr>
            <a:endCxn id="45" idx="1"/>
          </p:cNvCxnSpPr>
          <p:nvPr/>
        </p:nvCxnSpPr>
        <p:spPr>
          <a:xfrm flipV="1">
            <a:off x="6439663" y="3996963"/>
            <a:ext cx="608688" cy="9822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ángulo 85"/>
          <p:cNvSpPr/>
          <p:nvPr/>
        </p:nvSpPr>
        <p:spPr>
          <a:xfrm>
            <a:off x="6877004" y="4262838"/>
            <a:ext cx="3357027" cy="309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89" name="CuadroTexto 88"/>
          <p:cNvSpPr txBox="1"/>
          <p:nvPr/>
        </p:nvSpPr>
        <p:spPr>
          <a:xfrm>
            <a:off x="6795318" y="5137267"/>
            <a:ext cx="26472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>
                <a:solidFill>
                  <a:srgbClr val="0070C0"/>
                </a:solidFill>
              </a:rPr>
              <a:t>Costo reducido: es el valor que aumenta o disminuye en la F. O. cuando esta variable entra como V. B.</a:t>
            </a:r>
          </a:p>
        </p:txBody>
      </p:sp>
      <p:cxnSp>
        <p:nvCxnSpPr>
          <p:cNvPr id="91" name="Conector recto de flecha 90"/>
          <p:cNvCxnSpPr/>
          <p:nvPr/>
        </p:nvCxnSpPr>
        <p:spPr>
          <a:xfrm>
            <a:off x="7686948" y="4580913"/>
            <a:ext cx="0" cy="47948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uadroTexto 91"/>
          <p:cNvSpPr txBox="1"/>
          <p:nvPr/>
        </p:nvSpPr>
        <p:spPr>
          <a:xfrm>
            <a:off x="539274" y="6167094"/>
            <a:ext cx="3992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En esta iteración </a:t>
            </a:r>
            <a:r>
              <a:rPr lang="es-MX" dirty="0" err="1">
                <a:solidFill>
                  <a:schemeClr val="bg1"/>
                </a:solidFill>
              </a:rPr>
              <a:t>x</a:t>
            </a:r>
            <a:r>
              <a:rPr lang="es-MX" baseline="-25000" dirty="0" err="1">
                <a:solidFill>
                  <a:schemeClr val="bg1"/>
                </a:solidFill>
              </a:rPr>
              <a:t>1</a:t>
            </a:r>
            <a:r>
              <a:rPr lang="es-MX" dirty="0">
                <a:solidFill>
                  <a:schemeClr val="bg1"/>
                </a:solidFill>
              </a:rPr>
              <a:t>=0, </a:t>
            </a:r>
            <a:r>
              <a:rPr lang="es-MX" dirty="0" err="1">
                <a:solidFill>
                  <a:schemeClr val="bg1"/>
                </a:solidFill>
              </a:rPr>
              <a:t>x</a:t>
            </a:r>
            <a:r>
              <a:rPr lang="es-MX" baseline="-25000" dirty="0" err="1">
                <a:solidFill>
                  <a:schemeClr val="bg1"/>
                </a:solidFill>
              </a:rPr>
              <a:t>2</a:t>
            </a:r>
            <a:r>
              <a:rPr lang="es-MX" dirty="0">
                <a:solidFill>
                  <a:schemeClr val="bg1"/>
                </a:solidFill>
              </a:rPr>
              <a:t>=0, </a:t>
            </a:r>
            <a:r>
              <a:rPr lang="es-MX" dirty="0" err="1">
                <a:solidFill>
                  <a:schemeClr val="bg1"/>
                </a:solidFill>
              </a:rPr>
              <a:t>h</a:t>
            </a:r>
            <a:r>
              <a:rPr lang="es-MX" baseline="-25000" dirty="0" err="1">
                <a:solidFill>
                  <a:schemeClr val="bg1"/>
                </a:solidFill>
              </a:rPr>
              <a:t>1</a:t>
            </a:r>
            <a:r>
              <a:rPr lang="es-MX" dirty="0">
                <a:solidFill>
                  <a:schemeClr val="bg1"/>
                </a:solidFill>
              </a:rPr>
              <a:t>=4, </a:t>
            </a:r>
            <a:r>
              <a:rPr lang="es-MX" dirty="0" err="1">
                <a:solidFill>
                  <a:schemeClr val="bg1"/>
                </a:solidFill>
              </a:rPr>
              <a:t>h</a:t>
            </a:r>
            <a:r>
              <a:rPr lang="es-MX" baseline="-25000" dirty="0" err="1">
                <a:solidFill>
                  <a:schemeClr val="bg1"/>
                </a:solidFill>
              </a:rPr>
              <a:t>2</a:t>
            </a:r>
            <a:r>
              <a:rPr lang="es-MX" dirty="0">
                <a:solidFill>
                  <a:schemeClr val="bg1"/>
                </a:solidFill>
              </a:rPr>
              <a:t>=6</a:t>
            </a:r>
          </a:p>
        </p:txBody>
      </p:sp>
    </p:spTree>
    <p:extLst>
      <p:ext uri="{BB962C8B-B14F-4D97-AF65-F5344CB8AC3E}">
        <p14:creationId xmlns:p14="http://schemas.microsoft.com/office/powerpoint/2010/main" val="1695289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  <p:bldP spid="26" grpId="0"/>
      <p:bldP spid="35" grpId="0"/>
      <p:bldP spid="36" grpId="0"/>
      <p:bldP spid="37" grpId="0"/>
      <p:bldP spid="38" grpId="0"/>
      <p:bldP spid="45" grpId="0"/>
      <p:bldP spid="47" grpId="0"/>
      <p:bldP spid="49" grpId="0"/>
      <p:bldP spid="50" grpId="0"/>
      <p:bldP spid="53" grpId="0" animBg="1"/>
      <p:bldP spid="55" grpId="0" animBg="1"/>
      <p:bldP spid="56" grpId="0"/>
      <p:bldP spid="57" grpId="0" animBg="1"/>
      <p:bldP spid="58" grpId="0" animBg="1"/>
      <p:bldP spid="61" grpId="0"/>
      <p:bldP spid="62" grpId="0" animBg="1"/>
      <p:bldP spid="70" grpId="0"/>
      <p:bldP spid="74" grpId="0" animBg="1"/>
      <p:bldP spid="75" grpId="0" animBg="1"/>
      <p:bldP spid="76" grpId="0"/>
      <p:bldP spid="80" grpId="0"/>
      <p:bldP spid="83" grpId="0"/>
      <p:bldP spid="86" grpId="0" animBg="1"/>
      <p:bldP spid="8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Tablero 0</a:t>
            </a:r>
          </a:p>
        </p:txBody>
      </p:sp>
      <p:cxnSp>
        <p:nvCxnSpPr>
          <p:cNvPr id="4" name="Conector recto 3"/>
          <p:cNvCxnSpPr/>
          <p:nvPr/>
        </p:nvCxnSpPr>
        <p:spPr>
          <a:xfrm flipV="1">
            <a:off x="3097823" y="1875354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/>
          <p:cNvCxnSpPr/>
          <p:nvPr/>
        </p:nvCxnSpPr>
        <p:spPr>
          <a:xfrm flipV="1">
            <a:off x="3097822" y="3258020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 flipV="1">
            <a:off x="3883270" y="1529455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3143913" y="1506022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4087228" y="150670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 flipH="1" flipV="1">
            <a:off x="4700564" y="1156976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4981464" y="150602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4950984" y="1061379"/>
            <a:ext cx="3302589" cy="426650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 flipH="1" flipV="1">
            <a:off x="8337844" y="1156975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H="1" flipV="1">
            <a:off x="8967764" y="1156974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4981464" y="214475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4968935" y="2708071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-1	0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904" y="2149570"/>
            <a:ext cx="487722" cy="35969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139" y="2651427"/>
            <a:ext cx="506012" cy="42066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4134845" y="21588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4147136" y="27080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8484236" y="21588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8471707" y="27080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6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/>
              <p:cNvSpPr txBox="1"/>
              <p:nvPr/>
            </p:nvSpPr>
            <p:spPr>
              <a:xfrm>
                <a:off x="9073476" y="1173064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Cuadro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3476" y="1173064"/>
                <a:ext cx="674480" cy="696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/>
          <p:cNvSpPr txBox="1"/>
          <p:nvPr/>
        </p:nvSpPr>
        <p:spPr>
          <a:xfrm>
            <a:off x="4140980" y="32812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4009205" y="373791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5016351" y="327858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	0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4998031" y="373791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8462886" y="32785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1" name="CuadroTexto 40"/>
          <p:cNvSpPr txBox="1"/>
          <p:nvPr/>
        </p:nvSpPr>
        <p:spPr>
          <a:xfrm>
            <a:off x="1240928" y="4448111"/>
            <a:ext cx="7514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b="1" dirty="0">
                <a:solidFill>
                  <a:schemeClr val="bg1"/>
                </a:solidFill>
              </a:rPr>
              <a:t>Paso 1</a:t>
            </a:r>
            <a:r>
              <a:rPr lang="es-MX" dirty="0">
                <a:solidFill>
                  <a:schemeClr val="bg1"/>
                </a:solidFill>
              </a:rPr>
              <a:t>. Seleccionar la columna j con el costo reducido (</a:t>
            </a:r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dirty="0">
                <a:solidFill>
                  <a:schemeClr val="bg1"/>
                </a:solidFill>
              </a:rPr>
              <a:t>) mas alto</a:t>
            </a:r>
          </a:p>
        </p:txBody>
      </p:sp>
      <p:sp>
        <p:nvSpPr>
          <p:cNvPr id="43" name="Rectángulo 42"/>
          <p:cNvSpPr/>
          <p:nvPr/>
        </p:nvSpPr>
        <p:spPr>
          <a:xfrm>
            <a:off x="5777244" y="985187"/>
            <a:ext cx="548640" cy="33324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CuadroTexto 43"/>
          <p:cNvSpPr txBox="1"/>
          <p:nvPr/>
        </p:nvSpPr>
        <p:spPr>
          <a:xfrm>
            <a:off x="1240928" y="5793566"/>
            <a:ext cx="9299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725" indent="-720725"/>
            <a:r>
              <a:rPr lang="es-MX" b="1" dirty="0"/>
              <a:t>Paso 3</a:t>
            </a:r>
            <a:r>
              <a:rPr lang="es-MX" dirty="0"/>
              <a:t>. La variable correspondiente al elemento pivote entra como V. B. y la variable de la fila sale. Se deben hacer las operaciones necesarias para que en esa columna el valor del elemento pivote sea 1 y todos los demás valores igual a 0.</a:t>
            </a:r>
          </a:p>
        </p:txBody>
      </p:sp>
      <p:sp>
        <p:nvSpPr>
          <p:cNvPr id="45" name="CuadroTexto 44"/>
          <p:cNvSpPr txBox="1"/>
          <p:nvPr/>
        </p:nvSpPr>
        <p:spPr>
          <a:xfrm>
            <a:off x="9166109" y="215889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4/1 = 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9317532" y="26514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 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7" name="Elipse 46"/>
          <p:cNvSpPr/>
          <p:nvPr/>
        </p:nvSpPr>
        <p:spPr>
          <a:xfrm>
            <a:off x="5777244" y="2054994"/>
            <a:ext cx="548640" cy="506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48" name="Rectángulo 47"/>
          <p:cNvSpPr/>
          <p:nvPr/>
        </p:nvSpPr>
        <p:spPr>
          <a:xfrm>
            <a:off x="3097822" y="2054994"/>
            <a:ext cx="5869942" cy="506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Rectángulo 48"/>
              <p:cNvSpPr/>
              <p:nvPr/>
            </p:nvSpPr>
            <p:spPr>
              <a:xfrm>
                <a:off x="1237688" y="4866461"/>
                <a:ext cx="9125512" cy="8546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720725" indent="-720725"/>
                <a:r>
                  <a:rPr lang="es-MX" b="1" dirty="0">
                    <a:solidFill>
                      <a:schemeClr val="bg1"/>
                    </a:solidFill>
                  </a:rPr>
                  <a:t>Paso 2</a:t>
                </a:r>
                <a:r>
                  <a:rPr lang="es-MX" dirty="0">
                    <a:solidFill>
                      <a:schemeClr val="bg1"/>
                    </a:solidFill>
                  </a:rPr>
                  <a:t>. Seleccionar la fila i con el coeficiente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MX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MX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s-MX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</m:den>
                    </m:f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 mas bajo. Solo para valores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s-MX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es-MX" dirty="0">
                    <a:solidFill>
                      <a:schemeClr val="bg1"/>
                    </a:solidFill>
                  </a:rPr>
                  <a:t> positivos. Se identifica el elemento pivote.</a:t>
                </a:r>
              </a:p>
            </p:txBody>
          </p:sp>
        </mc:Choice>
        <mc:Fallback>
          <p:sp>
            <p:nvSpPr>
              <p:cNvPr id="49" name="Rectángulo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688" y="4866461"/>
                <a:ext cx="9125512" cy="854658"/>
              </a:xfrm>
              <a:prstGeom prst="rect">
                <a:avLst/>
              </a:prstGeom>
              <a:blipFill>
                <a:blip r:embed="rId6"/>
                <a:stretch>
                  <a:fillRect l="-534" b="-78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Conector angular 50"/>
          <p:cNvCxnSpPr>
            <a:stCxn id="49" idx="3"/>
            <a:endCxn id="45" idx="3"/>
          </p:cNvCxnSpPr>
          <p:nvPr/>
        </p:nvCxnSpPr>
        <p:spPr>
          <a:xfrm flipH="1" flipV="1">
            <a:off x="10012816" y="2343565"/>
            <a:ext cx="350384" cy="2950225"/>
          </a:xfrm>
          <a:prstGeom prst="bentConnector3">
            <a:avLst>
              <a:gd name="adj1" fmla="val -6524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de flecha 53"/>
          <p:cNvCxnSpPr/>
          <p:nvPr/>
        </p:nvCxnSpPr>
        <p:spPr>
          <a:xfrm flipV="1">
            <a:off x="6051564" y="4073423"/>
            <a:ext cx="0" cy="3746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Rectángulo 37"/>
              <p:cNvSpPr/>
              <p:nvPr/>
            </p:nvSpPr>
            <p:spPr>
              <a:xfrm>
                <a:off x="8446169" y="1375207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8" name="Rectángulo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6169" y="1375207"/>
                <a:ext cx="429926" cy="369332"/>
              </a:xfrm>
              <a:prstGeom prst="rect">
                <a:avLst/>
              </a:prstGeom>
              <a:blipFill>
                <a:blip r:embed="rId7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396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3" grpId="0" animBg="1"/>
      <p:bldP spid="44" grpId="0"/>
      <p:bldP spid="45" grpId="0"/>
      <p:bldP spid="46" grpId="0"/>
      <p:bldP spid="47" grpId="0" animBg="1"/>
      <p:bldP spid="48" grpId="0" animBg="1"/>
      <p:bldP spid="4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/>
          <p:cNvCxnSpPr/>
          <p:nvPr/>
        </p:nvCxnSpPr>
        <p:spPr>
          <a:xfrm flipV="1">
            <a:off x="1817663" y="1164154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/>
          <p:cNvCxnSpPr/>
          <p:nvPr/>
        </p:nvCxnSpPr>
        <p:spPr>
          <a:xfrm flipV="1">
            <a:off x="1817662" y="2546820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 flipV="1">
            <a:off x="2603110" y="818255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863753" y="794822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807068" y="79550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 flipH="1" flipV="1">
            <a:off x="3420404" y="445776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701304" y="79482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824" y="350179"/>
            <a:ext cx="3302589" cy="426650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 flipH="1" flipV="1">
            <a:off x="7057684" y="445775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H="1" flipV="1">
            <a:off x="7687604" y="445774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701304" y="143355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3688775" y="1996871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-1	0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44" y="1438370"/>
            <a:ext cx="487722" cy="35969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979" y="1940227"/>
            <a:ext cx="506012" cy="42066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2854685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866976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7204076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191547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6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/>
              <p:cNvSpPr txBox="1"/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Cuadro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/>
          <p:cNvSpPr txBox="1"/>
          <p:nvPr/>
        </p:nvSpPr>
        <p:spPr>
          <a:xfrm>
            <a:off x="2860820" y="25700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2729045" y="302671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736191" y="256738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	0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3717871" y="302671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182726" y="2567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7885949" y="144769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4/1 = 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8037372" y="19402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 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35" name="Conector recto 34"/>
          <p:cNvCxnSpPr/>
          <p:nvPr/>
        </p:nvCxnSpPr>
        <p:spPr>
          <a:xfrm flipV="1">
            <a:off x="1817562" y="4456840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V="1">
            <a:off x="1817561" y="5839506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 flipV="1">
            <a:off x="2603009" y="4110941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863652" y="408750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2806967" y="40881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40" name="Conector recto 39"/>
          <p:cNvCxnSpPr/>
          <p:nvPr/>
        </p:nvCxnSpPr>
        <p:spPr>
          <a:xfrm flipH="1" flipV="1">
            <a:off x="3420303" y="3738462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agen 41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723" y="3642865"/>
            <a:ext cx="3302589" cy="426650"/>
          </a:xfrm>
          <a:prstGeom prst="rect">
            <a:avLst/>
          </a:prstGeom>
        </p:spPr>
      </p:pic>
      <p:cxnSp>
        <p:nvCxnSpPr>
          <p:cNvPr id="43" name="Conector recto 42"/>
          <p:cNvCxnSpPr/>
          <p:nvPr/>
        </p:nvCxnSpPr>
        <p:spPr>
          <a:xfrm flipH="1" flipV="1">
            <a:off x="7057583" y="3738461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H="1" flipV="1">
            <a:off x="7687503" y="3738460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3701203" y="4726238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878" y="5232913"/>
            <a:ext cx="506012" cy="420660"/>
          </a:xfrm>
          <a:prstGeom prst="rect">
            <a:avLst/>
          </a:prstGeom>
        </p:spPr>
      </p:pic>
      <p:sp>
        <p:nvSpPr>
          <p:cNvPr id="49" name="CuadroTexto 48"/>
          <p:cNvSpPr txBox="1"/>
          <p:nvPr/>
        </p:nvSpPr>
        <p:spPr>
          <a:xfrm>
            <a:off x="2854584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66875" y="52895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7203975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/>
              <p:cNvSpPr txBox="1"/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3" name="CuadroTexto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CuadroTexto 53"/>
          <p:cNvSpPr txBox="1"/>
          <p:nvPr/>
        </p:nvSpPr>
        <p:spPr>
          <a:xfrm>
            <a:off x="2860719" y="586273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728944" y="631940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4563" y="4763815"/>
            <a:ext cx="365792" cy="365792"/>
          </a:xfrm>
          <a:prstGeom prst="rect">
            <a:avLst/>
          </a:prstGeom>
        </p:spPr>
      </p:pic>
      <p:sp>
        <p:nvSpPr>
          <p:cNvPr id="69" name="CuadroTexto 68"/>
          <p:cNvSpPr txBox="1"/>
          <p:nvPr/>
        </p:nvSpPr>
        <p:spPr>
          <a:xfrm>
            <a:off x="9144000" y="3609653"/>
            <a:ext cx="2794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El </a:t>
            </a:r>
            <a:r>
              <a:rPr lang="es-MX" b="1" dirty="0">
                <a:solidFill>
                  <a:schemeClr val="bg1"/>
                </a:solidFill>
              </a:rPr>
              <a:t>elemento Pivote debe ser igual a 1 </a:t>
            </a:r>
            <a:r>
              <a:rPr lang="es-MX" dirty="0">
                <a:solidFill>
                  <a:schemeClr val="bg1"/>
                </a:solidFill>
              </a:rPr>
              <a:t>en el Tablero 1, dado que ya es 1 se copia el reglón igual. En caso de que fuera otro valor se divide todo el renglón entre el valor del elemento pivote para que sea igual a 1.</a:t>
            </a:r>
          </a:p>
          <a:p>
            <a:r>
              <a:rPr lang="es-MX" dirty="0" err="1">
                <a:solidFill>
                  <a:schemeClr val="bg1"/>
                </a:solidFill>
              </a:rPr>
              <a:t>Rp</a:t>
            </a:r>
            <a:r>
              <a:rPr lang="es-MX" dirty="0">
                <a:solidFill>
                  <a:schemeClr val="bg1"/>
                </a:solidFill>
              </a:rPr>
              <a:t>* = </a:t>
            </a:r>
            <a:r>
              <a:rPr lang="es-MX" dirty="0" err="1">
                <a:solidFill>
                  <a:schemeClr val="bg1"/>
                </a:solidFill>
              </a:rPr>
              <a:t>Rp</a:t>
            </a:r>
            <a:r>
              <a:rPr lang="es-MX" dirty="0">
                <a:solidFill>
                  <a:schemeClr val="bg1"/>
                </a:solidFill>
              </a:rPr>
              <a:t>/elemento pivote</a:t>
            </a:r>
          </a:p>
        </p:txBody>
      </p:sp>
      <p:cxnSp>
        <p:nvCxnSpPr>
          <p:cNvPr id="71" name="Conector recto 70"/>
          <p:cNvCxnSpPr/>
          <p:nvPr/>
        </p:nvCxnSpPr>
        <p:spPr>
          <a:xfrm flipH="1">
            <a:off x="412082" y="3642865"/>
            <a:ext cx="84677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Elipse 72"/>
          <p:cNvSpPr/>
          <p:nvPr/>
        </p:nvSpPr>
        <p:spPr>
          <a:xfrm>
            <a:off x="4484692" y="4664252"/>
            <a:ext cx="548640" cy="506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4" name="Elipse 73"/>
          <p:cNvSpPr/>
          <p:nvPr/>
        </p:nvSpPr>
        <p:spPr>
          <a:xfrm>
            <a:off x="4467010" y="1343451"/>
            <a:ext cx="548640" cy="506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5" name="CuadroTexto 74"/>
          <p:cNvSpPr txBox="1"/>
          <p:nvPr/>
        </p:nvSpPr>
        <p:spPr>
          <a:xfrm>
            <a:off x="1258149" y="832231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76" name="CuadroTexto 75"/>
          <p:cNvSpPr txBox="1"/>
          <p:nvPr/>
        </p:nvSpPr>
        <p:spPr>
          <a:xfrm>
            <a:off x="1217178" y="4124917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77" name="CuadroTexto 76"/>
          <p:cNvSpPr txBox="1"/>
          <p:nvPr/>
        </p:nvSpPr>
        <p:spPr>
          <a:xfrm>
            <a:off x="91660" y="1452678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0</a:t>
            </a:r>
          </a:p>
        </p:txBody>
      </p:sp>
      <p:sp>
        <p:nvSpPr>
          <p:cNvPr id="78" name="CuadroTexto 77"/>
          <p:cNvSpPr txBox="1"/>
          <p:nvPr/>
        </p:nvSpPr>
        <p:spPr>
          <a:xfrm>
            <a:off x="67923" y="4790557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1</a:t>
            </a:r>
          </a:p>
        </p:txBody>
      </p:sp>
      <p:sp>
        <p:nvSpPr>
          <p:cNvPr id="79" name="CuadroTexto 78"/>
          <p:cNvSpPr txBox="1"/>
          <p:nvPr/>
        </p:nvSpPr>
        <p:spPr>
          <a:xfrm>
            <a:off x="3628812" y="408666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ángulo 1"/>
              <p:cNvSpPr/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" name="Rectángulo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ángulo 57"/>
              <p:cNvSpPr/>
              <p:nvPr/>
            </p:nvSpPr>
            <p:spPr>
              <a:xfrm>
                <a:off x="7155154" y="3875885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8" name="Rectángulo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154" y="3875885"/>
                <a:ext cx="429926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7385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9" grpId="0"/>
      <p:bldP spid="45" grpId="0"/>
      <p:bldP spid="49" grpId="0"/>
      <p:bldP spid="50" grpId="0"/>
      <p:bldP spid="51" grpId="0"/>
      <p:bldP spid="53" grpId="0"/>
      <p:bldP spid="54" grpId="0"/>
      <p:bldP spid="55" grpId="0"/>
      <p:bldP spid="69" grpId="0"/>
      <p:bldP spid="73" grpId="0" animBg="1"/>
      <p:bldP spid="75" grpId="0"/>
      <p:bldP spid="76" grpId="0"/>
      <p:bldP spid="7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/>
          <p:cNvCxnSpPr/>
          <p:nvPr/>
        </p:nvCxnSpPr>
        <p:spPr>
          <a:xfrm flipV="1">
            <a:off x="1817663" y="1164154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/>
          <p:cNvCxnSpPr/>
          <p:nvPr/>
        </p:nvCxnSpPr>
        <p:spPr>
          <a:xfrm flipV="1">
            <a:off x="1817662" y="2546820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 flipV="1">
            <a:off x="2603110" y="818255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863753" y="794822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807068" y="79550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 flipH="1" flipV="1">
            <a:off x="3420404" y="445776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701304" y="79482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824" y="350179"/>
            <a:ext cx="3302589" cy="426650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 flipH="1" flipV="1">
            <a:off x="7057684" y="445775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H="1" flipV="1">
            <a:off x="7687604" y="445774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701304" y="143355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3688775" y="1996871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-1	0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44" y="1438370"/>
            <a:ext cx="487722" cy="35969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979" y="1940227"/>
            <a:ext cx="506012" cy="42066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2854685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866976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7204076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191547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6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/>
              <p:cNvSpPr txBox="1"/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Cuadro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/>
          <p:cNvSpPr txBox="1"/>
          <p:nvPr/>
        </p:nvSpPr>
        <p:spPr>
          <a:xfrm>
            <a:off x="2860820" y="25700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2729045" y="302671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736191" y="256738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	0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3717871" y="302671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182726" y="2567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7885949" y="144769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4/1 = 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8037372" y="19402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 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35" name="Conector recto 34"/>
          <p:cNvCxnSpPr/>
          <p:nvPr/>
        </p:nvCxnSpPr>
        <p:spPr>
          <a:xfrm flipV="1">
            <a:off x="1817562" y="4456840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V="1">
            <a:off x="1817561" y="5839506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 flipV="1">
            <a:off x="2603009" y="4110941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863652" y="408750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2806967" y="40881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40" name="Conector recto 39"/>
          <p:cNvCxnSpPr/>
          <p:nvPr/>
        </p:nvCxnSpPr>
        <p:spPr>
          <a:xfrm flipH="1" flipV="1">
            <a:off x="3420303" y="3738462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agen 41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723" y="3642865"/>
            <a:ext cx="3302589" cy="426650"/>
          </a:xfrm>
          <a:prstGeom prst="rect">
            <a:avLst/>
          </a:prstGeom>
        </p:spPr>
      </p:pic>
      <p:cxnSp>
        <p:nvCxnSpPr>
          <p:cNvPr id="43" name="Conector recto 42"/>
          <p:cNvCxnSpPr/>
          <p:nvPr/>
        </p:nvCxnSpPr>
        <p:spPr>
          <a:xfrm flipH="1" flipV="1">
            <a:off x="7057583" y="3738461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H="1" flipV="1">
            <a:off x="7687503" y="3738460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3701203" y="4726238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3688674" y="5289557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2	0	1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878" y="5232913"/>
            <a:ext cx="506012" cy="420660"/>
          </a:xfrm>
          <a:prstGeom prst="rect">
            <a:avLst/>
          </a:prstGeom>
        </p:spPr>
      </p:pic>
      <p:sp>
        <p:nvSpPr>
          <p:cNvPr id="49" name="CuadroTexto 48"/>
          <p:cNvSpPr txBox="1"/>
          <p:nvPr/>
        </p:nvSpPr>
        <p:spPr>
          <a:xfrm>
            <a:off x="2854584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66875" y="52895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7203975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7191446" y="528955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10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/>
              <p:cNvSpPr txBox="1"/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3" name="CuadroTexto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CuadroTexto 53"/>
          <p:cNvSpPr txBox="1"/>
          <p:nvPr/>
        </p:nvSpPr>
        <p:spPr>
          <a:xfrm>
            <a:off x="2860719" y="586273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728944" y="631940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91660" y="1452678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0</a:t>
            </a:r>
          </a:p>
        </p:txBody>
      </p:sp>
      <p:sp>
        <p:nvSpPr>
          <p:cNvPr id="67" name="CuadroTexto 66"/>
          <p:cNvSpPr txBox="1"/>
          <p:nvPr/>
        </p:nvSpPr>
        <p:spPr>
          <a:xfrm>
            <a:off x="67923" y="4790557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1</a:t>
            </a: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4563" y="4763815"/>
            <a:ext cx="365792" cy="365792"/>
          </a:xfrm>
          <a:prstGeom prst="rect">
            <a:avLst/>
          </a:prstGeom>
        </p:spPr>
      </p:pic>
      <p:sp>
        <p:nvSpPr>
          <p:cNvPr id="69" name="CuadroTexto 68"/>
          <p:cNvSpPr txBox="1"/>
          <p:nvPr/>
        </p:nvSpPr>
        <p:spPr>
          <a:xfrm>
            <a:off x="9027355" y="3887429"/>
            <a:ext cx="27798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hacer 0 el elemento con valor actual de -1. En este caso: </a:t>
            </a:r>
            <a:r>
              <a:rPr lang="es-MX" dirty="0" err="1">
                <a:solidFill>
                  <a:schemeClr val="bg1"/>
                </a:solidFill>
              </a:rPr>
              <a:t>R2</a:t>
            </a:r>
            <a:r>
              <a:rPr lang="es-MX" dirty="0">
                <a:solidFill>
                  <a:schemeClr val="bg1"/>
                </a:solidFill>
              </a:rPr>
              <a:t>* = </a:t>
            </a:r>
            <a:r>
              <a:rPr lang="es-MX" dirty="0" err="1">
                <a:solidFill>
                  <a:schemeClr val="bg1"/>
                </a:solidFill>
              </a:rPr>
              <a:t>R2</a:t>
            </a:r>
            <a:r>
              <a:rPr lang="es-MX" dirty="0">
                <a:solidFill>
                  <a:schemeClr val="bg1"/>
                </a:solidFill>
              </a:rPr>
              <a:t> + </a:t>
            </a:r>
            <a:r>
              <a:rPr lang="es-MX" dirty="0" err="1">
                <a:solidFill>
                  <a:schemeClr val="bg1"/>
                </a:solidFill>
              </a:rPr>
              <a:t>1xR1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2" name="CuadroTexto 1"/>
          <p:cNvSpPr txBox="1"/>
          <p:nvPr/>
        </p:nvSpPr>
        <p:spPr>
          <a:xfrm>
            <a:off x="1258149" y="832231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1217178" y="4124917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</p:txBody>
      </p:sp>
      <p:cxnSp>
        <p:nvCxnSpPr>
          <p:cNvPr id="64" name="Conector recto 63"/>
          <p:cNvCxnSpPr/>
          <p:nvPr/>
        </p:nvCxnSpPr>
        <p:spPr>
          <a:xfrm flipH="1">
            <a:off x="412082" y="3642865"/>
            <a:ext cx="84677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 2"/>
          <p:cNvSpPr/>
          <p:nvPr/>
        </p:nvSpPr>
        <p:spPr>
          <a:xfrm>
            <a:off x="4541520" y="1940227"/>
            <a:ext cx="579120" cy="52865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32" name="Conector angular 31"/>
          <p:cNvCxnSpPr>
            <a:stCxn id="3" idx="3"/>
            <a:endCxn id="69" idx="0"/>
          </p:cNvCxnSpPr>
          <p:nvPr/>
        </p:nvCxnSpPr>
        <p:spPr>
          <a:xfrm>
            <a:off x="5120640" y="2204554"/>
            <a:ext cx="5296661" cy="1682875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/>
          <p:cNvSpPr/>
          <p:nvPr/>
        </p:nvSpPr>
        <p:spPr>
          <a:xfrm>
            <a:off x="8973843" y="5129607"/>
            <a:ext cx="30973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Siempre se utiliza el renglón </a:t>
            </a:r>
            <a:r>
              <a:rPr lang="es-MX" dirty="0" err="1">
                <a:solidFill>
                  <a:schemeClr val="bg1"/>
                </a:solidFill>
              </a:rPr>
              <a:t>Ri</a:t>
            </a:r>
            <a:r>
              <a:rPr lang="es-MX" dirty="0">
                <a:solidFill>
                  <a:schemeClr val="bg1"/>
                </a:solidFill>
              </a:rPr>
              <a:t>* del elemento pivote en el nuevo tablero para hacer las operaciones.</a:t>
            </a:r>
          </a:p>
          <a:p>
            <a:r>
              <a:rPr lang="es-MX" dirty="0" err="1">
                <a:solidFill>
                  <a:schemeClr val="bg1"/>
                </a:solidFill>
              </a:rPr>
              <a:t>Rk</a:t>
            </a:r>
            <a:r>
              <a:rPr lang="es-MX" dirty="0">
                <a:solidFill>
                  <a:schemeClr val="bg1"/>
                </a:solidFill>
              </a:rPr>
              <a:t>* = </a:t>
            </a:r>
            <a:r>
              <a:rPr lang="es-MX" dirty="0" err="1">
                <a:solidFill>
                  <a:schemeClr val="bg1"/>
                </a:solidFill>
              </a:rPr>
              <a:t>Rk</a:t>
            </a:r>
            <a:r>
              <a:rPr lang="es-MX" dirty="0">
                <a:solidFill>
                  <a:schemeClr val="bg1"/>
                </a:solidFill>
              </a:rPr>
              <a:t> + N x </a:t>
            </a:r>
            <a:r>
              <a:rPr lang="es-MX" dirty="0" err="1">
                <a:solidFill>
                  <a:schemeClr val="bg1"/>
                </a:solidFill>
              </a:rPr>
              <a:t>Rp</a:t>
            </a:r>
            <a:r>
              <a:rPr lang="es-MX" dirty="0">
                <a:solidFill>
                  <a:schemeClr val="bg1"/>
                </a:solidFill>
              </a:rPr>
              <a:t>*  </a:t>
            </a:r>
            <a:r>
              <a:rPr lang="es-MX" dirty="0">
                <a:solidFill>
                  <a:schemeClr val="bg1"/>
                </a:solidFill>
                <a:sym typeface="Wingdings" panose="05000000000000000000" pitchFamily="2" charset="2"/>
              </a:rPr>
              <a:t> 0</a:t>
            </a:r>
            <a:r>
              <a:rPr lang="es-MX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71" name="Elipse 70"/>
          <p:cNvSpPr/>
          <p:nvPr/>
        </p:nvSpPr>
        <p:spPr>
          <a:xfrm>
            <a:off x="4454900" y="5221274"/>
            <a:ext cx="548640" cy="5066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2" name="CuadroTexto 71"/>
          <p:cNvSpPr txBox="1"/>
          <p:nvPr/>
        </p:nvSpPr>
        <p:spPr>
          <a:xfrm>
            <a:off x="3628812" y="408666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ángulo 60"/>
              <p:cNvSpPr/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1" name="Rectángulo 6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ángulo 61"/>
              <p:cNvSpPr/>
              <p:nvPr/>
            </p:nvSpPr>
            <p:spPr>
              <a:xfrm>
                <a:off x="7210666" y="3907280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2" name="Rectángulo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666" y="3907280"/>
                <a:ext cx="4299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2099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2" grpId="0"/>
      <p:bldP spid="69" grpId="0"/>
      <p:bldP spid="3" grpId="0" animBg="1"/>
      <p:bldP spid="33" grpId="0"/>
      <p:bldP spid="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/>
          <p:cNvCxnSpPr/>
          <p:nvPr/>
        </p:nvCxnSpPr>
        <p:spPr>
          <a:xfrm flipV="1">
            <a:off x="1817663" y="1164154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/>
          <p:cNvCxnSpPr/>
          <p:nvPr/>
        </p:nvCxnSpPr>
        <p:spPr>
          <a:xfrm flipV="1">
            <a:off x="1817662" y="2546820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 flipV="1">
            <a:off x="2603110" y="818255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863753" y="794822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807068" y="79550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 flipH="1" flipV="1">
            <a:off x="3420404" y="445776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701304" y="79482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824" y="350179"/>
            <a:ext cx="3302589" cy="426650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 flipH="1" flipV="1">
            <a:off x="7057684" y="445775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H="1" flipV="1">
            <a:off x="7687604" y="445774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701304" y="143355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3688775" y="1996871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-1	0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44" y="1438370"/>
            <a:ext cx="487722" cy="35969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979" y="1940227"/>
            <a:ext cx="506012" cy="42066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2854685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866976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7204076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191547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6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/>
              <p:cNvSpPr txBox="1"/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Cuadro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/>
          <p:cNvSpPr txBox="1"/>
          <p:nvPr/>
        </p:nvSpPr>
        <p:spPr>
          <a:xfrm>
            <a:off x="2860820" y="25700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2729045" y="302671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736191" y="256738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	0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3717871" y="302671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182726" y="2567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7885949" y="144769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4/1 = 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8037372" y="19402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 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35" name="Conector recto 34"/>
          <p:cNvCxnSpPr/>
          <p:nvPr/>
        </p:nvCxnSpPr>
        <p:spPr>
          <a:xfrm flipV="1">
            <a:off x="1817562" y="4456840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V="1">
            <a:off x="1817561" y="5839506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 flipV="1">
            <a:off x="2603009" y="4110941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863652" y="408750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2806967" y="40881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40" name="Conector recto 39"/>
          <p:cNvCxnSpPr/>
          <p:nvPr/>
        </p:nvCxnSpPr>
        <p:spPr>
          <a:xfrm flipH="1" flipV="1">
            <a:off x="3420303" y="3738462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agen 41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723" y="3642865"/>
            <a:ext cx="3302589" cy="426650"/>
          </a:xfrm>
          <a:prstGeom prst="rect">
            <a:avLst/>
          </a:prstGeom>
        </p:spPr>
      </p:pic>
      <p:cxnSp>
        <p:nvCxnSpPr>
          <p:cNvPr id="43" name="Conector recto 42"/>
          <p:cNvCxnSpPr/>
          <p:nvPr/>
        </p:nvCxnSpPr>
        <p:spPr>
          <a:xfrm flipH="1" flipV="1">
            <a:off x="7057583" y="3738461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H="1" flipV="1">
            <a:off x="7687503" y="3738460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3701203" y="4726238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3688674" y="5289557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2	0	1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878" y="5232913"/>
            <a:ext cx="506012" cy="420660"/>
          </a:xfrm>
          <a:prstGeom prst="rect">
            <a:avLst/>
          </a:prstGeom>
        </p:spPr>
      </p:pic>
      <p:sp>
        <p:nvSpPr>
          <p:cNvPr id="49" name="CuadroTexto 48"/>
          <p:cNvSpPr txBox="1"/>
          <p:nvPr/>
        </p:nvSpPr>
        <p:spPr>
          <a:xfrm>
            <a:off x="2854584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66875" y="52895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7203975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7191446" y="528955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10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/>
              <p:cNvSpPr txBox="1"/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3" name="CuadroTexto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CuadroTexto 53"/>
          <p:cNvSpPr txBox="1"/>
          <p:nvPr/>
        </p:nvSpPr>
        <p:spPr>
          <a:xfrm>
            <a:off x="2860719" y="586273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728944" y="631940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91660" y="1452678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0</a:t>
            </a:r>
          </a:p>
        </p:txBody>
      </p:sp>
      <p:sp>
        <p:nvSpPr>
          <p:cNvPr id="67" name="CuadroTexto 66"/>
          <p:cNvSpPr txBox="1"/>
          <p:nvPr/>
        </p:nvSpPr>
        <p:spPr>
          <a:xfrm>
            <a:off x="67923" y="4790557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1</a:t>
            </a: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4563" y="4763815"/>
            <a:ext cx="365792" cy="365792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258149" y="832231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1217178" y="4124917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</p:txBody>
      </p:sp>
      <p:cxnSp>
        <p:nvCxnSpPr>
          <p:cNvPr id="64" name="Conector recto 63"/>
          <p:cNvCxnSpPr/>
          <p:nvPr/>
        </p:nvCxnSpPr>
        <p:spPr>
          <a:xfrm flipH="1">
            <a:off x="412082" y="3642865"/>
            <a:ext cx="84677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/>
          <p:cNvSpPr/>
          <p:nvPr/>
        </p:nvSpPr>
        <p:spPr>
          <a:xfrm>
            <a:off x="8942657" y="5002080"/>
            <a:ext cx="30973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dirty="0">
                <a:solidFill>
                  <a:schemeClr val="bg1"/>
                </a:solidFill>
              </a:rPr>
              <a:t> calcular de cada columna se multiplican los coeficientes tecnológicos por los </a:t>
            </a:r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dirty="0">
                <a:solidFill>
                  <a:schemeClr val="bg1"/>
                </a:solidFill>
              </a:rPr>
              <a:t> de las V. B. y se suman</a:t>
            </a:r>
          </a:p>
          <a:p>
            <a:r>
              <a:rPr lang="es-MX" dirty="0" err="1">
                <a:solidFill>
                  <a:schemeClr val="bg1"/>
                </a:solidFill>
              </a:rPr>
              <a:t>Ejem</a:t>
            </a:r>
            <a:r>
              <a:rPr lang="es-MX" dirty="0">
                <a:solidFill>
                  <a:schemeClr val="bg1"/>
                </a:solidFill>
              </a:rPr>
              <a:t>. Para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1</a:t>
            </a:r>
            <a:r>
              <a:rPr lang="es-MX" dirty="0">
                <a:solidFill>
                  <a:schemeClr val="bg1"/>
                </a:solidFill>
              </a:rPr>
              <a:t>= 3 x 1 + 0 x 2 = 3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3628812" y="408666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3684337" y="587366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	3	3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7223929" y="589799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12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2728944" y="4726238"/>
            <a:ext cx="583216" cy="1014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0" name="Rectángulo 69"/>
          <p:cNvSpPr/>
          <p:nvPr/>
        </p:nvSpPr>
        <p:spPr>
          <a:xfrm>
            <a:off x="3666982" y="4714799"/>
            <a:ext cx="3943168" cy="10141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34" name="Multiplicar 33"/>
          <p:cNvSpPr/>
          <p:nvPr/>
        </p:nvSpPr>
        <p:spPr>
          <a:xfrm>
            <a:off x="3346381" y="4755138"/>
            <a:ext cx="265952" cy="368612"/>
          </a:xfrm>
          <a:prstGeom prst="mathMultiply">
            <a:avLst>
              <a:gd name="adj1" fmla="val 147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3" name="Multiplicar 72"/>
          <p:cNvSpPr/>
          <p:nvPr/>
        </p:nvSpPr>
        <p:spPr>
          <a:xfrm>
            <a:off x="3346381" y="5324885"/>
            <a:ext cx="265952" cy="368612"/>
          </a:xfrm>
          <a:prstGeom prst="mathMultiply">
            <a:avLst>
              <a:gd name="adj1" fmla="val 14778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47" name="Conector angular 46"/>
          <p:cNvCxnSpPr>
            <a:stCxn id="70" idx="3"/>
            <a:endCxn id="33" idx="1"/>
          </p:cNvCxnSpPr>
          <p:nvPr/>
        </p:nvCxnSpPr>
        <p:spPr>
          <a:xfrm>
            <a:off x="7610150" y="5221880"/>
            <a:ext cx="1332507" cy="518864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5" name="Rectángulo 64"/>
              <p:cNvSpPr/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5" name="Rectángulo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Rectángulo 68"/>
              <p:cNvSpPr/>
              <p:nvPr/>
            </p:nvSpPr>
            <p:spPr>
              <a:xfrm>
                <a:off x="7210666" y="3907280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9" name="Rectángulo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666" y="3907280"/>
                <a:ext cx="4299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82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1" grpId="0"/>
      <p:bldP spid="62" grpId="0"/>
      <p:bldP spid="29" grpId="0" animBg="1"/>
      <p:bldP spid="70" grpId="0" animBg="1"/>
      <p:bldP spid="34" grpId="0" animBg="1"/>
      <p:bldP spid="73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3"/>
          <p:cNvCxnSpPr/>
          <p:nvPr/>
        </p:nvCxnSpPr>
        <p:spPr>
          <a:xfrm flipV="1">
            <a:off x="1817663" y="1164154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/>
          <p:cNvCxnSpPr/>
          <p:nvPr/>
        </p:nvCxnSpPr>
        <p:spPr>
          <a:xfrm flipV="1">
            <a:off x="1817662" y="2546820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/>
          <p:cNvCxnSpPr/>
          <p:nvPr/>
        </p:nvCxnSpPr>
        <p:spPr>
          <a:xfrm flipH="1" flipV="1">
            <a:off x="2603110" y="818255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/>
          <p:cNvSpPr txBox="1"/>
          <p:nvPr/>
        </p:nvSpPr>
        <p:spPr>
          <a:xfrm>
            <a:off x="1863753" y="794822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8" name="CuadroTexto 7"/>
          <p:cNvSpPr txBox="1"/>
          <p:nvPr/>
        </p:nvSpPr>
        <p:spPr>
          <a:xfrm>
            <a:off x="2807068" y="79550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9" name="Conector recto 8"/>
          <p:cNvCxnSpPr/>
          <p:nvPr/>
        </p:nvCxnSpPr>
        <p:spPr>
          <a:xfrm flipH="1" flipV="1">
            <a:off x="3420404" y="445776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/>
          <p:cNvSpPr txBox="1"/>
          <p:nvPr/>
        </p:nvSpPr>
        <p:spPr>
          <a:xfrm>
            <a:off x="3701304" y="79482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824" y="350179"/>
            <a:ext cx="3302589" cy="426650"/>
          </a:xfrm>
          <a:prstGeom prst="rect">
            <a:avLst/>
          </a:prstGeom>
        </p:spPr>
      </p:pic>
      <p:cxnSp>
        <p:nvCxnSpPr>
          <p:cNvPr id="12" name="Conector recto 11"/>
          <p:cNvCxnSpPr/>
          <p:nvPr/>
        </p:nvCxnSpPr>
        <p:spPr>
          <a:xfrm flipH="1" flipV="1">
            <a:off x="7057684" y="445775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12"/>
          <p:cNvCxnSpPr/>
          <p:nvPr/>
        </p:nvCxnSpPr>
        <p:spPr>
          <a:xfrm flipH="1" flipV="1">
            <a:off x="7687604" y="445774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uadroTexto 13"/>
          <p:cNvSpPr txBox="1"/>
          <p:nvPr/>
        </p:nvSpPr>
        <p:spPr>
          <a:xfrm>
            <a:off x="3701304" y="1433552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5" name="CuadroTexto 14"/>
          <p:cNvSpPr txBox="1"/>
          <p:nvPr/>
        </p:nvSpPr>
        <p:spPr>
          <a:xfrm>
            <a:off x="3688775" y="1996871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-1	0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16" name="Imagen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6744" y="1438370"/>
            <a:ext cx="487722" cy="359695"/>
          </a:xfrm>
          <a:prstGeom prst="rect">
            <a:avLst/>
          </a:prstGeom>
        </p:spPr>
      </p:pic>
      <p:pic>
        <p:nvPicPr>
          <p:cNvPr id="17" name="Imagen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979" y="1940227"/>
            <a:ext cx="506012" cy="420660"/>
          </a:xfrm>
          <a:prstGeom prst="rect">
            <a:avLst/>
          </a:prstGeom>
        </p:spPr>
      </p:pic>
      <p:sp>
        <p:nvSpPr>
          <p:cNvPr id="18" name="CuadroTexto 17"/>
          <p:cNvSpPr txBox="1"/>
          <p:nvPr/>
        </p:nvSpPr>
        <p:spPr>
          <a:xfrm>
            <a:off x="2854685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19" name="CuadroTexto 18"/>
          <p:cNvSpPr txBox="1"/>
          <p:nvPr/>
        </p:nvSpPr>
        <p:spPr>
          <a:xfrm>
            <a:off x="2866976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0" name="CuadroTexto 19"/>
          <p:cNvSpPr txBox="1"/>
          <p:nvPr/>
        </p:nvSpPr>
        <p:spPr>
          <a:xfrm>
            <a:off x="7204076" y="1447699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1" name="CuadroTexto 20"/>
          <p:cNvSpPr txBox="1"/>
          <p:nvPr/>
        </p:nvSpPr>
        <p:spPr>
          <a:xfrm>
            <a:off x="7191547" y="1996871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6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CuadroTexto 21"/>
              <p:cNvSpPr txBox="1"/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" name="CuadroTexto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316" y="461864"/>
                <a:ext cx="674480" cy="6964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CuadroTexto 22"/>
          <p:cNvSpPr txBox="1"/>
          <p:nvPr/>
        </p:nvSpPr>
        <p:spPr>
          <a:xfrm>
            <a:off x="2860820" y="2570052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4" name="CuadroTexto 23"/>
          <p:cNvSpPr txBox="1"/>
          <p:nvPr/>
        </p:nvSpPr>
        <p:spPr>
          <a:xfrm>
            <a:off x="2729045" y="3026714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5" name="CuadroTexto 24"/>
          <p:cNvSpPr txBox="1"/>
          <p:nvPr/>
        </p:nvSpPr>
        <p:spPr>
          <a:xfrm>
            <a:off x="3736191" y="256738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	0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6" name="CuadroTexto 25"/>
          <p:cNvSpPr txBox="1"/>
          <p:nvPr/>
        </p:nvSpPr>
        <p:spPr>
          <a:xfrm>
            <a:off x="3717871" y="302671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7" name="CuadroTexto 26"/>
          <p:cNvSpPr txBox="1"/>
          <p:nvPr/>
        </p:nvSpPr>
        <p:spPr>
          <a:xfrm>
            <a:off x="7182726" y="2567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0" name="CuadroTexto 29"/>
          <p:cNvSpPr txBox="1"/>
          <p:nvPr/>
        </p:nvSpPr>
        <p:spPr>
          <a:xfrm>
            <a:off x="7885949" y="1447699"/>
            <a:ext cx="8467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4/1 = 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1" name="CuadroTexto 30"/>
          <p:cNvSpPr txBox="1"/>
          <p:nvPr/>
        </p:nvSpPr>
        <p:spPr>
          <a:xfrm>
            <a:off x="8037372" y="194022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 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35" name="Conector recto 34"/>
          <p:cNvCxnSpPr/>
          <p:nvPr/>
        </p:nvCxnSpPr>
        <p:spPr>
          <a:xfrm flipV="1">
            <a:off x="1817562" y="4456840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V="1">
            <a:off x="1817561" y="5839506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 flipV="1">
            <a:off x="2603009" y="4110941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1863652" y="408750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2806967" y="40881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40" name="Conector recto 39"/>
          <p:cNvCxnSpPr/>
          <p:nvPr/>
        </p:nvCxnSpPr>
        <p:spPr>
          <a:xfrm flipH="1" flipV="1">
            <a:off x="3420303" y="3738462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agen 41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670723" y="3642865"/>
            <a:ext cx="3302589" cy="426650"/>
          </a:xfrm>
          <a:prstGeom prst="rect">
            <a:avLst/>
          </a:prstGeom>
        </p:spPr>
      </p:pic>
      <p:cxnSp>
        <p:nvCxnSpPr>
          <p:cNvPr id="43" name="Conector recto 42"/>
          <p:cNvCxnSpPr/>
          <p:nvPr/>
        </p:nvCxnSpPr>
        <p:spPr>
          <a:xfrm flipH="1" flipV="1">
            <a:off x="7057583" y="3738461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H="1" flipV="1">
            <a:off x="7687503" y="3738460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3701203" y="4726238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3688674" y="5289557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2	0	1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0878" y="5232913"/>
            <a:ext cx="506012" cy="420660"/>
          </a:xfrm>
          <a:prstGeom prst="rect">
            <a:avLst/>
          </a:prstGeom>
        </p:spPr>
      </p:pic>
      <p:sp>
        <p:nvSpPr>
          <p:cNvPr id="49" name="CuadroTexto 48"/>
          <p:cNvSpPr txBox="1"/>
          <p:nvPr/>
        </p:nvSpPr>
        <p:spPr>
          <a:xfrm>
            <a:off x="2854584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2866875" y="5289557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7203975" y="474038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7191446" y="528955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10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/>
              <p:cNvSpPr txBox="1"/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3" name="CuadroTexto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3215" y="3754550"/>
                <a:ext cx="674480" cy="6964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CuadroTexto 53"/>
          <p:cNvSpPr txBox="1"/>
          <p:nvPr/>
        </p:nvSpPr>
        <p:spPr>
          <a:xfrm>
            <a:off x="2860719" y="5862738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728944" y="6319400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6" name="CuadroTexto 65"/>
          <p:cNvSpPr txBox="1"/>
          <p:nvPr/>
        </p:nvSpPr>
        <p:spPr>
          <a:xfrm>
            <a:off x="91660" y="1452678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0</a:t>
            </a:r>
          </a:p>
        </p:txBody>
      </p:sp>
      <p:sp>
        <p:nvSpPr>
          <p:cNvPr id="67" name="CuadroTexto 66"/>
          <p:cNvSpPr txBox="1"/>
          <p:nvPr/>
        </p:nvSpPr>
        <p:spPr>
          <a:xfrm>
            <a:off x="67923" y="4790557"/>
            <a:ext cx="1047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Tablero 1</a:t>
            </a: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54563" y="4763815"/>
            <a:ext cx="365792" cy="365792"/>
          </a:xfrm>
          <a:prstGeom prst="rect">
            <a:avLst/>
          </a:prstGeom>
        </p:spPr>
      </p:pic>
      <p:sp>
        <p:nvSpPr>
          <p:cNvPr id="2" name="CuadroTexto 1"/>
          <p:cNvSpPr txBox="1"/>
          <p:nvPr/>
        </p:nvSpPr>
        <p:spPr>
          <a:xfrm>
            <a:off x="1258149" y="832231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endParaRPr lang="es-MX" dirty="0">
              <a:solidFill>
                <a:schemeClr val="bg1"/>
              </a:solidFill>
            </a:endParaRPr>
          </a:p>
        </p:txBody>
      </p:sp>
      <p:sp>
        <p:nvSpPr>
          <p:cNvPr id="63" name="CuadroTexto 62"/>
          <p:cNvSpPr txBox="1"/>
          <p:nvPr/>
        </p:nvSpPr>
        <p:spPr>
          <a:xfrm>
            <a:off x="1217178" y="4124917"/>
            <a:ext cx="5708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MX" dirty="0">
              <a:solidFill>
                <a:schemeClr val="bg1"/>
              </a:solidFill>
            </a:endParaRP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R1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 err="1">
                <a:solidFill>
                  <a:schemeClr val="bg1"/>
                </a:solidFill>
              </a:rPr>
              <a:t>R2</a:t>
            </a:r>
            <a:r>
              <a:rPr lang="es-MX" dirty="0">
                <a:solidFill>
                  <a:schemeClr val="bg1"/>
                </a:solidFill>
              </a:rPr>
              <a:t>*</a:t>
            </a:r>
          </a:p>
        </p:txBody>
      </p:sp>
      <p:cxnSp>
        <p:nvCxnSpPr>
          <p:cNvPr id="64" name="Conector recto 63"/>
          <p:cNvCxnSpPr/>
          <p:nvPr/>
        </p:nvCxnSpPr>
        <p:spPr>
          <a:xfrm flipH="1">
            <a:off x="412082" y="3642865"/>
            <a:ext cx="8467758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ángulo 32"/>
          <p:cNvSpPr/>
          <p:nvPr/>
        </p:nvSpPr>
        <p:spPr>
          <a:xfrm>
            <a:off x="8844630" y="5908904"/>
            <a:ext cx="309732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calcular </a:t>
            </a:r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dirty="0">
                <a:solidFill>
                  <a:schemeClr val="bg1"/>
                </a:solidFill>
              </a:rPr>
              <a:t> se resta la primera fila </a:t>
            </a:r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dirty="0">
                <a:solidFill>
                  <a:schemeClr val="bg1"/>
                </a:solidFill>
              </a:rPr>
              <a:t> menos  la fila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3628812" y="408666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3684337" y="5873665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	3	3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7223929" y="5897999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12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3701202" y="6319400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-5	0	-3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602146" y="4102754"/>
            <a:ext cx="3276741" cy="315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69" name="Rectángulo 68"/>
          <p:cNvSpPr/>
          <p:nvPr/>
        </p:nvSpPr>
        <p:spPr>
          <a:xfrm>
            <a:off x="3645241" y="5889771"/>
            <a:ext cx="3276741" cy="3152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41" name="Conector angular 40"/>
          <p:cNvCxnSpPr>
            <a:stCxn id="3" idx="3"/>
            <a:endCxn id="33" idx="0"/>
          </p:cNvCxnSpPr>
          <p:nvPr/>
        </p:nvCxnSpPr>
        <p:spPr>
          <a:xfrm>
            <a:off x="6878887" y="4260387"/>
            <a:ext cx="3514404" cy="1648517"/>
          </a:xfrm>
          <a:prstGeom prst="bentConnector2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angular 56"/>
          <p:cNvCxnSpPr>
            <a:stCxn id="69" idx="3"/>
            <a:endCxn id="33" idx="0"/>
          </p:cNvCxnSpPr>
          <p:nvPr/>
        </p:nvCxnSpPr>
        <p:spPr>
          <a:xfrm flipV="1">
            <a:off x="6921982" y="5908904"/>
            <a:ext cx="3471309" cy="138500"/>
          </a:xfrm>
          <a:prstGeom prst="bentConnector4">
            <a:avLst>
              <a:gd name="adj1" fmla="val 27693"/>
              <a:gd name="adj2" fmla="val 2788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ángulo 69"/>
              <p:cNvSpPr/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0" name="Rectángulo 6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0860" y="645199"/>
                <a:ext cx="429926" cy="369332"/>
              </a:xfrm>
              <a:prstGeom prst="rect">
                <a:avLst/>
              </a:prstGeom>
              <a:blipFill>
                <a:blip r:embed="rId8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ángulo 70"/>
              <p:cNvSpPr/>
              <p:nvPr/>
            </p:nvSpPr>
            <p:spPr>
              <a:xfrm>
                <a:off x="7210666" y="3907280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1" name="Rectángulo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0666" y="3907280"/>
                <a:ext cx="42992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2397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65" grpId="0"/>
      <p:bldP spid="3" grpId="0" animBg="1"/>
      <p:bldP spid="6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ector recto 34"/>
          <p:cNvCxnSpPr/>
          <p:nvPr/>
        </p:nvCxnSpPr>
        <p:spPr>
          <a:xfrm flipV="1">
            <a:off x="2076630" y="1387069"/>
            <a:ext cx="6768000" cy="371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35"/>
          <p:cNvCxnSpPr/>
          <p:nvPr/>
        </p:nvCxnSpPr>
        <p:spPr>
          <a:xfrm flipV="1">
            <a:off x="2076629" y="2769735"/>
            <a:ext cx="6768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36"/>
          <p:cNvCxnSpPr/>
          <p:nvPr/>
        </p:nvCxnSpPr>
        <p:spPr>
          <a:xfrm flipH="1" flipV="1">
            <a:off x="2862077" y="1041170"/>
            <a:ext cx="19997" cy="17285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CuadroTexto 37"/>
          <p:cNvSpPr txBox="1"/>
          <p:nvPr/>
        </p:nvSpPr>
        <p:spPr>
          <a:xfrm>
            <a:off x="2122720" y="1017737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Base</a:t>
            </a:r>
          </a:p>
        </p:txBody>
      </p:sp>
      <p:sp>
        <p:nvSpPr>
          <p:cNvPr id="39" name="CuadroTexto 38"/>
          <p:cNvSpPr txBox="1"/>
          <p:nvPr/>
        </p:nvSpPr>
        <p:spPr>
          <a:xfrm>
            <a:off x="3066035" y="1018421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cxnSp>
        <p:nvCxnSpPr>
          <p:cNvPr id="40" name="Conector recto 39"/>
          <p:cNvCxnSpPr/>
          <p:nvPr/>
        </p:nvCxnSpPr>
        <p:spPr>
          <a:xfrm flipH="1" flipV="1">
            <a:off x="3679371" y="668691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Imagen 41"/>
          <p:cNvPicPr>
            <a:picLocks noChangeAspect="1"/>
          </p:cNvPicPr>
          <p:nvPr/>
        </p:nvPicPr>
        <p:blipFill rotWithShape="1">
          <a:blip r:embed="rId2"/>
          <a:srcRect l="32475" t="-8852" r="31821" b="11540"/>
          <a:stretch/>
        </p:blipFill>
        <p:spPr>
          <a:xfrm>
            <a:off x="3929791" y="573094"/>
            <a:ext cx="3302589" cy="426650"/>
          </a:xfrm>
          <a:prstGeom prst="rect">
            <a:avLst/>
          </a:prstGeom>
        </p:spPr>
      </p:pic>
      <p:cxnSp>
        <p:nvCxnSpPr>
          <p:cNvPr id="43" name="Conector recto 42"/>
          <p:cNvCxnSpPr/>
          <p:nvPr/>
        </p:nvCxnSpPr>
        <p:spPr>
          <a:xfrm flipH="1" flipV="1">
            <a:off x="7316651" y="668690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cto 43"/>
          <p:cNvCxnSpPr/>
          <p:nvPr/>
        </p:nvCxnSpPr>
        <p:spPr>
          <a:xfrm flipH="1" flipV="1">
            <a:off x="7946571" y="668689"/>
            <a:ext cx="0" cy="3001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uadroTexto 44"/>
          <p:cNvSpPr txBox="1"/>
          <p:nvPr/>
        </p:nvSpPr>
        <p:spPr>
          <a:xfrm>
            <a:off x="3960271" y="1656467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	1	1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46" name="CuadroTexto 45"/>
          <p:cNvSpPr txBox="1"/>
          <p:nvPr/>
        </p:nvSpPr>
        <p:spPr>
          <a:xfrm>
            <a:off x="3947742" y="2219786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2	0	1	1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48" name="Imagen 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946" y="2163142"/>
            <a:ext cx="506012" cy="420660"/>
          </a:xfrm>
          <a:prstGeom prst="rect">
            <a:avLst/>
          </a:prstGeom>
        </p:spPr>
      </p:pic>
      <p:sp>
        <p:nvSpPr>
          <p:cNvPr id="49" name="CuadroTexto 48"/>
          <p:cNvSpPr txBox="1"/>
          <p:nvPr/>
        </p:nvSpPr>
        <p:spPr>
          <a:xfrm>
            <a:off x="3113652" y="16706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0" name="CuadroTexto 49"/>
          <p:cNvSpPr txBox="1"/>
          <p:nvPr/>
        </p:nvSpPr>
        <p:spPr>
          <a:xfrm>
            <a:off x="3125943" y="2219786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1" name="CuadroTexto 50"/>
          <p:cNvSpPr txBox="1"/>
          <p:nvPr/>
        </p:nvSpPr>
        <p:spPr>
          <a:xfrm>
            <a:off x="7463043" y="1670614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4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2" name="CuadroTexto 51"/>
          <p:cNvSpPr txBox="1"/>
          <p:nvPr/>
        </p:nvSpPr>
        <p:spPr>
          <a:xfrm>
            <a:off x="7450514" y="2219786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10</a:t>
            </a:r>
            <a:endParaRPr lang="es-MX" baseline="-25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CuadroTexto 52"/>
              <p:cNvSpPr txBox="1"/>
              <p:nvPr/>
            </p:nvSpPr>
            <p:spPr>
              <a:xfrm>
                <a:off x="8052283" y="684779"/>
                <a:ext cx="674480" cy="6964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s-MX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lang="es-MX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s-MX" baseline="-250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3" name="CuadroTexto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2283" y="684779"/>
                <a:ext cx="674480" cy="6964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CuadroTexto 53"/>
          <p:cNvSpPr txBox="1"/>
          <p:nvPr/>
        </p:nvSpPr>
        <p:spPr>
          <a:xfrm>
            <a:off x="3119787" y="2792967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55" name="CuadroTexto 54"/>
          <p:cNvSpPr txBox="1"/>
          <p:nvPr/>
        </p:nvSpPr>
        <p:spPr>
          <a:xfrm>
            <a:off x="2988012" y="3249629"/>
            <a:ext cx="7136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 err="1">
                <a:solidFill>
                  <a:schemeClr val="bg1"/>
                </a:solidFill>
              </a:rPr>
              <a:t>C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r>
              <a:rPr lang="es-MX" baseline="-25000" dirty="0">
                <a:solidFill>
                  <a:schemeClr val="bg1"/>
                </a:solidFill>
              </a:rPr>
              <a:t> </a:t>
            </a:r>
            <a:r>
              <a:rPr lang="es-MX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⎻</a:t>
            </a:r>
            <a:r>
              <a:rPr lang="es-MX" dirty="0">
                <a:solidFill>
                  <a:schemeClr val="bg1"/>
                </a:solidFill>
              </a:rPr>
              <a:t> </a:t>
            </a:r>
            <a:r>
              <a:rPr lang="es-MX" dirty="0" err="1">
                <a:solidFill>
                  <a:schemeClr val="bg1"/>
                </a:solidFill>
              </a:rPr>
              <a:t>z</a:t>
            </a:r>
            <a:r>
              <a:rPr lang="es-MX" baseline="-25000" dirty="0" err="1">
                <a:solidFill>
                  <a:schemeClr val="bg1"/>
                </a:solidFill>
              </a:rPr>
              <a:t>j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pic>
        <p:nvPicPr>
          <p:cNvPr id="68" name="Imagen 6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3631" y="1694044"/>
            <a:ext cx="365792" cy="365792"/>
          </a:xfrm>
          <a:prstGeom prst="rect">
            <a:avLst/>
          </a:prstGeom>
        </p:spPr>
      </p:pic>
      <p:sp>
        <p:nvSpPr>
          <p:cNvPr id="33" name="Rectángulo 32"/>
          <p:cNvSpPr/>
          <p:nvPr/>
        </p:nvSpPr>
        <p:spPr>
          <a:xfrm>
            <a:off x="3664800" y="4310168"/>
            <a:ext cx="408241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MX" dirty="0">
                <a:solidFill>
                  <a:schemeClr val="bg1"/>
                </a:solidFill>
              </a:rPr>
              <a:t>Dado que todos los valores son menores o iguales que cero, se ha encontrado una solución optima al problema.</a:t>
            </a:r>
          </a:p>
        </p:txBody>
      </p:sp>
      <p:sp>
        <p:nvSpPr>
          <p:cNvPr id="72" name="CuadroTexto 71"/>
          <p:cNvSpPr txBox="1"/>
          <p:nvPr/>
        </p:nvSpPr>
        <p:spPr>
          <a:xfrm>
            <a:off x="3887880" y="101689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-2 	3	0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1" name="CuadroTexto 60"/>
          <p:cNvSpPr txBox="1"/>
          <p:nvPr/>
        </p:nvSpPr>
        <p:spPr>
          <a:xfrm>
            <a:off x="3943405" y="2803894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3	3	3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2" name="CuadroTexto 61"/>
          <p:cNvSpPr txBox="1"/>
          <p:nvPr/>
        </p:nvSpPr>
        <p:spPr>
          <a:xfrm>
            <a:off x="7482997" y="2828228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12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65" name="CuadroTexto 64"/>
          <p:cNvSpPr txBox="1"/>
          <p:nvPr/>
        </p:nvSpPr>
        <p:spPr>
          <a:xfrm>
            <a:off x="3960270" y="3249629"/>
            <a:ext cx="3071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-5	0	-3	0</a:t>
            </a:r>
            <a:endParaRPr lang="es-MX" baseline="-25000" dirty="0">
              <a:solidFill>
                <a:schemeClr val="bg1"/>
              </a:solidFill>
            </a:endParaRPr>
          </a:p>
        </p:txBody>
      </p:sp>
      <p:sp>
        <p:nvSpPr>
          <p:cNvPr id="29" name="Rectángulo 28"/>
          <p:cNvSpPr/>
          <p:nvPr/>
        </p:nvSpPr>
        <p:spPr>
          <a:xfrm>
            <a:off x="3929791" y="3249629"/>
            <a:ext cx="3302589" cy="4201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34" name="Conector recto de flecha 33"/>
          <p:cNvCxnSpPr>
            <a:stCxn id="29" idx="2"/>
            <a:endCxn id="33" idx="0"/>
          </p:cNvCxnSpPr>
          <p:nvPr/>
        </p:nvCxnSpPr>
        <p:spPr>
          <a:xfrm>
            <a:off x="5581086" y="3669796"/>
            <a:ext cx="124921" cy="6403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ángulo 46"/>
          <p:cNvSpPr/>
          <p:nvPr/>
        </p:nvSpPr>
        <p:spPr>
          <a:xfrm>
            <a:off x="7373161" y="1566159"/>
            <a:ext cx="468295" cy="1113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sp>
        <p:nvSpPr>
          <p:cNvPr id="70" name="CuadroTexto 69"/>
          <p:cNvSpPr txBox="1"/>
          <p:nvPr/>
        </p:nvSpPr>
        <p:spPr>
          <a:xfrm>
            <a:off x="8766088" y="1731173"/>
            <a:ext cx="24284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La solución optima es:</a:t>
            </a:r>
          </a:p>
          <a:p>
            <a:r>
              <a:rPr lang="es-MX" dirty="0" err="1">
                <a:solidFill>
                  <a:schemeClr val="bg1"/>
                </a:solidFill>
              </a:rPr>
              <a:t>x</a:t>
            </a:r>
            <a:r>
              <a:rPr lang="es-MX" baseline="-25000" dirty="0" err="1">
                <a:solidFill>
                  <a:schemeClr val="bg1"/>
                </a:solidFill>
              </a:rPr>
              <a:t>1</a:t>
            </a:r>
            <a:r>
              <a:rPr lang="es-MX" dirty="0">
                <a:solidFill>
                  <a:schemeClr val="bg1"/>
                </a:solidFill>
              </a:rPr>
              <a:t>=0, </a:t>
            </a:r>
            <a:r>
              <a:rPr lang="es-MX" dirty="0" err="1">
                <a:solidFill>
                  <a:schemeClr val="bg1"/>
                </a:solidFill>
              </a:rPr>
              <a:t>x</a:t>
            </a:r>
            <a:r>
              <a:rPr lang="es-MX" baseline="-25000" dirty="0" err="1">
                <a:solidFill>
                  <a:schemeClr val="bg1"/>
                </a:solidFill>
              </a:rPr>
              <a:t>2</a:t>
            </a:r>
            <a:r>
              <a:rPr lang="es-MX" dirty="0">
                <a:solidFill>
                  <a:schemeClr val="bg1"/>
                </a:solidFill>
              </a:rPr>
              <a:t>=4, </a:t>
            </a:r>
            <a:r>
              <a:rPr lang="es-MX" dirty="0" err="1">
                <a:solidFill>
                  <a:schemeClr val="bg1"/>
                </a:solidFill>
              </a:rPr>
              <a:t>h</a:t>
            </a:r>
            <a:r>
              <a:rPr lang="es-MX" baseline="-25000" dirty="0" err="1">
                <a:solidFill>
                  <a:schemeClr val="bg1"/>
                </a:solidFill>
              </a:rPr>
              <a:t>1</a:t>
            </a:r>
            <a:r>
              <a:rPr lang="es-MX" dirty="0">
                <a:solidFill>
                  <a:schemeClr val="bg1"/>
                </a:solidFill>
              </a:rPr>
              <a:t>=0, </a:t>
            </a:r>
            <a:r>
              <a:rPr lang="es-MX" dirty="0" err="1">
                <a:solidFill>
                  <a:schemeClr val="bg1"/>
                </a:solidFill>
              </a:rPr>
              <a:t>h</a:t>
            </a:r>
            <a:r>
              <a:rPr lang="es-MX" baseline="-25000" dirty="0" err="1">
                <a:solidFill>
                  <a:schemeClr val="bg1"/>
                </a:solidFill>
              </a:rPr>
              <a:t>2</a:t>
            </a:r>
            <a:r>
              <a:rPr lang="es-MX" dirty="0">
                <a:solidFill>
                  <a:schemeClr val="bg1"/>
                </a:solidFill>
              </a:rPr>
              <a:t>=10</a:t>
            </a:r>
          </a:p>
        </p:txBody>
      </p:sp>
      <p:cxnSp>
        <p:nvCxnSpPr>
          <p:cNvPr id="58" name="Conector recto de flecha 57"/>
          <p:cNvCxnSpPr>
            <a:stCxn id="47" idx="3"/>
            <a:endCxn id="70" idx="1"/>
          </p:cNvCxnSpPr>
          <p:nvPr/>
        </p:nvCxnSpPr>
        <p:spPr>
          <a:xfrm flipV="1">
            <a:off x="7841456" y="2054339"/>
            <a:ext cx="924632" cy="68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ángulo 70"/>
          <p:cNvSpPr/>
          <p:nvPr/>
        </p:nvSpPr>
        <p:spPr>
          <a:xfrm>
            <a:off x="7373573" y="2792967"/>
            <a:ext cx="468295" cy="487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>
              <a:solidFill>
                <a:schemeClr val="bg1"/>
              </a:solidFill>
            </a:endParaRPr>
          </a:p>
        </p:txBody>
      </p:sp>
      <p:cxnSp>
        <p:nvCxnSpPr>
          <p:cNvPr id="73" name="Conector recto de flecha 72"/>
          <p:cNvCxnSpPr/>
          <p:nvPr/>
        </p:nvCxnSpPr>
        <p:spPr>
          <a:xfrm flipV="1">
            <a:off x="7823696" y="2978667"/>
            <a:ext cx="924632" cy="6845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CuadroTexto 73"/>
          <p:cNvSpPr txBox="1"/>
          <p:nvPr/>
        </p:nvSpPr>
        <p:spPr>
          <a:xfrm>
            <a:off x="8833774" y="2713480"/>
            <a:ext cx="34197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El valor de la función objetivo es:</a:t>
            </a:r>
          </a:p>
          <a:p>
            <a:r>
              <a:rPr lang="es-MX" dirty="0">
                <a:solidFill>
                  <a:schemeClr val="bg1"/>
                </a:solidFill>
              </a:rPr>
              <a:t>Z=12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Rectángulo 40"/>
              <p:cNvSpPr/>
              <p:nvPr/>
            </p:nvSpPr>
            <p:spPr>
              <a:xfrm>
                <a:off x="7392758" y="856504"/>
                <a:ext cx="42992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MX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1" name="Rectángulo 4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758" y="856504"/>
                <a:ext cx="429926" cy="369332"/>
              </a:xfrm>
              <a:prstGeom prst="rect">
                <a:avLst/>
              </a:prstGeom>
              <a:blipFill>
                <a:blip r:embed="rId6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2830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29" grpId="0" animBg="1"/>
      <p:bldP spid="47" grpId="0" animBg="1"/>
      <p:bldP spid="70" grpId="0"/>
      <p:bldP spid="71" grpId="0" animBg="1"/>
      <p:bldP spid="7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Simplex: Dakota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MX" sz="2000" dirty="0"/>
              <a:t>La Mueblería Dakota fabrica escritorios, mesas y sillas.  </a:t>
            </a:r>
          </a:p>
          <a:p>
            <a:pPr lvl="1"/>
            <a:r>
              <a:rPr lang="es-MX" sz="1800" dirty="0"/>
              <a:t>La fabricación de cada tipo de mueble requiere madera y dos tipos de mano de obra calificada: acabado y carpintería. </a:t>
            </a:r>
          </a:p>
          <a:p>
            <a:pPr lvl="1"/>
            <a:r>
              <a:rPr lang="es-MX" sz="1800" dirty="0"/>
              <a:t>La cantidad de cada recurso necesario para hacer que cada tipo de muebles se da en la tabla siguiente.</a:t>
            </a:r>
          </a:p>
          <a:p>
            <a:pPr lvl="1"/>
            <a:endParaRPr lang="es-MX" sz="1600" dirty="0"/>
          </a:p>
          <a:p>
            <a:pPr lvl="1"/>
            <a:endParaRPr lang="es-MX" sz="1100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endParaRPr lang="es-MX" sz="1800" dirty="0"/>
          </a:p>
          <a:p>
            <a:pPr lvl="1"/>
            <a:r>
              <a:rPr lang="es-MX" sz="1800" dirty="0"/>
              <a:t>Actualmente se dispone de 48 m de tabla, 20 horas de acabado, y 8 horas de carpintería. </a:t>
            </a:r>
          </a:p>
          <a:p>
            <a:pPr lvl="1"/>
            <a:r>
              <a:rPr lang="es-MX" sz="1800" dirty="0"/>
              <a:t>Un escritorio se vende por $ 60, una mesa a $ 30, y una silla a $ 20.  </a:t>
            </a:r>
          </a:p>
          <a:p>
            <a:pPr lvl="1"/>
            <a:r>
              <a:rPr lang="es-MX" sz="1800" dirty="0"/>
              <a:t>Dakota cree que la demanda de escritorios y las sillas es ilimitada, pero sólo se pueden vender 5 mesas.  </a:t>
            </a:r>
          </a:p>
          <a:p>
            <a:pPr lvl="1"/>
            <a:r>
              <a:rPr lang="es-MX" sz="1800" dirty="0"/>
              <a:t>Dado que los recursos disponibles ya han sido comprados, Dakota quiere maximizar los ingresos totales.</a:t>
            </a:r>
          </a:p>
          <a:p>
            <a:pPr lvl="1"/>
            <a:endParaRPr lang="es-MX" sz="1800" dirty="0"/>
          </a:p>
        </p:txBody>
      </p:sp>
      <p:graphicFrame>
        <p:nvGraphicFramePr>
          <p:cNvPr id="4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2601294"/>
              </p:ext>
            </p:extLst>
          </p:nvPr>
        </p:nvGraphicFramePr>
        <p:xfrm>
          <a:off x="2552700" y="3078832"/>
          <a:ext cx="7086600" cy="1341120"/>
        </p:xfrm>
        <a:graphic>
          <a:graphicData uri="http://schemas.openxmlformats.org/drawingml/2006/table">
            <a:tbl>
              <a:tblPr/>
              <a:tblGrid>
                <a:gridCol w="224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9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95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Recurso</a:t>
                      </a:r>
                      <a:endParaRPr kumimoji="0" lang="es-MX" sz="16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Escritorio</a:t>
                      </a:r>
                      <a:endParaRPr kumimoji="0" lang="es-MX" sz="1600" b="0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Mesa</a:t>
                      </a:r>
                      <a:endParaRPr kumimoji="0" lang="es-MX" sz="1600" b="0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Silla</a:t>
                      </a:r>
                      <a:endParaRPr kumimoji="0" lang="es-MX" sz="1600" b="0" i="0" u="none" strike="noStrike" cap="none" normalizeH="0" baseline="0" noProof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Arial" charset="0"/>
                        <a:ea typeface="Times New Roman" pitchFamily="18" charset="0"/>
                        <a:cs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Madera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 m de tabla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6 m de tabla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 m de tabla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M.O. Acabado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 horas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 horas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1.5 horas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5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M.O. Carpintería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 horas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1.5 horas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0.5 horas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98C076-23B0-DC35-33F7-1F437C559905}"/>
              </a:ext>
            </a:extLst>
          </p:cNvPr>
          <p:cNvSpPr txBox="1"/>
          <p:nvPr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A25B61-4223-5663-ABE8-134D7AD1D92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B6457-4830-945F-159D-633ACDE3C36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3831BA-84D6-770E-2C73-49368543E0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59600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Simplex: Dakota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spcBef>
                <a:spcPct val="35000"/>
              </a:spcBef>
            </a:pPr>
            <a:r>
              <a:rPr lang="es-MX" altLang="en-US" sz="2000" b="1" dirty="0"/>
              <a:t>Variables de decisión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dirty="0"/>
              <a:t>	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= Número de escritorios producidos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dirty="0"/>
              <a:t>	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= Número de mesas producidas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dirty="0"/>
              <a:t>	X</a:t>
            </a:r>
            <a:r>
              <a:rPr lang="es-MX" altLang="en-US" sz="2000" baseline="-25000" dirty="0"/>
              <a:t>3</a:t>
            </a:r>
            <a:r>
              <a:rPr lang="es-MX" altLang="en-US" sz="2000" dirty="0"/>
              <a:t>= Número de sillas producidas</a:t>
            </a:r>
          </a:p>
          <a:p>
            <a:pPr>
              <a:spcBef>
                <a:spcPts val="2400"/>
              </a:spcBef>
            </a:pPr>
            <a:r>
              <a:rPr lang="es-MX" altLang="en-US" sz="2000" b="1" dirty="0"/>
              <a:t>Función objetivo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b="1" dirty="0"/>
              <a:t>	</a:t>
            </a:r>
            <a:r>
              <a:rPr lang="es-MX" altLang="en-US" sz="2000" dirty="0"/>
              <a:t>Maximizar Z = 60 X</a:t>
            </a:r>
            <a:r>
              <a:rPr lang="es-MX" altLang="en-US" sz="2000" baseline="-25000" dirty="0"/>
              <a:t>1</a:t>
            </a:r>
            <a:r>
              <a:rPr lang="es-MX" altLang="en-US" sz="2000" dirty="0"/>
              <a:t> + 30 X</a:t>
            </a:r>
            <a:r>
              <a:rPr lang="es-MX" altLang="en-US" sz="2000" baseline="-25000" dirty="0"/>
              <a:t>2</a:t>
            </a:r>
            <a:r>
              <a:rPr lang="es-MX" altLang="en-US" sz="2000" dirty="0"/>
              <a:t> + 20 X</a:t>
            </a:r>
            <a:r>
              <a:rPr lang="es-MX" altLang="en-US" sz="2000" baseline="-25000" dirty="0"/>
              <a:t>3</a:t>
            </a:r>
            <a:r>
              <a:rPr lang="es-MX" altLang="en-US" sz="2000" dirty="0"/>
              <a:t>  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dirty="0"/>
              <a:t> </a:t>
            </a:r>
            <a:r>
              <a:rPr lang="es-MX" altLang="en-US" sz="2000" b="1" dirty="0"/>
              <a:t>Sujeto a:		</a:t>
            </a:r>
          </a:p>
          <a:p>
            <a:pPr eaLnBrk="1" hangingPunct="1">
              <a:spcBef>
                <a:spcPct val="35000"/>
              </a:spcBef>
              <a:buNone/>
            </a:pPr>
            <a:r>
              <a:rPr lang="es-MX" altLang="en-US" sz="2000" b="1" dirty="0"/>
              <a:t>	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7132466"/>
              </p:ext>
            </p:extLst>
          </p:nvPr>
        </p:nvGraphicFramePr>
        <p:xfrm>
          <a:off x="2746634" y="4544144"/>
          <a:ext cx="7669847" cy="1981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308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38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8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+ 6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+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  <a:sym typeface="Symbol"/>
                        </a:rPr>
                        <a:t>≤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48 metros de tabla disponible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4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+ 2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+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1.5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  <a:sym typeface="Symbol"/>
                        </a:rPr>
                        <a:t>≤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20 horas de </a:t>
                      </a:r>
                      <a:r>
                        <a:rPr lang="es-MX" sz="2000" dirty="0" err="1">
                          <a:solidFill>
                            <a:schemeClr val="bg1"/>
                          </a:solidFill>
                        </a:rPr>
                        <a:t>m.o</a:t>
                      </a:r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es-MX" sz="2000" baseline="0" dirty="0">
                          <a:solidFill>
                            <a:schemeClr val="bg1"/>
                          </a:solidFill>
                        </a:rPr>
                        <a:t> de acabado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2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+ 1.5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+</a:t>
                      </a:r>
                      <a:r>
                        <a:rPr lang="es-MX" altLang="en-US" sz="2000" baseline="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0.5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  <a:sym typeface="Symbol"/>
                        </a:rPr>
                        <a:t>≤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8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horas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de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m.o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. de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carpintería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  <a:sym typeface="Symbol"/>
                        </a:rPr>
                        <a:t>≤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solidFill>
                            <a:schemeClr val="bg1"/>
                          </a:solidFill>
                        </a:rPr>
                        <a:t>5 mesas </a:t>
                      </a:r>
                      <a:r>
                        <a:rPr lang="en-US" sz="2000" dirty="0" err="1">
                          <a:solidFill>
                            <a:schemeClr val="bg1"/>
                          </a:solidFill>
                        </a:rPr>
                        <a:t>como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demanda</a:t>
                      </a:r>
                      <a:r>
                        <a:rPr lang="en-US" sz="20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2000" baseline="0" dirty="0" err="1">
                          <a:solidFill>
                            <a:schemeClr val="bg1"/>
                          </a:solidFill>
                        </a:rPr>
                        <a:t>máxima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,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2,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</a:rPr>
                        <a:t> X</a:t>
                      </a:r>
                      <a:r>
                        <a:rPr lang="es-MX" altLang="en-US" sz="2000" baseline="-25000" dirty="0">
                          <a:solidFill>
                            <a:schemeClr val="bg1"/>
                          </a:solidFill>
                          <a:effectLst/>
                        </a:rPr>
                        <a:t>3 </a:t>
                      </a:r>
                      <a:r>
                        <a:rPr lang="es-MX" altLang="en-US" sz="2000" dirty="0">
                          <a:solidFill>
                            <a:schemeClr val="bg1"/>
                          </a:solidFill>
                          <a:effectLst/>
                          <a:sym typeface="Symbol"/>
                        </a:rPr>
                        <a:t>≥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2000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D6C41B1B-28DC-3996-DDB3-2535ABCCCF40}"/>
              </a:ext>
            </a:extLst>
          </p:cNvPr>
          <p:cNvSpPr txBox="1"/>
          <p:nvPr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86614F-A067-8F18-1C61-8B8A6FAABBC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A4C97-0AA0-259B-B79C-FEDECDCB00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F8F2C-5192-5FE9-C996-2B84FDC537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15182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1, Iteración 0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825625"/>
            <a:ext cx="9777132" cy="4351338"/>
          </a:xfrm>
        </p:spPr>
        <p:txBody>
          <a:bodyPr>
            <a:normAutofit lnSpcReduction="10000"/>
          </a:bodyPr>
          <a:lstStyle/>
          <a:p>
            <a:pPr>
              <a:spcBef>
                <a:spcPts val="1800"/>
              </a:spcBef>
            </a:pPr>
            <a:r>
              <a:rPr lang="es-MX" sz="2400" dirty="0"/>
              <a:t>Comenzar el algoritmo simplex mediante la conversión de las restricciones del PL a la forma estándar.</a:t>
            </a:r>
          </a:p>
          <a:p>
            <a:pPr>
              <a:spcBef>
                <a:spcPts val="1800"/>
              </a:spcBef>
            </a:pPr>
            <a:r>
              <a:rPr lang="es-MX" sz="2400" dirty="0"/>
              <a:t>A continuación, convertir la función objetivo del PL al formato de renglón 0. </a:t>
            </a:r>
          </a:p>
          <a:p>
            <a:pPr algn="ctr">
              <a:spcBef>
                <a:spcPts val="1800"/>
              </a:spcBef>
              <a:buNone/>
            </a:pPr>
            <a:r>
              <a:rPr lang="es-MX" sz="2400" b="1" dirty="0">
                <a:latin typeface="Arial" charset="0"/>
                <a:ea typeface="Times New Roman" pitchFamily="18" charset="0"/>
                <a:cs typeface="Arial" charset="0"/>
              </a:rPr>
              <a:t>	Z  – 60x</a:t>
            </a:r>
            <a:r>
              <a:rPr lang="es-MX" sz="2400" b="1" baseline="-30000" dirty="0">
                <a:latin typeface="Arial" charset="0"/>
                <a:ea typeface="Times New Roman" pitchFamily="18" charset="0"/>
                <a:cs typeface="Arial" charset="0"/>
              </a:rPr>
              <a:t>1 </a:t>
            </a:r>
            <a:r>
              <a:rPr lang="es-MX" sz="2400" b="1" dirty="0">
                <a:latin typeface="Arial" charset="0"/>
                <a:ea typeface="Times New Roman" pitchFamily="18" charset="0"/>
                <a:cs typeface="Arial" charset="0"/>
              </a:rPr>
              <a:t>– 30x</a:t>
            </a:r>
            <a:r>
              <a:rPr lang="es-MX" sz="2400" b="1" baseline="-30000" dirty="0">
                <a:latin typeface="Arial" charset="0"/>
                <a:ea typeface="Times New Roman" pitchFamily="18" charset="0"/>
                <a:cs typeface="Arial" charset="0"/>
              </a:rPr>
              <a:t>2</a:t>
            </a:r>
            <a:r>
              <a:rPr lang="es-MX" sz="2400" b="1" dirty="0">
                <a:latin typeface="Arial" charset="0"/>
                <a:ea typeface="Times New Roman" pitchFamily="18" charset="0"/>
                <a:cs typeface="Arial" charset="0"/>
              </a:rPr>
              <a:t> – 20x</a:t>
            </a:r>
            <a:r>
              <a:rPr lang="es-MX" sz="2400" b="1" baseline="-30000" dirty="0">
                <a:latin typeface="Arial" charset="0"/>
                <a:ea typeface="Times New Roman" pitchFamily="18" charset="0"/>
                <a:cs typeface="Arial" charset="0"/>
              </a:rPr>
              <a:t>3</a:t>
            </a:r>
            <a:endParaRPr lang="es-MX" sz="2400" dirty="0"/>
          </a:p>
          <a:p>
            <a:pPr>
              <a:spcBef>
                <a:spcPts val="1800"/>
              </a:spcBef>
            </a:pPr>
            <a:r>
              <a:rPr lang="es-MX" sz="2400" dirty="0"/>
              <a:t>Añadir las variables de holgura </a:t>
            </a:r>
            <a:r>
              <a:rPr lang="es-MX" sz="2400" i="1" dirty="0"/>
              <a:t>s</a:t>
            </a:r>
            <a:r>
              <a:rPr lang="es-MX" sz="2400" baseline="-25000" dirty="0"/>
              <a:t>1</a:t>
            </a:r>
            <a:r>
              <a:rPr lang="es-MX" sz="2400" dirty="0"/>
              <a:t>,</a:t>
            </a:r>
            <a:r>
              <a:rPr lang="es-MX" sz="2400" i="1" dirty="0"/>
              <a:t>s</a:t>
            </a:r>
            <a:r>
              <a:rPr lang="es-MX" sz="2400" baseline="-25000" dirty="0"/>
              <a:t>2</a:t>
            </a:r>
            <a:r>
              <a:rPr lang="es-MX" sz="2400" dirty="0"/>
              <a:t>,</a:t>
            </a:r>
            <a:r>
              <a:rPr lang="es-MX" sz="2400" i="1" dirty="0"/>
              <a:t>s</a:t>
            </a:r>
            <a:r>
              <a:rPr lang="es-MX" sz="2400" baseline="-25000" dirty="0"/>
              <a:t>3</a:t>
            </a:r>
            <a:r>
              <a:rPr lang="es-MX" sz="2400" dirty="0"/>
              <a:t>,</a:t>
            </a:r>
            <a:r>
              <a:rPr lang="es-MX" sz="2400" i="1" dirty="0"/>
              <a:t>s</a:t>
            </a:r>
            <a:r>
              <a:rPr lang="es-MX" sz="2400" baseline="-25000" dirty="0"/>
              <a:t>4</a:t>
            </a:r>
            <a:r>
              <a:rPr lang="es-MX" sz="2400" dirty="0"/>
              <a:t>, a las cuatro restricciones, respectivamente.</a:t>
            </a:r>
          </a:p>
          <a:p>
            <a:pPr>
              <a:spcBef>
                <a:spcPts val="1800"/>
              </a:spcBef>
            </a:pPr>
            <a:r>
              <a:rPr lang="es-MX" sz="2400" dirty="0"/>
              <a:t>Nombrar los renglones de las restricciones renglón 1, renglón 2, renglón 3, y renglón 4 respectivamente</a:t>
            </a:r>
          </a:p>
          <a:p>
            <a:pPr>
              <a:spcBef>
                <a:spcPts val="1800"/>
              </a:spcBef>
            </a:pPr>
            <a:r>
              <a:rPr lang="es-MX" sz="2400" dirty="0"/>
              <a:t>Añadir las restricciones de signo </a:t>
            </a:r>
            <a:r>
              <a:rPr lang="es-MX" sz="2400" i="1" dirty="0"/>
              <a:t>s</a:t>
            </a:r>
            <a:r>
              <a:rPr lang="es-MX" sz="2400" baseline="-25000" dirty="0"/>
              <a:t>i</a:t>
            </a:r>
            <a:r>
              <a:rPr lang="es-MX" sz="2400" dirty="0"/>
              <a:t> ≥ 0.</a:t>
            </a:r>
          </a:p>
          <a:p>
            <a:pPr>
              <a:spcBef>
                <a:spcPts val="1800"/>
              </a:spcBef>
              <a:buNone/>
            </a:pPr>
            <a:endParaRPr lang="es-MX" altLang="en-US" sz="24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03F16-92EC-2A5A-766D-C4D12655F41B}"/>
              </a:ext>
            </a:extLst>
          </p:cNvPr>
          <p:cNvSpPr txBox="1"/>
          <p:nvPr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A90668-87DF-CFA3-0700-990D6DA3C6B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341FD4-BFE3-68BE-A062-B77E9D3C48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D4077-72EA-4CFD-E4CB-6C0D644DED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21</a:t>
            </a:fld>
            <a:endParaRPr lang="en-GB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1, Iteración 0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825625"/>
            <a:ext cx="9678521" cy="4351338"/>
          </a:xfrm>
        </p:spPr>
        <p:txBody>
          <a:bodyPr/>
          <a:lstStyle/>
          <a:p>
            <a:r>
              <a:rPr lang="es-MX" sz="2400" dirty="0"/>
              <a:t>Poner los renglones 1-4 junto con el renglón 0 y las restricciones de signo resultan en estas ecuaciones y variables básicas en el </a:t>
            </a:r>
            <a:r>
              <a:rPr lang="es-MX" sz="2400" b="1" dirty="0"/>
              <a:t>formato canónico</a:t>
            </a:r>
            <a:r>
              <a:rPr lang="es-MX" sz="2400" dirty="0"/>
              <a:t>.</a:t>
            </a:r>
          </a:p>
          <a:p>
            <a:endParaRPr lang="es-MX" sz="2400" dirty="0"/>
          </a:p>
          <a:p>
            <a:r>
              <a:rPr lang="es-MX" sz="2400" dirty="0"/>
              <a:t>El formato canónico es aquel en que </a:t>
            </a:r>
            <a:r>
              <a:rPr lang="es-MX" sz="2400" b="1" dirty="0"/>
              <a:t>cada ecuación </a:t>
            </a:r>
            <a:r>
              <a:rPr lang="es-MX" sz="2400" dirty="0"/>
              <a:t>tiene </a:t>
            </a:r>
            <a:r>
              <a:rPr lang="es-MX" sz="2400" b="1" dirty="0"/>
              <a:t>una variable </a:t>
            </a:r>
            <a:r>
              <a:rPr lang="es-MX" sz="2400" dirty="0"/>
              <a:t>con </a:t>
            </a:r>
            <a:r>
              <a:rPr lang="es-MX" sz="2400" b="1" dirty="0"/>
              <a:t>coeficiente 1</a:t>
            </a:r>
            <a:r>
              <a:rPr lang="es-MX" sz="2400" dirty="0"/>
              <a:t> en esa ecuación y </a:t>
            </a:r>
            <a:r>
              <a:rPr lang="es-MX" sz="2400" b="1" dirty="0"/>
              <a:t>coeficiente</a:t>
            </a:r>
            <a:r>
              <a:rPr lang="es-MX" sz="2400" dirty="0"/>
              <a:t> </a:t>
            </a:r>
            <a:r>
              <a:rPr lang="es-MX" sz="2400" b="1" dirty="0"/>
              <a:t>0 en el resto de las ecuaciones</a:t>
            </a:r>
            <a:r>
              <a:rPr lang="es-MX" sz="2400" dirty="0"/>
              <a:t>.</a:t>
            </a:r>
          </a:p>
          <a:p>
            <a:endParaRPr lang="es-MX" sz="2400" dirty="0"/>
          </a:p>
          <a:p>
            <a:r>
              <a:rPr lang="es-MX" sz="2400" dirty="0"/>
              <a:t>Estas variables con coeficiente 1 en un solo renglón son las </a:t>
            </a:r>
            <a:r>
              <a:rPr lang="es-MX" sz="2400" b="1" dirty="0"/>
              <a:t>variables básicas</a:t>
            </a:r>
            <a:r>
              <a:rPr lang="es-MX" sz="2400" dirty="0"/>
              <a:t>.</a:t>
            </a:r>
          </a:p>
          <a:p>
            <a:endParaRPr lang="es-MX" sz="2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0D831-44C5-64AC-5D4A-DD1F79C6C650}"/>
              </a:ext>
            </a:extLst>
          </p:cNvPr>
          <p:cNvSpPr txBox="1"/>
          <p:nvPr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405003-06CC-816B-B10E-FA3A0FD294E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DF491-E406-632C-70D9-76EFAF38376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5A26D1-D40F-1421-7628-DE24CD4C93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22</a:t>
            </a:fld>
            <a:endParaRPr lang="en-GB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1, Iteración 0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MX" sz="2400" dirty="0"/>
              <a:t>Poner los renglones 1-4 junto con el renglón 0 y las restricciones de signo resultan en estas ecuaciones y variables básicas en el </a:t>
            </a:r>
            <a:r>
              <a:rPr lang="es-MX" sz="2400" b="1" dirty="0"/>
              <a:t>formato canónico</a:t>
            </a:r>
            <a:r>
              <a:rPr lang="es-MX" sz="2400" dirty="0"/>
              <a:t>.</a:t>
            </a:r>
          </a:p>
          <a:p>
            <a:endParaRPr lang="es-MX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8784119"/>
              </p:ext>
            </p:extLst>
          </p:nvPr>
        </p:nvGraphicFramePr>
        <p:xfrm>
          <a:off x="2086183" y="2852936"/>
          <a:ext cx="8019634" cy="2432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270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30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28257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4686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949198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1768">
                <a:tc>
                  <a:txBody>
                    <a:bodyPr/>
                    <a:lstStyle/>
                    <a:p>
                      <a:pPr algn="l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 gridSpan="17"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Formato</a:t>
                      </a:r>
                      <a:r>
                        <a:rPr lang="es-MX" sz="1600" b="1" baseline="0" dirty="0">
                          <a:solidFill>
                            <a:schemeClr val="bg1"/>
                          </a:solidFill>
                        </a:rPr>
                        <a:t> Canónico 0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baseline="-25000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u="sng" dirty="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  <a:p>
                      <a:pPr algn="ctr"/>
                      <a:r>
                        <a:rPr lang="es-MX" sz="1600" b="1" u="sng" dirty="0">
                          <a:solidFill>
                            <a:schemeClr val="bg1"/>
                          </a:solidFill>
                        </a:rPr>
                        <a:t>Básicas</a:t>
                      </a:r>
                    </a:p>
                  </a:txBody>
                  <a:tcPr marL="0" marR="0" marT="45834" marB="458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Renglón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0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Z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60x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baseline="-2500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-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30 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20x</a:t>
                      </a:r>
                      <a:r>
                        <a:rPr lang="es-MX" sz="1600" b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 Z = 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Renglón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1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8x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6x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=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48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48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Renglón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4x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1.5x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n-GB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=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20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20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Renglón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3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2x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1.5x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0.5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=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8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 err="1">
                          <a:solidFill>
                            <a:schemeClr val="bg1"/>
                          </a:solidFill>
                        </a:rPr>
                        <a:t>Renglón</a:t>
                      </a: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 4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+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n-US" sz="1600" b="1" baseline="-2500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5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AA0DC8FD-8048-7933-DEF2-09F52C75CAF6}"/>
              </a:ext>
            </a:extLst>
          </p:cNvPr>
          <p:cNvSpPr txBox="1"/>
          <p:nvPr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61DFDD-3A02-9F0C-D9CF-5A2135F4994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22BEA-2D6C-F753-D0FA-FC3935C69BE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7992B-BDE0-7083-B633-D6DB23CE0C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23</a:t>
            </a:fld>
            <a:endParaRPr lang="en-GB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2, Iteración 0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825625"/>
            <a:ext cx="9750238" cy="4351338"/>
          </a:xfrm>
        </p:spPr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s-MX" sz="2400" dirty="0"/>
              <a:t>Para llevar a cabo el algoritmo simplex, necesitamos una variable básica para el renglón 0.  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Dado que Z aparece en el renglón 0 con un coeficiente de 1, y que Z no aparece en ningún otro renglón, se usa como la </a:t>
            </a:r>
            <a:r>
              <a:rPr lang="es-MX" sz="2000" b="1" dirty="0"/>
              <a:t>variable básica</a:t>
            </a:r>
            <a:r>
              <a:rPr lang="es-MX" sz="2000" dirty="0"/>
              <a:t>. Esto permite cumplir con el  formato canónico.</a:t>
            </a:r>
            <a:r>
              <a:rPr lang="es-MX" sz="2000" b="1" dirty="0"/>
              <a:t>  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Con esta convención, la solución básica factible para nuestra forma canónica inicial es</a:t>
            </a:r>
          </a:p>
          <a:p>
            <a:pPr lvl="2">
              <a:spcBef>
                <a:spcPts val="1200"/>
              </a:spcBef>
            </a:pPr>
            <a:r>
              <a:rPr lang="es-MX" sz="1800" dirty="0"/>
              <a:t>BV = {Z, s</a:t>
            </a:r>
            <a:r>
              <a:rPr lang="es-MX" sz="1800" baseline="-25000" dirty="0"/>
              <a:t>1</a:t>
            </a:r>
            <a:r>
              <a:rPr lang="es-MX" sz="1800" dirty="0"/>
              <a:t>, s</a:t>
            </a:r>
            <a:r>
              <a:rPr lang="es-MX" sz="1800" baseline="-25000" dirty="0"/>
              <a:t>2</a:t>
            </a:r>
            <a:r>
              <a:rPr lang="es-MX" sz="1800" dirty="0"/>
              <a:t>, s</a:t>
            </a:r>
            <a:r>
              <a:rPr lang="es-MX" sz="1800" baseline="-25000" dirty="0"/>
              <a:t>3</a:t>
            </a:r>
            <a:r>
              <a:rPr lang="es-MX" sz="1800" dirty="0"/>
              <a:t>, s</a:t>
            </a:r>
            <a:r>
              <a:rPr lang="es-MX" sz="1800" baseline="-25000" dirty="0"/>
              <a:t>4</a:t>
            </a:r>
            <a:r>
              <a:rPr lang="es-MX" sz="1800" dirty="0"/>
              <a:t>}</a:t>
            </a:r>
          </a:p>
          <a:p>
            <a:pPr lvl="2">
              <a:spcBef>
                <a:spcPts val="1200"/>
              </a:spcBef>
            </a:pPr>
            <a:r>
              <a:rPr lang="es-MX" sz="1800" dirty="0"/>
              <a:t>NBV = {x</a:t>
            </a:r>
            <a:r>
              <a:rPr lang="es-MX" sz="1800" baseline="-25000" dirty="0"/>
              <a:t>1</a:t>
            </a:r>
            <a:r>
              <a:rPr lang="es-MX" sz="1800" dirty="0"/>
              <a:t>, x</a:t>
            </a:r>
            <a:r>
              <a:rPr lang="es-MX" sz="1800" baseline="-25000" dirty="0"/>
              <a:t>2</a:t>
            </a:r>
            <a:r>
              <a:rPr lang="es-MX" sz="1800" dirty="0"/>
              <a:t>, x</a:t>
            </a:r>
            <a:r>
              <a:rPr lang="es-MX" sz="1800" baseline="-25000" dirty="0"/>
              <a:t>3</a:t>
            </a:r>
            <a:r>
              <a:rPr lang="es-MX" sz="1800" dirty="0"/>
              <a:t>}.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Para esta </a:t>
            </a:r>
            <a:r>
              <a:rPr lang="es-MX" sz="2000" dirty="0" err="1"/>
              <a:t>sbf</a:t>
            </a:r>
            <a:r>
              <a:rPr lang="es-MX" sz="2000" dirty="0"/>
              <a:t> inicial: 	Z = 0, s</a:t>
            </a:r>
            <a:r>
              <a:rPr lang="es-MX" sz="2000" baseline="-25000" dirty="0"/>
              <a:t>1</a:t>
            </a:r>
            <a:r>
              <a:rPr lang="es-MX" sz="2000" dirty="0"/>
              <a:t>= 48, s</a:t>
            </a:r>
            <a:r>
              <a:rPr lang="es-MX" sz="2000" baseline="-25000" dirty="0"/>
              <a:t>2</a:t>
            </a:r>
            <a:r>
              <a:rPr lang="es-MX" sz="2000" dirty="0"/>
              <a:t>= 20, s</a:t>
            </a:r>
            <a:r>
              <a:rPr lang="es-MX" sz="2000" baseline="-25000" dirty="0"/>
              <a:t>3</a:t>
            </a:r>
            <a:r>
              <a:rPr lang="es-MX" sz="2000" dirty="0"/>
              <a:t>= 8, s</a:t>
            </a:r>
            <a:r>
              <a:rPr lang="es-MX" sz="2000" baseline="-25000" dirty="0"/>
              <a:t>4</a:t>
            </a:r>
            <a:r>
              <a:rPr lang="es-MX" sz="2000" dirty="0"/>
              <a:t>= 5 , y        				x</a:t>
            </a:r>
            <a:r>
              <a:rPr lang="es-MX" sz="2000" baseline="-25000" dirty="0"/>
              <a:t>1</a:t>
            </a:r>
            <a:r>
              <a:rPr lang="es-MX" sz="2000" dirty="0"/>
              <a:t>= x</a:t>
            </a:r>
            <a:r>
              <a:rPr lang="es-MX" sz="2000" baseline="-25000" dirty="0"/>
              <a:t>2</a:t>
            </a:r>
            <a:r>
              <a:rPr lang="es-MX" sz="2000" dirty="0"/>
              <a:t>= x</a:t>
            </a:r>
            <a:r>
              <a:rPr lang="es-MX" sz="2000" baseline="-25000" dirty="0"/>
              <a:t>3</a:t>
            </a:r>
            <a:r>
              <a:rPr lang="es-MX" sz="2000" dirty="0"/>
              <a:t>= 0.</a:t>
            </a:r>
          </a:p>
          <a:p>
            <a:pPr lvl="1">
              <a:spcBef>
                <a:spcPts val="1200"/>
              </a:spcBef>
            </a:pPr>
            <a:r>
              <a:rPr lang="es-MX" sz="2000" b="1" dirty="0"/>
              <a:t>Nota: </a:t>
            </a:r>
            <a:r>
              <a:rPr lang="es-MX" sz="2000" dirty="0"/>
              <a:t>Una variable de holgura puede ser utilizado como una variable básica si el lado derecho de la restricción es no-negativo.</a:t>
            </a:r>
          </a:p>
          <a:p>
            <a:pPr lvl="1">
              <a:spcBef>
                <a:spcPts val="1200"/>
              </a:spcBef>
            </a:pPr>
            <a:endParaRPr lang="es-MX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52DA09-3D31-5DAF-2DC6-D1F1AA4FC9E8}"/>
              </a:ext>
            </a:extLst>
          </p:cNvPr>
          <p:cNvSpPr txBox="1"/>
          <p:nvPr/>
        </p:nvSpPr>
        <p:spPr>
          <a:xfrm rot="16200000">
            <a:off x="11712544" y="1546000"/>
            <a:ext cx="72808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>
                <a:solidFill>
                  <a:schemeClr val="tx1">
                    <a:lumMod val="50000"/>
                  </a:schemeClr>
                </a:solidFill>
                <a:latin typeface="Agency FB" panose="020B0503020202020204" pitchFamily="34" charset="0"/>
              </a:rPr>
              <a:t>Victor Villegas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E34F46-D2E1-1A6C-EA90-B0032913FF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41E93D-E3C6-83D1-25F7-AB9B238AB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8C3846-E41E-D9F7-7F28-918A960B1D9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24</a:t>
            </a:fld>
            <a:endParaRPr lang="en-GB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3, Iteración 0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MX" sz="2200" dirty="0"/>
              <a:t>Una vez que obtenida una SBF, tenemos que determinar si es óptima.  </a:t>
            </a:r>
          </a:p>
          <a:p>
            <a:r>
              <a:rPr lang="es-MX" sz="2200" dirty="0"/>
              <a:t>Para ello, hay que determinar si el valor de Z puede aumentar mediante la introducción de una variable no-básica al conjunto de variables básicas.</a:t>
            </a:r>
          </a:p>
          <a:p>
            <a:pPr lvl="1"/>
            <a:r>
              <a:rPr lang="es-MX" sz="2000" dirty="0"/>
              <a:t>Esto significa cambiar el valor actual de cero de una variable no-básica mientras se mantiene todas las otras variables no-básicas en sus valores actuales de cero. </a:t>
            </a:r>
          </a:p>
          <a:p>
            <a:pPr lvl="1"/>
            <a:r>
              <a:rPr lang="es-MX" sz="2000" dirty="0"/>
              <a:t>También implica que una de las variables básicas actuales tomará el valor de 0 y se convertirá en una variable no-básica</a:t>
            </a:r>
          </a:p>
          <a:p>
            <a:r>
              <a:rPr lang="es-MX" sz="2200" dirty="0"/>
              <a:t>Resolviendo para </a:t>
            </a:r>
            <a:r>
              <a:rPr lang="es-MX" sz="2200" i="1" dirty="0"/>
              <a:t>Z</a:t>
            </a:r>
            <a:r>
              <a:rPr lang="es-MX" sz="2200" dirty="0"/>
              <a:t> en el renglón 0 se obtiene: </a:t>
            </a:r>
          </a:p>
          <a:p>
            <a:pPr lvl="1" algn="ctr">
              <a:buNone/>
            </a:pPr>
            <a:r>
              <a:rPr lang="es-MX" sz="2200" i="1" dirty="0"/>
              <a:t>Z</a:t>
            </a:r>
            <a:r>
              <a:rPr lang="es-MX" sz="2200" dirty="0"/>
              <a:t> = 60</a:t>
            </a:r>
            <a:r>
              <a:rPr lang="es-MX" sz="2200" i="1" dirty="0"/>
              <a:t>x</a:t>
            </a:r>
            <a:r>
              <a:rPr lang="es-MX" sz="2200" baseline="-25000" dirty="0"/>
              <a:t>1</a:t>
            </a:r>
            <a:r>
              <a:rPr lang="es-MX" sz="2200" dirty="0"/>
              <a:t> + 30</a:t>
            </a:r>
            <a:r>
              <a:rPr lang="es-MX" sz="2200" i="1" dirty="0"/>
              <a:t>x</a:t>
            </a:r>
            <a:r>
              <a:rPr lang="es-MX" sz="2200" baseline="-25000" dirty="0"/>
              <a:t>2</a:t>
            </a:r>
            <a:r>
              <a:rPr lang="es-MX" sz="2200" dirty="0"/>
              <a:t> + 20</a:t>
            </a:r>
            <a:r>
              <a:rPr lang="es-MX" sz="2200" i="1" dirty="0"/>
              <a:t>x</a:t>
            </a:r>
            <a:r>
              <a:rPr lang="es-MX" sz="2200" baseline="-25000" dirty="0"/>
              <a:t>3</a:t>
            </a:r>
          </a:p>
          <a:p>
            <a:pPr lvl="1"/>
            <a:r>
              <a:rPr lang="es-MX" sz="2000" dirty="0"/>
              <a:t>Note que las variables en el renglón 0 son las variables no-básicas (excepto por Z).</a:t>
            </a:r>
          </a:p>
          <a:p>
            <a:pPr lvl="1" algn="ctr">
              <a:buNone/>
            </a:pPr>
            <a:endParaRPr lang="es-MX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B08B39-7344-52E0-EE3B-C9A92F9017A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EFAC45-64F6-BCB1-FEF2-A1B90B42D80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7BC34-3C62-07AE-332E-034430E90AE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25</a:t>
            </a:fld>
            <a:endParaRPr lang="en-GB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3, Iteración 0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MX" sz="2200" dirty="0"/>
              <a:t>Resolviendo para </a:t>
            </a:r>
            <a:r>
              <a:rPr lang="es-MX" sz="2200" i="1" dirty="0"/>
              <a:t>Z</a:t>
            </a:r>
            <a:r>
              <a:rPr lang="es-MX" sz="2200" dirty="0"/>
              <a:t> en el renglón 0 se obtiene: </a:t>
            </a:r>
          </a:p>
          <a:p>
            <a:pPr lvl="1" algn="ctr">
              <a:buNone/>
            </a:pPr>
            <a:r>
              <a:rPr lang="es-MX" sz="2200" i="1" dirty="0"/>
              <a:t>Z</a:t>
            </a:r>
            <a:r>
              <a:rPr lang="es-MX" sz="2200" dirty="0"/>
              <a:t> = 60</a:t>
            </a:r>
            <a:r>
              <a:rPr lang="es-MX" sz="2200" i="1" dirty="0"/>
              <a:t>x</a:t>
            </a:r>
            <a:r>
              <a:rPr lang="es-MX" sz="2200" baseline="-25000" dirty="0"/>
              <a:t>1</a:t>
            </a:r>
            <a:r>
              <a:rPr lang="es-MX" sz="2200" dirty="0"/>
              <a:t> + 30</a:t>
            </a:r>
            <a:r>
              <a:rPr lang="es-MX" sz="2200" i="1" dirty="0"/>
              <a:t>x</a:t>
            </a:r>
            <a:r>
              <a:rPr lang="es-MX" sz="2200" baseline="-25000" dirty="0"/>
              <a:t>2</a:t>
            </a:r>
            <a:r>
              <a:rPr lang="es-MX" sz="2200" dirty="0"/>
              <a:t> + 20</a:t>
            </a:r>
            <a:r>
              <a:rPr lang="es-MX" sz="2200" i="1" dirty="0"/>
              <a:t>x</a:t>
            </a:r>
            <a:r>
              <a:rPr lang="es-MX" sz="2200" baseline="-25000" dirty="0"/>
              <a:t>3</a:t>
            </a:r>
          </a:p>
          <a:p>
            <a:endParaRPr lang="es-MX" sz="2400" dirty="0"/>
          </a:p>
          <a:p>
            <a:pPr>
              <a:spcBef>
                <a:spcPts val="1200"/>
              </a:spcBef>
            </a:pPr>
            <a:r>
              <a:rPr lang="es-MX" sz="2400" dirty="0"/>
              <a:t>Podemos utilizar esta ecuación para cada variable no-básica y determinar si su inclusión aumentará </a:t>
            </a:r>
            <a:r>
              <a:rPr lang="es-MX" sz="2400" i="1" dirty="0"/>
              <a:t>Z</a:t>
            </a:r>
            <a:r>
              <a:rPr lang="es-MX" sz="2400" dirty="0"/>
              <a:t>.</a:t>
            </a:r>
          </a:p>
          <a:p>
            <a:pPr>
              <a:spcBef>
                <a:spcPts val="1200"/>
              </a:spcBef>
            </a:pPr>
            <a:r>
              <a:rPr lang="es-MX" sz="2400" dirty="0"/>
              <a:t>Las 3 variables no-básicas en la ecuación tienen signo positivo, de modo que cualquiera de las 3 puede ayudar a incrementar el valor de Z.</a:t>
            </a:r>
          </a:p>
          <a:p>
            <a:pPr>
              <a:spcBef>
                <a:spcPts val="1200"/>
              </a:spcBef>
            </a:pPr>
            <a:r>
              <a:rPr lang="es-MX" sz="2400" dirty="0"/>
              <a:t>Por lo tanto la SBF aún no es óptima.</a:t>
            </a:r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r>
              <a:rPr lang="es-MX" sz="2400" dirty="0"/>
              <a:t>Esto significa que comienza una nueva </a:t>
            </a:r>
            <a:r>
              <a:rPr lang="es-MX" sz="2400" b="1" dirty="0"/>
              <a:t>iteración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8D692-3443-1B35-D214-5BBBCAC541B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58801E-B837-F3A9-23DD-C45D77D340C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68C8E-FCA5-1F3E-8D8D-AF1B4BFF5E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26</a:t>
            </a:fld>
            <a:endParaRPr lang="en-GB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4,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</a:pPr>
            <a:r>
              <a:rPr lang="es-MX" sz="2400" dirty="0"/>
              <a:t>Ahora es necesario identificar que variable debe entrar como variable-básica y cual debe dejar de serlo.</a:t>
            </a:r>
          </a:p>
          <a:p>
            <a:pPr algn="ctr">
              <a:spcBef>
                <a:spcPts val="1200"/>
              </a:spcBef>
              <a:buNone/>
            </a:pPr>
            <a:r>
              <a:rPr lang="es-MX" sz="2400" i="1" dirty="0"/>
              <a:t>Z</a:t>
            </a:r>
            <a:r>
              <a:rPr lang="es-MX" sz="2400" dirty="0"/>
              <a:t> = 60</a:t>
            </a:r>
            <a:r>
              <a:rPr lang="es-MX" sz="2400" i="1" dirty="0"/>
              <a:t>x</a:t>
            </a:r>
            <a:r>
              <a:rPr lang="es-MX" sz="2400" baseline="-25000" dirty="0"/>
              <a:t>1</a:t>
            </a:r>
            <a:r>
              <a:rPr lang="es-MX" sz="2400" dirty="0"/>
              <a:t> + 30</a:t>
            </a:r>
            <a:r>
              <a:rPr lang="es-MX" sz="2400" i="1" dirty="0"/>
              <a:t>x</a:t>
            </a:r>
            <a:r>
              <a:rPr lang="es-MX" sz="2400" baseline="-25000" dirty="0"/>
              <a:t>2</a:t>
            </a:r>
            <a:r>
              <a:rPr lang="es-MX" sz="2400" dirty="0"/>
              <a:t> + 20</a:t>
            </a:r>
            <a:r>
              <a:rPr lang="es-MX" sz="2400" i="1" dirty="0"/>
              <a:t>x</a:t>
            </a:r>
            <a:r>
              <a:rPr lang="es-MX" sz="2400" baseline="-25000" dirty="0"/>
              <a:t>3</a:t>
            </a:r>
            <a:endParaRPr lang="es-MX" sz="2400" dirty="0"/>
          </a:p>
          <a:p>
            <a:pPr lvl="1">
              <a:spcBef>
                <a:spcPts val="1200"/>
              </a:spcBef>
            </a:pPr>
            <a:r>
              <a:rPr lang="es-MX" sz="2000" dirty="0"/>
              <a:t>En esta ecuación se puede ver que el aumento de cualquiera de las variables no-básicas causará un incremento en el valor de Z.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Sin embargo, en este ejemplo, introducir </a:t>
            </a:r>
            <a:r>
              <a:rPr lang="es-MX" sz="2000" b="1" i="1" dirty="0"/>
              <a:t>x</a:t>
            </a:r>
            <a:r>
              <a:rPr lang="es-MX" sz="2000" b="1" baseline="-25000" dirty="0"/>
              <a:t>1</a:t>
            </a:r>
            <a:r>
              <a:rPr lang="es-MX" sz="2000" dirty="0"/>
              <a:t> produce el </a:t>
            </a:r>
            <a:r>
              <a:rPr lang="es-MX" sz="2000" b="1" dirty="0"/>
              <a:t>mayor incremento de Z</a:t>
            </a:r>
            <a:r>
              <a:rPr lang="es-MX" sz="2000" dirty="0"/>
              <a:t>. Si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deja de ser cero, entonces tendrá que convertirse en una variable básica.  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Por esta razón,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se llama </a:t>
            </a:r>
            <a:r>
              <a:rPr lang="es-MX" sz="2000" b="1" dirty="0"/>
              <a:t>variable entrante</a:t>
            </a:r>
            <a:r>
              <a:rPr lang="es-MX" sz="2000" dirty="0"/>
              <a:t>. Observe que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tiene </a:t>
            </a:r>
            <a:r>
              <a:rPr lang="es-MX" sz="2000" b="1" dirty="0"/>
              <a:t>el coeficiente más negativo en el renglón 0</a:t>
            </a:r>
            <a:r>
              <a:rPr lang="es-MX" sz="2000" dirty="0"/>
              <a:t>.</a:t>
            </a:r>
          </a:p>
          <a:p>
            <a:pPr lvl="1" algn="ctr">
              <a:spcBef>
                <a:spcPts val="1200"/>
              </a:spcBef>
              <a:buNone/>
            </a:pPr>
            <a:r>
              <a:rPr lang="es-MX" sz="2000" dirty="0">
                <a:latin typeface="Arial" charset="0"/>
                <a:ea typeface="Times New Roman" pitchFamily="18" charset="0"/>
                <a:cs typeface="Arial" charset="0"/>
              </a:rPr>
              <a:t>Z  </a:t>
            </a:r>
            <a:r>
              <a:rPr lang="es-MX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Times New Roman" pitchFamily="18" charset="0"/>
                <a:cs typeface="Arial" charset="0"/>
              </a:rPr>
              <a:t>– 60</a:t>
            </a:r>
            <a:r>
              <a:rPr lang="es-MX" sz="2000" dirty="0">
                <a:latin typeface="Arial" charset="0"/>
                <a:ea typeface="Times New Roman" pitchFamily="18" charset="0"/>
                <a:cs typeface="Arial" charset="0"/>
              </a:rPr>
              <a:t>x</a:t>
            </a:r>
            <a:r>
              <a:rPr lang="es-MX" sz="2000" baseline="-30000" dirty="0">
                <a:latin typeface="Arial" charset="0"/>
                <a:ea typeface="Times New Roman" pitchFamily="18" charset="0"/>
                <a:cs typeface="Arial" charset="0"/>
              </a:rPr>
              <a:t>1 </a:t>
            </a:r>
            <a:r>
              <a:rPr lang="es-MX" sz="2000" dirty="0">
                <a:latin typeface="Arial" charset="0"/>
                <a:ea typeface="Times New Roman" pitchFamily="18" charset="0"/>
                <a:cs typeface="Arial" charset="0"/>
              </a:rPr>
              <a:t>– 30x</a:t>
            </a:r>
            <a:r>
              <a:rPr lang="es-MX" sz="2000" baseline="-30000" dirty="0">
                <a:latin typeface="Arial" charset="0"/>
                <a:ea typeface="Times New Roman" pitchFamily="18" charset="0"/>
                <a:cs typeface="Arial" charset="0"/>
              </a:rPr>
              <a:t>2</a:t>
            </a:r>
            <a:r>
              <a:rPr lang="es-MX" sz="2000" dirty="0">
                <a:latin typeface="Arial" charset="0"/>
                <a:ea typeface="Times New Roman" pitchFamily="18" charset="0"/>
                <a:cs typeface="Arial" charset="0"/>
              </a:rPr>
              <a:t> – 20x</a:t>
            </a:r>
            <a:r>
              <a:rPr lang="es-MX" sz="2000" baseline="-30000" dirty="0">
                <a:latin typeface="Arial" charset="0"/>
                <a:ea typeface="Times New Roman" pitchFamily="18" charset="0"/>
                <a:cs typeface="Arial" charset="0"/>
              </a:rPr>
              <a:t>3</a:t>
            </a:r>
            <a:endParaRPr lang="es-MX" sz="2000" dirty="0">
              <a:latin typeface="Arial" charset="0"/>
              <a:ea typeface="Times New Roman" pitchFamily="18" charset="0"/>
              <a:cs typeface="Arial" charset="0"/>
            </a:endParaRPr>
          </a:p>
          <a:p>
            <a:pPr lvl="1"/>
            <a:endParaRPr lang="es-MX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4E701-D5F6-524B-FC60-DD1A1E5C756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4A3399-6875-B369-5552-C2BD5385A2A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66AAA2-3194-AE9F-B6C7-1C669C3CE4F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27</a:t>
            </a:fld>
            <a:endParaRPr lang="en-GB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4,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825625"/>
            <a:ext cx="9714379" cy="4351338"/>
          </a:xfrm>
        </p:spPr>
        <p:txBody>
          <a:bodyPr/>
          <a:lstStyle/>
          <a:p>
            <a:pPr>
              <a:spcBef>
                <a:spcPts val="1800"/>
              </a:spcBef>
            </a:pPr>
            <a:r>
              <a:rPr lang="es-MX" sz="2400" dirty="0"/>
              <a:t>Luego de seleccionar la variable no-básica con el coeficiente más negativo en el renglón 0 como variable entrante el objetivo es hacer </a:t>
            </a:r>
            <a:r>
              <a:rPr lang="es-MX" sz="2400" i="1" dirty="0"/>
              <a:t>x</a:t>
            </a:r>
            <a:r>
              <a:rPr lang="es-MX" sz="2400" baseline="-25000" dirty="0"/>
              <a:t>1</a:t>
            </a:r>
            <a:r>
              <a:rPr lang="es-MX" sz="2400" dirty="0"/>
              <a:t> lo más grande posible. </a:t>
            </a:r>
          </a:p>
          <a:p>
            <a:pPr lvl="1">
              <a:spcBef>
                <a:spcPts val="1800"/>
              </a:spcBef>
            </a:pPr>
            <a:r>
              <a:rPr lang="es-MX" sz="2000" dirty="0"/>
              <a:t>A medida que el valor de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aumenta, las variables básicas actuales cambiarán de valor, por lo tanto, el aumento de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puede llegar a ocasionar que una variable básica tome un valor negativo. </a:t>
            </a:r>
          </a:p>
          <a:p>
            <a:pPr lvl="1">
              <a:spcBef>
                <a:spcPts val="1800"/>
              </a:spcBef>
            </a:pPr>
            <a:r>
              <a:rPr lang="es-MX" sz="2000" dirty="0"/>
              <a:t>Esto significa que es necesario identificar el valor máximo de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que mantenga todas las variables básicas con valores no-negativos.</a:t>
            </a:r>
          </a:p>
          <a:p>
            <a:pPr lvl="1">
              <a:spcBef>
                <a:spcPts val="1800"/>
              </a:spcBef>
            </a:pPr>
            <a:r>
              <a:rPr lang="es-MX" sz="2000" dirty="0"/>
              <a:t>En este ejemplo el mayor valor que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puede tomar es </a:t>
            </a:r>
          </a:p>
          <a:p>
            <a:pPr lvl="1">
              <a:spcBef>
                <a:spcPts val="0"/>
              </a:spcBef>
              <a:buNone/>
            </a:pPr>
            <a:r>
              <a:rPr lang="es-MX" sz="2000" dirty="0"/>
              <a:t>	min {6, 5, 4} = 4.</a:t>
            </a:r>
          </a:p>
          <a:p>
            <a:pPr>
              <a:spcBef>
                <a:spcPts val="1800"/>
              </a:spcBef>
            </a:pPr>
            <a:endParaRPr lang="es-MX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26FE4-AD0E-C813-99B1-1465E3BD85A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25EFE2-3801-6AC3-807E-24632BA35C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EBC1E-CBDF-FEAD-1312-5F1BBA3AC1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28</a:t>
            </a:fld>
            <a:endParaRPr lang="en-GB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4,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</a:pPr>
            <a:r>
              <a:rPr lang="es-MX" sz="2400" dirty="0"/>
              <a:t>En este ejemplo el mayor valor que </a:t>
            </a:r>
            <a:r>
              <a:rPr lang="es-MX" sz="2400" i="1" dirty="0"/>
              <a:t>x</a:t>
            </a:r>
            <a:r>
              <a:rPr lang="es-MX" sz="2400" baseline="-25000" dirty="0"/>
              <a:t>1</a:t>
            </a:r>
            <a:r>
              <a:rPr lang="es-MX" sz="2400" dirty="0"/>
              <a:t> puede tomar es min {6, 5, 4} = 4.</a:t>
            </a:r>
          </a:p>
          <a:p>
            <a:pPr>
              <a:spcBef>
                <a:spcPts val="600"/>
              </a:spcBef>
            </a:pPr>
            <a:r>
              <a:rPr lang="es-MX" sz="2400" dirty="0"/>
              <a:t>El motivo es el siguiente: </a:t>
            </a:r>
          </a:p>
          <a:p>
            <a:pPr lvl="1">
              <a:spcBef>
                <a:spcPts val="600"/>
              </a:spcBef>
            </a:pPr>
            <a:r>
              <a:rPr lang="es-MX" sz="2000" dirty="0"/>
              <a:t>Considerando que x</a:t>
            </a:r>
            <a:r>
              <a:rPr lang="es-MX" sz="2000" baseline="-25000" dirty="0"/>
              <a:t>2</a:t>
            </a:r>
            <a:r>
              <a:rPr lang="es-MX" sz="2000" dirty="0"/>
              <a:t> y x</a:t>
            </a:r>
            <a:r>
              <a:rPr lang="es-MX" sz="2000" baseline="-25000" dirty="0"/>
              <a:t>3</a:t>
            </a:r>
            <a:r>
              <a:rPr lang="es-MX" sz="2000" dirty="0"/>
              <a:t> son no-básicas y por lo tanto igual a 0.</a:t>
            </a:r>
          </a:p>
          <a:p>
            <a:pPr lvl="1">
              <a:spcBef>
                <a:spcPts val="600"/>
              </a:spcBef>
              <a:buNone/>
            </a:pPr>
            <a:r>
              <a:rPr lang="es-MX" sz="2000" dirty="0"/>
              <a:t>	Renglón 1</a:t>
            </a:r>
          </a:p>
          <a:p>
            <a:pPr lvl="1">
              <a:spcBef>
                <a:spcPts val="600"/>
              </a:spcBef>
              <a:buNone/>
            </a:pPr>
            <a:r>
              <a:rPr lang="es-MX" sz="2000" dirty="0"/>
              <a:t>		8x</a:t>
            </a:r>
            <a:r>
              <a:rPr lang="es-MX" sz="2000" baseline="-25000" dirty="0"/>
              <a:t>1</a:t>
            </a:r>
            <a:r>
              <a:rPr lang="es-MX" sz="2000" dirty="0"/>
              <a:t> + s</a:t>
            </a:r>
            <a:r>
              <a:rPr lang="es-MX" sz="2000" baseline="-25000" dirty="0"/>
              <a:t>1</a:t>
            </a:r>
            <a:r>
              <a:rPr lang="es-MX" sz="2000" dirty="0"/>
              <a:t>= 48 → s</a:t>
            </a:r>
            <a:r>
              <a:rPr lang="es-MX" sz="2000" baseline="-25000" dirty="0"/>
              <a:t>1</a:t>
            </a:r>
            <a:r>
              <a:rPr lang="es-MX" sz="2000" dirty="0"/>
              <a:t>= 48 - 8x</a:t>
            </a:r>
            <a:r>
              <a:rPr lang="es-MX" sz="2000" baseline="-25000" dirty="0"/>
              <a:t>1</a:t>
            </a:r>
            <a:r>
              <a:rPr lang="es-MX" sz="2000" dirty="0"/>
              <a:t>, si x</a:t>
            </a:r>
            <a:r>
              <a:rPr lang="es-MX" sz="2000" baseline="-25000" dirty="0"/>
              <a:t>1</a:t>
            </a:r>
            <a:r>
              <a:rPr lang="es-MX" sz="2000" dirty="0">
                <a:sym typeface="Symbol"/>
              </a:rPr>
              <a:t>  6 entonces </a:t>
            </a:r>
            <a:r>
              <a:rPr lang="es-MX" sz="2000" dirty="0"/>
              <a:t>s</a:t>
            </a:r>
            <a:r>
              <a:rPr lang="es-MX" sz="2000" baseline="-25000" dirty="0"/>
              <a:t>1</a:t>
            </a:r>
            <a:r>
              <a:rPr lang="es-MX" sz="2000" dirty="0">
                <a:sym typeface="Symbol"/>
              </a:rPr>
              <a:t> es negativo</a:t>
            </a:r>
          </a:p>
          <a:p>
            <a:pPr lvl="1">
              <a:spcBef>
                <a:spcPts val="600"/>
              </a:spcBef>
              <a:buNone/>
            </a:pPr>
            <a:r>
              <a:rPr lang="es-MX" sz="2000" dirty="0"/>
              <a:t>	Renglón 2</a:t>
            </a:r>
          </a:p>
          <a:p>
            <a:pPr lvl="1">
              <a:spcBef>
                <a:spcPts val="600"/>
              </a:spcBef>
              <a:buNone/>
            </a:pPr>
            <a:r>
              <a:rPr lang="es-MX" sz="2000" dirty="0"/>
              <a:t>		4x</a:t>
            </a:r>
            <a:r>
              <a:rPr lang="es-MX" sz="2000" baseline="-25000" dirty="0"/>
              <a:t>1</a:t>
            </a:r>
            <a:r>
              <a:rPr lang="es-MX" sz="2000" dirty="0"/>
              <a:t> + s</a:t>
            </a:r>
            <a:r>
              <a:rPr lang="es-MX" sz="2000" baseline="-25000" dirty="0"/>
              <a:t>2</a:t>
            </a:r>
            <a:r>
              <a:rPr lang="es-MX" sz="2000" dirty="0"/>
              <a:t>= 20 → s</a:t>
            </a:r>
            <a:r>
              <a:rPr lang="es-MX" sz="2000" baseline="-25000" dirty="0"/>
              <a:t>2</a:t>
            </a:r>
            <a:r>
              <a:rPr lang="es-MX" sz="2000" dirty="0"/>
              <a:t>= 20 - 4x</a:t>
            </a:r>
            <a:r>
              <a:rPr lang="es-MX" sz="2000" baseline="-25000" dirty="0"/>
              <a:t>1</a:t>
            </a:r>
            <a:r>
              <a:rPr lang="es-MX" sz="2000" dirty="0"/>
              <a:t>, si x</a:t>
            </a:r>
            <a:r>
              <a:rPr lang="es-MX" sz="2000" baseline="-25000" dirty="0"/>
              <a:t>1</a:t>
            </a:r>
            <a:r>
              <a:rPr lang="es-MX" sz="2000" dirty="0">
                <a:sym typeface="Symbol"/>
              </a:rPr>
              <a:t>  5 entonces </a:t>
            </a:r>
            <a:r>
              <a:rPr lang="es-MX" sz="2000" dirty="0"/>
              <a:t>s</a:t>
            </a:r>
            <a:r>
              <a:rPr lang="es-MX" sz="2000" baseline="-25000" dirty="0"/>
              <a:t>2</a:t>
            </a:r>
            <a:r>
              <a:rPr lang="es-MX" sz="2000" dirty="0">
                <a:sym typeface="Symbol"/>
              </a:rPr>
              <a:t> es negativo</a:t>
            </a:r>
          </a:p>
          <a:p>
            <a:pPr lvl="1">
              <a:spcBef>
                <a:spcPts val="600"/>
              </a:spcBef>
              <a:buNone/>
            </a:pPr>
            <a:r>
              <a:rPr lang="es-MX" sz="2000" dirty="0"/>
              <a:t>	Renglón 3</a:t>
            </a:r>
          </a:p>
          <a:p>
            <a:pPr lvl="1">
              <a:spcBef>
                <a:spcPts val="600"/>
              </a:spcBef>
              <a:buNone/>
            </a:pPr>
            <a:r>
              <a:rPr lang="es-MX" sz="2000" dirty="0"/>
              <a:t>		2x</a:t>
            </a:r>
            <a:r>
              <a:rPr lang="es-MX" sz="2000" baseline="-25000" dirty="0"/>
              <a:t>1</a:t>
            </a:r>
            <a:r>
              <a:rPr lang="es-MX" sz="2000" dirty="0"/>
              <a:t> + s</a:t>
            </a:r>
            <a:r>
              <a:rPr lang="es-MX" sz="2000" baseline="-25000" dirty="0"/>
              <a:t>3</a:t>
            </a:r>
            <a:r>
              <a:rPr lang="es-MX" sz="2000" dirty="0"/>
              <a:t>= 8   → s</a:t>
            </a:r>
            <a:r>
              <a:rPr lang="es-MX" sz="2000" baseline="-25000" dirty="0"/>
              <a:t>3</a:t>
            </a:r>
            <a:r>
              <a:rPr lang="es-MX" sz="2000" dirty="0"/>
              <a:t>= 8 </a:t>
            </a:r>
            <a:r>
              <a:rPr lang="es-MX" sz="2000"/>
              <a:t>- 2x</a:t>
            </a:r>
            <a:r>
              <a:rPr lang="es-MX" sz="2000" baseline="-25000"/>
              <a:t>1</a:t>
            </a:r>
            <a:r>
              <a:rPr lang="es-MX" sz="2000" dirty="0"/>
              <a:t>, si x</a:t>
            </a:r>
            <a:r>
              <a:rPr lang="es-MX" sz="2000" baseline="-25000" dirty="0"/>
              <a:t>1</a:t>
            </a:r>
            <a:r>
              <a:rPr lang="es-MX" sz="2000" dirty="0">
                <a:sym typeface="Symbol"/>
              </a:rPr>
              <a:t>  4 entonces </a:t>
            </a:r>
            <a:r>
              <a:rPr lang="es-MX" sz="2000" dirty="0"/>
              <a:t>s</a:t>
            </a:r>
            <a:r>
              <a:rPr lang="es-MX" sz="2000" baseline="-25000" dirty="0"/>
              <a:t>3</a:t>
            </a:r>
            <a:r>
              <a:rPr lang="es-MX" sz="2000" dirty="0">
                <a:sym typeface="Symbol"/>
              </a:rPr>
              <a:t> es negativo</a:t>
            </a:r>
          </a:p>
          <a:p>
            <a:pPr lvl="1">
              <a:spcBef>
                <a:spcPts val="600"/>
              </a:spcBef>
            </a:pPr>
            <a:endParaRPr lang="es-MX" sz="1200" dirty="0"/>
          </a:p>
          <a:p>
            <a:pPr lvl="1">
              <a:spcBef>
                <a:spcPts val="600"/>
              </a:spcBef>
            </a:pPr>
            <a:r>
              <a:rPr lang="es-MX" sz="2000" dirty="0"/>
              <a:t>Por lo tanto 4 es el mayor valor que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puede tomar sin que las variables básicas tengan valores negativos.</a:t>
            </a:r>
          </a:p>
          <a:p>
            <a:pPr>
              <a:spcBef>
                <a:spcPts val="600"/>
              </a:spcBef>
            </a:pPr>
            <a:endParaRPr lang="es-MX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DABE66-35D7-9FDE-091B-14E55A0C3B5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FB93C1-CEF0-B35E-12D5-6D9812E282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1BFED4-0F81-BD51-3E37-8921D59F6C8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29</a:t>
            </a:fld>
            <a:endParaRPr lang="en-GB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4,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800"/>
              </a:spcBef>
            </a:pPr>
            <a:r>
              <a:rPr lang="es-MX" sz="2400" dirty="0"/>
              <a:t>Debido a lo anterior, se utiliza esta regla para determinar qué tan grande puede ser la variable de entrada.</a:t>
            </a:r>
          </a:p>
          <a:p>
            <a:pPr lvl="1">
              <a:spcBef>
                <a:spcPts val="1800"/>
              </a:spcBef>
            </a:pPr>
            <a:r>
              <a:rPr lang="es-MX" sz="2000" dirty="0"/>
              <a:t>Al introducir una variable en la base, calcular la razón</a:t>
            </a:r>
            <a:br>
              <a:rPr lang="es-MX" sz="2000" dirty="0"/>
            </a:br>
            <a:br>
              <a:rPr lang="es-MX" sz="2000" dirty="0"/>
            </a:br>
            <a:br>
              <a:rPr lang="es-MX" sz="2000" dirty="0"/>
            </a:br>
            <a:endParaRPr lang="es-MX" sz="2000" dirty="0"/>
          </a:p>
          <a:p>
            <a:pPr lvl="1">
              <a:spcBef>
                <a:spcPts val="1800"/>
              </a:spcBef>
              <a:buNone/>
            </a:pPr>
            <a:r>
              <a:rPr lang="es-MX" sz="2000" dirty="0"/>
              <a:t>	para cada restricción en la que la variable entrante tiene un </a:t>
            </a:r>
            <a:r>
              <a:rPr lang="es-MX" sz="2000" b="1" dirty="0"/>
              <a:t>coeficiente positivo</a:t>
            </a:r>
            <a:r>
              <a:rPr lang="es-MX" sz="2000" dirty="0"/>
              <a:t>.  </a:t>
            </a:r>
          </a:p>
          <a:p>
            <a:pPr lvl="1">
              <a:spcBef>
                <a:spcPts val="1800"/>
              </a:spcBef>
            </a:pPr>
            <a:r>
              <a:rPr lang="es-MX" sz="2200" dirty="0"/>
              <a:t>Se </a:t>
            </a:r>
            <a:r>
              <a:rPr lang="es-MX" sz="2200" b="1" dirty="0"/>
              <a:t>selecciona la restricción (renglón) </a:t>
            </a:r>
            <a:r>
              <a:rPr lang="es-MX" sz="2200" dirty="0"/>
              <a:t>cuyo resultado de esta operación sea el </a:t>
            </a:r>
            <a:r>
              <a:rPr lang="es-MX" sz="2200" b="1" dirty="0"/>
              <a:t>menor</a:t>
            </a:r>
            <a:r>
              <a:rPr lang="es-MX" sz="2200" dirty="0"/>
              <a:t>.</a:t>
            </a:r>
          </a:p>
          <a:p>
            <a:pPr lvl="1">
              <a:spcBef>
                <a:spcPts val="1800"/>
              </a:spcBef>
            </a:pPr>
            <a:r>
              <a:rPr lang="es-MX" sz="2200" dirty="0"/>
              <a:t>En caso de haber un empate entre renglones se puede seleccionar el que se quiera </a:t>
            </a:r>
            <a:r>
              <a:rPr lang="es-MX" sz="2200" b="1" dirty="0"/>
              <a:t>arbitrariamente</a:t>
            </a:r>
            <a:r>
              <a:rPr lang="es-MX" sz="2200" dirty="0"/>
              <a:t>.</a:t>
            </a:r>
          </a:p>
          <a:p>
            <a:pPr>
              <a:spcBef>
                <a:spcPts val="1800"/>
              </a:spcBef>
              <a:buNone/>
            </a:pPr>
            <a:endParaRPr lang="es-MX" sz="1800" dirty="0"/>
          </a:p>
        </p:txBody>
      </p:sp>
      <p:graphicFrame>
        <p:nvGraphicFramePr>
          <p:cNvPr id="460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1601841"/>
              </p:ext>
            </p:extLst>
          </p:nvPr>
        </p:nvGraphicFramePr>
        <p:xfrm>
          <a:off x="3163174" y="3158317"/>
          <a:ext cx="5865651" cy="720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16040" imgH="419040" progId="Equation.3">
                  <p:embed/>
                </p:oleObj>
              </mc:Choice>
              <mc:Fallback>
                <p:oleObj name="Equation" r:id="rId2" imgW="3416040" imgH="419040" progId="Equation.3">
                  <p:embed/>
                  <p:pic>
                    <p:nvPicPr>
                      <p:cNvPr id="4608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174" y="3158317"/>
                        <a:ext cx="5865651" cy="7200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BA5BB7-3FBC-3B15-E65E-D8ABF9BD66C1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9C26E3-D456-CA64-A0A9-A701C0EF00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50077D-8A8B-B073-1977-8755D4975AF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30</a:t>
            </a:fld>
            <a:endParaRPr lang="en-GB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5,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825625"/>
            <a:ext cx="9561979" cy="4351338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es-MX" sz="2400" dirty="0"/>
              <a:t>Para hacer que </a:t>
            </a:r>
            <a:r>
              <a:rPr lang="es-MX" sz="2400" i="1" dirty="0"/>
              <a:t>x</a:t>
            </a:r>
            <a:r>
              <a:rPr lang="es-MX" sz="2400" baseline="-25000" dirty="0"/>
              <a:t>1</a:t>
            </a:r>
            <a:r>
              <a:rPr lang="es-MX" sz="2400" dirty="0"/>
              <a:t> sea una variable básica en la fila 3, utilizamos las operaciones elementales de renglón (Gauss-</a:t>
            </a:r>
            <a:r>
              <a:rPr lang="es-MX" sz="2400" dirty="0" err="1"/>
              <a:t>Jordan</a:t>
            </a:r>
            <a:r>
              <a:rPr lang="es-MX" sz="2400" dirty="0"/>
              <a:t>) de manera que </a:t>
            </a:r>
            <a:r>
              <a:rPr lang="es-MX" sz="2400" i="1" dirty="0"/>
              <a:t>x</a:t>
            </a:r>
            <a:r>
              <a:rPr lang="es-MX" sz="2400" baseline="-25000" dirty="0"/>
              <a:t>1</a:t>
            </a:r>
            <a:r>
              <a:rPr lang="es-MX" sz="2400" dirty="0"/>
              <a:t> tenga un coeficiente de 1 en la fila 3, y 0 en todas las otras filas.</a:t>
            </a:r>
          </a:p>
          <a:p>
            <a:pPr lvl="1">
              <a:spcBef>
                <a:spcPts val="2400"/>
              </a:spcBef>
            </a:pPr>
            <a:r>
              <a:rPr lang="es-MX" sz="2000" dirty="0"/>
              <a:t>Este procedimiento se llama </a:t>
            </a:r>
            <a:r>
              <a:rPr lang="es-MX" sz="2000" b="1" dirty="0"/>
              <a:t>pivoteo</a:t>
            </a:r>
            <a:r>
              <a:rPr lang="es-MX" sz="2000" dirty="0"/>
              <a:t>, y el renglón 3 se llama </a:t>
            </a:r>
            <a:r>
              <a:rPr lang="es-MX" sz="2000" b="1" dirty="0"/>
              <a:t>renglón pivote</a:t>
            </a:r>
            <a:r>
              <a:rPr lang="es-MX" sz="2000" dirty="0"/>
              <a:t>.</a:t>
            </a:r>
          </a:p>
          <a:p>
            <a:pPr lvl="1">
              <a:spcBef>
                <a:spcPts val="2400"/>
              </a:spcBef>
            </a:pPr>
            <a:r>
              <a:rPr lang="es-MX" sz="2000" dirty="0"/>
              <a:t>El término del renglón pivote que involucra la variable de entrada básica se llama </a:t>
            </a:r>
            <a:r>
              <a:rPr lang="es-MX" sz="2000" b="1" dirty="0"/>
              <a:t>término pivote</a:t>
            </a:r>
            <a:r>
              <a:rPr lang="es-MX" sz="2000" dirty="0"/>
              <a:t>.</a:t>
            </a:r>
          </a:p>
          <a:p>
            <a:pPr lvl="1">
              <a:spcBef>
                <a:spcPts val="2400"/>
              </a:spcBef>
            </a:pPr>
            <a:r>
              <a:rPr lang="es-MX" sz="2000" dirty="0"/>
              <a:t>El resultado final es que </a:t>
            </a:r>
            <a:r>
              <a:rPr lang="es-MX" sz="2000" b="1" i="1" dirty="0"/>
              <a:t>x</a:t>
            </a:r>
            <a:r>
              <a:rPr lang="es-MX" sz="2000" b="1" baseline="-25000" dirty="0"/>
              <a:t>1</a:t>
            </a:r>
            <a:r>
              <a:rPr lang="es-MX" sz="2000" b="1" dirty="0"/>
              <a:t> reemplaza a </a:t>
            </a:r>
            <a:r>
              <a:rPr lang="es-MX" sz="2000" b="1" i="1" dirty="0"/>
              <a:t>s</a:t>
            </a:r>
            <a:r>
              <a:rPr lang="es-MX" sz="2000" b="1" baseline="-25000" dirty="0"/>
              <a:t>3</a:t>
            </a:r>
            <a:r>
              <a:rPr lang="es-MX" sz="2000" b="1" dirty="0"/>
              <a:t> como la variable básica en el renglón 3</a:t>
            </a:r>
            <a:r>
              <a:rPr lang="es-MX" sz="2000" dirty="0"/>
              <a:t>. </a:t>
            </a:r>
          </a:p>
          <a:p>
            <a:pPr lvl="1">
              <a:spcBef>
                <a:spcPts val="2400"/>
              </a:spcBef>
            </a:pPr>
            <a:endParaRPr lang="es-MX" sz="20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4C5A10-A07D-AD67-B709-F58AFC09866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61FA66-F981-F596-8635-9CC9AC1DB92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149A68-3B51-3CD0-D80D-378647602C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31</a:t>
            </a:fld>
            <a:endParaRPr lang="en-GB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5,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800"/>
              </a:spcBef>
            </a:pPr>
            <a:r>
              <a:rPr lang="es-MX" sz="2400" dirty="0"/>
              <a:t>El resultado es</a:t>
            </a:r>
          </a:p>
          <a:p>
            <a:pPr>
              <a:spcBef>
                <a:spcPts val="1800"/>
              </a:spcBef>
            </a:pPr>
            <a:endParaRPr lang="es-MX" sz="2400" dirty="0"/>
          </a:p>
          <a:p>
            <a:pPr>
              <a:spcBef>
                <a:spcPts val="1800"/>
              </a:spcBef>
            </a:pPr>
            <a:endParaRPr lang="es-MX" sz="2400" dirty="0"/>
          </a:p>
          <a:p>
            <a:pPr>
              <a:spcBef>
                <a:spcPts val="1800"/>
              </a:spcBef>
            </a:pPr>
            <a:endParaRPr lang="es-MX" sz="2400" dirty="0"/>
          </a:p>
          <a:p>
            <a:pPr>
              <a:spcBef>
                <a:spcPts val="1800"/>
              </a:spcBef>
            </a:pPr>
            <a:endParaRPr lang="es-MX" sz="2400" dirty="0"/>
          </a:p>
          <a:p>
            <a:pPr>
              <a:spcBef>
                <a:spcPts val="1800"/>
              </a:spcBef>
            </a:pPr>
            <a:endParaRPr lang="es-MX" sz="2400" dirty="0"/>
          </a:p>
          <a:p>
            <a:pPr lvl="1">
              <a:spcBef>
                <a:spcPts val="1800"/>
              </a:spcBef>
            </a:pPr>
            <a:r>
              <a:rPr lang="es-MX" sz="2000" dirty="0"/>
              <a:t>Ahora se vuelve al paso 3 para determinar si la solución es óptima. </a:t>
            </a:r>
          </a:p>
          <a:p>
            <a:pPr lvl="1">
              <a:spcBef>
                <a:spcPts val="1800"/>
              </a:spcBef>
            </a:pPr>
            <a:r>
              <a:rPr lang="es-MX" sz="2000" dirty="0"/>
              <a:t>El procedimiento utilizado para ir de un SBF a otra SBF adyacentes se denomina </a:t>
            </a:r>
            <a:r>
              <a:rPr lang="es-MX" sz="2000" b="1" dirty="0"/>
              <a:t>iteración</a:t>
            </a:r>
            <a:r>
              <a:rPr lang="es-MX" sz="2000" dirty="0"/>
              <a:t> del algoritmo simplex.</a:t>
            </a:r>
          </a:p>
          <a:p>
            <a:pPr lvl="1">
              <a:spcBef>
                <a:spcPts val="1800"/>
              </a:spcBef>
            </a:pPr>
            <a:endParaRPr lang="es-MX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636093"/>
              </p:ext>
            </p:extLst>
          </p:nvPr>
        </p:nvGraphicFramePr>
        <p:xfrm>
          <a:off x="1766593" y="2212796"/>
          <a:ext cx="8515378" cy="2432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30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52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4686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1768">
                <a:tc>
                  <a:txBody>
                    <a:bodyPr/>
                    <a:lstStyle/>
                    <a:p>
                      <a:pPr algn="l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 gridSpan="17"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Formato</a:t>
                      </a:r>
                      <a:r>
                        <a:rPr lang="es-MX" sz="1600" b="1" baseline="0" noProof="0" dirty="0">
                          <a:solidFill>
                            <a:schemeClr val="bg1"/>
                          </a:solidFill>
                        </a:rPr>
                        <a:t> Canónico 1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baseline="-25000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u="sng" noProof="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  <a:p>
                      <a:pPr algn="ctr"/>
                      <a:r>
                        <a:rPr lang="es-MX" sz="1600" b="1" u="sng" noProof="0">
                          <a:solidFill>
                            <a:schemeClr val="bg1"/>
                          </a:solidFill>
                        </a:rPr>
                        <a:t>Básicas</a:t>
                      </a:r>
                    </a:p>
                  </a:txBody>
                  <a:tcPr marL="0" marR="0" marT="45834" marB="458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algn="l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0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Z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baseline="-25000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15 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5x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30s</a:t>
                      </a:r>
                      <a:r>
                        <a:rPr kumimoji="0" lang="es-MX" sz="1600" b="1" i="0" u="none" strike="noStrike" cap="none" normalizeH="0" baseline="-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240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 Z = 240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1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4s</a:t>
                      </a:r>
                      <a:r>
                        <a:rPr kumimoji="0" lang="es-MX" sz="1600" b="1" i="0" u="none" strike="noStrike" cap="none" normalizeH="0" baseline="-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16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2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0.5x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2s</a:t>
                      </a:r>
                      <a:r>
                        <a:rPr kumimoji="0" lang="es-MX" sz="1600" b="1" i="0" u="none" strike="noStrike" cap="none" normalizeH="0" baseline="-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2</a:t>
                      </a:r>
                      <a:r>
                        <a:rPr kumimoji="0" lang="es-MX" sz="1600" b="1" i="0" u="none" strike="noStrike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4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3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0.75x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0.25x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0.5s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x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4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4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5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DB67F9-DC86-3E8F-C672-610C32FD8AC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EC3DA-AD9C-83EA-9B02-99ECC19449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E2B9B2-5BB3-8F5E-3122-D286553336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32</a:t>
            </a:fld>
            <a:endParaRPr lang="en-GB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3, Iteración 1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2400"/>
              </a:spcBef>
            </a:pPr>
            <a:r>
              <a:rPr lang="es-MX" sz="2400" dirty="0"/>
              <a:t>Determinar si la SBF actual es óptima.</a:t>
            </a:r>
          </a:p>
          <a:p>
            <a:pPr lvl="1">
              <a:spcBef>
                <a:spcPts val="2400"/>
              </a:spcBef>
            </a:pPr>
            <a:r>
              <a:rPr lang="es-MX" sz="2000" dirty="0"/>
              <a:t>Se reordena el renglón 0 de la forma canónica 1, y la solución para Z resulta en </a:t>
            </a:r>
          </a:p>
          <a:p>
            <a:pPr lvl="1" algn="ctr">
              <a:spcBef>
                <a:spcPts val="2400"/>
              </a:spcBef>
              <a:buNone/>
            </a:pPr>
            <a:r>
              <a:rPr lang="es-MX" i="1" dirty="0"/>
              <a:t>Z</a:t>
            </a:r>
            <a:r>
              <a:rPr lang="es-MX" dirty="0"/>
              <a:t> = 240 - 15</a:t>
            </a:r>
            <a:r>
              <a:rPr lang="es-MX" i="1" dirty="0"/>
              <a:t>x</a:t>
            </a:r>
            <a:r>
              <a:rPr lang="es-MX" baseline="-25000" dirty="0"/>
              <a:t>2</a:t>
            </a:r>
            <a:r>
              <a:rPr lang="es-MX" dirty="0"/>
              <a:t> +5</a:t>
            </a:r>
            <a:r>
              <a:rPr lang="es-MX" i="1" dirty="0"/>
              <a:t>x</a:t>
            </a:r>
            <a:r>
              <a:rPr lang="es-MX" baseline="-25000" dirty="0"/>
              <a:t>3</a:t>
            </a:r>
            <a:r>
              <a:rPr lang="es-MX" dirty="0"/>
              <a:t> -30</a:t>
            </a:r>
            <a:r>
              <a:rPr lang="es-MX" i="1" dirty="0"/>
              <a:t>s</a:t>
            </a:r>
            <a:r>
              <a:rPr lang="es-MX" baseline="-25000" dirty="0"/>
              <a:t>3</a:t>
            </a:r>
          </a:p>
          <a:p>
            <a:pPr lvl="1">
              <a:spcBef>
                <a:spcPts val="2400"/>
              </a:spcBef>
            </a:pPr>
            <a:r>
              <a:rPr lang="es-MX" sz="2000" dirty="0"/>
              <a:t>La </a:t>
            </a:r>
            <a:r>
              <a:rPr lang="es-MX" sz="2000" b="1" dirty="0"/>
              <a:t>SBF actual no es óptima </a:t>
            </a:r>
            <a:r>
              <a:rPr lang="es-MX" sz="2000" dirty="0"/>
              <a:t>ya que un incremento en el valor de </a:t>
            </a:r>
            <a:r>
              <a:rPr lang="es-MX" sz="2000" i="1" dirty="0"/>
              <a:t>x</a:t>
            </a:r>
            <a:r>
              <a:rPr lang="es-MX" sz="2000" baseline="-25000" dirty="0"/>
              <a:t>3</a:t>
            </a:r>
            <a:r>
              <a:rPr lang="es-MX" sz="2000" dirty="0"/>
              <a:t> haría crecer el valor de </a:t>
            </a:r>
            <a:r>
              <a:rPr lang="es-MX" sz="2000" i="1" dirty="0"/>
              <a:t>Z</a:t>
            </a:r>
            <a:r>
              <a:rPr lang="es-MX" sz="2000" dirty="0"/>
              <a:t>.</a:t>
            </a:r>
          </a:p>
          <a:p>
            <a:pPr lvl="1">
              <a:spcBef>
                <a:spcPts val="2400"/>
              </a:spcBef>
            </a:pPr>
            <a:r>
              <a:rPr lang="es-MX" sz="2000" dirty="0"/>
              <a:t>Hacer </a:t>
            </a:r>
            <a:r>
              <a:rPr lang="es-MX" sz="2000" i="1" dirty="0"/>
              <a:t>x</a:t>
            </a:r>
            <a:r>
              <a:rPr lang="es-MX" sz="2000" baseline="-25000" dirty="0"/>
              <a:t>2</a:t>
            </a:r>
            <a:r>
              <a:rPr lang="es-MX" sz="2000" dirty="0"/>
              <a:t> ó </a:t>
            </a:r>
            <a:r>
              <a:rPr lang="es-MX" sz="2000" i="1" dirty="0"/>
              <a:t>s</a:t>
            </a:r>
            <a:r>
              <a:rPr lang="es-MX" sz="2000" baseline="-25000" dirty="0"/>
              <a:t>3</a:t>
            </a:r>
            <a:r>
              <a:rPr lang="es-MX" sz="2000" dirty="0"/>
              <a:t> variables básicas, es decir </a:t>
            </a:r>
            <a:r>
              <a:rPr lang="es-MX" sz="2000" dirty="0">
                <a:sym typeface="Symbol"/>
              </a:rPr>
              <a:t> 0, </a:t>
            </a:r>
            <a:r>
              <a:rPr lang="es-MX" sz="2000" dirty="0"/>
              <a:t>haría que el valor de </a:t>
            </a:r>
            <a:r>
              <a:rPr lang="es-MX" sz="2000" i="1" dirty="0"/>
              <a:t>Z</a:t>
            </a:r>
            <a:r>
              <a:rPr lang="es-MX" sz="2000" dirty="0"/>
              <a:t> disminuyera.   </a:t>
            </a:r>
          </a:p>
          <a:p>
            <a:pPr>
              <a:spcBef>
                <a:spcPts val="2400"/>
              </a:spcBef>
            </a:pPr>
            <a:r>
              <a:rPr lang="es-MX" sz="2400" dirty="0"/>
              <a:t>Una vez que se ha concluido que el valor de Z aún no es óptimo es necesario iniciar una </a:t>
            </a:r>
            <a:r>
              <a:rPr lang="es-MX" sz="2400" b="1" dirty="0"/>
              <a:t>nueva iteración</a:t>
            </a:r>
          </a:p>
          <a:p>
            <a:pPr>
              <a:spcBef>
                <a:spcPts val="2400"/>
              </a:spcBef>
            </a:pPr>
            <a:endParaRPr lang="es-MX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3BFF2-D8A6-3A2A-EE5A-108A3C346C0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86AD81-2A32-DAFF-23EC-221F638246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B98B2-2180-B12A-CAA5-5470DC4E1A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33</a:t>
            </a:fld>
            <a:endParaRPr lang="en-GB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4, Iteración 2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>
          <a:xfrm>
            <a:off x="971550" y="1825625"/>
            <a:ext cx="9140638" cy="435133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es-MX" sz="2400" dirty="0"/>
              <a:t>Recuerde que la regla para determinar la variable entrante es seleccionar la que tenga el coeficiente en el renglón 0 con el valor más negativo.  </a:t>
            </a:r>
          </a:p>
          <a:p>
            <a:pPr>
              <a:spcBef>
                <a:spcPts val="1200"/>
              </a:spcBef>
            </a:pPr>
            <a:r>
              <a:rPr lang="es-MX" sz="2400" dirty="0"/>
              <a:t>Dado que </a:t>
            </a:r>
            <a:r>
              <a:rPr lang="es-MX" sz="2400" i="1" dirty="0"/>
              <a:t>x</a:t>
            </a:r>
            <a:r>
              <a:rPr lang="es-MX" sz="2400" baseline="-25000" dirty="0"/>
              <a:t>3</a:t>
            </a:r>
            <a:r>
              <a:rPr lang="es-MX" sz="2400" dirty="0"/>
              <a:t> es la </a:t>
            </a:r>
            <a:r>
              <a:rPr lang="es-MX" sz="2400" i="1" dirty="0"/>
              <a:t>única </a:t>
            </a:r>
            <a:r>
              <a:rPr lang="es-MX" sz="2400" dirty="0"/>
              <a:t>variable con un coeficiente negativo, </a:t>
            </a:r>
            <a:r>
              <a:rPr lang="es-MX" sz="2400" i="1" dirty="0"/>
              <a:t>x</a:t>
            </a:r>
            <a:r>
              <a:rPr lang="es-MX" sz="2400" baseline="-25000" dirty="0"/>
              <a:t>3</a:t>
            </a:r>
            <a:r>
              <a:rPr lang="es-MX" sz="2400" dirty="0"/>
              <a:t> deberá incluirse como variable básica.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65E0C-A3D4-CBB7-78E9-D3CC0183DA4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237F01-35B8-3C22-A81A-21A6611841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DD726-7E24-2D79-70E0-BF9CD385D6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34</a:t>
            </a:fld>
            <a:endParaRPr lang="en-GB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4, Iteración 2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1200"/>
              </a:spcBef>
            </a:pPr>
            <a:r>
              <a:rPr lang="es-MX" sz="2400" dirty="0"/>
              <a:t>Una vez que se ha determinado que x</a:t>
            </a:r>
            <a:r>
              <a:rPr lang="es-MX" sz="2400" baseline="-25000" dirty="0"/>
              <a:t>3</a:t>
            </a:r>
            <a:r>
              <a:rPr lang="es-MX" sz="2400" dirty="0"/>
              <a:t> es la variable entrante es necesario identificar el renglón y término pivote.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Se lleva a cabo la prueba de razón con </a:t>
            </a:r>
            <a:r>
              <a:rPr lang="es-MX" sz="2000" i="1" dirty="0"/>
              <a:t>x</a:t>
            </a:r>
            <a:r>
              <a:rPr lang="es-MX" sz="2000" baseline="-25000" dirty="0"/>
              <a:t>3</a:t>
            </a:r>
            <a:r>
              <a:rPr lang="es-MX" sz="2000" dirty="0"/>
              <a:t> como variable entrante se obtienen los siguientes resultados:</a:t>
            </a:r>
          </a:p>
          <a:p>
            <a:pPr lvl="2">
              <a:spcBef>
                <a:spcPts val="1200"/>
              </a:spcBef>
            </a:pPr>
            <a:r>
              <a:rPr lang="es-MX" sz="1800" dirty="0"/>
              <a:t>Renglón 1, s</a:t>
            </a:r>
            <a:r>
              <a:rPr lang="es-MX" sz="1800" baseline="-25000" dirty="0"/>
              <a:t>1</a:t>
            </a:r>
            <a:r>
              <a:rPr lang="es-MX" sz="1800" dirty="0"/>
              <a:t> = 16 + x</a:t>
            </a:r>
            <a:r>
              <a:rPr lang="es-MX" sz="1800" baseline="-25000" dirty="0"/>
              <a:t>3</a:t>
            </a:r>
            <a:r>
              <a:rPr lang="es-MX" sz="1800" dirty="0"/>
              <a:t>, s</a:t>
            </a:r>
            <a:r>
              <a:rPr lang="es-MX" sz="1800" baseline="-25000" dirty="0"/>
              <a:t>1</a:t>
            </a:r>
            <a:r>
              <a:rPr lang="es-MX" sz="1800" dirty="0"/>
              <a:t> </a:t>
            </a:r>
            <a:r>
              <a:rPr lang="es-MX" sz="1800" dirty="0">
                <a:sym typeface="Symbol"/>
              </a:rPr>
              <a:t></a:t>
            </a:r>
            <a:r>
              <a:rPr lang="es-MX" sz="1800" dirty="0"/>
              <a:t> 0 para todos los valores de x</a:t>
            </a:r>
            <a:r>
              <a:rPr lang="es-MX" sz="1800" baseline="-25000" dirty="0"/>
              <a:t>3</a:t>
            </a:r>
          </a:p>
          <a:p>
            <a:pPr lvl="2">
              <a:spcBef>
                <a:spcPts val="1200"/>
              </a:spcBef>
            </a:pPr>
            <a:r>
              <a:rPr lang="es-MX" sz="1800" dirty="0"/>
              <a:t>Renglón 2, s</a:t>
            </a:r>
            <a:r>
              <a:rPr lang="es-MX" sz="1800" baseline="-25000" dirty="0"/>
              <a:t>2</a:t>
            </a:r>
            <a:r>
              <a:rPr lang="es-MX" sz="1800" dirty="0"/>
              <a:t>= 4 - 0.5x</a:t>
            </a:r>
            <a:r>
              <a:rPr lang="es-MX" sz="1800" baseline="-25000" dirty="0"/>
              <a:t>3</a:t>
            </a:r>
            <a:r>
              <a:rPr lang="es-MX" sz="1800" dirty="0"/>
              <a:t>, s</a:t>
            </a:r>
            <a:r>
              <a:rPr lang="es-MX" sz="1800" baseline="-25000" dirty="0"/>
              <a:t>2</a:t>
            </a:r>
            <a:r>
              <a:rPr lang="es-MX" sz="1800" dirty="0"/>
              <a:t> </a:t>
            </a:r>
            <a:r>
              <a:rPr lang="es-MX" sz="1800" dirty="0">
                <a:sym typeface="Symbol"/>
              </a:rPr>
              <a:t></a:t>
            </a:r>
            <a:r>
              <a:rPr lang="es-MX" sz="1800" dirty="0"/>
              <a:t> 0, sólo si x</a:t>
            </a:r>
            <a:r>
              <a:rPr lang="es-MX" sz="1800" baseline="-25000" dirty="0"/>
              <a:t>3</a:t>
            </a:r>
            <a:r>
              <a:rPr lang="es-MX" sz="1800" dirty="0"/>
              <a:t> </a:t>
            </a:r>
            <a:r>
              <a:rPr lang="es-MX" sz="1800" dirty="0">
                <a:sym typeface="Symbol"/>
              </a:rPr>
              <a:t></a:t>
            </a:r>
            <a:r>
              <a:rPr lang="es-MX" sz="1800" dirty="0"/>
              <a:t> 4 / 0.5 = 8</a:t>
            </a:r>
          </a:p>
          <a:p>
            <a:pPr lvl="2">
              <a:spcBef>
                <a:spcPts val="1200"/>
              </a:spcBef>
            </a:pPr>
            <a:r>
              <a:rPr lang="es-MX" sz="1800" dirty="0"/>
              <a:t>Renglón 3, x</a:t>
            </a:r>
            <a:r>
              <a:rPr lang="es-MX" sz="1800" baseline="-25000" dirty="0"/>
              <a:t>1</a:t>
            </a:r>
            <a:r>
              <a:rPr lang="es-MX" sz="1800" dirty="0"/>
              <a:t>= 4 - 0.25x</a:t>
            </a:r>
            <a:r>
              <a:rPr lang="es-MX" sz="1800" baseline="-25000" dirty="0"/>
              <a:t>3</a:t>
            </a:r>
            <a:r>
              <a:rPr lang="es-MX" sz="1800" dirty="0"/>
              <a:t>, x</a:t>
            </a:r>
            <a:r>
              <a:rPr lang="es-MX" sz="1800" baseline="-25000" dirty="0"/>
              <a:t>1</a:t>
            </a:r>
            <a:r>
              <a:rPr lang="es-MX" sz="1800" dirty="0"/>
              <a:t> </a:t>
            </a:r>
            <a:r>
              <a:rPr lang="es-MX" sz="1800" dirty="0">
                <a:sym typeface="Symbol"/>
              </a:rPr>
              <a:t></a:t>
            </a:r>
            <a:r>
              <a:rPr lang="es-MX" sz="1800" dirty="0"/>
              <a:t> 0, sólo si x</a:t>
            </a:r>
            <a:r>
              <a:rPr lang="es-MX" sz="1800" baseline="-25000" dirty="0"/>
              <a:t>3</a:t>
            </a:r>
            <a:r>
              <a:rPr lang="es-MX" sz="1800" dirty="0">
                <a:sym typeface="Symbol"/>
              </a:rPr>
              <a:t> </a:t>
            </a:r>
            <a:r>
              <a:rPr lang="es-MX" sz="1800" dirty="0"/>
              <a:t> 4 / 0.25 = 16</a:t>
            </a:r>
          </a:p>
          <a:p>
            <a:pPr lvl="2">
              <a:spcBef>
                <a:spcPts val="1200"/>
              </a:spcBef>
            </a:pPr>
            <a:r>
              <a:rPr lang="es-MX" sz="1800" dirty="0"/>
              <a:t>Renglón 4, s</a:t>
            </a:r>
            <a:r>
              <a:rPr lang="es-MX" sz="1800" baseline="-25000" dirty="0"/>
              <a:t>4</a:t>
            </a:r>
            <a:r>
              <a:rPr lang="es-MX" sz="1800" dirty="0"/>
              <a:t>= 5, s</a:t>
            </a:r>
            <a:r>
              <a:rPr lang="es-MX" sz="1800" baseline="-25000" dirty="0"/>
              <a:t>4</a:t>
            </a:r>
            <a:r>
              <a:rPr lang="es-MX" sz="1800" dirty="0"/>
              <a:t> </a:t>
            </a:r>
            <a:r>
              <a:rPr lang="es-MX" sz="1800" dirty="0">
                <a:sym typeface="Symbol"/>
              </a:rPr>
              <a:t></a:t>
            </a:r>
            <a:r>
              <a:rPr lang="es-MX" sz="1800" dirty="0"/>
              <a:t> 0 para todos los valores de x</a:t>
            </a:r>
            <a:r>
              <a:rPr lang="es-MX" sz="1800" baseline="-25000" dirty="0"/>
              <a:t>3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Esto significa que para que todas las variables básicas permanezcan no-negativas el valor más alto posible de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 es min {8,16} = 8. 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Así, el </a:t>
            </a:r>
            <a:r>
              <a:rPr lang="es-MX" sz="2000" b="1" dirty="0"/>
              <a:t>renglón 2</a:t>
            </a:r>
            <a:r>
              <a:rPr lang="es-MX" sz="2000" dirty="0"/>
              <a:t> se convierte en el </a:t>
            </a:r>
            <a:r>
              <a:rPr lang="es-MX" sz="2000" b="1" dirty="0"/>
              <a:t>renglón pivote</a:t>
            </a:r>
            <a:r>
              <a:rPr lang="es-MX" sz="2000" dirty="0"/>
              <a:t> y</a:t>
            </a:r>
            <a:r>
              <a:rPr lang="es-MX" sz="2000" b="1" dirty="0"/>
              <a:t> 0.5</a:t>
            </a:r>
            <a:r>
              <a:rPr lang="es-MX" sz="2000" b="1" i="1" dirty="0"/>
              <a:t>x</a:t>
            </a:r>
            <a:r>
              <a:rPr lang="es-MX" sz="2000" b="1" baseline="-25000" dirty="0"/>
              <a:t>3</a:t>
            </a:r>
            <a:r>
              <a:rPr lang="es-MX" sz="2000" dirty="0"/>
              <a:t> en el </a:t>
            </a:r>
            <a:r>
              <a:rPr lang="es-MX" sz="2000" b="1" dirty="0"/>
              <a:t>término pivote</a:t>
            </a:r>
            <a:r>
              <a:rPr lang="es-MX" sz="2000" dirty="0"/>
              <a:t> y </a:t>
            </a:r>
            <a:r>
              <a:rPr lang="es-MX" sz="2000" b="1" dirty="0"/>
              <a:t>s</a:t>
            </a:r>
            <a:r>
              <a:rPr lang="es-MX" sz="2000" b="1" baseline="-25000" dirty="0"/>
              <a:t>2</a:t>
            </a:r>
            <a:r>
              <a:rPr lang="es-MX" sz="2000" baseline="-25000" dirty="0"/>
              <a:t> </a:t>
            </a:r>
            <a:r>
              <a:rPr lang="es-MX" sz="2000" dirty="0"/>
              <a:t>se convierte en </a:t>
            </a:r>
            <a:r>
              <a:rPr lang="es-MX" sz="2000" b="1" dirty="0"/>
              <a:t>variable no-básica </a:t>
            </a:r>
            <a:r>
              <a:rPr lang="es-MX" sz="2000" dirty="0"/>
              <a:t>con valor 0.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FA51A-9972-F9A3-3DDA-F8AE97D9731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36CB8B-4FE9-986C-0AB4-D8778764A3F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A3697-5957-5A26-DFC4-107F05688D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35</a:t>
            </a:fld>
            <a:endParaRPr lang="en-GB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5, Iteración 2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1200"/>
              </a:spcBef>
            </a:pPr>
            <a:r>
              <a:rPr lang="es-MX" sz="2400" dirty="0"/>
              <a:t>El resultado es</a:t>
            </a:r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endParaRPr lang="es-MX" sz="2400" dirty="0"/>
          </a:p>
          <a:p>
            <a:pPr>
              <a:spcBef>
                <a:spcPts val="1200"/>
              </a:spcBef>
            </a:pPr>
            <a:r>
              <a:rPr lang="es-MX" sz="2400" dirty="0"/>
              <a:t>De la forma canónica 2</a:t>
            </a:r>
          </a:p>
          <a:p>
            <a:pPr lvl="1">
              <a:spcBef>
                <a:spcPts val="1200"/>
              </a:spcBef>
            </a:pPr>
            <a:r>
              <a:rPr lang="es-MX" sz="2000" b="1" dirty="0"/>
              <a:t>VB= {</a:t>
            </a:r>
            <a:r>
              <a:rPr lang="es-MX" sz="2000" b="1" i="1" dirty="0"/>
              <a:t>Z</a:t>
            </a:r>
            <a:r>
              <a:rPr lang="es-MX" sz="2000" b="1" dirty="0"/>
              <a:t>,</a:t>
            </a:r>
            <a:r>
              <a:rPr lang="es-MX" sz="2000" b="1" i="1" dirty="0"/>
              <a:t>s</a:t>
            </a:r>
            <a:r>
              <a:rPr lang="es-MX" sz="2000" b="1" baseline="-25000" dirty="0"/>
              <a:t>1</a:t>
            </a:r>
            <a:r>
              <a:rPr lang="es-MX" sz="2000" b="1" dirty="0"/>
              <a:t>,</a:t>
            </a:r>
            <a:r>
              <a:rPr lang="es-MX" sz="2000" b="1" i="1" dirty="0"/>
              <a:t>x</a:t>
            </a:r>
            <a:r>
              <a:rPr lang="es-MX" sz="2000" b="1" baseline="-25000" dirty="0"/>
              <a:t>3</a:t>
            </a:r>
            <a:r>
              <a:rPr lang="es-MX" sz="2000" b="1" dirty="0"/>
              <a:t>,</a:t>
            </a:r>
            <a:r>
              <a:rPr lang="es-MX" sz="2000" b="1" i="1" dirty="0"/>
              <a:t>x</a:t>
            </a:r>
            <a:r>
              <a:rPr lang="es-MX" sz="2000" b="1" baseline="-25000" dirty="0"/>
              <a:t>1</a:t>
            </a:r>
            <a:r>
              <a:rPr lang="es-MX" sz="2000" b="1" dirty="0"/>
              <a:t>,</a:t>
            </a:r>
            <a:r>
              <a:rPr lang="es-MX" sz="2000" b="1" i="1" dirty="0"/>
              <a:t>s</a:t>
            </a:r>
            <a:r>
              <a:rPr lang="es-MX" sz="2000" b="1" baseline="-25000" dirty="0"/>
              <a:t>4</a:t>
            </a:r>
            <a:r>
              <a:rPr lang="es-MX" sz="2000" b="1" dirty="0"/>
              <a:t>}</a:t>
            </a:r>
          </a:p>
          <a:p>
            <a:pPr lvl="1">
              <a:spcBef>
                <a:spcPts val="1200"/>
              </a:spcBef>
            </a:pPr>
            <a:r>
              <a:rPr lang="es-MX" sz="2000" b="1" dirty="0"/>
              <a:t>VNB = {</a:t>
            </a:r>
            <a:r>
              <a:rPr lang="es-MX" sz="2000" b="1" i="1" dirty="0"/>
              <a:t>x</a:t>
            </a:r>
            <a:r>
              <a:rPr lang="es-MX" sz="2000" b="1" baseline="-25000" dirty="0"/>
              <a:t>2</a:t>
            </a:r>
            <a:r>
              <a:rPr lang="es-MX" sz="2000" b="1" dirty="0"/>
              <a:t>,</a:t>
            </a:r>
            <a:r>
              <a:rPr lang="es-MX" sz="2000" b="1" i="1" dirty="0"/>
              <a:t>s</a:t>
            </a:r>
            <a:r>
              <a:rPr lang="es-MX" sz="2000" b="1" baseline="-25000" dirty="0"/>
              <a:t>2</a:t>
            </a:r>
            <a:r>
              <a:rPr lang="es-MX" sz="2000" b="1" dirty="0"/>
              <a:t>,</a:t>
            </a:r>
            <a:r>
              <a:rPr lang="es-MX" sz="2000" b="1" i="1" dirty="0"/>
              <a:t> s</a:t>
            </a:r>
            <a:r>
              <a:rPr lang="es-MX" sz="2000" b="1" baseline="-25000" dirty="0"/>
              <a:t>3</a:t>
            </a:r>
            <a:r>
              <a:rPr lang="es-MX" sz="2000" b="1" dirty="0"/>
              <a:t> } </a:t>
            </a:r>
            <a:r>
              <a:rPr lang="es-MX" sz="2000" dirty="0"/>
              <a:t>(estas son las variables que quedan en la FO)</a:t>
            </a:r>
          </a:p>
          <a:p>
            <a:pPr lvl="1">
              <a:spcBef>
                <a:spcPts val="1200"/>
              </a:spcBef>
            </a:pPr>
            <a:r>
              <a:rPr lang="es-MX" sz="2000" dirty="0"/>
              <a:t>La </a:t>
            </a:r>
            <a:r>
              <a:rPr lang="es-MX" sz="2000" dirty="0" err="1"/>
              <a:t>sfb</a:t>
            </a:r>
            <a:r>
              <a:rPr lang="es-MX" sz="2000" dirty="0"/>
              <a:t> queda: </a:t>
            </a:r>
            <a:r>
              <a:rPr lang="es-MX" sz="2000" i="1" dirty="0"/>
              <a:t>Z</a:t>
            </a:r>
            <a:r>
              <a:rPr lang="es-MX" sz="2000" dirty="0"/>
              <a:t> = 280, </a:t>
            </a:r>
            <a:r>
              <a:rPr lang="es-MX" sz="2000" i="1" dirty="0"/>
              <a:t>s</a:t>
            </a:r>
            <a:r>
              <a:rPr lang="es-MX" sz="2000" baseline="-25000" dirty="0"/>
              <a:t>1</a:t>
            </a:r>
            <a:r>
              <a:rPr lang="es-MX" sz="2000" dirty="0"/>
              <a:t>= 24, </a:t>
            </a:r>
            <a:r>
              <a:rPr lang="es-MX" sz="2000" i="1" dirty="0"/>
              <a:t>x</a:t>
            </a:r>
            <a:r>
              <a:rPr lang="es-MX" sz="2000" baseline="-25000" dirty="0"/>
              <a:t>3</a:t>
            </a:r>
            <a:r>
              <a:rPr lang="es-MX" sz="2000" dirty="0"/>
              <a:t>= 8, </a:t>
            </a:r>
            <a:r>
              <a:rPr lang="es-MX" sz="2000" i="1" dirty="0"/>
              <a:t>x</a:t>
            </a:r>
            <a:r>
              <a:rPr lang="es-MX" sz="2000" baseline="-25000" dirty="0"/>
              <a:t>1</a:t>
            </a:r>
            <a:r>
              <a:rPr lang="es-MX" sz="2000" dirty="0"/>
              <a:t>= 2, </a:t>
            </a:r>
            <a:r>
              <a:rPr lang="es-MX" sz="2000" i="1" dirty="0"/>
              <a:t>s</a:t>
            </a:r>
            <a:r>
              <a:rPr lang="es-MX" sz="2000" baseline="-25000" dirty="0"/>
              <a:t>4</a:t>
            </a:r>
            <a:r>
              <a:rPr lang="es-MX" sz="2000" dirty="0"/>
              <a:t>= 5, </a:t>
            </a:r>
            <a:r>
              <a:rPr lang="es-MX" sz="2000" i="1" dirty="0"/>
              <a:t>x</a:t>
            </a:r>
            <a:r>
              <a:rPr lang="es-MX" sz="2000" baseline="-25000" dirty="0"/>
              <a:t>2</a:t>
            </a:r>
            <a:r>
              <a:rPr lang="es-MX" sz="2000" dirty="0"/>
              <a:t>=</a:t>
            </a:r>
            <a:r>
              <a:rPr lang="es-MX" sz="2000" i="1" dirty="0"/>
              <a:t>s</a:t>
            </a:r>
            <a:r>
              <a:rPr lang="es-MX" sz="2000" baseline="-25000" dirty="0"/>
              <a:t>2</a:t>
            </a:r>
            <a:r>
              <a:rPr lang="es-MX" sz="2000" dirty="0"/>
              <a:t>=</a:t>
            </a:r>
            <a:r>
              <a:rPr lang="es-MX" sz="2000" i="1" dirty="0"/>
              <a:t>s</a:t>
            </a:r>
            <a:r>
              <a:rPr lang="es-MX" sz="2000" baseline="-25000" dirty="0"/>
              <a:t>3</a:t>
            </a:r>
            <a:r>
              <a:rPr lang="es-MX" sz="2000" dirty="0"/>
              <a:t>= 0</a:t>
            </a:r>
          </a:p>
          <a:p>
            <a:pPr lvl="1">
              <a:spcBef>
                <a:spcPts val="1200"/>
              </a:spcBef>
            </a:pPr>
            <a:endParaRPr lang="es-MX" sz="20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8391921"/>
              </p:ext>
            </p:extLst>
          </p:nvPr>
        </p:nvGraphicFramePr>
        <p:xfrm>
          <a:off x="1838311" y="2076712"/>
          <a:ext cx="8515378" cy="24324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79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97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397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3304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525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176213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395287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146861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110680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</a:tblGrid>
              <a:tr h="371768">
                <a:tc>
                  <a:txBody>
                    <a:bodyPr/>
                    <a:lstStyle/>
                    <a:p>
                      <a:pPr algn="l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 gridSpan="17"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Formato</a:t>
                      </a:r>
                      <a:r>
                        <a:rPr lang="es-MX" sz="1600" b="1" baseline="0" noProof="0" dirty="0">
                          <a:solidFill>
                            <a:schemeClr val="bg1"/>
                          </a:solidFill>
                        </a:rPr>
                        <a:t> Canónico 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baseline="-25000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ctr"/>
                      <a:endParaRPr lang="es-MX" sz="1600" b="1" dirty="0"/>
                    </a:p>
                  </a:txBody>
                  <a:tcPr marL="0" marR="0" marT="45834" marB="45834"/>
                </a:tc>
                <a:tc hMerge="1">
                  <a:txBody>
                    <a:bodyPr/>
                    <a:lstStyle/>
                    <a:p>
                      <a:pPr algn="r"/>
                      <a:endParaRPr lang="es-MX" sz="1600" b="1" dirty="0"/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u="sng" noProof="0">
                          <a:solidFill>
                            <a:schemeClr val="bg1"/>
                          </a:solidFill>
                        </a:rPr>
                        <a:t>Variables</a:t>
                      </a:r>
                    </a:p>
                    <a:p>
                      <a:pPr algn="ctr"/>
                      <a:r>
                        <a:rPr lang="es-MX" sz="1600" b="1" u="sng" noProof="0">
                          <a:solidFill>
                            <a:schemeClr val="bg1"/>
                          </a:solidFill>
                        </a:rPr>
                        <a:t>Básicas</a:t>
                      </a:r>
                    </a:p>
                  </a:txBody>
                  <a:tcPr marL="0" marR="0" marT="45834" marB="45834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algn="l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0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Z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baseline="-25000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5 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10s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10s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280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 Z = 280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1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8s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24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5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2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2s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x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3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3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1.25x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-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0.5s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1.5s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x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1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176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>
                          <a:solidFill>
                            <a:schemeClr val="bg1"/>
                          </a:solidFill>
                        </a:rPr>
                        <a:t>Renglón 4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1x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r"/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+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s</a:t>
                      </a:r>
                      <a:r>
                        <a:rPr lang="es-MX" sz="1600" b="1" baseline="-25000" noProof="0" dirty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es-MX" sz="1600" b="1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=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600" b="1" noProof="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algn="ctr"/>
                      <a:endParaRPr lang="es-MX" sz="1600" b="1" noProof="0">
                        <a:solidFill>
                          <a:schemeClr val="bg1"/>
                        </a:solidFill>
                      </a:endParaRPr>
                    </a:p>
                  </a:txBody>
                  <a:tcPr marL="0" marR="0" marT="45834" marB="4583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25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 s</a:t>
                      </a:r>
                      <a:r>
                        <a:rPr kumimoji="0" lang="es-MX" sz="1600" b="1" i="0" u="none" strike="noStrike" cap="none" normalizeH="0" baseline="-3000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4</a:t>
                      </a:r>
                      <a:r>
                        <a:rPr kumimoji="0" lang="es-MX" sz="1600" b="1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= 5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E33BCC-CC1C-C19B-983E-9BC1AA994F8D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05C9CF-9623-1484-7DF0-B1315C0FA4D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48B161-842C-0F0C-ECAF-8C12F0FC19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36</a:t>
            </a:fld>
            <a:endParaRPr lang="en-GB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s-MX" sz="3200" dirty="0"/>
              <a:t>Ejemplo Dakota – Paso 3, Iteración 2</a:t>
            </a:r>
          </a:p>
        </p:txBody>
      </p:sp>
      <p:sp>
        <p:nvSpPr>
          <p:cNvPr id="35843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s-MX" sz="2400" dirty="0"/>
              <a:t>Ahora se vuelve a evaluar si la SBF es óptima</a:t>
            </a:r>
          </a:p>
          <a:p>
            <a:pPr lvl="1"/>
            <a:endParaRPr lang="es-MX" sz="2000" dirty="0"/>
          </a:p>
          <a:p>
            <a:pPr lvl="1"/>
            <a:r>
              <a:rPr lang="es-MX" sz="2000" dirty="0"/>
              <a:t>Despejando </a:t>
            </a:r>
            <a:r>
              <a:rPr lang="es-MX" sz="2000" i="1" dirty="0"/>
              <a:t>Z</a:t>
            </a:r>
            <a:r>
              <a:rPr lang="es-MX" sz="2000" dirty="0"/>
              <a:t> en la fila 0 obtenemos</a:t>
            </a:r>
          </a:p>
          <a:p>
            <a:pPr algn="ctr">
              <a:buNone/>
            </a:pPr>
            <a:r>
              <a:rPr lang="es-MX" sz="2400" i="1" dirty="0"/>
              <a:t>Z</a:t>
            </a:r>
            <a:r>
              <a:rPr lang="es-MX" sz="2400" dirty="0"/>
              <a:t> = 280 - 5</a:t>
            </a:r>
            <a:r>
              <a:rPr lang="es-MX" sz="2400" i="1" dirty="0"/>
              <a:t>x</a:t>
            </a:r>
            <a:r>
              <a:rPr lang="es-MX" sz="2400" baseline="-25000" dirty="0"/>
              <a:t>2</a:t>
            </a:r>
            <a:r>
              <a:rPr lang="es-MX" sz="2400" dirty="0"/>
              <a:t> - 10</a:t>
            </a:r>
            <a:r>
              <a:rPr lang="es-MX" sz="2400" i="1" dirty="0"/>
              <a:t>s</a:t>
            </a:r>
            <a:r>
              <a:rPr lang="es-MX" sz="2400" baseline="-25000" dirty="0"/>
              <a:t>2</a:t>
            </a:r>
            <a:r>
              <a:rPr lang="es-MX" sz="2400" dirty="0"/>
              <a:t> -10</a:t>
            </a:r>
            <a:r>
              <a:rPr lang="es-MX" sz="2400" i="1" dirty="0"/>
              <a:t>s</a:t>
            </a:r>
            <a:r>
              <a:rPr lang="es-MX" sz="2400" baseline="-25000" dirty="0"/>
              <a:t>3</a:t>
            </a:r>
          </a:p>
          <a:p>
            <a:endParaRPr lang="es-MX" sz="2400" dirty="0"/>
          </a:p>
          <a:p>
            <a:pPr lvl="1"/>
            <a:r>
              <a:rPr lang="es-MX" sz="2000" dirty="0"/>
              <a:t>Se puede ver que incrementar </a:t>
            </a:r>
            <a:r>
              <a:rPr lang="es-MX" sz="2000" i="1" dirty="0"/>
              <a:t>x</a:t>
            </a:r>
            <a:r>
              <a:rPr lang="es-MX" sz="2000" baseline="-25000" dirty="0"/>
              <a:t>2</a:t>
            </a:r>
            <a:r>
              <a:rPr lang="es-MX" sz="2000" dirty="0"/>
              <a:t>,</a:t>
            </a:r>
            <a:r>
              <a:rPr lang="es-MX" sz="2000" i="1" dirty="0"/>
              <a:t>s</a:t>
            </a:r>
            <a:r>
              <a:rPr lang="es-MX" sz="2000" baseline="-25000" dirty="0"/>
              <a:t>2</a:t>
            </a:r>
            <a:r>
              <a:rPr lang="es-MX" sz="2000" dirty="0"/>
              <a:t> ó </a:t>
            </a:r>
            <a:r>
              <a:rPr lang="es-MX" sz="2000" i="1" dirty="0"/>
              <a:t>s</a:t>
            </a:r>
            <a:r>
              <a:rPr lang="es-MX" sz="2000" baseline="-25000" dirty="0"/>
              <a:t>3</a:t>
            </a:r>
            <a:r>
              <a:rPr lang="es-MX" sz="2000" dirty="0"/>
              <a:t> (Mientras se mantiene las otras </a:t>
            </a:r>
            <a:r>
              <a:rPr lang="es-MX" sz="2000" dirty="0" err="1"/>
              <a:t>VNBs</a:t>
            </a:r>
            <a:r>
              <a:rPr lang="es-MX" sz="2000" dirty="0"/>
              <a:t> como cero) no hará que el valor de </a:t>
            </a:r>
            <a:r>
              <a:rPr lang="es-MX" sz="2000" i="1" dirty="0"/>
              <a:t>Z</a:t>
            </a:r>
            <a:r>
              <a:rPr lang="es-MX" sz="2000" dirty="0"/>
              <a:t> aumente.  </a:t>
            </a:r>
          </a:p>
          <a:p>
            <a:endParaRPr lang="es-MX" sz="2400" dirty="0"/>
          </a:p>
          <a:p>
            <a:r>
              <a:rPr lang="es-MX" sz="2400" dirty="0"/>
              <a:t>La solución al final de la iteración 2 es por lo tanto óptima. La siguiente regla se puede aplicar para determinar si SBF una forma canónica es óptima.</a:t>
            </a:r>
          </a:p>
          <a:p>
            <a:endParaRPr lang="es-MX" sz="24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95DD8B-8D03-8A9C-B1F6-235736733075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>
              <a:defRPr/>
            </a:pP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1FA429-11AF-B5B2-699C-12F36A5032E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OPTIMIZACIÓN DE OPERACIONES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0D6AF-07E1-31FE-9967-0288F2233B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3CA4A84-6525-4CD6-9647-1A7F270F19D1}" type="slidenum">
              <a:rPr lang="en-GB" smtClean="0"/>
              <a:pPr>
                <a:defRPr/>
              </a:pPr>
              <a:t>37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9129429_TF78853419_Win32.potx" id="{697C08D2-4C4A-4521-8070-5B07DA2F2744}" vid="{B4D4694D-4865-44CB-AD44-43D5DBA7E4D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9EC1AB0-9704-404D-B6D3-819D938AC55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D20B6E4-879E-4E6C-BDE7-261540CD376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F21D10-BD83-491A-AAA6-945C2DB1EB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{C3E9E1D6-00E4-460C-9279-E60217618BD0}tf78853419_win32</Template>
  <TotalTime>1969</TotalTime>
  <Words>4019</Words>
  <Application>Microsoft Office PowerPoint</Application>
  <PresentationFormat>Widescreen</PresentationFormat>
  <Paragraphs>957</Paragraphs>
  <Slides>37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52" baseType="lpstr">
      <vt:lpstr>Abadi</vt:lpstr>
      <vt:lpstr>Agency FB</vt:lpstr>
      <vt:lpstr>Aptos</vt:lpstr>
      <vt:lpstr>Aptos Black</vt:lpstr>
      <vt:lpstr>Aptos Display</vt:lpstr>
      <vt:lpstr>Arial</vt:lpstr>
      <vt:lpstr>Calibri</vt:lpstr>
      <vt:lpstr>Cambria Math</vt:lpstr>
      <vt:lpstr>Symbol</vt:lpstr>
      <vt:lpstr>Times New Roman</vt:lpstr>
      <vt:lpstr>Wingdings</vt:lpstr>
      <vt:lpstr>Wingdings 2</vt:lpstr>
      <vt:lpstr>Tema1</vt:lpstr>
      <vt:lpstr>Ecuación</vt:lpstr>
      <vt:lpstr>Equation</vt:lpstr>
      <vt:lpstr>Método Simplex Para la solución de problemas lineales</vt:lpstr>
      <vt:lpstr>Métodos de Solución - Contenido</vt:lpstr>
      <vt:lpstr>Una iteración Simplex (con tableros) Para problemas de maximización</vt:lpstr>
      <vt:lpstr>Ejemplo 1</vt:lpstr>
      <vt:lpstr>First Simplex Tableau</vt:lpstr>
      <vt:lpstr>First Simplex Tableau</vt:lpstr>
      <vt:lpstr>Second Simplex Tableau</vt:lpstr>
      <vt:lpstr>Third Simplex Tableau</vt:lpstr>
      <vt:lpstr>Fourth Simplex Tableau: The optimal one</vt:lpstr>
      <vt:lpstr>Optimal solution</vt:lpstr>
      <vt:lpstr>PowerPoint Presentation</vt:lpstr>
      <vt:lpstr>Tablero Inicial Simplex</vt:lpstr>
      <vt:lpstr>Tablero 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Ejemplo Simplex: Dakota</vt:lpstr>
      <vt:lpstr>Ejemplo Simplex: Dakota</vt:lpstr>
      <vt:lpstr>Ejemplo Dakota – Paso 1, Iteración 0</vt:lpstr>
      <vt:lpstr>Ejemplo Dakota – Paso 1, Iteración 0</vt:lpstr>
      <vt:lpstr>Ejemplo Dakota – Paso 1, Iteración 0</vt:lpstr>
      <vt:lpstr>Ejemplo Dakota – Paso 2, Iteración 0</vt:lpstr>
      <vt:lpstr>Ejemplo Dakota – Paso 3, Iteración 0</vt:lpstr>
      <vt:lpstr>Ejemplo Dakota – Paso 3, Iteración 0</vt:lpstr>
      <vt:lpstr>Ejemplo Dakota – Paso 4, Iteración 1</vt:lpstr>
      <vt:lpstr>Ejemplo Dakota – Paso 4, Iteración 1</vt:lpstr>
      <vt:lpstr>Ejemplo Dakota – Paso 4, Iteración 1</vt:lpstr>
      <vt:lpstr>Ejemplo Dakota – Paso 4, Iteración 1</vt:lpstr>
      <vt:lpstr>Ejemplo Dakota – Paso 5, Iteración 1</vt:lpstr>
      <vt:lpstr>Ejemplo Dakota – Paso 5, Iteración 1</vt:lpstr>
      <vt:lpstr>Ejemplo Dakota – Paso 3, Iteración 1</vt:lpstr>
      <vt:lpstr>Ejemplo Dakota – Paso 4, Iteración 2</vt:lpstr>
      <vt:lpstr>Ejemplo Dakota – Paso 4, Iteración 2</vt:lpstr>
      <vt:lpstr>Ejemplo Dakota – Paso 5, Iteración 2</vt:lpstr>
      <vt:lpstr>Ejemplo Dakota – Paso 3, Iteración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a Linear programming problem</dc:title>
  <dc:creator>Jenny Díaz Ramírez</dc:creator>
  <cp:lastModifiedBy>Jenny Díaz Ramírez</cp:lastModifiedBy>
  <cp:revision>5</cp:revision>
  <dcterms:created xsi:type="dcterms:W3CDTF">2023-10-30T18:22:20Z</dcterms:created>
  <dcterms:modified xsi:type="dcterms:W3CDTF">2025-03-04T21:43:32Z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