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7"/>
  </p:notesMasterIdLst>
  <p:handoutMasterIdLst>
    <p:handoutMasterId r:id="rId38"/>
  </p:handoutMasterIdLst>
  <p:sldIdLst>
    <p:sldId id="350" r:id="rId5"/>
    <p:sldId id="346" r:id="rId6"/>
    <p:sldId id="257" r:id="rId7"/>
    <p:sldId id="259" r:id="rId8"/>
    <p:sldId id="258" r:id="rId9"/>
    <p:sldId id="260" r:id="rId10"/>
    <p:sldId id="261" r:id="rId11"/>
    <p:sldId id="262" r:id="rId12"/>
    <p:sldId id="264" r:id="rId13"/>
    <p:sldId id="265" r:id="rId14"/>
    <p:sldId id="351" r:id="rId15"/>
    <p:sldId id="266" r:id="rId16"/>
    <p:sldId id="267" r:id="rId17"/>
    <p:sldId id="354" r:id="rId18"/>
    <p:sldId id="268" r:id="rId19"/>
    <p:sldId id="355" r:id="rId20"/>
    <p:sldId id="269" r:id="rId21"/>
    <p:sldId id="270" r:id="rId22"/>
    <p:sldId id="407" r:id="rId23"/>
    <p:sldId id="401" r:id="rId24"/>
    <p:sldId id="418" r:id="rId25"/>
    <p:sldId id="408" r:id="rId26"/>
    <p:sldId id="409" r:id="rId27"/>
    <p:sldId id="410" r:id="rId28"/>
    <p:sldId id="412" r:id="rId29"/>
    <p:sldId id="411" r:id="rId30"/>
    <p:sldId id="413" r:id="rId31"/>
    <p:sldId id="414" r:id="rId32"/>
    <p:sldId id="415" r:id="rId33"/>
    <p:sldId id="417" r:id="rId34"/>
    <p:sldId id="282" r:id="rId35"/>
    <p:sldId id="283" r:id="rId36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3EA62-437F-46D7-998D-61DA482C8603}" v="390" dt="2025-02-18T18:02:22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6" d="100"/>
        <a:sy n="76" d="100"/>
      </p:scale>
      <p:origin x="0" y="-3804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3BBA35F7-7689-49C6-8938-C98689E3AC50}"/>
    <pc:docChg chg="undo custSel addSld delSld modSld modMainMaster">
      <pc:chgData name="Jenny Díaz Ramírez" userId="df7d83af-54c1-43f9-a4ec-fea9744b3563" providerId="ADAL" clId="{3BBA35F7-7689-49C6-8938-C98689E3AC50}" dt="2025-02-14T18:39:45.800" v="765" actId="2711"/>
      <pc:docMkLst>
        <pc:docMk/>
      </pc:docMkLst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60"/>
        </pc:sldMkLst>
      </pc:sldChg>
      <pc:sldChg chg="del">
        <pc:chgData name="Jenny Díaz Ramírez" userId="df7d83af-54c1-43f9-a4ec-fea9744b3563" providerId="ADAL" clId="{3BBA35F7-7689-49C6-8938-C98689E3AC50}" dt="2025-02-14T18:39:26.853" v="762" actId="47"/>
        <pc:sldMkLst>
          <pc:docMk/>
          <pc:sldMk cId="0" sldId="261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66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4053190045" sldId="272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73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1762163509" sldId="275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1999810849" sldId="276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2595540467" sldId="277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3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5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6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87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88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89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90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292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0" sldId="294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2725073709" sldId="299"/>
        </pc:sldMkLst>
      </pc:sldChg>
      <pc:sldChg chg="modSp add mod">
        <pc:chgData name="Jenny Díaz Ramírez" userId="df7d83af-54c1-43f9-a4ec-fea9744b3563" providerId="ADAL" clId="{3BBA35F7-7689-49C6-8938-C98689E3AC50}" dt="2025-02-14T18:38:39.628" v="758" actId="27636"/>
        <pc:sldMkLst>
          <pc:docMk/>
          <pc:sldMk cId="1507004057" sldId="318"/>
        </pc:sldMkLst>
      </pc:sldChg>
      <pc:sldChg chg="modSp add mod">
        <pc:chgData name="Jenny Díaz Ramírez" userId="df7d83af-54c1-43f9-a4ec-fea9744b3563" providerId="ADAL" clId="{3BBA35F7-7689-49C6-8938-C98689E3AC50}" dt="2025-02-14T18:27:55.240" v="505" actId="1076"/>
        <pc:sldMkLst>
          <pc:docMk/>
          <pc:sldMk cId="2991445481" sldId="319"/>
        </pc:sldMkLst>
      </pc:sldChg>
      <pc:sldChg chg="modSp add mod">
        <pc:chgData name="Jenny Díaz Ramírez" userId="df7d83af-54c1-43f9-a4ec-fea9744b3563" providerId="ADAL" clId="{3BBA35F7-7689-49C6-8938-C98689E3AC50}" dt="2025-02-14T18:17:10.484" v="394" actId="27636"/>
        <pc:sldMkLst>
          <pc:docMk/>
          <pc:sldMk cId="1792991897" sldId="320"/>
        </pc:sldMkLst>
      </pc:sldChg>
      <pc:sldChg chg="addSp delSp modSp add mod">
        <pc:chgData name="Jenny Díaz Ramírez" userId="df7d83af-54c1-43f9-a4ec-fea9744b3563" providerId="ADAL" clId="{3BBA35F7-7689-49C6-8938-C98689E3AC50}" dt="2025-02-14T18:21:18.180" v="463" actId="403"/>
        <pc:sldMkLst>
          <pc:docMk/>
          <pc:sldMk cId="4099253287" sldId="321"/>
        </pc:sldMkLst>
      </pc:sldChg>
      <pc:sldChg chg="modSp add mod">
        <pc:chgData name="Jenny Díaz Ramírez" userId="df7d83af-54c1-43f9-a4ec-fea9744b3563" providerId="ADAL" clId="{3BBA35F7-7689-49C6-8938-C98689E3AC50}" dt="2025-02-14T18:21:39.740" v="465" actId="14100"/>
        <pc:sldMkLst>
          <pc:docMk/>
          <pc:sldMk cId="3829381081" sldId="322"/>
        </pc:sldMkLst>
      </pc:sldChg>
      <pc:sldChg chg="add del">
        <pc:chgData name="Jenny Díaz Ramírez" userId="df7d83af-54c1-43f9-a4ec-fea9744b3563" providerId="ADAL" clId="{3BBA35F7-7689-49C6-8938-C98689E3AC50}" dt="2025-02-14T18:25:43.782" v="484" actId="47"/>
        <pc:sldMkLst>
          <pc:docMk/>
          <pc:sldMk cId="2604061674" sldId="323"/>
        </pc:sldMkLst>
      </pc:sldChg>
      <pc:sldChg chg="modSp add mod">
        <pc:chgData name="Jenny Díaz Ramírez" userId="df7d83af-54c1-43f9-a4ec-fea9744b3563" providerId="ADAL" clId="{3BBA35F7-7689-49C6-8938-C98689E3AC50}" dt="2025-02-14T18:28:14.985" v="508" actId="404"/>
        <pc:sldMkLst>
          <pc:docMk/>
          <pc:sldMk cId="2181993696" sldId="324"/>
        </pc:sldMkLst>
      </pc:sldChg>
      <pc:sldChg chg="modSp add mod">
        <pc:chgData name="Jenny Díaz Ramírez" userId="df7d83af-54c1-43f9-a4ec-fea9744b3563" providerId="ADAL" clId="{3BBA35F7-7689-49C6-8938-C98689E3AC50}" dt="2025-02-14T18:28:48.414" v="513" actId="207"/>
        <pc:sldMkLst>
          <pc:docMk/>
          <pc:sldMk cId="1425488708" sldId="325"/>
        </pc:sldMkLst>
      </pc:sldChg>
      <pc:sldChg chg="modSp add mod">
        <pc:chgData name="Jenny Díaz Ramírez" userId="df7d83af-54c1-43f9-a4ec-fea9744b3563" providerId="ADAL" clId="{3BBA35F7-7689-49C6-8938-C98689E3AC50}" dt="2025-02-14T18:29:25.818" v="519" actId="20577"/>
        <pc:sldMkLst>
          <pc:docMk/>
          <pc:sldMk cId="361000383" sldId="326"/>
        </pc:sldMkLst>
      </pc:sldChg>
      <pc:sldChg chg="addSp delSp modSp add mod">
        <pc:chgData name="Jenny Díaz Ramírez" userId="df7d83af-54c1-43f9-a4ec-fea9744b3563" providerId="ADAL" clId="{3BBA35F7-7689-49C6-8938-C98689E3AC50}" dt="2025-02-14T18:38:24.124" v="753" actId="1076"/>
        <pc:sldMkLst>
          <pc:docMk/>
          <pc:sldMk cId="1078517728" sldId="327"/>
        </pc:sldMkLst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1335520051" sldId="329"/>
        </pc:sldMkLst>
      </pc:sldChg>
      <pc:sldChg chg="modSp add mod">
        <pc:chgData name="Jenny Díaz Ramírez" userId="df7d83af-54c1-43f9-a4ec-fea9744b3563" providerId="ADAL" clId="{3BBA35F7-7689-49C6-8938-C98689E3AC50}" dt="2025-02-14T18:26:29.338" v="490" actId="1076"/>
        <pc:sldMkLst>
          <pc:docMk/>
          <pc:sldMk cId="214513282" sldId="334"/>
        </pc:sldMkLst>
      </pc:sldChg>
      <pc:sldChg chg="modSp mod">
        <pc:chgData name="Jenny Díaz Ramírez" userId="df7d83af-54c1-43f9-a4ec-fea9744b3563" providerId="ADAL" clId="{3BBA35F7-7689-49C6-8938-C98689E3AC50}" dt="2025-02-14T18:15:09.621" v="388" actId="14100"/>
        <pc:sldMkLst>
          <pc:docMk/>
          <pc:sldMk cId="529042108" sldId="346"/>
        </pc:sldMkLst>
        <pc:spChg chg="mod">
          <ac:chgData name="Jenny Díaz Ramírez" userId="df7d83af-54c1-43f9-a4ec-fea9744b3563" providerId="ADAL" clId="{3BBA35F7-7689-49C6-8938-C98689E3AC50}" dt="2025-02-14T18:13:09.537" v="347" actId="20577"/>
          <ac:spMkLst>
            <pc:docMk/>
            <pc:sldMk cId="529042108" sldId="346"/>
            <ac:spMk id="2" creationId="{00000000-0000-0000-0000-000000000000}"/>
          </ac:spMkLst>
        </pc:spChg>
        <pc:graphicFrameChg chg="mod">
          <ac:chgData name="Jenny Díaz Ramírez" userId="df7d83af-54c1-43f9-a4ec-fea9744b3563" providerId="ADAL" clId="{3BBA35F7-7689-49C6-8938-C98689E3AC50}" dt="2025-02-14T18:15:09.621" v="388" actId="14100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Chg chg="modSp mod">
        <pc:chgData name="Jenny Díaz Ramírez" userId="df7d83af-54c1-43f9-a4ec-fea9744b3563" providerId="ADAL" clId="{3BBA35F7-7689-49C6-8938-C98689E3AC50}" dt="2025-02-14T18:04:38.912" v="68" actId="20577"/>
        <pc:sldMkLst>
          <pc:docMk/>
          <pc:sldMk cId="2960950710" sldId="350"/>
        </pc:sldMkLst>
        <pc:spChg chg="mod">
          <ac:chgData name="Jenny Díaz Ramírez" userId="df7d83af-54c1-43f9-a4ec-fea9744b3563" providerId="ADAL" clId="{3BBA35F7-7689-49C6-8938-C98689E3AC50}" dt="2025-02-14T18:04:28.724" v="47" actId="20577"/>
          <ac:spMkLst>
            <pc:docMk/>
            <pc:sldMk cId="2960950710" sldId="350"/>
            <ac:spMk id="2" creationId="{293E168C-8042-5B4E-A5A4-A5BF693AE2D6}"/>
          </ac:spMkLst>
        </pc:spChg>
        <pc:spChg chg="mod">
          <ac:chgData name="Jenny Díaz Ramírez" userId="df7d83af-54c1-43f9-a4ec-fea9744b3563" providerId="ADAL" clId="{3BBA35F7-7689-49C6-8938-C98689E3AC50}" dt="2025-02-14T18:04:38.912" v="68" actId="20577"/>
          <ac:spMkLst>
            <pc:docMk/>
            <pc:sldMk cId="2960950710" sldId="350"/>
            <ac:spMk id="3" creationId="{F18E61D8-31A3-2D45-8E25-CBE846E26E1C}"/>
          </ac:spMkLst>
        </pc:spChg>
      </pc:sldChg>
      <pc:sldChg chg="del">
        <pc:chgData name="Jenny Díaz Ramírez" userId="df7d83af-54c1-43f9-a4ec-fea9744b3563" providerId="ADAL" clId="{3BBA35F7-7689-49C6-8938-C98689E3AC50}" dt="2025-02-14T18:39:15.253" v="759" actId="47"/>
        <pc:sldMkLst>
          <pc:docMk/>
          <pc:sldMk cId="0" sldId="456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1247168403" sldId="457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3248655243" sldId="458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1535002486" sldId="459"/>
        </pc:sldMkLst>
      </pc:sldChg>
      <pc:sldChg chg="del">
        <pc:chgData name="Jenny Díaz Ramírez" userId="df7d83af-54c1-43f9-a4ec-fea9744b3563" providerId="ADAL" clId="{3BBA35F7-7689-49C6-8938-C98689E3AC50}" dt="2025-02-14T18:39:19.835" v="760" actId="47"/>
        <pc:sldMkLst>
          <pc:docMk/>
          <pc:sldMk cId="1307388035" sldId="460"/>
        </pc:sldMkLst>
      </pc:sldChg>
      <pc:sldChg chg="del">
        <pc:chgData name="Jenny Díaz Ramírez" userId="df7d83af-54c1-43f9-a4ec-fea9744b3563" providerId="ADAL" clId="{3BBA35F7-7689-49C6-8938-C98689E3AC50}" dt="2025-02-14T18:39:25.347" v="761" actId="47"/>
        <pc:sldMkLst>
          <pc:docMk/>
          <pc:sldMk cId="4145466643" sldId="461"/>
        </pc:sldMkLst>
      </pc:sldChg>
      <pc:sldChg chg="addSp delSp modSp new mod modClrScheme chgLayout">
        <pc:chgData name="Jenny Díaz Ramírez" userId="df7d83af-54c1-43f9-a4ec-fea9744b3563" providerId="ADAL" clId="{3BBA35F7-7689-49C6-8938-C98689E3AC50}" dt="2025-02-14T18:39:45.800" v="765" actId="2711"/>
        <pc:sldMkLst>
          <pc:docMk/>
          <pc:sldMk cId="2807952444" sldId="462"/>
        </pc:sldMkLst>
      </pc:sldChg>
      <pc:sldChg chg="modSp add mod">
        <pc:chgData name="Jenny Díaz Ramírez" userId="df7d83af-54c1-43f9-a4ec-fea9744b3563" providerId="ADAL" clId="{3BBA35F7-7689-49C6-8938-C98689E3AC50}" dt="2025-02-14T18:25:28.276" v="483" actId="6549"/>
        <pc:sldMkLst>
          <pc:docMk/>
          <pc:sldMk cId="4022233507" sldId="463"/>
        </pc:sldMkLst>
      </pc:sldChg>
      <pc:sldMasterChg chg="modSp mod modSldLayout">
        <pc:chgData name="Jenny Díaz Ramírez" userId="df7d83af-54c1-43f9-a4ec-fea9744b3563" providerId="ADAL" clId="{3BBA35F7-7689-49C6-8938-C98689E3AC50}" dt="2025-02-14T18:20:34.866" v="450"/>
        <pc:sldMasterMkLst>
          <pc:docMk/>
          <pc:sldMasterMk cId="3515892240" sldId="2147483658"/>
        </pc:sldMasterMkLst>
        <pc:spChg chg="mod">
          <ac:chgData name="Jenny Díaz Ramírez" userId="df7d83af-54c1-43f9-a4ec-fea9744b3563" providerId="ADAL" clId="{3BBA35F7-7689-49C6-8938-C98689E3AC50}" dt="2025-02-14T18:19:17.083" v="430" actId="1076"/>
          <ac:spMkLst>
            <pc:docMk/>
            <pc:sldMasterMk cId="3515892240" sldId="2147483658"/>
            <ac:spMk id="31" creationId="{C9955F1C-C0B1-BA44-8905-6991FA0D1EF3}"/>
          </ac:spMkLst>
        </pc:spChg>
        <pc:spChg chg="mod">
          <ac:chgData name="Jenny Díaz Ramírez" userId="df7d83af-54c1-43f9-a4ec-fea9744b3563" providerId="ADAL" clId="{3BBA35F7-7689-49C6-8938-C98689E3AC50}" dt="2025-02-14T18:19:13.064" v="429" actId="1076"/>
          <ac:spMkLst>
            <pc:docMk/>
            <pc:sldMasterMk cId="3515892240" sldId="2147483658"/>
            <ac:spMk id="32" creationId="{C8ADA0DF-3751-9A48-8A21-59F01C782D7C}"/>
          </ac:spMkLst>
        </pc:spChg>
        <pc:sldLayoutChg chg="addSp delSp modSp mod">
          <pc:chgData name="Jenny Díaz Ramírez" userId="df7d83af-54c1-43f9-a4ec-fea9744b3563" providerId="ADAL" clId="{3BBA35F7-7689-49C6-8938-C98689E3AC50}" dt="2025-02-14T18:19:38.466" v="437"/>
          <pc:sldLayoutMkLst>
            <pc:docMk/>
            <pc:sldMasterMk cId="3515892240" sldId="2147483658"/>
            <pc:sldLayoutMk cId="2065862895" sldId="2147483673"/>
          </pc:sldLayoutMkLst>
          <pc:spChg chg="mod">
            <ac:chgData name="Jenny Díaz Ramírez" userId="df7d83af-54c1-43f9-a4ec-fea9744b3563" providerId="ADAL" clId="{3BBA35F7-7689-49C6-8938-C98689E3AC50}" dt="2025-02-14T18:19:29.106" v="433" actId="1076"/>
            <ac:spMkLst>
              <pc:docMk/>
              <pc:sldMasterMk cId="3515892240" sldId="2147483658"/>
              <pc:sldLayoutMk cId="2065862895" sldId="2147483673"/>
              <ac:spMk id="4" creationId="{0919432A-F8B5-4A96-AEE6-2E159658D5DD}"/>
            </ac:spMkLst>
          </pc:spChg>
          <pc:spChg chg="add mod">
            <ac:chgData name="Jenny Díaz Ramírez" userId="df7d83af-54c1-43f9-a4ec-fea9744b3563" providerId="ADAL" clId="{3BBA35F7-7689-49C6-8938-C98689E3AC50}" dt="2025-02-14T18:19:38.466" v="437"/>
            <ac:spMkLst>
              <pc:docMk/>
              <pc:sldMasterMk cId="3515892240" sldId="2147483658"/>
              <pc:sldLayoutMk cId="2065862895" sldId="2147483673"/>
              <ac:spMk id="7" creationId="{F88E2CE6-D902-5A33-C844-8A40B1779D5B}"/>
            </ac:spMkLst>
          </pc:spChg>
        </pc:sldLayoutChg>
        <pc:sldLayoutChg chg="delSp modSp mod">
          <pc:chgData name="Jenny Díaz Ramírez" userId="df7d83af-54c1-43f9-a4ec-fea9744b3563" providerId="ADAL" clId="{3BBA35F7-7689-49C6-8938-C98689E3AC50}" dt="2025-02-14T18:18:03.328" v="424" actId="207"/>
          <pc:sldLayoutMkLst>
            <pc:docMk/>
            <pc:sldMasterMk cId="3515892240" sldId="2147483658"/>
            <pc:sldLayoutMk cId="1447829211" sldId="2147483675"/>
          </pc:sldLayoutMkLst>
          <pc:spChg chg="mod">
            <ac:chgData name="Jenny Díaz Ramírez" userId="df7d83af-54c1-43f9-a4ec-fea9744b3563" providerId="ADAL" clId="{3BBA35F7-7689-49C6-8938-C98689E3AC50}" dt="2025-02-14T18:18:03.328" v="424" actId="207"/>
            <ac:spMkLst>
              <pc:docMk/>
              <pc:sldMasterMk cId="3515892240" sldId="2147483658"/>
              <pc:sldLayoutMk cId="1447829211" sldId="2147483675"/>
              <ac:spMk id="3" creationId="{9CFD7E6B-8BA7-35DB-BE61-5DF2483E56D9}"/>
            </ac:spMkLst>
          </pc:spChg>
          <pc:spChg chg="mod">
            <ac:chgData name="Jenny Díaz Ramírez" userId="df7d83af-54c1-43f9-a4ec-fea9744b3563" providerId="ADAL" clId="{3BBA35F7-7689-49C6-8938-C98689E3AC50}" dt="2025-02-14T18:17:44.265" v="420" actId="1076"/>
            <ac:spMkLst>
              <pc:docMk/>
              <pc:sldMasterMk cId="3515892240" sldId="2147483658"/>
              <pc:sldLayoutMk cId="1447829211" sldId="2147483675"/>
              <ac:spMk id="4" creationId="{43FD86DC-D2BD-AECC-1A0A-3CE74BEE57C9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09.400" v="442"/>
          <pc:sldLayoutMkLst>
            <pc:docMk/>
            <pc:sldMasterMk cId="3515892240" sldId="2147483658"/>
            <pc:sldLayoutMk cId="2986155231" sldId="2147483677"/>
          </pc:sldLayoutMkLst>
          <pc:spChg chg="add mod">
            <ac:chgData name="Jenny Díaz Ramírez" userId="df7d83af-54c1-43f9-a4ec-fea9744b3563" providerId="ADAL" clId="{3BBA35F7-7689-49C6-8938-C98689E3AC50}" dt="2025-02-14T18:20:09.400" v="442"/>
            <ac:spMkLst>
              <pc:docMk/>
              <pc:sldMasterMk cId="3515892240" sldId="2147483658"/>
              <pc:sldLayoutMk cId="2986155231" sldId="2147483677"/>
              <ac:spMk id="5" creationId="{23F1A244-DFA6-8C44-BF95-8851B5A76AB8}"/>
            </ac:spMkLst>
          </pc:spChg>
          <pc:spChg chg="add mod">
            <ac:chgData name="Jenny Díaz Ramírez" userId="df7d83af-54c1-43f9-a4ec-fea9744b3563" providerId="ADAL" clId="{3BBA35F7-7689-49C6-8938-C98689E3AC50}" dt="2025-02-14T18:20:09.400" v="442"/>
            <ac:spMkLst>
              <pc:docMk/>
              <pc:sldMasterMk cId="3515892240" sldId="2147483658"/>
              <pc:sldLayoutMk cId="2986155231" sldId="2147483677"/>
              <ac:spMk id="6" creationId="{19E1CAB4-A60C-2959-8605-86F431A58C13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15.435" v="444"/>
          <pc:sldLayoutMkLst>
            <pc:docMk/>
            <pc:sldMasterMk cId="3515892240" sldId="2147483658"/>
            <pc:sldLayoutMk cId="2550425395" sldId="2147483685"/>
          </pc:sldLayoutMkLst>
          <pc:spChg chg="add mod">
            <ac:chgData name="Jenny Díaz Ramírez" userId="df7d83af-54c1-43f9-a4ec-fea9744b3563" providerId="ADAL" clId="{3BBA35F7-7689-49C6-8938-C98689E3AC50}" dt="2025-02-14T18:20:15.435" v="444"/>
            <ac:spMkLst>
              <pc:docMk/>
              <pc:sldMasterMk cId="3515892240" sldId="2147483658"/>
              <pc:sldLayoutMk cId="2550425395" sldId="2147483685"/>
              <ac:spMk id="5" creationId="{F94C5751-D7B6-785B-559F-3B3AF0781146}"/>
            </ac:spMkLst>
          </pc:spChg>
          <pc:spChg chg="add mod">
            <ac:chgData name="Jenny Díaz Ramírez" userId="df7d83af-54c1-43f9-a4ec-fea9744b3563" providerId="ADAL" clId="{3BBA35F7-7689-49C6-8938-C98689E3AC50}" dt="2025-02-14T18:20:15.435" v="444"/>
            <ac:spMkLst>
              <pc:docMk/>
              <pc:sldMasterMk cId="3515892240" sldId="2147483658"/>
              <pc:sldLayoutMk cId="2550425395" sldId="2147483685"/>
              <ac:spMk id="6" creationId="{32D17B95-1D7F-FF57-3E13-0B36D861BAEE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22.678" v="446"/>
          <pc:sldLayoutMkLst>
            <pc:docMk/>
            <pc:sldMasterMk cId="3515892240" sldId="2147483658"/>
            <pc:sldLayoutMk cId="4227948718" sldId="2147483688"/>
          </pc:sldLayoutMkLst>
          <pc:spChg chg="add mod">
            <ac:chgData name="Jenny Díaz Ramírez" userId="df7d83af-54c1-43f9-a4ec-fea9744b3563" providerId="ADAL" clId="{3BBA35F7-7689-49C6-8938-C98689E3AC50}" dt="2025-02-14T18:20:22.678" v="446"/>
            <ac:spMkLst>
              <pc:docMk/>
              <pc:sldMasterMk cId="3515892240" sldId="2147483658"/>
              <pc:sldLayoutMk cId="4227948718" sldId="2147483688"/>
              <ac:spMk id="5" creationId="{8CEC982C-CBC7-82F8-DD9C-CEC7134E4694}"/>
            </ac:spMkLst>
          </pc:spChg>
          <pc:spChg chg="add mod">
            <ac:chgData name="Jenny Díaz Ramírez" userId="df7d83af-54c1-43f9-a4ec-fea9744b3563" providerId="ADAL" clId="{3BBA35F7-7689-49C6-8938-C98689E3AC50}" dt="2025-02-14T18:20:22.678" v="446"/>
            <ac:spMkLst>
              <pc:docMk/>
              <pc:sldMasterMk cId="3515892240" sldId="2147483658"/>
              <pc:sldLayoutMk cId="4227948718" sldId="2147483688"/>
              <ac:spMk id="6" creationId="{4B831637-7548-7CD1-8B74-EAFCD709322A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20:29.748" v="448"/>
          <pc:sldLayoutMkLst>
            <pc:docMk/>
            <pc:sldMasterMk cId="3515892240" sldId="2147483658"/>
            <pc:sldLayoutMk cId="161733636" sldId="2147483696"/>
          </pc:sldLayoutMkLst>
          <pc:spChg chg="mod">
            <ac:chgData name="Jenny Díaz Ramírez" userId="df7d83af-54c1-43f9-a4ec-fea9744b3563" providerId="ADAL" clId="{3BBA35F7-7689-49C6-8938-C98689E3AC50}" dt="2025-02-14T18:18:39.150" v="425"/>
            <ac:spMkLst>
              <pc:docMk/>
              <pc:sldMasterMk cId="3515892240" sldId="2147483658"/>
              <pc:sldLayoutMk cId="161733636" sldId="2147483696"/>
              <ac:spMk id="8" creationId="{5496AE8C-243D-51FB-0C04-AD61BF54A91A}"/>
            </ac:spMkLst>
          </pc:spChg>
          <pc:spChg chg="mod">
            <ac:chgData name="Jenny Díaz Ramírez" userId="df7d83af-54c1-43f9-a4ec-fea9744b3563" providerId="ADAL" clId="{3BBA35F7-7689-49C6-8938-C98689E3AC50}" dt="2025-02-14T18:18:39.150" v="425"/>
            <ac:spMkLst>
              <pc:docMk/>
              <pc:sldMasterMk cId="3515892240" sldId="2147483658"/>
              <pc:sldLayoutMk cId="161733636" sldId="2147483696"/>
              <ac:spMk id="9" creationId="{09E4E599-7F8B-49D2-2DCE-84D869514D04}"/>
            </ac:spMkLst>
          </pc:spChg>
          <pc:spChg chg="mod">
            <ac:chgData name="Jenny Díaz Ramírez" userId="df7d83af-54c1-43f9-a4ec-fea9744b3563" providerId="ADAL" clId="{3BBA35F7-7689-49C6-8938-C98689E3AC50}" dt="2025-02-14T18:18:39.150" v="425"/>
            <ac:spMkLst>
              <pc:docMk/>
              <pc:sldMasterMk cId="3515892240" sldId="2147483658"/>
              <pc:sldLayoutMk cId="161733636" sldId="2147483696"/>
              <ac:spMk id="10" creationId="{4751A3EB-8F63-63BB-C57E-B874C96C234A}"/>
            </ac:spMkLst>
          </pc:spChg>
          <pc:spChg chg="add mod">
            <ac:chgData name="Jenny Díaz Ramírez" userId="df7d83af-54c1-43f9-a4ec-fea9744b3563" providerId="ADAL" clId="{3BBA35F7-7689-49C6-8938-C98689E3AC50}" dt="2025-02-14T18:20:29.748" v="448"/>
            <ac:spMkLst>
              <pc:docMk/>
              <pc:sldMasterMk cId="3515892240" sldId="2147483658"/>
              <pc:sldLayoutMk cId="161733636" sldId="2147483696"/>
              <ac:spMk id="12" creationId="{13B9D4D1-A397-3EC4-0636-96BF1365720F}"/>
            </ac:spMkLst>
          </pc:spChg>
          <pc:spChg chg="add mod">
            <ac:chgData name="Jenny Díaz Ramírez" userId="df7d83af-54c1-43f9-a4ec-fea9744b3563" providerId="ADAL" clId="{3BBA35F7-7689-49C6-8938-C98689E3AC50}" dt="2025-02-14T18:20:29.748" v="448"/>
            <ac:spMkLst>
              <pc:docMk/>
              <pc:sldMasterMk cId="3515892240" sldId="2147483658"/>
              <pc:sldLayoutMk cId="161733636" sldId="2147483696"/>
              <ac:spMk id="13" creationId="{F35C82A1-D550-6836-FA0C-C385C7EE3F35}"/>
            </ac:spMkLst>
          </pc:spChg>
          <pc:grpChg chg="add mod">
            <ac:chgData name="Jenny Díaz Ramírez" userId="df7d83af-54c1-43f9-a4ec-fea9744b3563" providerId="ADAL" clId="{3BBA35F7-7689-49C6-8938-C98689E3AC50}" dt="2025-02-14T18:18:39.150" v="425"/>
            <ac:grpSpMkLst>
              <pc:docMk/>
              <pc:sldMasterMk cId="3515892240" sldId="2147483658"/>
              <pc:sldLayoutMk cId="161733636" sldId="2147483696"/>
              <ac:grpSpMk id="7" creationId="{4FB10897-F6E3-34ED-0BA7-D56216518B33}"/>
            </ac:grpSpMkLst>
          </pc:grpChg>
        </pc:sldLayoutChg>
        <pc:sldLayoutChg chg="addSp delSp modSp mod">
          <pc:chgData name="Jenny Díaz Ramírez" userId="df7d83af-54c1-43f9-a4ec-fea9744b3563" providerId="ADAL" clId="{3BBA35F7-7689-49C6-8938-C98689E3AC50}" dt="2025-02-14T18:20:34.866" v="450"/>
          <pc:sldLayoutMkLst>
            <pc:docMk/>
            <pc:sldMasterMk cId="3515892240" sldId="2147483658"/>
            <pc:sldLayoutMk cId="4161254587" sldId="2147483697"/>
          </pc:sldLayoutMkLst>
          <pc:spChg chg="add mod">
            <ac:chgData name="Jenny Díaz Ramírez" userId="df7d83af-54c1-43f9-a4ec-fea9744b3563" providerId="ADAL" clId="{3BBA35F7-7689-49C6-8938-C98689E3AC50}" dt="2025-02-14T18:20:34.866" v="450"/>
            <ac:spMkLst>
              <pc:docMk/>
              <pc:sldMasterMk cId="3515892240" sldId="2147483658"/>
              <pc:sldLayoutMk cId="4161254587" sldId="2147483697"/>
              <ac:spMk id="6" creationId="{D2277398-E71C-9E18-6FA2-AF0656698E4B}"/>
            </ac:spMkLst>
          </pc:spChg>
          <pc:spChg chg="add mod">
            <ac:chgData name="Jenny Díaz Ramírez" userId="df7d83af-54c1-43f9-a4ec-fea9744b3563" providerId="ADAL" clId="{3BBA35F7-7689-49C6-8938-C98689E3AC50}" dt="2025-02-14T18:20:34.866" v="450"/>
            <ac:spMkLst>
              <pc:docMk/>
              <pc:sldMasterMk cId="3515892240" sldId="2147483658"/>
              <pc:sldLayoutMk cId="4161254587" sldId="2147483697"/>
              <ac:spMk id="7" creationId="{B84FCA9A-3098-8020-E608-4F4F97405E44}"/>
            </ac:spMkLst>
          </pc:spChg>
        </pc:sldLayoutChg>
        <pc:sldLayoutChg chg="addSp delSp modSp mod">
          <pc:chgData name="Jenny Díaz Ramírez" userId="df7d83af-54c1-43f9-a4ec-fea9744b3563" providerId="ADAL" clId="{3BBA35F7-7689-49C6-8938-C98689E3AC50}" dt="2025-02-14T18:19:58.420" v="440"/>
          <pc:sldLayoutMkLst>
            <pc:docMk/>
            <pc:sldMasterMk cId="3515892240" sldId="2147483658"/>
            <pc:sldLayoutMk cId="779080894" sldId="2147483698"/>
          </pc:sldLayoutMkLst>
          <pc:spChg chg="add mod">
            <ac:chgData name="Jenny Díaz Ramírez" userId="df7d83af-54c1-43f9-a4ec-fea9744b3563" providerId="ADAL" clId="{3BBA35F7-7689-49C6-8938-C98689E3AC50}" dt="2025-02-14T18:19:51.659" v="439"/>
            <ac:spMkLst>
              <pc:docMk/>
              <pc:sldMasterMk cId="3515892240" sldId="2147483658"/>
              <pc:sldLayoutMk cId="779080894" sldId="2147483698"/>
              <ac:spMk id="5" creationId="{8B6548D6-A880-04F4-F832-A1B39206F240}"/>
            </ac:spMkLst>
          </pc:spChg>
          <pc:spChg chg="add mod">
            <ac:chgData name="Jenny Díaz Ramírez" userId="df7d83af-54c1-43f9-a4ec-fea9744b3563" providerId="ADAL" clId="{3BBA35F7-7689-49C6-8938-C98689E3AC50}" dt="2025-02-14T18:19:58.420" v="440"/>
            <ac:spMkLst>
              <pc:docMk/>
              <pc:sldMasterMk cId="3515892240" sldId="2147483658"/>
              <pc:sldLayoutMk cId="779080894" sldId="2147483698"/>
              <ac:spMk id="6" creationId="{8843598B-FC54-B745-3054-795FE6B8A9C1}"/>
            </ac:spMkLst>
          </pc:spChg>
        </pc:sldLayoutChg>
      </pc:sldMasterChg>
    </pc:docChg>
  </pc:docChgLst>
  <pc:docChgLst>
    <pc:chgData name="Jenny Díaz Ramírez" userId="df7d83af-54c1-43f9-a4ec-fea9744b3563" providerId="ADAL" clId="{8113EA62-437F-46D7-998D-61DA482C8603}"/>
    <pc:docChg chg="undo custSel addSld delSld modSld modMainMaster">
      <pc:chgData name="Jenny Díaz Ramírez" userId="df7d83af-54c1-43f9-a4ec-fea9744b3563" providerId="ADAL" clId="{8113EA62-437F-46D7-998D-61DA482C8603}" dt="2025-02-18T18:03:58.133" v="1495" actId="478"/>
      <pc:docMkLst>
        <pc:docMk/>
      </pc:docMkLst>
      <pc:sldChg chg="add del">
        <pc:chgData name="Jenny Díaz Ramírez" userId="df7d83af-54c1-43f9-a4ec-fea9744b3563" providerId="ADAL" clId="{8113EA62-437F-46D7-998D-61DA482C8603}" dt="2025-02-17T00:00:00.302" v="2" actId="47"/>
        <pc:sldMkLst>
          <pc:docMk/>
          <pc:sldMk cId="0" sldId="256"/>
        </pc:sldMkLst>
      </pc:sldChg>
      <pc:sldChg chg="addSp delSp modSp add mod">
        <pc:chgData name="Jenny Díaz Ramírez" userId="df7d83af-54c1-43f9-a4ec-fea9744b3563" providerId="ADAL" clId="{8113EA62-437F-46D7-998D-61DA482C8603}" dt="2025-02-18T18:03:14.208" v="1486" actId="478"/>
        <pc:sldMkLst>
          <pc:docMk/>
          <pc:sldMk cId="4278340975" sldId="257"/>
        </pc:sldMkLst>
        <pc:spChg chg="mod">
          <ac:chgData name="Jenny Díaz Ramírez" userId="df7d83af-54c1-43f9-a4ec-fea9744b3563" providerId="ADAL" clId="{8113EA62-437F-46D7-998D-61DA482C8603}" dt="2025-02-18T18:00:15.582" v="1442" actId="1076"/>
          <ac:spMkLst>
            <pc:docMk/>
            <pc:sldMk cId="4278340975" sldId="257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01:50.247" v="37" actId="113"/>
          <ac:spMkLst>
            <pc:docMk/>
            <pc:sldMk cId="4278340975" sldId="257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8:20.763" v="925"/>
          <ac:spMkLst>
            <pc:docMk/>
            <pc:sldMk cId="4278340975" sldId="257"/>
            <ac:spMk id="7" creationId="{14BA2B4C-B4BA-3F2A-8904-2FB169C3377B}"/>
          </ac:spMkLst>
        </pc:spChg>
        <pc:picChg chg="mod">
          <ac:chgData name="Jenny Díaz Ramírez" userId="df7d83af-54c1-43f9-a4ec-fea9744b3563" providerId="ADAL" clId="{8113EA62-437F-46D7-998D-61DA482C8603}" dt="2025-02-17T00:01:56.041" v="38" actId="14100"/>
          <ac:picMkLst>
            <pc:docMk/>
            <pc:sldMk cId="4278340975" sldId="257"/>
            <ac:picMk id="4" creationId="{00000000-0000-0000-0000-000000000000}"/>
          </ac:picMkLst>
        </pc:picChg>
        <pc:cxnChg chg="add del mod">
          <ac:chgData name="Jenny Díaz Ramírez" userId="df7d83af-54c1-43f9-a4ec-fea9744b3563" providerId="ADAL" clId="{8113EA62-437F-46D7-998D-61DA482C8603}" dt="2025-02-18T18:03:14.208" v="1486" actId="478"/>
          <ac:cxnSpMkLst>
            <pc:docMk/>
            <pc:sldMk cId="4278340975" sldId="257"/>
            <ac:cxnSpMk id="5" creationId="{11EFE908-DAE2-887A-F0CE-E4D3184410D9}"/>
          </ac:cxnSpMkLst>
        </pc:cxnChg>
        <pc:cxnChg chg="add del">
          <ac:chgData name="Jenny Díaz Ramírez" userId="df7d83af-54c1-43f9-a4ec-fea9744b3563" providerId="ADAL" clId="{8113EA62-437F-46D7-998D-61DA482C8603}" dt="2025-02-17T00:19:38.192" v="263" actId="478"/>
          <ac:cxnSpMkLst>
            <pc:docMk/>
            <pc:sldMk cId="4278340975" sldId="257"/>
            <ac:cxnSpMk id="6" creationId="{92D9F2FF-7CC0-3BE3-0619-81303B163547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3:08.970" v="1484" actId="478"/>
        <pc:sldMkLst>
          <pc:docMk/>
          <pc:sldMk cId="565975496" sldId="258"/>
        </pc:sldMkLst>
        <pc:spChg chg="mod">
          <ac:chgData name="Jenny Díaz Ramírez" userId="df7d83af-54c1-43f9-a4ec-fea9744b3563" providerId="ADAL" clId="{8113EA62-437F-46D7-998D-61DA482C8603}" dt="2025-02-18T18:00:28.410" v="1446" actId="1076"/>
          <ac:spMkLst>
            <pc:docMk/>
            <pc:sldMk cId="565975496" sldId="258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0:31.967" v="1447" actId="1076"/>
          <ac:spMkLst>
            <pc:docMk/>
            <pc:sldMk cId="565975496" sldId="258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1:04.370" v="187" actId="207"/>
          <ac:spMkLst>
            <pc:docMk/>
            <pc:sldMk cId="565975496" sldId="258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59.022" v="186" actId="207"/>
          <ac:spMkLst>
            <pc:docMk/>
            <pc:sldMk cId="565975496" sldId="258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8:27.191" v="927"/>
          <ac:spMkLst>
            <pc:docMk/>
            <pc:sldMk cId="565975496" sldId="258"/>
            <ac:spMk id="11" creationId="{4389668E-5C37-2B52-284F-97C3CE51D67E}"/>
          </ac:spMkLst>
        </pc:spChg>
        <pc:cxnChg chg="add del mod">
          <ac:chgData name="Jenny Díaz Ramírez" userId="df7d83af-54c1-43f9-a4ec-fea9744b3563" providerId="ADAL" clId="{8113EA62-437F-46D7-998D-61DA482C8603}" dt="2025-02-18T18:03:08.970" v="1484" actId="478"/>
          <ac:cxnSpMkLst>
            <pc:docMk/>
            <pc:sldMk cId="565975496" sldId="258"/>
            <ac:cxnSpMk id="9" creationId="{A65B5CD2-324F-C027-CA1B-33380CB020B3}"/>
          </ac:cxnSpMkLst>
        </pc:cxnChg>
        <pc:cxnChg chg="add del mod">
          <ac:chgData name="Jenny Díaz Ramírez" userId="df7d83af-54c1-43f9-a4ec-fea9744b3563" providerId="ADAL" clId="{8113EA62-437F-46D7-998D-61DA482C8603}" dt="2025-02-17T00:19:30.717" v="261" actId="478"/>
          <ac:cxnSpMkLst>
            <pc:docMk/>
            <pc:sldMk cId="565975496" sldId="258"/>
            <ac:cxnSpMk id="9" creationId="{BA7CDCC4-5CC2-2C3A-F265-4264B77A6119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3:11.378" v="1485" actId="478"/>
        <pc:sldMkLst>
          <pc:docMk/>
          <pc:sldMk cId="2505621748" sldId="259"/>
        </pc:sldMkLst>
        <pc:spChg chg="mod">
          <ac:chgData name="Jenny Díaz Ramírez" userId="df7d83af-54c1-43f9-a4ec-fea9744b3563" providerId="ADAL" clId="{8113EA62-437F-46D7-998D-61DA482C8603}" dt="2025-02-18T18:00:21.416" v="1444" actId="1076"/>
          <ac:spMkLst>
            <pc:docMk/>
            <pc:sldMk cId="2505621748" sldId="259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9:56.841" v="264" actId="120"/>
          <ac:spMkLst>
            <pc:docMk/>
            <pc:sldMk cId="2505621748" sldId="259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8:23.157" v="926"/>
          <ac:spMkLst>
            <pc:docMk/>
            <pc:sldMk cId="2505621748" sldId="259"/>
            <ac:spMk id="5" creationId="{469D55BD-4E38-CD56-43A7-9CAE55C88D60}"/>
          </ac:spMkLst>
        </pc:spChg>
        <pc:spChg chg="mod">
          <ac:chgData name="Jenny Díaz Ramírez" userId="df7d83af-54c1-43f9-a4ec-fea9744b3563" providerId="ADAL" clId="{8113EA62-437F-46D7-998D-61DA482C8603}" dt="2025-02-17T00:11:12.358" v="189" actId="207"/>
          <ac:spMkLst>
            <pc:docMk/>
            <pc:sldMk cId="2505621748" sldId="259"/>
            <ac:spMk id="1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1:08.916" v="188" actId="207"/>
          <ac:spMkLst>
            <pc:docMk/>
            <pc:sldMk cId="2505621748" sldId="259"/>
            <ac:spMk id="18" creationId="{00000000-0000-0000-0000-000000000000}"/>
          </ac:spMkLst>
        </pc:spChg>
        <pc:cxnChg chg="add del mod">
          <ac:chgData name="Jenny Díaz Ramírez" userId="df7d83af-54c1-43f9-a4ec-fea9744b3563" providerId="ADAL" clId="{8113EA62-437F-46D7-998D-61DA482C8603}" dt="2025-02-18T18:03:11.378" v="1485" actId="478"/>
          <ac:cxnSpMkLst>
            <pc:docMk/>
            <pc:sldMk cId="2505621748" sldId="259"/>
            <ac:cxnSpMk id="4" creationId="{28192B1D-296F-628C-9FA9-7D54BF25D84E}"/>
          </ac:cxnSpMkLst>
        </pc:cxnChg>
        <pc:cxnChg chg="add del mod">
          <ac:chgData name="Jenny Díaz Ramírez" userId="df7d83af-54c1-43f9-a4ec-fea9744b3563" providerId="ADAL" clId="{8113EA62-437F-46D7-998D-61DA482C8603}" dt="2025-02-17T00:19:34.240" v="262" actId="478"/>
          <ac:cxnSpMkLst>
            <pc:docMk/>
            <pc:sldMk cId="2505621748" sldId="259"/>
            <ac:cxnSpMk id="4" creationId="{D2A8C163-84CE-0D95-B335-E5001BE149E1}"/>
          </ac:cxnSpMkLst>
        </pc:cxnChg>
      </pc:sldChg>
      <pc:sldChg chg="addSp delSp modSp add mod modAnim">
        <pc:chgData name="Jenny Díaz Ramírez" userId="df7d83af-54c1-43f9-a4ec-fea9744b3563" providerId="ADAL" clId="{8113EA62-437F-46D7-998D-61DA482C8603}" dt="2025-02-18T18:03:06.635" v="1483" actId="478"/>
        <pc:sldMkLst>
          <pc:docMk/>
          <pc:sldMk cId="1366496966" sldId="260"/>
        </pc:sldMkLst>
        <pc:spChg chg="mod">
          <ac:chgData name="Jenny Díaz Ramírez" userId="df7d83af-54c1-43f9-a4ec-fea9744b3563" providerId="ADAL" clId="{8113EA62-437F-46D7-998D-61DA482C8603}" dt="2025-02-18T18:00:40.807" v="1449" actId="1076"/>
          <ac:spMkLst>
            <pc:docMk/>
            <pc:sldMk cId="1366496966" sldId="260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20:42.400" v="273" actId="255"/>
          <ac:spMkLst>
            <pc:docMk/>
            <pc:sldMk cId="1366496966" sldId="260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43.721" v="184" actId="207"/>
          <ac:spMkLst>
            <pc:docMk/>
            <pc:sldMk cId="1366496966" sldId="260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49.253" v="185" actId="207"/>
          <ac:spMkLst>
            <pc:docMk/>
            <pc:sldMk cId="1366496966" sldId="260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8:30.243" v="928"/>
          <ac:spMkLst>
            <pc:docMk/>
            <pc:sldMk cId="1366496966" sldId="260"/>
            <ac:spMk id="24" creationId="{EB2BEB90-57F9-BE16-4FD2-472C47C509E7}"/>
          </ac:spMkLst>
        </pc:spChg>
        <pc:cxnChg chg="add del mod">
          <ac:chgData name="Jenny Díaz Ramírez" userId="df7d83af-54c1-43f9-a4ec-fea9744b3563" providerId="ADAL" clId="{8113EA62-437F-46D7-998D-61DA482C8603}" dt="2025-02-17T00:19:27.084" v="260" actId="478"/>
          <ac:cxnSpMkLst>
            <pc:docMk/>
            <pc:sldMk cId="1366496966" sldId="260"/>
            <ac:cxnSpMk id="11" creationId="{0F8F098F-9B6D-56C0-BE45-57BFF8C67057}"/>
          </ac:cxnSpMkLst>
        </pc:cxnChg>
        <pc:cxnChg chg="add del mod">
          <ac:chgData name="Jenny Díaz Ramírez" userId="df7d83af-54c1-43f9-a4ec-fea9744b3563" providerId="ADAL" clId="{8113EA62-437F-46D7-998D-61DA482C8603}" dt="2025-02-18T18:03:06.635" v="1483" actId="478"/>
          <ac:cxnSpMkLst>
            <pc:docMk/>
            <pc:sldMk cId="1366496966" sldId="260"/>
            <ac:cxnSpMk id="11" creationId="{731A08E8-5611-994D-63D8-717BF57E05BE}"/>
          </ac:cxnSpMkLst>
        </pc:cxnChg>
      </pc:sldChg>
      <pc:sldChg chg="addSp delSp modSp add mod modAnim">
        <pc:chgData name="Jenny Díaz Ramírez" userId="df7d83af-54c1-43f9-a4ec-fea9744b3563" providerId="ADAL" clId="{8113EA62-437F-46D7-998D-61DA482C8603}" dt="2025-02-18T18:03:03.902" v="1482" actId="478"/>
        <pc:sldMkLst>
          <pc:docMk/>
          <pc:sldMk cId="4233016491" sldId="261"/>
        </pc:sldMkLst>
        <pc:spChg chg="add del mod">
          <ac:chgData name="Jenny Díaz Ramírez" userId="df7d83af-54c1-43f9-a4ec-fea9744b3563" providerId="ADAL" clId="{8113EA62-437F-46D7-998D-61DA482C8603}" dt="2025-02-18T18:03:02.023" v="1481" actId="478"/>
          <ac:spMkLst>
            <pc:docMk/>
            <pc:sldMk cId="4233016491" sldId="261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0:53.629" v="1452" actId="1076"/>
          <ac:spMkLst>
            <pc:docMk/>
            <pc:sldMk cId="4233016491" sldId="261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34.943" v="183" actId="207"/>
          <ac:spMkLst>
            <pc:docMk/>
            <pc:sldMk cId="4233016491" sldId="261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34.943" v="183" actId="207"/>
          <ac:spMkLst>
            <pc:docMk/>
            <pc:sldMk cId="4233016491" sldId="261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07:15.320" v="155"/>
          <ac:spMkLst>
            <pc:docMk/>
            <pc:sldMk cId="4233016491" sldId="261"/>
            <ac:spMk id="9" creationId="{48EE15EF-D987-5FFD-7F03-7EDFF492B26A}"/>
          </ac:spMkLst>
        </pc:spChg>
        <pc:spChg chg="add mod ord">
          <ac:chgData name="Jenny Díaz Ramírez" userId="df7d83af-54c1-43f9-a4ec-fea9744b3563" providerId="ADAL" clId="{8113EA62-437F-46D7-998D-61DA482C8603}" dt="2025-02-17T00:07:36.204" v="160" actId="171"/>
          <ac:spMkLst>
            <pc:docMk/>
            <pc:sldMk cId="4233016491" sldId="261"/>
            <ac:spMk id="11" creationId="{5DD63D8E-22F3-9A16-38C7-1138323066C4}"/>
          </ac:spMkLst>
        </pc:spChg>
        <pc:spChg chg="add mod">
          <ac:chgData name="Jenny Díaz Ramírez" userId="df7d83af-54c1-43f9-a4ec-fea9744b3563" providerId="ADAL" clId="{8113EA62-437F-46D7-998D-61DA482C8603}" dt="2025-02-17T00:07:54.583" v="161"/>
          <ac:spMkLst>
            <pc:docMk/>
            <pc:sldMk cId="4233016491" sldId="261"/>
            <ac:spMk id="12" creationId="{D1A1BC1F-60B9-245A-D122-A234D08129E8}"/>
          </ac:spMkLst>
        </pc:spChg>
        <pc:spChg chg="add mod">
          <ac:chgData name="Jenny Díaz Ramírez" userId="df7d83af-54c1-43f9-a4ec-fea9744b3563" providerId="ADAL" clId="{8113EA62-437F-46D7-998D-61DA482C8603}" dt="2025-02-17T00:21:46.305" v="289" actId="1076"/>
          <ac:spMkLst>
            <pc:docMk/>
            <pc:sldMk cId="4233016491" sldId="261"/>
            <ac:spMk id="15" creationId="{D7E49F05-0421-BFF0-9D0B-6F771323B260}"/>
          </ac:spMkLst>
        </pc:spChg>
        <pc:spChg chg="add mod">
          <ac:chgData name="Jenny Díaz Ramírez" userId="df7d83af-54c1-43f9-a4ec-fea9744b3563" providerId="ADAL" clId="{8113EA62-437F-46D7-998D-61DA482C8603}" dt="2025-02-17T00:58:35.541" v="929"/>
          <ac:spMkLst>
            <pc:docMk/>
            <pc:sldMk cId="4233016491" sldId="261"/>
            <ac:spMk id="16" creationId="{3E005397-B14F-83E9-209E-2A6E69899CF5}"/>
          </ac:spMkLst>
        </pc:spChg>
        <pc:spChg chg="add del mod">
          <ac:chgData name="Jenny Díaz Ramírez" userId="df7d83af-54c1-43f9-a4ec-fea9744b3563" providerId="ADAL" clId="{8113EA62-437F-46D7-998D-61DA482C8603}" dt="2025-02-18T18:03:02.023" v="1481" actId="478"/>
          <ac:spMkLst>
            <pc:docMk/>
            <pc:sldMk cId="4233016491" sldId="261"/>
            <ac:spMk id="17" creationId="{3EE014EC-E46E-FB11-3029-C7ED6241B654}"/>
          </ac:spMkLst>
        </pc:spChg>
        <pc:spChg chg="mod">
          <ac:chgData name="Jenny Díaz Ramírez" userId="df7d83af-54c1-43f9-a4ec-fea9744b3563" providerId="ADAL" clId="{8113EA62-437F-46D7-998D-61DA482C8603}" dt="2025-02-17T00:07:01.872" v="154" actId="207"/>
          <ac:spMkLst>
            <pc:docMk/>
            <pc:sldMk cId="4233016491" sldId="261"/>
            <ac:spMk id="25" creationId="{00000000-0000-0000-0000-000000000000}"/>
          </ac:spMkLst>
        </pc:spChg>
        <pc:cxnChg chg="add del mod">
          <ac:chgData name="Jenny Díaz Ramírez" userId="df7d83af-54c1-43f9-a4ec-fea9744b3563" providerId="ADAL" clId="{8113EA62-437F-46D7-998D-61DA482C8603}" dt="2025-02-18T18:03:03.902" v="1482" actId="478"/>
          <ac:cxnSpMkLst>
            <pc:docMk/>
            <pc:sldMk cId="4233016491" sldId="261"/>
            <ac:cxnSpMk id="13" creationId="{17164ED1-7D78-ACD3-F19E-5285A9474D0C}"/>
          </ac:cxnSpMkLst>
        </pc:cxnChg>
        <pc:cxnChg chg="add del mod">
          <ac:chgData name="Jenny Díaz Ramírez" userId="df7d83af-54c1-43f9-a4ec-fea9744b3563" providerId="ADAL" clId="{8113EA62-437F-46D7-998D-61DA482C8603}" dt="2025-02-17T00:19:20.419" v="259" actId="478"/>
          <ac:cxnSpMkLst>
            <pc:docMk/>
            <pc:sldMk cId="4233016491" sldId="261"/>
            <ac:cxnSpMk id="13" creationId="{9EF6FF70-3BBE-9E8B-B5F6-F325BF418EC2}"/>
          </ac:cxnSpMkLst>
        </pc:cxnChg>
        <pc:cxnChg chg="mod">
          <ac:chgData name="Jenny Díaz Ramírez" userId="df7d83af-54c1-43f9-a4ec-fea9744b3563" providerId="ADAL" clId="{8113EA62-437F-46D7-998D-61DA482C8603}" dt="2025-02-17T00:12:11.046" v="192" actId="208"/>
          <ac:cxnSpMkLst>
            <pc:docMk/>
            <pc:sldMk cId="4233016491" sldId="261"/>
            <ac:cxnSpMk id="23" creationId="{00000000-0000-0000-0000-000000000000}"/>
          </ac:cxnSpMkLst>
        </pc:cxnChg>
      </pc:sldChg>
      <pc:sldChg chg="addSp delSp modSp add mod modAnim">
        <pc:chgData name="Jenny Díaz Ramírez" userId="df7d83af-54c1-43f9-a4ec-fea9744b3563" providerId="ADAL" clId="{8113EA62-437F-46D7-998D-61DA482C8603}" dt="2025-02-18T18:02:58.077" v="1479" actId="478"/>
        <pc:sldMkLst>
          <pc:docMk/>
          <pc:sldMk cId="4196936770" sldId="262"/>
        </pc:sldMkLst>
        <pc:spChg chg="mod">
          <ac:chgData name="Jenny Díaz Ramírez" userId="df7d83af-54c1-43f9-a4ec-fea9744b3563" providerId="ADAL" clId="{8113EA62-437F-46D7-998D-61DA482C8603}" dt="2025-02-18T18:01:03.476" v="1456" actId="1076"/>
          <ac:spMkLst>
            <pc:docMk/>
            <pc:sldMk cId="4196936770" sldId="262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1:06.974" v="1457" actId="1076"/>
          <ac:spMkLst>
            <pc:docMk/>
            <pc:sldMk cId="4196936770" sldId="262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24.730" v="182" actId="207"/>
          <ac:spMkLst>
            <pc:docMk/>
            <pc:sldMk cId="4196936770" sldId="262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0:20.932" v="181" actId="207"/>
          <ac:spMkLst>
            <pc:docMk/>
            <pc:sldMk cId="4196936770" sldId="262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10:02.875" v="180" actId="206"/>
          <ac:spMkLst>
            <pc:docMk/>
            <pc:sldMk cId="4196936770" sldId="262"/>
            <ac:spMk id="9" creationId="{207C0A70-72EA-F547-FF9B-15FE5919015C}"/>
          </ac:spMkLst>
        </pc:spChg>
        <pc:spChg chg="add mod">
          <ac:chgData name="Jenny Díaz Ramírez" userId="df7d83af-54c1-43f9-a4ec-fea9744b3563" providerId="ADAL" clId="{8113EA62-437F-46D7-998D-61DA482C8603}" dt="2025-02-17T00:58:48.916" v="930"/>
          <ac:spMkLst>
            <pc:docMk/>
            <pc:sldMk cId="4196936770" sldId="262"/>
            <ac:spMk id="12" creationId="{E2B8E53A-6F4F-ECF8-40D9-0107B481C6EC}"/>
          </ac:spMkLst>
        </pc:spChg>
        <pc:spChg chg="mod">
          <ac:chgData name="Jenny Díaz Ramírez" userId="df7d83af-54c1-43f9-a4ec-fea9744b3563" providerId="ADAL" clId="{8113EA62-437F-46D7-998D-61DA482C8603}" dt="2025-02-17T00:08:39.564" v="173" actId="207"/>
          <ac:spMkLst>
            <pc:docMk/>
            <pc:sldMk cId="4196936770" sldId="262"/>
            <ac:spMk id="25" creationId="{00000000-0000-0000-0000-000000000000}"/>
          </ac:spMkLst>
        </pc:spChg>
        <pc:cxnChg chg="add del mod">
          <ac:chgData name="Jenny Díaz Ramírez" userId="df7d83af-54c1-43f9-a4ec-fea9744b3563" providerId="ADAL" clId="{8113EA62-437F-46D7-998D-61DA482C8603}" dt="2025-02-18T18:02:58.077" v="1479" actId="478"/>
          <ac:cxnSpMkLst>
            <pc:docMk/>
            <pc:sldMk cId="4196936770" sldId="262"/>
            <ac:cxnSpMk id="11" creationId="{370034B4-A30F-E0E0-FFA0-2D8CA245DF01}"/>
          </ac:cxnSpMkLst>
        </pc:cxnChg>
        <pc:cxnChg chg="add del mod">
          <ac:chgData name="Jenny Díaz Ramírez" userId="df7d83af-54c1-43f9-a4ec-fea9744b3563" providerId="ADAL" clId="{8113EA62-437F-46D7-998D-61DA482C8603}" dt="2025-02-17T00:19:16.602" v="258" actId="478"/>
          <ac:cxnSpMkLst>
            <pc:docMk/>
            <pc:sldMk cId="4196936770" sldId="262"/>
            <ac:cxnSpMk id="11" creationId="{B8DEF0E4-5A45-B5B4-EC0A-1382000F3E2F}"/>
          </ac:cxnSpMkLst>
        </pc:cxnChg>
        <pc:cxnChg chg="mod">
          <ac:chgData name="Jenny Díaz Ramírez" userId="df7d83af-54c1-43f9-a4ec-fea9744b3563" providerId="ADAL" clId="{8113EA62-437F-46D7-998D-61DA482C8603}" dt="2025-02-17T00:11:57.260" v="191" actId="208"/>
          <ac:cxnSpMkLst>
            <pc:docMk/>
            <pc:sldMk cId="4196936770" sldId="262"/>
            <ac:cxnSpMk id="23" creationId="{00000000-0000-0000-0000-000000000000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2:55.552" v="1478" actId="478"/>
        <pc:sldMkLst>
          <pc:docMk/>
          <pc:sldMk cId="926215391" sldId="264"/>
        </pc:sldMkLst>
        <pc:spChg chg="mod">
          <ac:chgData name="Jenny Díaz Ramírez" userId="df7d83af-54c1-43f9-a4ec-fea9744b3563" providerId="ADAL" clId="{8113EA62-437F-46D7-998D-61DA482C8603}" dt="2025-02-18T18:01:19.020" v="1459" actId="1076"/>
          <ac:spMkLst>
            <pc:docMk/>
            <pc:sldMk cId="926215391" sldId="264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4:14.187" v="220" actId="20577"/>
          <ac:spMkLst>
            <pc:docMk/>
            <pc:sldMk cId="926215391" sldId="264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1:00:33.200" v="941" actId="207"/>
          <ac:spMkLst>
            <pc:docMk/>
            <pc:sldMk cId="926215391" sldId="264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1:00:33.200" v="941" actId="207"/>
          <ac:spMkLst>
            <pc:docMk/>
            <pc:sldMk cId="926215391" sldId="264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3:43.521" v="202" actId="1076"/>
          <ac:spMkLst>
            <pc:docMk/>
            <pc:sldMk cId="926215391" sldId="264"/>
            <ac:spMk id="9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8:52.413" v="931"/>
          <ac:spMkLst>
            <pc:docMk/>
            <pc:sldMk cId="926215391" sldId="264"/>
            <ac:spMk id="13" creationId="{3E2C7653-8F7D-F7FC-791C-C9C0D9A022A7}"/>
          </ac:spMkLst>
        </pc:spChg>
        <pc:spChg chg="mod">
          <ac:chgData name="Jenny Díaz Ramírez" userId="df7d83af-54c1-43f9-a4ec-fea9744b3563" providerId="ADAL" clId="{8113EA62-437F-46D7-998D-61DA482C8603}" dt="2025-02-17T01:00:33.200" v="941" actId="207"/>
          <ac:spMkLst>
            <pc:docMk/>
            <pc:sldMk cId="926215391" sldId="264"/>
            <ac:spMk id="1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1:00:33.200" v="941" actId="207"/>
          <ac:spMkLst>
            <pc:docMk/>
            <pc:sldMk cId="926215391" sldId="264"/>
            <ac:spMk id="2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1:00:33.200" v="941" actId="207"/>
          <ac:spMkLst>
            <pc:docMk/>
            <pc:sldMk cId="926215391" sldId="264"/>
            <ac:spMk id="3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1:00:33.200" v="941" actId="207"/>
          <ac:spMkLst>
            <pc:docMk/>
            <pc:sldMk cId="926215391" sldId="264"/>
            <ac:spMk id="34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13:47.426" v="203" actId="207"/>
          <ac:spMkLst>
            <pc:docMk/>
            <pc:sldMk cId="926215391" sldId="264"/>
            <ac:spMk id="36" creationId="{00000000-0000-0000-0000-000000000000}"/>
          </ac:spMkLst>
        </pc:spChg>
        <pc:cxnChg chg="add del mod">
          <ac:chgData name="Jenny Díaz Ramírez" userId="df7d83af-54c1-43f9-a4ec-fea9744b3563" providerId="ADAL" clId="{8113EA62-437F-46D7-998D-61DA482C8603}" dt="2025-02-18T18:02:55.552" v="1478" actId="478"/>
          <ac:cxnSpMkLst>
            <pc:docMk/>
            <pc:sldMk cId="926215391" sldId="264"/>
            <ac:cxnSpMk id="11" creationId="{2033F036-99C7-CC85-1809-705477390A26}"/>
          </ac:cxnSpMkLst>
        </pc:cxnChg>
        <pc:cxnChg chg="add del mod">
          <ac:chgData name="Jenny Díaz Ramírez" userId="df7d83af-54c1-43f9-a4ec-fea9744b3563" providerId="ADAL" clId="{8113EA62-437F-46D7-998D-61DA482C8603}" dt="2025-02-17T00:19:12.328" v="257" actId="478"/>
          <ac:cxnSpMkLst>
            <pc:docMk/>
            <pc:sldMk cId="926215391" sldId="264"/>
            <ac:cxnSpMk id="11" creationId="{F2FA74B3-288B-DD19-AE7D-0473150A6979}"/>
          </ac:cxnSpMkLst>
        </pc:cxnChg>
        <pc:cxnChg chg="mod">
          <ac:chgData name="Jenny Díaz Ramírez" userId="df7d83af-54c1-43f9-a4ec-fea9744b3563" providerId="ADAL" clId="{8113EA62-437F-46D7-998D-61DA482C8603}" dt="2025-02-17T00:13:24.972" v="198" actId="208"/>
          <ac:cxnSpMkLst>
            <pc:docMk/>
            <pc:sldMk cId="926215391" sldId="264"/>
            <ac:cxnSpMk id="18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13:40.079" v="201" actId="208"/>
          <ac:cxnSpMkLst>
            <pc:docMk/>
            <pc:sldMk cId="926215391" sldId="264"/>
            <ac:cxnSpMk id="23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13:32.470" v="199" actId="208"/>
          <ac:cxnSpMkLst>
            <pc:docMk/>
            <pc:sldMk cId="926215391" sldId="264"/>
            <ac:cxnSpMk id="27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13:36.293" v="200" actId="208"/>
          <ac:cxnSpMkLst>
            <pc:docMk/>
            <pc:sldMk cId="926215391" sldId="264"/>
            <ac:cxnSpMk id="30" creationId="{00000000-0000-0000-0000-000000000000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2:52.447" v="1477" actId="478"/>
        <pc:sldMkLst>
          <pc:docMk/>
          <pc:sldMk cId="3801453331" sldId="265"/>
        </pc:sldMkLst>
        <pc:spChg chg="mod">
          <ac:chgData name="Jenny Díaz Ramírez" userId="df7d83af-54c1-43f9-a4ec-fea9744b3563" providerId="ADAL" clId="{8113EA62-437F-46D7-998D-61DA482C8603}" dt="2025-02-18T18:02:13.105" v="1466" actId="1076"/>
          <ac:spMkLst>
            <pc:docMk/>
            <pc:sldMk cId="3801453331" sldId="265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1:51.858" v="1465" actId="14100"/>
          <ac:spMkLst>
            <pc:docMk/>
            <pc:sldMk cId="3801453331" sldId="265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25:44.875" v="310" actId="207"/>
          <ac:spMkLst>
            <pc:docMk/>
            <pc:sldMk cId="3801453331" sldId="265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25:39.726" v="309" actId="207"/>
          <ac:spMkLst>
            <pc:docMk/>
            <pc:sldMk cId="3801453331" sldId="265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8:57.528" v="932"/>
          <ac:spMkLst>
            <pc:docMk/>
            <pc:sldMk cId="3801453331" sldId="265"/>
            <ac:spMk id="13" creationId="{A0D7C18B-AC39-1399-6A9B-E41E2D5CEB58}"/>
          </ac:spMkLst>
        </pc:spChg>
        <pc:spChg chg="del mod">
          <ac:chgData name="Jenny Díaz Ramírez" userId="df7d83af-54c1-43f9-a4ec-fea9744b3563" providerId="ADAL" clId="{8113EA62-437F-46D7-998D-61DA482C8603}" dt="2025-02-17T00:28:15.603" v="394"/>
          <ac:spMkLst>
            <pc:docMk/>
            <pc:sldMk cId="3801453331" sldId="265"/>
            <ac:spMk id="126" creationId="{00000000-0000-0000-0000-000000000000}"/>
          </ac:spMkLst>
        </pc:spChg>
        <pc:graphicFrameChg chg="del">
          <ac:chgData name="Jenny Díaz Ramírez" userId="df7d83af-54c1-43f9-a4ec-fea9744b3563" providerId="ADAL" clId="{8113EA62-437F-46D7-998D-61DA482C8603}" dt="2025-02-17T00:28:07.732" v="390" actId="478"/>
          <ac:graphicFrameMkLst>
            <pc:docMk/>
            <pc:sldMk cId="3801453331" sldId="265"/>
            <ac:graphicFrameMk id="9" creationId="{00000000-0000-0000-0000-000000000000}"/>
          </ac:graphicFrameMkLst>
        </pc:graphicFrameChg>
        <pc:graphicFrameChg chg="add mod modGraphic">
          <ac:chgData name="Jenny Díaz Ramírez" userId="df7d83af-54c1-43f9-a4ec-fea9744b3563" providerId="ADAL" clId="{8113EA62-437F-46D7-998D-61DA482C8603}" dt="2025-02-17T00:32:00.550" v="509" actId="403"/>
          <ac:graphicFrameMkLst>
            <pc:docMk/>
            <pc:sldMk cId="3801453331" sldId="265"/>
            <ac:graphicFrameMk id="12" creationId="{7FC119CC-C621-E56D-149C-88CB080E0199}"/>
          </ac:graphicFrameMkLst>
        </pc:graphicFrameChg>
        <pc:picChg chg="mod">
          <ac:chgData name="Jenny Díaz Ramírez" userId="df7d83af-54c1-43f9-a4ec-fea9744b3563" providerId="ADAL" clId="{8113EA62-437F-46D7-998D-61DA482C8603}" dt="2025-02-18T18:01:41.444" v="1463" actId="14100"/>
          <ac:picMkLst>
            <pc:docMk/>
            <pc:sldMk cId="3801453331" sldId="265"/>
            <ac:picMk id="4" creationId="{00000000-0000-0000-0000-000000000000}"/>
          </ac:picMkLst>
        </pc:picChg>
        <pc:cxnChg chg="add del mod">
          <ac:chgData name="Jenny Díaz Ramírez" userId="df7d83af-54c1-43f9-a4ec-fea9744b3563" providerId="ADAL" clId="{8113EA62-437F-46D7-998D-61DA482C8603}" dt="2025-02-18T18:02:52.447" v="1477" actId="478"/>
          <ac:cxnSpMkLst>
            <pc:docMk/>
            <pc:sldMk cId="3801453331" sldId="265"/>
            <ac:cxnSpMk id="9" creationId="{91A527EC-B756-54A8-8707-5DD1803327D5}"/>
          </ac:cxnSpMkLst>
        </pc:cxnChg>
        <pc:cxnChg chg="add del mod">
          <ac:chgData name="Jenny Díaz Ramírez" userId="df7d83af-54c1-43f9-a4ec-fea9744b3563" providerId="ADAL" clId="{8113EA62-437F-46D7-998D-61DA482C8603}" dt="2025-02-17T00:19:08.245" v="256" actId="478"/>
          <ac:cxnSpMkLst>
            <pc:docMk/>
            <pc:sldMk cId="3801453331" sldId="265"/>
            <ac:cxnSpMk id="11" creationId="{B9E37099-7FA6-8A81-B948-F872F76B5034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2:41.278" v="1474" actId="14100"/>
        <pc:sldMkLst>
          <pc:docMk/>
          <pc:sldMk cId="1143550934" sldId="266"/>
        </pc:sldMkLst>
        <pc:spChg chg="del mod">
          <ac:chgData name="Jenny Díaz Ramírez" userId="df7d83af-54c1-43f9-a4ec-fea9744b3563" providerId="ADAL" clId="{8113EA62-437F-46D7-998D-61DA482C8603}" dt="2025-02-18T18:02:26.232" v="1470" actId="478"/>
          <ac:spMkLst>
            <pc:docMk/>
            <pc:sldMk cId="1143550934" sldId="266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2:41.278" v="1474" actId="14100"/>
          <ac:spMkLst>
            <pc:docMk/>
            <pc:sldMk cId="1143550934" sldId="266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8T18:02:22.594" v="1469"/>
          <ac:spMkLst>
            <pc:docMk/>
            <pc:sldMk cId="1143550934" sldId="266"/>
            <ac:spMk id="9" creationId="{539EAFB6-D4C6-B86E-73E9-2491C16411C2}"/>
          </ac:spMkLst>
        </pc:spChg>
        <pc:spChg chg="add mod">
          <ac:chgData name="Jenny Díaz Ramírez" userId="df7d83af-54c1-43f9-a4ec-fea9744b3563" providerId="ADAL" clId="{8113EA62-437F-46D7-998D-61DA482C8603}" dt="2025-02-17T00:59:06.298" v="934"/>
          <ac:spMkLst>
            <pc:docMk/>
            <pc:sldMk cId="1143550934" sldId="266"/>
            <ac:spMk id="11" creationId="{48F6BFAB-57A7-D1ED-0747-70CA08911F3F}"/>
          </ac:spMkLst>
        </pc:spChg>
        <pc:spChg chg="add del mod">
          <ac:chgData name="Jenny Díaz Ramírez" userId="df7d83af-54c1-43f9-a4ec-fea9744b3563" providerId="ADAL" clId="{8113EA62-437F-46D7-998D-61DA482C8603}" dt="2025-02-18T18:02:36.946" v="1473" actId="478"/>
          <ac:spMkLst>
            <pc:docMk/>
            <pc:sldMk cId="1143550934" sldId="266"/>
            <ac:spMk id="13" creationId="{BE447BA4-EB5C-73FD-5EC0-0802443103DC}"/>
          </ac:spMkLst>
        </pc:spChg>
        <pc:cxnChg chg="add del mod">
          <ac:chgData name="Jenny Díaz Ramírez" userId="df7d83af-54c1-43f9-a4ec-fea9744b3563" providerId="ADAL" clId="{8113EA62-437F-46D7-998D-61DA482C8603}" dt="2025-02-17T00:19:00.139" v="255" actId="478"/>
          <ac:cxnSpMkLst>
            <pc:docMk/>
            <pc:sldMk cId="1143550934" sldId="266"/>
            <ac:cxnSpMk id="9" creationId="{7325ADD6-C9AF-E464-30B7-209E5ABC8AB6}"/>
          </ac:cxnSpMkLst>
        </pc:cxnChg>
      </pc:sldChg>
      <pc:sldChg chg="addSp delSp modSp add mod modAnim">
        <pc:chgData name="Jenny Díaz Ramírez" userId="df7d83af-54c1-43f9-a4ec-fea9744b3563" providerId="ADAL" clId="{8113EA62-437F-46D7-998D-61DA482C8603}" dt="2025-02-18T18:02:31.357" v="1472" actId="478"/>
        <pc:sldMkLst>
          <pc:docMk/>
          <pc:sldMk cId="1498289656" sldId="267"/>
        </pc:sldMkLst>
        <pc:spChg chg="mod">
          <ac:chgData name="Jenny Díaz Ramírez" userId="df7d83af-54c1-43f9-a4ec-fea9744b3563" providerId="ADAL" clId="{8113EA62-437F-46D7-998D-61DA482C8603}" dt="2025-02-18T18:00:06.231" v="1440" actId="1076"/>
          <ac:spMkLst>
            <pc:docMk/>
            <pc:sldMk cId="1498289656" sldId="267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40:54.375" v="717" actId="20577"/>
          <ac:spMkLst>
            <pc:docMk/>
            <pc:sldMk cId="1498289656" sldId="267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35:49.886" v="624" actId="207"/>
          <ac:spMkLst>
            <pc:docMk/>
            <pc:sldMk cId="1498289656" sldId="267"/>
            <ac:spMk id="7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8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9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15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9:09.229" v="935"/>
          <ac:spMkLst>
            <pc:docMk/>
            <pc:sldMk cId="1498289656" sldId="267"/>
            <ac:spMk id="17" creationId="{F18F711F-B5B7-4DAE-ECF1-27E218C6B7F7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2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39:17.267" v="647" actId="164"/>
          <ac:spMkLst>
            <pc:docMk/>
            <pc:sldMk cId="1498289656" sldId="267"/>
            <ac:spMk id="28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29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33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34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39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43" creationId="{00000000-0000-0000-0000-000000000000}"/>
          </ac:spMkLst>
        </pc:spChg>
        <pc:spChg chg="mod topLvl">
          <ac:chgData name="Jenny Díaz Ramírez" userId="df7d83af-54c1-43f9-a4ec-fea9744b3563" providerId="ADAL" clId="{8113EA62-437F-46D7-998D-61DA482C8603}" dt="2025-02-17T00:39:48.230" v="649" actId="164"/>
          <ac:spMkLst>
            <pc:docMk/>
            <pc:sldMk cId="1498289656" sldId="267"/>
            <ac:spMk id="44" creationId="{00000000-0000-0000-0000-000000000000}"/>
          </ac:spMkLst>
        </pc:spChg>
        <pc:grpChg chg="mod">
          <ac:chgData name="Jenny Díaz Ramírez" userId="df7d83af-54c1-43f9-a4ec-fea9744b3563" providerId="ADAL" clId="{8113EA62-437F-46D7-998D-61DA482C8603}" dt="2025-02-17T00:38:46.540" v="644" actId="1076"/>
          <ac:grpSpMkLst>
            <pc:docMk/>
            <pc:sldMk cId="1498289656" sldId="267"/>
            <ac:grpSpMk id="11" creationId="{00000000-0000-0000-0000-000000000000}"/>
          </ac:grpSpMkLst>
        </pc:grpChg>
        <pc:grpChg chg="add mod">
          <ac:chgData name="Jenny Díaz Ramírez" userId="df7d83af-54c1-43f9-a4ec-fea9744b3563" providerId="ADAL" clId="{8113EA62-437F-46D7-998D-61DA482C8603}" dt="2025-02-17T00:39:17.267" v="647" actId="164"/>
          <ac:grpSpMkLst>
            <pc:docMk/>
            <pc:sldMk cId="1498289656" sldId="267"/>
            <ac:grpSpMk id="14" creationId="{4011AD2C-4367-A62E-A990-02A41AE26AB2}"/>
          </ac:grpSpMkLst>
        </pc:grpChg>
        <pc:picChg chg="mod ord">
          <ac:chgData name="Jenny Díaz Ramírez" userId="df7d83af-54c1-43f9-a4ec-fea9744b3563" providerId="ADAL" clId="{8113EA62-437F-46D7-998D-61DA482C8603}" dt="2025-02-17T00:40:09.913" v="652" actId="1076"/>
          <ac:picMkLst>
            <pc:docMk/>
            <pc:sldMk cId="1498289656" sldId="267"/>
            <ac:picMk id="4" creationId="{00000000-0000-0000-0000-000000000000}"/>
          </ac:picMkLst>
        </pc:picChg>
        <pc:cxnChg chg="add del mod">
          <ac:chgData name="Jenny Díaz Ramírez" userId="df7d83af-54c1-43f9-a4ec-fea9744b3563" providerId="ADAL" clId="{8113EA62-437F-46D7-998D-61DA482C8603}" dt="2025-02-18T18:02:31.357" v="1472" actId="478"/>
          <ac:cxnSpMkLst>
            <pc:docMk/>
            <pc:sldMk cId="1498289656" sldId="267"/>
            <ac:cxnSpMk id="11" creationId="{A1F08196-9667-142B-9510-BD740C17A771}"/>
          </ac:cxnSpMkLst>
        </pc:cxnChg>
        <pc:cxnChg chg="add mod">
          <ac:chgData name="Jenny Díaz Ramírez" userId="df7d83af-54c1-43f9-a4ec-fea9744b3563" providerId="ADAL" clId="{8113EA62-437F-46D7-998D-61DA482C8603}" dt="2025-02-17T00:18:26.592" v="251"/>
          <ac:cxnSpMkLst>
            <pc:docMk/>
            <pc:sldMk cId="1498289656" sldId="267"/>
            <ac:cxnSpMk id="13" creationId="{817D151F-53A1-2B39-9B73-775A7E7B159B}"/>
          </ac:cxnSpMkLst>
        </pc:cxnChg>
        <pc:cxnChg chg="mod">
          <ac:chgData name="Jenny Díaz Ramírez" userId="df7d83af-54c1-43f9-a4ec-fea9744b3563" providerId="ADAL" clId="{8113EA62-437F-46D7-998D-61DA482C8603}" dt="2025-02-17T00:38:28.465" v="640" actId="208"/>
          <ac:cxnSpMkLst>
            <pc:docMk/>
            <pc:sldMk cId="1498289656" sldId="267"/>
            <ac:cxnSpMk id="18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38:28.465" v="640" actId="208"/>
          <ac:cxnSpMkLst>
            <pc:docMk/>
            <pc:sldMk cId="1498289656" sldId="267"/>
            <ac:cxnSpMk id="23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37:04.346" v="632" actId="1076"/>
          <ac:cxnSpMkLst>
            <pc:docMk/>
            <pc:sldMk cId="1498289656" sldId="267"/>
            <ac:cxnSpMk id="24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38:28.465" v="640" actId="208"/>
          <ac:cxnSpMkLst>
            <pc:docMk/>
            <pc:sldMk cId="1498289656" sldId="267"/>
            <ac:cxnSpMk id="27" creationId="{00000000-0000-0000-0000-000000000000}"/>
          </ac:cxnSpMkLst>
        </pc:cxnChg>
        <pc:cxnChg chg="mod">
          <ac:chgData name="Jenny Díaz Ramírez" userId="df7d83af-54c1-43f9-a4ec-fea9744b3563" providerId="ADAL" clId="{8113EA62-437F-46D7-998D-61DA482C8603}" dt="2025-02-17T00:38:28.465" v="640" actId="208"/>
          <ac:cxnSpMkLst>
            <pc:docMk/>
            <pc:sldMk cId="1498289656" sldId="267"/>
            <ac:cxnSpMk id="30" creationId="{00000000-0000-0000-0000-000000000000}"/>
          </ac:cxnSpMkLst>
        </pc:cxnChg>
      </pc:sldChg>
      <pc:sldChg chg="addSp delSp modSp add mod delAnim modAnim">
        <pc:chgData name="Jenny Díaz Ramírez" userId="df7d83af-54c1-43f9-a4ec-fea9744b3563" providerId="ADAL" clId="{8113EA62-437F-46D7-998D-61DA482C8603}" dt="2025-02-18T18:03:30.463" v="1488" actId="478"/>
        <pc:sldMkLst>
          <pc:docMk/>
          <pc:sldMk cId="4028658835" sldId="268"/>
        </pc:sldMkLst>
        <pc:spChg chg="mod">
          <ac:chgData name="Jenny Díaz Ramírez" userId="df7d83af-54c1-43f9-a4ec-fea9744b3563" providerId="ADAL" clId="{8113EA62-437F-46D7-998D-61DA482C8603}" dt="2025-02-18T17:59:50.054" v="1436" actId="1076"/>
          <ac:spMkLst>
            <pc:docMk/>
            <pc:sldMk cId="4028658835" sldId="268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1:31.009" v="878" actId="20577"/>
          <ac:spMkLst>
            <pc:docMk/>
            <pc:sldMk cId="4028658835" sldId="268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46:57.464" v="804" actId="207"/>
          <ac:spMkLst>
            <pc:docMk/>
            <pc:sldMk cId="4028658835" sldId="268"/>
            <ac:spMk id="8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15" creationId="{00000000-0000-0000-0000-000000000000}"/>
          </ac:spMkLst>
        </pc:spChg>
        <pc:spChg chg="add mod ord">
          <ac:chgData name="Jenny Díaz Ramírez" userId="df7d83af-54c1-43f9-a4ec-fea9744b3563" providerId="ADAL" clId="{8113EA62-437F-46D7-998D-61DA482C8603}" dt="2025-02-17T00:48:25.888" v="822" actId="170"/>
          <ac:spMkLst>
            <pc:docMk/>
            <pc:sldMk cId="4028658835" sldId="268"/>
            <ac:spMk id="16" creationId="{74665789-EE4A-756D-4A09-30F52DBF9407}"/>
          </ac:spMkLst>
        </pc:spChg>
        <pc:spChg chg="add mod">
          <ac:chgData name="Jenny Díaz Ramírez" userId="df7d83af-54c1-43f9-a4ec-fea9744b3563" providerId="ADAL" clId="{8113EA62-437F-46D7-998D-61DA482C8603}" dt="2025-02-17T00:47:14.256" v="805"/>
          <ac:spMkLst>
            <pc:docMk/>
            <pc:sldMk cId="4028658835" sldId="268"/>
            <ac:spMk id="19" creationId="{68E83A83-E2CF-34C4-6150-86963156174E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25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28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29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34" creationId="{00000000-0000-0000-0000-000000000000}"/>
          </ac:spMkLst>
        </pc:spChg>
        <pc:spChg chg="add mod ord">
          <ac:chgData name="Jenny Díaz Ramírez" userId="df7d83af-54c1-43f9-a4ec-fea9744b3563" providerId="ADAL" clId="{8113EA62-437F-46D7-998D-61DA482C8603}" dt="2025-02-17T00:48:58.492" v="827" actId="14100"/>
          <ac:spMkLst>
            <pc:docMk/>
            <pc:sldMk cId="4028658835" sldId="268"/>
            <ac:spMk id="35" creationId="{129C70EA-3F59-5150-2DA9-FE71A3CFB6DA}"/>
          </ac:spMkLst>
        </pc:spChg>
        <pc:spChg chg="del mod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37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39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40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42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7T00:47:44.841" v="811" actId="478"/>
          <ac:spMkLst>
            <pc:docMk/>
            <pc:sldMk cId="4028658835" sldId="268"/>
            <ac:spMk id="4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47" creationId="{201E468B-A6E7-CE6B-D355-DD89A7B55975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50" creationId="{2EC6E348-0F7A-53C9-96A1-C08FBBFE5DB0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51" creationId="{AFC830D1-DC3F-9C63-CC6E-B586B55B569A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52" creationId="{0341EA3A-4287-E820-5B2B-1AADE9C8D1B6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67" creationId="{3C45211F-93E7-09E4-D73A-3033B6C84EBB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68" creationId="{7C1CF39E-EB1A-06BF-450C-58658361356E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69" creationId="{B162F463-AD3B-05EF-E3D1-F80B8ADF59C0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70" creationId="{6B8B75F5-E487-4D10-915F-7E07FCECEB1E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71" creationId="{275B8C02-4226-1C9B-7B1F-02880AAC9F64}"/>
          </ac:spMkLst>
        </pc:spChg>
        <pc:spChg chg="mod">
          <ac:chgData name="Jenny Díaz Ramírez" userId="df7d83af-54c1-43f9-a4ec-fea9744b3563" providerId="ADAL" clId="{8113EA62-437F-46D7-998D-61DA482C8603}" dt="2025-02-17T00:48:03.965" v="814"/>
          <ac:spMkLst>
            <pc:docMk/>
            <pc:sldMk cId="4028658835" sldId="268"/>
            <ac:spMk id="74" creationId="{86A1CACF-5EC0-D6B3-C168-D8151E9C0318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76" creationId="{5CDCE66E-6D34-8941-7ABD-972EE8DE93BD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78" creationId="{C27E2A46-86E3-D497-C245-8539EBC55AD2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80" creationId="{900E3E53-852F-B67B-0AF1-7BF21DD0561C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81" creationId="{57D2FB61-F0A8-6C5D-C473-09A6ADB57EB9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85" creationId="{A1062FD8-1A12-E8C4-4554-C0651C3C0267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96" creationId="{CD52EE29-2D43-FD56-A240-FE1022103182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98" creationId="{72C6019C-838E-325A-BA12-B8252D1DB7B1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99" creationId="{D96FB707-D722-2011-EEED-F5FED22FABA8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101" creationId="{ACF01816-DA4B-6724-AAD7-B8E80EA92C0F}"/>
          </ac:spMkLst>
        </pc:spChg>
        <pc:spChg chg="mod">
          <ac:chgData name="Jenny Díaz Ramírez" userId="df7d83af-54c1-43f9-a4ec-fea9744b3563" providerId="ADAL" clId="{8113EA62-437F-46D7-998D-61DA482C8603}" dt="2025-02-17T00:48:14.005" v="817"/>
          <ac:spMkLst>
            <pc:docMk/>
            <pc:sldMk cId="4028658835" sldId="268"/>
            <ac:spMk id="102" creationId="{16B3B773-2889-51C5-716D-9F39332360C7}"/>
          </ac:spMkLst>
        </pc:spChg>
        <pc:spChg chg="add mod">
          <ac:chgData name="Jenny Díaz Ramírez" userId="df7d83af-54c1-43f9-a4ec-fea9744b3563" providerId="ADAL" clId="{8113EA62-437F-46D7-998D-61DA482C8603}" dt="2025-02-17T00:59:19.422" v="937"/>
          <ac:spMkLst>
            <pc:docMk/>
            <pc:sldMk cId="4028658835" sldId="268"/>
            <ac:spMk id="104" creationId="{CFE468E3-74FB-F72D-4373-7655C17C0F83}"/>
          </ac:spMkLst>
        </pc:spChg>
        <pc:picChg chg="del">
          <ac:chgData name="Jenny Díaz Ramírez" userId="df7d83af-54c1-43f9-a4ec-fea9744b3563" providerId="ADAL" clId="{8113EA62-437F-46D7-998D-61DA482C8603}" dt="2025-02-17T00:47:39.381" v="810" actId="478"/>
          <ac:picMkLst>
            <pc:docMk/>
            <pc:sldMk cId="4028658835" sldId="268"/>
            <ac:picMk id="4" creationId="{00000000-0000-0000-0000-000000000000}"/>
          </ac:picMkLst>
        </pc:picChg>
        <pc:picChg chg="add del mod">
          <ac:chgData name="Jenny Díaz Ramírez" userId="df7d83af-54c1-43f9-a4ec-fea9744b3563" providerId="ADAL" clId="{8113EA62-437F-46D7-998D-61DA482C8603}" dt="2025-02-17T00:48:07.087" v="816" actId="478"/>
          <ac:picMkLst>
            <pc:docMk/>
            <pc:sldMk cId="4028658835" sldId="268"/>
            <ac:picMk id="45" creationId="{048BF70F-4F4A-EF2B-ADE2-2509F713A439}"/>
          </ac:picMkLst>
        </pc:picChg>
        <pc:cxnChg chg="add del mod">
          <ac:chgData name="Jenny Díaz Ramírez" userId="df7d83af-54c1-43f9-a4ec-fea9744b3563" providerId="ADAL" clId="{8113EA62-437F-46D7-998D-61DA482C8603}" dt="2025-02-18T18:03:30.463" v="1488" actId="478"/>
          <ac:cxnSpMkLst>
            <pc:docMk/>
            <pc:sldMk cId="4028658835" sldId="268"/>
            <ac:cxnSpMk id="4" creationId="{AC66B271-0046-B05A-B2E1-85F0E42F2C0D}"/>
          </ac:cxnSpMkLst>
        </pc:cxnChg>
        <pc:cxnChg chg="add mod">
          <ac:chgData name="Jenny Díaz Ramírez" userId="df7d83af-54c1-43f9-a4ec-fea9744b3563" providerId="ADAL" clId="{8113EA62-437F-46D7-998D-61DA482C8603}" dt="2025-02-17T00:47:14.256" v="805"/>
          <ac:cxnSpMkLst>
            <pc:docMk/>
            <pc:sldMk cId="4028658835" sldId="268"/>
            <ac:cxnSpMk id="17" creationId="{0E366F87-3E13-872E-1497-1B7D254802A2}"/>
          </ac:cxnSpMkLst>
        </pc:cxnChg>
        <pc:cxnChg chg="add mod">
          <ac:chgData name="Jenny Díaz Ramírez" userId="df7d83af-54c1-43f9-a4ec-fea9744b3563" providerId="ADAL" clId="{8113EA62-437F-46D7-998D-61DA482C8603}" dt="2025-02-17T00:47:14.256" v="805"/>
          <ac:cxnSpMkLst>
            <pc:docMk/>
            <pc:sldMk cId="4028658835" sldId="268"/>
            <ac:cxnSpMk id="21" creationId="{D749B760-9520-6368-BF10-1BCA6C543321}"/>
          </ac:cxnSpMkLst>
        </pc:cxnChg>
        <pc:cxnChg chg="add mod ord">
          <ac:chgData name="Jenny Díaz Ramírez" userId="df7d83af-54c1-43f9-a4ec-fea9744b3563" providerId="ADAL" clId="{8113EA62-437F-46D7-998D-61DA482C8603}" dt="2025-02-17T00:48:48.990" v="826" actId="170"/>
          <ac:cxnSpMkLst>
            <pc:docMk/>
            <pc:sldMk cId="4028658835" sldId="268"/>
            <ac:cxnSpMk id="32" creationId="{97BEFC41-ED28-26CC-A976-63319AAA567B}"/>
          </ac:cxnSpMkLst>
        </pc:cxnChg>
        <pc:cxnChg chg="add mod ord">
          <ac:chgData name="Jenny Díaz Ramírez" userId="df7d83af-54c1-43f9-a4ec-fea9744b3563" providerId="ADAL" clId="{8113EA62-437F-46D7-998D-61DA482C8603}" dt="2025-02-17T00:48:48.990" v="826" actId="170"/>
          <ac:cxnSpMkLst>
            <pc:docMk/>
            <pc:sldMk cId="4028658835" sldId="268"/>
            <ac:cxnSpMk id="36" creationId="{AA49541B-8D93-FFD6-7F82-40FA5005CAF3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3:35.753" v="1490" actId="478"/>
        <pc:sldMkLst>
          <pc:docMk/>
          <pc:sldMk cId="3102934409" sldId="269"/>
        </pc:sldMkLst>
        <pc:spChg chg="mod">
          <ac:chgData name="Jenny Díaz Ramírez" userId="df7d83af-54c1-43f9-a4ec-fea9744b3563" providerId="ADAL" clId="{8113EA62-437F-46D7-998D-61DA482C8603}" dt="2025-02-18T17:59:32.220" v="1430" actId="1036"/>
          <ac:spMkLst>
            <pc:docMk/>
            <pc:sldMk cId="3102934409" sldId="269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1:42.515" v="879" actId="207"/>
          <ac:spMkLst>
            <pc:docMk/>
            <pc:sldMk cId="3102934409" sldId="269"/>
            <ac:spMk id="4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9:29.367" v="939"/>
          <ac:spMkLst>
            <pc:docMk/>
            <pc:sldMk cId="3102934409" sldId="269"/>
            <ac:spMk id="6" creationId="{8E93F5BE-2EB9-ADF6-D8D0-3707AFC4986C}"/>
          </ac:spMkLst>
        </pc:spChg>
        <pc:cxnChg chg="add mod">
          <ac:chgData name="Jenny Díaz Ramírez" userId="df7d83af-54c1-43f9-a4ec-fea9744b3563" providerId="ADAL" clId="{8113EA62-437F-46D7-998D-61DA482C8603}" dt="2025-02-17T00:18:34.664" v="252"/>
          <ac:cxnSpMkLst>
            <pc:docMk/>
            <pc:sldMk cId="3102934409" sldId="269"/>
            <ac:cxnSpMk id="5" creationId="{929BB1FD-81BB-0472-FF0D-35FF4F844532}"/>
          </ac:cxnSpMkLst>
        </pc:cxnChg>
        <pc:cxnChg chg="add del mod">
          <ac:chgData name="Jenny Díaz Ramírez" userId="df7d83af-54c1-43f9-a4ec-fea9744b3563" providerId="ADAL" clId="{8113EA62-437F-46D7-998D-61DA482C8603}" dt="2025-02-18T18:03:35.753" v="1490" actId="478"/>
          <ac:cxnSpMkLst>
            <pc:docMk/>
            <pc:sldMk cId="3102934409" sldId="269"/>
            <ac:cxnSpMk id="5" creationId="{B1D4EC1C-8162-C27D-F156-FDAAC2191DE7}"/>
          </ac:cxnSpMkLst>
        </pc:cxnChg>
      </pc:sldChg>
      <pc:sldChg chg="addSp delSp modSp add mod">
        <pc:chgData name="Jenny Díaz Ramírez" userId="df7d83af-54c1-43f9-a4ec-fea9744b3563" providerId="ADAL" clId="{8113EA62-437F-46D7-998D-61DA482C8603}" dt="2025-02-18T18:03:49.421" v="1492" actId="1076"/>
        <pc:sldMkLst>
          <pc:docMk/>
          <pc:sldMk cId="2446812252" sldId="270"/>
        </pc:sldMkLst>
        <pc:spChg chg="mod">
          <ac:chgData name="Jenny Díaz Ramírez" userId="df7d83af-54c1-43f9-a4ec-fea9744b3563" providerId="ADAL" clId="{8113EA62-437F-46D7-998D-61DA482C8603}" dt="2025-02-18T17:59:22.391" v="1424" actId="1038"/>
          <ac:spMkLst>
            <pc:docMk/>
            <pc:sldMk cId="2446812252" sldId="270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1:59.340" v="883" actId="207"/>
          <ac:spMkLst>
            <pc:docMk/>
            <pc:sldMk cId="2446812252" sldId="270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2:17.174" v="884" actId="207"/>
          <ac:spMkLst>
            <pc:docMk/>
            <pc:sldMk cId="2446812252" sldId="270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3:49.421" v="1492" actId="1076"/>
          <ac:spMkLst>
            <pc:docMk/>
            <pc:sldMk cId="2446812252" sldId="270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8:03:49.421" v="1492" actId="1076"/>
          <ac:spMkLst>
            <pc:docMk/>
            <pc:sldMk cId="2446812252" sldId="270"/>
            <ac:spMk id="12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7T00:59:33.231" v="940"/>
          <ac:spMkLst>
            <pc:docMk/>
            <pc:sldMk cId="2446812252" sldId="270"/>
            <ac:spMk id="16" creationId="{9D9A85A2-C152-F728-3065-3AF00792C1C2}"/>
          </ac:spMkLst>
        </pc:spChg>
        <pc:graphicFrameChg chg="modGraphic">
          <ac:chgData name="Jenny Díaz Ramírez" userId="df7d83af-54c1-43f9-a4ec-fea9744b3563" providerId="ADAL" clId="{8113EA62-437F-46D7-998D-61DA482C8603}" dt="2025-02-17T00:52:24.882" v="885" actId="207"/>
          <ac:graphicFrameMkLst>
            <pc:docMk/>
            <pc:sldMk cId="2446812252" sldId="270"/>
            <ac:graphicFrameMk id="5" creationId="{00000000-0000-0000-0000-000000000000}"/>
          </ac:graphicFrameMkLst>
        </pc:graphicFrameChg>
        <pc:picChg chg="mod">
          <ac:chgData name="Jenny Díaz Ramírez" userId="df7d83af-54c1-43f9-a4ec-fea9744b3563" providerId="ADAL" clId="{8113EA62-437F-46D7-998D-61DA482C8603}" dt="2025-02-18T18:03:49.421" v="1492" actId="1076"/>
          <ac:picMkLst>
            <pc:docMk/>
            <pc:sldMk cId="2446812252" sldId="270"/>
            <ac:picMk id="24" creationId="{00000000-0000-0000-0000-000000000000}"/>
          </ac:picMkLst>
        </pc:picChg>
        <pc:cxnChg chg="add del mod">
          <ac:chgData name="Jenny Díaz Ramírez" userId="df7d83af-54c1-43f9-a4ec-fea9744b3563" providerId="ADAL" clId="{8113EA62-437F-46D7-998D-61DA482C8603}" dt="2025-02-18T18:03:38.614" v="1491" actId="478"/>
          <ac:cxnSpMkLst>
            <pc:docMk/>
            <pc:sldMk cId="2446812252" sldId="270"/>
            <ac:cxnSpMk id="19" creationId="{5DC683D1-31A2-B7FC-5567-976A67C30656}"/>
          </ac:cxnSpMkLst>
        </pc:cxnChg>
      </pc:sldChg>
      <pc:sldChg chg="addSp delSp modSp add del mod">
        <pc:chgData name="Jenny Díaz Ramírez" userId="df7d83af-54c1-43f9-a4ec-fea9744b3563" providerId="ADAL" clId="{8113EA62-437F-46D7-998D-61DA482C8603}" dt="2025-02-18T17:43:08.938" v="1232" actId="47"/>
        <pc:sldMkLst>
          <pc:docMk/>
          <pc:sldMk cId="0" sldId="278"/>
        </pc:sldMkLst>
        <pc:spChg chg="mod">
          <ac:chgData name="Jenny Díaz Ramírez" userId="df7d83af-54c1-43f9-a4ec-fea9744b3563" providerId="ADAL" clId="{8113EA62-437F-46D7-998D-61DA482C8603}" dt="2025-02-18T17:42:59.589" v="1231" actId="20577"/>
          <ac:spMkLst>
            <pc:docMk/>
            <pc:sldMk cId="0" sldId="278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1:01:02.517" v="942" actId="14100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7T01:01:08.135" v="943" actId="478"/>
          <ac:spMkLst>
            <pc:docMk/>
            <pc:sldMk cId="0" sldId="278"/>
            <ac:spMk id="4" creationId="{00000000-0000-0000-0000-000000000000}"/>
          </ac:spMkLst>
        </pc:spChg>
        <pc:cxnChg chg="add mod">
          <ac:chgData name="Jenny Díaz Ramírez" userId="df7d83af-54c1-43f9-a4ec-fea9744b3563" providerId="ADAL" clId="{8113EA62-437F-46D7-998D-61DA482C8603}" dt="2025-02-17T00:18:42.775" v="253"/>
          <ac:cxnSpMkLst>
            <pc:docMk/>
            <pc:sldMk cId="0" sldId="278"/>
            <ac:cxnSpMk id="6" creationId="{6CFD4C37-1CC9-BC0C-F285-700999D2EBF3}"/>
          </ac:cxnSpMkLst>
        </pc:cxnChg>
      </pc:sldChg>
      <pc:sldChg chg="modSp add del mod">
        <pc:chgData name="Jenny Díaz Ramírez" userId="df7d83af-54c1-43f9-a4ec-fea9744b3563" providerId="ADAL" clId="{8113EA62-437F-46D7-998D-61DA482C8603}" dt="2025-02-18T17:43:10.253" v="1233" actId="47"/>
        <pc:sldMkLst>
          <pc:docMk/>
          <pc:sldMk cId="0" sldId="279"/>
        </pc:sldMkLst>
        <pc:spChg chg="mod">
          <ac:chgData name="Jenny Díaz Ramírez" userId="df7d83af-54c1-43f9-a4ec-fea9744b3563" providerId="ADAL" clId="{8113EA62-437F-46D7-998D-61DA482C8603}" dt="2025-02-17T00:53:53.694" v="890" actId="14100"/>
          <ac:spMkLst>
            <pc:docMk/>
            <pc:sldMk cId="0" sldId="279"/>
            <ac:spMk id="3" creationId="{00000000-0000-0000-0000-000000000000}"/>
          </ac:spMkLst>
        </pc:spChg>
      </pc:sldChg>
      <pc:sldChg chg="modSp add del">
        <pc:chgData name="Jenny Díaz Ramírez" userId="df7d83af-54c1-43f9-a4ec-fea9744b3563" providerId="ADAL" clId="{8113EA62-437F-46D7-998D-61DA482C8603}" dt="2025-02-18T17:43:12.180" v="1234" actId="47"/>
        <pc:sldMkLst>
          <pc:docMk/>
          <pc:sldMk cId="0" sldId="280"/>
        </pc:sldMkLst>
      </pc:sldChg>
      <pc:sldChg chg="delSp modSp add del mod">
        <pc:chgData name="Jenny Díaz Ramírez" userId="df7d83af-54c1-43f9-a4ec-fea9744b3563" providerId="ADAL" clId="{8113EA62-437F-46D7-998D-61DA482C8603}" dt="2025-02-18T17:43:16.471" v="1236" actId="47"/>
        <pc:sldMkLst>
          <pc:docMk/>
          <pc:sldMk cId="0" sldId="281"/>
        </pc:sldMkLst>
        <pc:spChg chg="del mod">
          <ac:chgData name="Jenny Díaz Ramírez" userId="df7d83af-54c1-43f9-a4ec-fea9744b3563" providerId="ADAL" clId="{8113EA62-437F-46D7-998D-61DA482C8603}" dt="2025-02-17T00:55:35.708" v="914" actId="478"/>
          <ac:spMkLst>
            <pc:docMk/>
            <pc:sldMk cId="0" sldId="281"/>
            <ac:spMk id="3" creationId="{00000000-0000-0000-0000-000000000000}"/>
          </ac:spMkLst>
        </pc:spChg>
        <pc:graphicFrameChg chg="mod">
          <ac:chgData name="Jenny Díaz Ramírez" userId="df7d83af-54c1-43f9-a4ec-fea9744b3563" providerId="ADAL" clId="{8113EA62-437F-46D7-998D-61DA482C8603}" dt="2025-02-17T00:55:22.110" v="909" actId="14100"/>
          <ac:graphicFrameMkLst>
            <pc:docMk/>
            <pc:sldMk cId="0" sldId="281"/>
            <ac:graphicFrameMk id="5" creationId="{00000000-0000-0000-0000-000000000000}"/>
          </ac:graphicFrameMkLst>
        </pc:graphicFrameChg>
      </pc:sldChg>
      <pc:sldChg chg="addSp delSp modSp add mod chgLayout">
        <pc:chgData name="Jenny Díaz Ramírez" userId="df7d83af-54c1-43f9-a4ec-fea9744b3563" providerId="ADAL" clId="{8113EA62-437F-46D7-998D-61DA482C8603}" dt="2025-02-18T17:45:42.816" v="1280" actId="20577"/>
        <pc:sldMkLst>
          <pc:docMk/>
          <pc:sldMk cId="0" sldId="282"/>
        </pc:sldMkLst>
        <pc:spChg chg="del mod ord">
          <ac:chgData name="Jenny Díaz Ramírez" userId="df7d83af-54c1-43f9-a4ec-fea9744b3563" providerId="ADAL" clId="{8113EA62-437F-46D7-998D-61DA482C8603}" dt="2025-02-18T17:44:45.309" v="1258" actId="478"/>
          <ac:spMkLst>
            <pc:docMk/>
            <pc:sldMk cId="0" sldId="282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8113EA62-437F-46D7-998D-61DA482C8603}" dt="2025-02-18T17:44:43.204" v="1257" actId="478"/>
          <ac:spMkLst>
            <pc:docMk/>
            <pc:sldMk cId="0" sldId="282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7:08.388" v="920" actId="207"/>
          <ac:spMkLst>
            <pc:docMk/>
            <pc:sldMk cId="0" sldId="282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7:08.388" v="920" actId="207"/>
          <ac:spMkLst>
            <pc:docMk/>
            <pc:sldMk cId="0" sldId="282"/>
            <ac:spMk id="6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7T00:56:12.537" v="916" actId="478"/>
          <ac:spMkLst>
            <pc:docMk/>
            <pc:sldMk cId="0" sldId="282"/>
            <ac:spMk id="7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8T17:45:42.816" v="1280" actId="20577"/>
          <ac:spMkLst>
            <pc:docMk/>
            <pc:sldMk cId="0" sldId="282"/>
            <ac:spMk id="7" creationId="{F031587B-312D-8BE8-4DB4-D8F44B1B7BC1}"/>
          </ac:spMkLst>
        </pc:spChg>
        <pc:spChg chg="del mod">
          <ac:chgData name="Jenny Díaz Ramírez" userId="df7d83af-54c1-43f9-a4ec-fea9744b3563" providerId="ADAL" clId="{8113EA62-437F-46D7-998D-61DA482C8603}" dt="2025-02-17T00:57:10.730" v="921" actId="478"/>
          <ac:spMkLst>
            <pc:docMk/>
            <pc:sldMk cId="0" sldId="282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8113EA62-437F-46D7-998D-61DA482C8603}" dt="2025-02-18T17:44:40.549" v="1256"/>
          <ac:spMkLst>
            <pc:docMk/>
            <pc:sldMk cId="0" sldId="282"/>
            <ac:spMk id="8" creationId="{5EF7079E-936E-962A-32F7-F7028C9F7877}"/>
          </ac:spMkLst>
        </pc:spChg>
        <pc:spChg chg="add del mod">
          <ac:chgData name="Jenny Díaz Ramírez" userId="df7d83af-54c1-43f9-a4ec-fea9744b3563" providerId="ADAL" clId="{8113EA62-437F-46D7-998D-61DA482C8603}" dt="2025-02-18T17:44:51.573" v="1261" actId="478"/>
          <ac:spMkLst>
            <pc:docMk/>
            <pc:sldMk cId="0" sldId="282"/>
            <ac:spMk id="10" creationId="{DF08221A-F15D-B929-9AF1-CD30FC90E950}"/>
          </ac:spMkLst>
        </pc:spChg>
        <pc:graphicFrameChg chg="mod modGraphic">
          <ac:chgData name="Jenny Díaz Ramírez" userId="df7d83af-54c1-43f9-a4ec-fea9744b3563" providerId="ADAL" clId="{8113EA62-437F-46D7-998D-61DA482C8603}" dt="2025-02-18T17:44:59.308" v="1262" actId="207"/>
          <ac:graphicFrameMkLst>
            <pc:docMk/>
            <pc:sldMk cId="0" sldId="282"/>
            <ac:graphicFrameMk id="4" creationId="{00000000-0000-0000-0000-000000000000}"/>
          </ac:graphicFrameMkLst>
        </pc:graphicFrameChg>
      </pc:sldChg>
      <pc:sldChg chg="delSp modSp add mod chgLayout modNotes">
        <pc:chgData name="Jenny Díaz Ramírez" userId="df7d83af-54c1-43f9-a4ec-fea9744b3563" providerId="ADAL" clId="{8113EA62-437F-46D7-998D-61DA482C8603}" dt="2025-02-18T17:45:48.521" v="1290" actId="20577"/>
        <pc:sldMkLst>
          <pc:docMk/>
          <pc:sldMk cId="0" sldId="283"/>
        </pc:sldMkLst>
        <pc:spChg chg="mod ord">
          <ac:chgData name="Jenny Díaz Ramírez" userId="df7d83af-54c1-43f9-a4ec-fea9744b3563" providerId="ADAL" clId="{8113EA62-437F-46D7-998D-61DA482C8603}" dt="2025-02-18T17:45:48.521" v="1290" actId="20577"/>
          <ac:spMkLst>
            <pc:docMk/>
            <pc:sldMk cId="0" sldId="283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44:19.581" v="1253" actId="14100"/>
          <ac:spMkLst>
            <pc:docMk/>
            <pc:sldMk cId="0" sldId="283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45:28.249" v="1270" actId="1076"/>
          <ac:spMkLst>
            <pc:docMk/>
            <pc:sldMk cId="0" sldId="283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7:00.978" v="919" actId="207"/>
          <ac:spMkLst>
            <pc:docMk/>
            <pc:sldMk cId="0" sldId="283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7T00:57:00.978" v="919" actId="207"/>
          <ac:spMkLst>
            <pc:docMk/>
            <pc:sldMk cId="0" sldId="283"/>
            <ac:spMk id="7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7T01:01:43.656" v="945" actId="478"/>
          <ac:spMkLst>
            <pc:docMk/>
            <pc:sldMk cId="0" sldId="283"/>
            <ac:spMk id="8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43:28.316" v="1238" actId="700"/>
          <ac:spMkLst>
            <pc:docMk/>
            <pc:sldMk cId="0" sldId="283"/>
            <ac:spMk id="9" creationId="{00000000-0000-0000-0000-000000000000}"/>
          </ac:spMkLst>
        </pc:spChg>
        <pc:graphicFrameChg chg="mod modGraphic">
          <ac:chgData name="Jenny Díaz Ramírez" userId="df7d83af-54c1-43f9-a4ec-fea9744b3563" providerId="ADAL" clId="{8113EA62-437F-46D7-998D-61DA482C8603}" dt="2025-02-18T17:45:23.780" v="1269" actId="403"/>
          <ac:graphicFrameMkLst>
            <pc:docMk/>
            <pc:sldMk cId="0" sldId="283"/>
            <ac:graphicFrameMk id="4" creationId="{00000000-0000-0000-0000-000000000000}"/>
          </ac:graphicFrameMkLst>
        </pc:graphicFrameChg>
      </pc:sldChg>
      <pc:sldChg chg="delSp modSp add del mod">
        <pc:chgData name="Jenny Díaz Ramírez" userId="df7d83af-54c1-43f9-a4ec-fea9744b3563" providerId="ADAL" clId="{8113EA62-437F-46D7-998D-61DA482C8603}" dt="2025-02-18T17:43:13.911" v="1235" actId="47"/>
        <pc:sldMkLst>
          <pc:docMk/>
          <pc:sldMk cId="0" sldId="288"/>
        </pc:sldMkLst>
        <pc:spChg chg="del mod">
          <ac:chgData name="Jenny Díaz Ramírez" userId="df7d83af-54c1-43f9-a4ec-fea9744b3563" providerId="ADAL" clId="{8113EA62-437F-46D7-998D-61DA482C8603}" dt="2025-02-17T01:01:23.726" v="944" actId="478"/>
          <ac:spMkLst>
            <pc:docMk/>
            <pc:sldMk cId="0" sldId="288"/>
            <ac:spMk id="3" creationId="{00000000-0000-0000-0000-000000000000}"/>
          </ac:spMkLst>
        </pc:spChg>
      </pc:sldChg>
      <pc:sldChg chg="modSp add del">
        <pc:chgData name="Jenny Díaz Ramírez" userId="df7d83af-54c1-43f9-a4ec-fea9744b3563" providerId="ADAL" clId="{8113EA62-437F-46D7-998D-61DA482C8603}" dt="2025-02-18T17:43:17.865" v="1237" actId="47"/>
        <pc:sldMkLst>
          <pc:docMk/>
          <pc:sldMk cId="2401455805" sldId="289"/>
        </pc:sldMkLst>
      </pc:sldChg>
      <pc:sldChg chg="del">
        <pc:chgData name="Jenny Díaz Ramírez" userId="df7d83af-54c1-43f9-a4ec-fea9744b3563" providerId="ADAL" clId="{8113EA62-437F-46D7-998D-61DA482C8603}" dt="2025-02-17T01:02:07.709" v="946" actId="47"/>
        <pc:sldMkLst>
          <pc:docMk/>
          <pc:sldMk cId="1507004057" sldId="318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2991445481" sldId="319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1792991897" sldId="320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4099253287" sldId="321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3829381081" sldId="322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2181993696" sldId="324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1425488708" sldId="325"/>
        </pc:sldMkLst>
      </pc:sldChg>
      <pc:sldChg chg="del">
        <pc:chgData name="Jenny Díaz Ramírez" userId="df7d83af-54c1-43f9-a4ec-fea9744b3563" providerId="ADAL" clId="{8113EA62-437F-46D7-998D-61DA482C8603}" dt="2025-02-17T01:02:07.709" v="946" actId="47"/>
        <pc:sldMkLst>
          <pc:docMk/>
          <pc:sldMk cId="361000383" sldId="326"/>
        </pc:sldMkLst>
      </pc:sldChg>
      <pc:sldChg chg="del">
        <pc:chgData name="Jenny Díaz Ramírez" userId="df7d83af-54c1-43f9-a4ec-fea9744b3563" providerId="ADAL" clId="{8113EA62-437F-46D7-998D-61DA482C8603}" dt="2025-02-17T01:02:07.709" v="946" actId="47"/>
        <pc:sldMkLst>
          <pc:docMk/>
          <pc:sldMk cId="1078517728" sldId="327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214513282" sldId="334"/>
        </pc:sldMkLst>
      </pc:sldChg>
      <pc:sldChg chg="addSp modSp mod">
        <pc:chgData name="Jenny Díaz Ramírez" userId="df7d83af-54c1-43f9-a4ec-fea9744b3563" providerId="ADAL" clId="{8113EA62-437F-46D7-998D-61DA482C8603}" dt="2025-02-17T00:00:55.885" v="15" actId="1076"/>
        <pc:sldMkLst>
          <pc:docMk/>
          <pc:sldMk cId="529042108" sldId="346"/>
        </pc:sldMkLst>
        <pc:spChg chg="add mod ord">
          <ac:chgData name="Jenny Díaz Ramírez" userId="df7d83af-54c1-43f9-a4ec-fea9744b3563" providerId="ADAL" clId="{8113EA62-437F-46D7-998D-61DA482C8603}" dt="2025-02-17T00:00:55.885" v="15" actId="1076"/>
          <ac:spMkLst>
            <pc:docMk/>
            <pc:sldMk cId="529042108" sldId="346"/>
            <ac:spMk id="7" creationId="{91CD45E0-DD8F-23A5-0873-9EDBC1D9867E}"/>
          </ac:spMkLst>
        </pc:spChg>
      </pc:sldChg>
      <pc:sldChg chg="addSp modSp">
        <pc:chgData name="Jenny Díaz Ramírez" userId="df7d83af-54c1-43f9-a4ec-fea9744b3563" providerId="ADAL" clId="{8113EA62-437F-46D7-998D-61DA482C8603}" dt="2025-02-17T00:58:16.440" v="924"/>
        <pc:sldMkLst>
          <pc:docMk/>
          <pc:sldMk cId="2960950710" sldId="350"/>
        </pc:sldMkLst>
        <pc:spChg chg="add mod">
          <ac:chgData name="Jenny Díaz Ramírez" userId="df7d83af-54c1-43f9-a4ec-fea9744b3563" providerId="ADAL" clId="{8113EA62-437F-46D7-998D-61DA482C8603}" dt="2025-02-17T00:58:16.440" v="924"/>
          <ac:spMkLst>
            <pc:docMk/>
            <pc:sldMk cId="2960950710" sldId="350"/>
            <ac:spMk id="4" creationId="{8AC6FE46-170E-0F6C-06F0-D7F69117A30F}"/>
          </ac:spMkLst>
        </pc:spChg>
      </pc:sldChg>
      <pc:sldChg chg="addSp delSp modSp add mod">
        <pc:chgData name="Jenny Díaz Ramírez" userId="df7d83af-54c1-43f9-a4ec-fea9744b3563" providerId="ADAL" clId="{8113EA62-437F-46D7-998D-61DA482C8603}" dt="2025-02-18T18:02:49.548" v="1476" actId="14100"/>
        <pc:sldMkLst>
          <pc:docMk/>
          <pc:sldMk cId="2974267398" sldId="351"/>
        </pc:sldMkLst>
        <pc:spChg chg="del">
          <ac:chgData name="Jenny Díaz Ramírez" userId="df7d83af-54c1-43f9-a4ec-fea9744b3563" providerId="ADAL" clId="{8113EA62-437F-46D7-998D-61DA482C8603}" dt="2025-02-18T18:02:19.349" v="1468" actId="478"/>
          <ac:spMkLst>
            <pc:docMk/>
            <pc:sldMk cId="2974267398" sldId="351"/>
            <ac:spMk id="2" creationId="{5D46E3F7-8755-2973-402F-0A6EEA948894}"/>
          </ac:spMkLst>
        </pc:spChg>
        <pc:spChg chg="mod">
          <ac:chgData name="Jenny Díaz Ramírez" userId="df7d83af-54c1-43f9-a4ec-fea9744b3563" providerId="ADAL" clId="{8113EA62-437F-46D7-998D-61DA482C8603}" dt="2025-02-18T18:02:49.548" v="1476" actId="14100"/>
          <ac:spMkLst>
            <pc:docMk/>
            <pc:sldMk cId="2974267398" sldId="351"/>
            <ac:spMk id="3" creationId="{677C4E60-3043-3E0B-4CA7-2F1D06AAE4EA}"/>
          </ac:spMkLst>
        </pc:spChg>
        <pc:spChg chg="add mod">
          <ac:chgData name="Jenny Díaz Ramírez" userId="df7d83af-54c1-43f9-a4ec-fea9744b3563" providerId="ADAL" clId="{8113EA62-437F-46D7-998D-61DA482C8603}" dt="2025-02-18T18:02:15.726" v="1467"/>
          <ac:spMkLst>
            <pc:docMk/>
            <pc:sldMk cId="2974267398" sldId="351"/>
            <ac:spMk id="9" creationId="{0F19D803-2C7B-DD86-6576-CA81E74A6904}"/>
          </ac:spMkLst>
        </pc:spChg>
        <pc:spChg chg="add mod">
          <ac:chgData name="Jenny Díaz Ramírez" userId="df7d83af-54c1-43f9-a4ec-fea9744b3563" providerId="ADAL" clId="{8113EA62-437F-46D7-998D-61DA482C8603}" dt="2025-02-17T00:59:02.738" v="933"/>
          <ac:spMkLst>
            <pc:docMk/>
            <pc:sldMk cId="2974267398" sldId="351"/>
            <ac:spMk id="11" creationId="{945C02AC-F430-9143-B351-B825A7BE6D44}"/>
          </ac:spMkLst>
        </pc:spChg>
        <pc:spChg chg="add del mod">
          <ac:chgData name="Jenny Díaz Ramírez" userId="df7d83af-54c1-43f9-a4ec-fea9744b3563" providerId="ADAL" clId="{8113EA62-437F-46D7-998D-61DA482C8603}" dt="2025-02-18T18:02:46.308" v="1475" actId="478"/>
          <ac:spMkLst>
            <pc:docMk/>
            <pc:sldMk cId="2974267398" sldId="351"/>
            <ac:spMk id="13" creationId="{8C292BCF-5772-C589-93B4-2EF954C5E8C9}"/>
          </ac:spMkLst>
        </pc:spChg>
        <pc:spChg chg="del">
          <ac:chgData name="Jenny Díaz Ramírez" userId="df7d83af-54c1-43f9-a4ec-fea9744b3563" providerId="ADAL" clId="{8113EA62-437F-46D7-998D-61DA482C8603}" dt="2025-02-17T00:29:33.731" v="403" actId="478"/>
          <ac:spMkLst>
            <pc:docMk/>
            <pc:sldMk cId="2974267398" sldId="351"/>
            <ac:spMk id="126" creationId="{37A3B79C-3DFC-3652-7932-D5DDC51C5D7F}"/>
          </ac:spMkLst>
        </pc:spChg>
        <pc:graphicFrameChg chg="del">
          <ac:chgData name="Jenny Díaz Ramírez" userId="df7d83af-54c1-43f9-a4ec-fea9744b3563" providerId="ADAL" clId="{8113EA62-437F-46D7-998D-61DA482C8603}" dt="2025-02-17T00:29:29.988" v="402" actId="478"/>
          <ac:graphicFrameMkLst>
            <pc:docMk/>
            <pc:sldMk cId="2974267398" sldId="351"/>
            <ac:graphicFrameMk id="9" creationId="{1112BFF7-5ADB-23E3-5980-FDC253DABB4A}"/>
          </ac:graphicFrameMkLst>
        </pc:graphicFrameChg>
      </pc:sldChg>
      <pc:sldChg chg="add del">
        <pc:chgData name="Jenny Díaz Ramírez" userId="df7d83af-54c1-43f9-a4ec-fea9744b3563" providerId="ADAL" clId="{8113EA62-437F-46D7-998D-61DA482C8603}" dt="2025-02-17T00:34:51.197" v="578" actId="47"/>
        <pc:sldMkLst>
          <pc:docMk/>
          <pc:sldMk cId="4161167453" sldId="352"/>
        </pc:sldMkLst>
      </pc:sldChg>
      <pc:sldChg chg="modSp add del mod">
        <pc:chgData name="Jenny Díaz Ramírez" userId="df7d83af-54c1-43f9-a4ec-fea9744b3563" providerId="ADAL" clId="{8113EA62-437F-46D7-998D-61DA482C8603}" dt="2025-02-17T00:43:04.764" v="722" actId="47"/>
        <pc:sldMkLst>
          <pc:docMk/>
          <pc:sldMk cId="3568487252" sldId="353"/>
        </pc:sldMkLst>
        <pc:spChg chg="mod">
          <ac:chgData name="Jenny Díaz Ramírez" userId="df7d83af-54c1-43f9-a4ec-fea9744b3563" providerId="ADAL" clId="{8113EA62-437F-46D7-998D-61DA482C8603}" dt="2025-02-17T00:42:30.438" v="720" actId="21"/>
          <ac:spMkLst>
            <pc:docMk/>
            <pc:sldMk cId="3568487252" sldId="353"/>
            <ac:spMk id="3" creationId="{2B526625-61F5-858C-5CA4-542118D59D02}"/>
          </ac:spMkLst>
        </pc:spChg>
        <pc:spChg chg="mod">
          <ac:chgData name="Jenny Díaz Ramírez" userId="df7d83af-54c1-43f9-a4ec-fea9744b3563" providerId="ADAL" clId="{8113EA62-437F-46D7-998D-61DA482C8603}" dt="2025-02-17T00:41:20.421" v="718" actId="207"/>
          <ac:spMkLst>
            <pc:docMk/>
            <pc:sldMk cId="3568487252" sldId="353"/>
            <ac:spMk id="7" creationId="{0E583481-E420-A7D2-B7AA-4DB1D29FEE44}"/>
          </ac:spMkLst>
        </pc:spChg>
      </pc:sldChg>
      <pc:sldChg chg="addSp delSp modSp add mod">
        <pc:chgData name="Jenny Díaz Ramírez" userId="df7d83af-54c1-43f9-a4ec-fea9744b3563" providerId="ADAL" clId="{8113EA62-437F-46D7-998D-61DA482C8603}" dt="2025-02-18T18:03:27.975" v="1487" actId="478"/>
        <pc:sldMkLst>
          <pc:docMk/>
          <pc:sldMk cId="2507793302" sldId="354"/>
        </pc:sldMkLst>
        <pc:spChg chg="mod">
          <ac:chgData name="Jenny Díaz Ramírez" userId="df7d83af-54c1-43f9-a4ec-fea9744b3563" providerId="ADAL" clId="{8113EA62-437F-46D7-998D-61DA482C8603}" dt="2025-02-18T17:59:58.129" v="1438" actId="1076"/>
          <ac:spMkLst>
            <pc:docMk/>
            <pc:sldMk cId="2507793302" sldId="354"/>
            <ac:spMk id="2" creationId="{4CA538E2-595E-71A2-86CD-07FDDC6CD00A}"/>
          </ac:spMkLst>
        </pc:spChg>
        <pc:spChg chg="mod">
          <ac:chgData name="Jenny Díaz Ramírez" userId="df7d83af-54c1-43f9-a4ec-fea9744b3563" providerId="ADAL" clId="{8113EA62-437F-46D7-998D-61DA482C8603}" dt="2025-02-17T00:42:43.183" v="721"/>
          <ac:spMkLst>
            <pc:docMk/>
            <pc:sldMk cId="2507793302" sldId="354"/>
            <ac:spMk id="3" creationId="{05611429-5198-D1C3-991E-9088EC9CACBC}"/>
          </ac:spMkLst>
        </pc:spChg>
        <pc:spChg chg="add mod">
          <ac:chgData name="Jenny Díaz Ramírez" userId="df7d83af-54c1-43f9-a4ec-fea9744b3563" providerId="ADAL" clId="{8113EA62-437F-46D7-998D-61DA482C8603}" dt="2025-02-17T00:59:15.865" v="936"/>
          <ac:spMkLst>
            <pc:docMk/>
            <pc:sldMk cId="2507793302" sldId="354"/>
            <ac:spMk id="11" creationId="{9D849D59-8C06-26BA-C03B-7B923E3CCB0E}"/>
          </ac:spMkLst>
        </pc:spChg>
        <pc:cxnChg chg="add del mod">
          <ac:chgData name="Jenny Díaz Ramírez" userId="df7d83af-54c1-43f9-a4ec-fea9744b3563" providerId="ADAL" clId="{8113EA62-437F-46D7-998D-61DA482C8603}" dt="2025-02-18T18:03:27.975" v="1487" actId="478"/>
          <ac:cxnSpMkLst>
            <pc:docMk/>
            <pc:sldMk cId="2507793302" sldId="354"/>
            <ac:cxnSpMk id="13" creationId="{0272D00E-A920-A9A0-82DB-6391678487FD}"/>
          </ac:cxnSpMkLst>
        </pc:cxnChg>
      </pc:sldChg>
      <pc:sldChg chg="addSp delSp modSp add mod modAnim">
        <pc:chgData name="Jenny Díaz Ramírez" userId="df7d83af-54c1-43f9-a4ec-fea9744b3563" providerId="ADAL" clId="{8113EA62-437F-46D7-998D-61DA482C8603}" dt="2025-02-18T18:03:32.917" v="1489" actId="478"/>
        <pc:sldMkLst>
          <pc:docMk/>
          <pc:sldMk cId="2638726173" sldId="355"/>
        </pc:sldMkLst>
        <pc:spChg chg="mod">
          <ac:chgData name="Jenny Díaz Ramírez" userId="df7d83af-54c1-43f9-a4ec-fea9744b3563" providerId="ADAL" clId="{8113EA62-437F-46D7-998D-61DA482C8603}" dt="2025-02-18T17:59:40.885" v="1434" actId="1038"/>
          <ac:spMkLst>
            <pc:docMk/>
            <pc:sldMk cId="2638726173" sldId="355"/>
            <ac:spMk id="2" creationId="{E38DE88E-327E-4780-B1C4-B6614F3E9E2B}"/>
          </ac:spMkLst>
        </pc:spChg>
        <pc:spChg chg="mod">
          <ac:chgData name="Jenny Díaz Ramírez" userId="df7d83af-54c1-43f9-a4ec-fea9744b3563" providerId="ADAL" clId="{8113EA62-437F-46D7-998D-61DA482C8603}" dt="2025-02-17T00:50:36.814" v="849" actId="403"/>
          <ac:spMkLst>
            <pc:docMk/>
            <pc:sldMk cId="2638726173" sldId="355"/>
            <ac:spMk id="3" creationId="{1C254170-21E2-0642-79BA-2C2084B3E167}"/>
          </ac:spMkLst>
        </pc:spChg>
        <pc:spChg chg="add mod">
          <ac:chgData name="Jenny Díaz Ramírez" userId="df7d83af-54c1-43f9-a4ec-fea9744b3563" providerId="ADAL" clId="{8113EA62-437F-46D7-998D-61DA482C8603}" dt="2025-02-17T00:59:25.122" v="938"/>
          <ac:spMkLst>
            <pc:docMk/>
            <pc:sldMk cId="2638726173" sldId="355"/>
            <ac:spMk id="4" creationId="{D2C24AFD-CE78-A3E9-14D1-8A3BE9E08AE6}"/>
          </ac:spMkLst>
        </pc:spChg>
        <pc:cxnChg chg="add del mod">
          <ac:chgData name="Jenny Díaz Ramírez" userId="df7d83af-54c1-43f9-a4ec-fea9744b3563" providerId="ADAL" clId="{8113EA62-437F-46D7-998D-61DA482C8603}" dt="2025-02-18T18:03:32.917" v="1489" actId="478"/>
          <ac:cxnSpMkLst>
            <pc:docMk/>
            <pc:sldMk cId="2638726173" sldId="355"/>
            <ac:cxnSpMk id="5" creationId="{CE2A91E5-A1C4-E640-6B69-213275A849C9}"/>
          </ac:cxnSpMkLst>
        </pc:cxnChg>
      </pc:sldChg>
      <pc:sldChg chg="add del">
        <pc:chgData name="Jenny Díaz Ramírez" userId="df7d83af-54c1-43f9-a4ec-fea9744b3563" providerId="ADAL" clId="{8113EA62-437F-46D7-998D-61DA482C8603}" dt="2025-02-18T17:40:56.297" v="1157" actId="47"/>
        <pc:sldMkLst>
          <pc:docMk/>
          <pc:sldMk cId="0" sldId="396"/>
        </pc:sldMkLst>
      </pc:sldChg>
      <pc:sldChg chg="modSp add del mod">
        <pc:chgData name="Jenny Díaz Ramírez" userId="df7d83af-54c1-43f9-a4ec-fea9744b3563" providerId="ADAL" clId="{8113EA62-437F-46D7-998D-61DA482C8603}" dt="2025-02-18T17:40:57.775" v="1158" actId="47"/>
        <pc:sldMkLst>
          <pc:docMk/>
          <pc:sldMk cId="0" sldId="397"/>
        </pc:sldMkLst>
        <pc:spChg chg="mod">
          <ac:chgData name="Jenny Díaz Ramírez" userId="df7d83af-54c1-43f9-a4ec-fea9744b3563" providerId="ADAL" clId="{8113EA62-437F-46D7-998D-61DA482C8603}" dt="2025-02-18T17:39:30.208" v="1133" actId="207"/>
          <ac:spMkLst>
            <pc:docMk/>
            <pc:sldMk cId="0" sldId="397"/>
            <ac:spMk id="9219" creationId="{00000000-0000-0000-0000-000000000000}"/>
          </ac:spMkLst>
        </pc:spChg>
        <pc:graphicFrameChg chg="modGraphic">
          <ac:chgData name="Jenny Díaz Ramírez" userId="df7d83af-54c1-43f9-a4ec-fea9744b3563" providerId="ADAL" clId="{8113EA62-437F-46D7-998D-61DA482C8603}" dt="2025-02-18T17:39:33.324" v="1134" actId="207"/>
          <ac:graphicFrameMkLst>
            <pc:docMk/>
            <pc:sldMk cId="0" sldId="397"/>
            <ac:graphicFrameMk id="5" creationId="{00000000-0000-0000-0000-000000000000}"/>
          </ac:graphicFrameMkLst>
        </pc:graphicFrameChg>
      </pc:sldChg>
      <pc:sldChg chg="addSp delSp modSp add mod modAnim chgLayout">
        <pc:chgData name="Jenny Díaz Ramírez" userId="df7d83af-54c1-43f9-a4ec-fea9744b3563" providerId="ADAL" clId="{8113EA62-437F-46D7-998D-61DA482C8603}" dt="2025-02-18T18:03:56.023" v="1494" actId="478"/>
        <pc:sldMkLst>
          <pc:docMk/>
          <pc:sldMk cId="0" sldId="401"/>
        </pc:sldMkLst>
        <pc:spChg chg="add mod">
          <ac:chgData name="Jenny Díaz Ramírez" userId="df7d83af-54c1-43f9-a4ec-fea9744b3563" providerId="ADAL" clId="{8113EA62-437F-46D7-998D-61DA482C8603}" dt="2025-02-18T17:58:34.017" v="1409" actId="1076"/>
          <ac:spMkLst>
            <pc:docMk/>
            <pc:sldMk cId="0" sldId="401"/>
            <ac:spMk id="2" creationId="{00263807-2657-FAAA-E486-199292D106F8}"/>
          </ac:spMkLst>
        </pc:spChg>
        <pc:spChg chg="add mod">
          <ac:chgData name="Jenny Díaz Ramírez" userId="df7d83af-54c1-43f9-a4ec-fea9744b3563" providerId="ADAL" clId="{8113EA62-437F-46D7-998D-61DA482C8603}" dt="2025-02-18T17:58:56.226" v="1413"/>
          <ac:spMkLst>
            <pc:docMk/>
            <pc:sldMk cId="0" sldId="401"/>
            <ac:spMk id="3" creationId="{477181B6-256B-2F16-F876-C5E5EFDF6EBE}"/>
          </ac:spMkLst>
        </pc:spChg>
        <pc:spChg chg="mod ord">
          <ac:chgData name="Jenny Díaz Ramírez" userId="df7d83af-54c1-43f9-a4ec-fea9744b3563" providerId="ADAL" clId="{8113EA62-437F-46D7-998D-61DA482C8603}" dt="2025-02-18T17:59:10.835" v="1417" actId="1036"/>
          <ac:spMkLst>
            <pc:docMk/>
            <pc:sldMk cId="0" sldId="401"/>
            <ac:spMk id="13314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58:26" v="1406" actId="1076"/>
          <ac:spMkLst>
            <pc:docMk/>
            <pc:sldMk cId="0" sldId="401"/>
            <ac:spMk id="13315" creationId="{00000000-0000-0000-0000-000000000000}"/>
          </ac:spMkLst>
        </pc:spChg>
        <pc:cxnChg chg="add del mod">
          <ac:chgData name="Jenny Díaz Ramírez" userId="df7d83af-54c1-43f9-a4ec-fea9744b3563" providerId="ADAL" clId="{8113EA62-437F-46D7-998D-61DA482C8603}" dt="2025-02-18T18:03:56.023" v="1494" actId="478"/>
          <ac:cxnSpMkLst>
            <pc:docMk/>
            <pc:sldMk cId="0" sldId="401"/>
            <ac:cxnSpMk id="4" creationId="{1CBB2099-2120-2C51-0753-376BA88BCBFC}"/>
          </ac:cxnSpMkLst>
        </pc:cxnChg>
      </pc:sldChg>
      <pc:sldChg chg="addSp delSp modSp add mod modClrScheme chgLayout">
        <pc:chgData name="Jenny Díaz Ramírez" userId="df7d83af-54c1-43f9-a4ec-fea9744b3563" providerId="ADAL" clId="{8113EA62-437F-46D7-998D-61DA482C8603}" dt="2025-02-18T18:03:52.984" v="1493" actId="478"/>
        <pc:sldMkLst>
          <pc:docMk/>
          <pc:sldMk cId="0" sldId="407"/>
        </pc:sldMkLst>
        <pc:spChg chg="add del mod">
          <ac:chgData name="Jenny Díaz Ramírez" userId="df7d83af-54c1-43f9-a4ec-fea9744b3563" providerId="ADAL" clId="{8113EA62-437F-46D7-998D-61DA482C8603}" dt="2025-02-18T17:39:21.869" v="1132"/>
          <ac:spMkLst>
            <pc:docMk/>
            <pc:sldMk cId="0" sldId="407"/>
            <ac:spMk id="3" creationId="{050F1ECF-3AE1-6CB3-D530-A3FA4A253B98}"/>
          </ac:spMkLst>
        </pc:spChg>
        <pc:spChg chg="add mod">
          <ac:chgData name="Jenny Díaz Ramírez" userId="df7d83af-54c1-43f9-a4ec-fea9744b3563" providerId="ADAL" clId="{8113EA62-437F-46D7-998D-61DA482C8603}" dt="2025-02-18T17:39:54.804" v="1140" actId="404"/>
          <ac:spMkLst>
            <pc:docMk/>
            <pc:sldMk cId="0" sldId="407"/>
            <ac:spMk id="5" creationId="{D1BF56D6-5CAC-251C-58AF-9D94FFB6969B}"/>
          </ac:spMkLst>
        </pc:spChg>
        <pc:spChg chg="add mod">
          <ac:chgData name="Jenny Díaz Ramírez" userId="df7d83af-54c1-43f9-a4ec-fea9744b3563" providerId="ADAL" clId="{8113EA62-437F-46D7-998D-61DA482C8603}" dt="2025-02-18T17:39:13.881" v="1130"/>
          <ac:spMkLst>
            <pc:docMk/>
            <pc:sldMk cId="0" sldId="407"/>
            <ac:spMk id="6" creationId="{3C88A173-045B-F19E-B233-0FE6AE10EA73}"/>
          </ac:spMkLst>
        </pc:spChg>
        <pc:spChg chg="del mod ord">
          <ac:chgData name="Jenny Díaz Ramírez" userId="df7d83af-54c1-43f9-a4ec-fea9744b3563" providerId="ADAL" clId="{8113EA62-437F-46D7-998D-61DA482C8603}" dt="2025-02-18T17:39:08.706" v="1128" actId="478"/>
          <ac:spMkLst>
            <pc:docMk/>
            <pc:sldMk cId="0" sldId="407"/>
            <ac:spMk id="20482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9:06.729" v="1010" actId="20577"/>
          <ac:spMkLst>
            <pc:docMk/>
            <pc:sldMk cId="0" sldId="407"/>
            <ac:spMk id="20483" creationId="{00000000-0000-0000-0000-000000000000}"/>
          </ac:spMkLst>
        </pc:spChg>
        <pc:graphicFrameChg chg="add del mod">
          <ac:chgData name="Jenny Díaz Ramírez" userId="df7d83af-54c1-43f9-a4ec-fea9744b3563" providerId="ADAL" clId="{8113EA62-437F-46D7-998D-61DA482C8603}" dt="2025-02-18T17:40:02.722" v="1144" actId="478"/>
          <ac:graphicFrameMkLst>
            <pc:docMk/>
            <pc:sldMk cId="0" sldId="407"/>
            <ac:graphicFrameMk id="9" creationId="{83CFCC87-476B-CAC3-205A-F3BA738356A4}"/>
          </ac:graphicFrameMkLst>
        </pc:graphicFrameChg>
        <pc:graphicFrameChg chg="add mod modGraphic">
          <ac:chgData name="Jenny Díaz Ramírez" userId="df7d83af-54c1-43f9-a4ec-fea9744b3563" providerId="ADAL" clId="{8113EA62-437F-46D7-998D-61DA482C8603}" dt="2025-02-18T17:40:29.879" v="1155" actId="1076"/>
          <ac:graphicFrameMkLst>
            <pc:docMk/>
            <pc:sldMk cId="0" sldId="407"/>
            <ac:graphicFrameMk id="10" creationId="{83CFCC87-476B-CAC3-205A-F3BA738356A4}"/>
          </ac:graphicFrameMkLst>
        </pc:graphicFrameChg>
        <pc:picChg chg="add mod">
          <ac:chgData name="Jenny Díaz Ramírez" userId="df7d83af-54c1-43f9-a4ec-fea9744b3563" providerId="ADAL" clId="{8113EA62-437F-46D7-998D-61DA482C8603}" dt="2025-02-18T17:39:11.516" v="1129"/>
          <ac:picMkLst>
            <pc:docMk/>
            <pc:sldMk cId="0" sldId="407"/>
            <ac:picMk id="7" creationId="{D41BD3C6-D4AE-89F2-7DBE-C9DCE6DB52B1}"/>
          </ac:picMkLst>
        </pc:picChg>
        <pc:picChg chg="add mod">
          <ac:chgData name="Jenny Díaz Ramírez" userId="df7d83af-54c1-43f9-a4ec-fea9744b3563" providerId="ADAL" clId="{8113EA62-437F-46D7-998D-61DA482C8603}" dt="2025-02-18T17:40:32.722" v="1156" actId="1076"/>
          <ac:picMkLst>
            <pc:docMk/>
            <pc:sldMk cId="0" sldId="407"/>
            <ac:picMk id="8" creationId="{E214079E-AE58-6058-3F9E-3ED20BDE9982}"/>
          </ac:picMkLst>
        </pc:picChg>
        <pc:picChg chg="del mod ord">
          <ac:chgData name="Jenny Díaz Ramírez" userId="df7d83af-54c1-43f9-a4ec-fea9744b3563" providerId="ADAL" clId="{8113EA62-437F-46D7-998D-61DA482C8603}" dt="2025-02-18T17:38:33.781" v="1123" actId="478"/>
          <ac:picMkLst>
            <pc:docMk/>
            <pc:sldMk cId="0" sldId="407"/>
            <ac:picMk id="20484" creationId="{00000000-0000-0000-0000-000000000000}"/>
          </ac:picMkLst>
        </pc:picChg>
        <pc:cxnChg chg="add del mod">
          <ac:chgData name="Jenny Díaz Ramírez" userId="df7d83af-54c1-43f9-a4ec-fea9744b3563" providerId="ADAL" clId="{8113EA62-437F-46D7-998D-61DA482C8603}" dt="2025-02-18T18:03:52.984" v="1493" actId="478"/>
          <ac:cxnSpMkLst>
            <pc:docMk/>
            <pc:sldMk cId="0" sldId="407"/>
            <ac:cxnSpMk id="2" creationId="{B4C01BE1-C216-1E27-5B70-DCD3A1F2644F}"/>
          </ac:cxnSpMkLst>
        </pc:cxnChg>
      </pc:sldChg>
      <pc:sldChg chg="addSp delSp modSp add mod modClrScheme chgLayout">
        <pc:chgData name="Jenny Díaz Ramírez" userId="df7d83af-54c1-43f9-a4ec-fea9744b3563" providerId="ADAL" clId="{8113EA62-437F-46D7-998D-61DA482C8603}" dt="2025-02-18T17:47:05.406" v="1308" actId="14100"/>
        <pc:sldMkLst>
          <pc:docMk/>
          <pc:sldMk cId="0" sldId="408"/>
        </pc:sldMkLst>
        <pc:spChg chg="mod ord">
          <ac:chgData name="Jenny Díaz Ramírez" userId="df7d83af-54c1-43f9-a4ec-fea9744b3563" providerId="ADAL" clId="{8113EA62-437F-46D7-998D-61DA482C8603}" dt="2025-02-18T17:47:05.406" v="1308" actId="14100"/>
          <ac:spMkLst>
            <pc:docMk/>
            <pc:sldMk cId="0" sldId="408"/>
            <ac:spMk id="21506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08"/>
            <ac:spMk id="2150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7:17.696" v="1118" actId="1076"/>
          <ac:spMkLst>
            <pc:docMk/>
            <pc:sldMk cId="0" sldId="408"/>
            <ac:spMk id="21508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7:11.554" v="1115" actId="478"/>
          <ac:picMkLst>
            <pc:docMk/>
            <pc:sldMk cId="0" sldId="408"/>
            <ac:picMk id="2" creationId="{1397D5F6-F5B8-644F-02F1-1BB1E85FC834}"/>
          </ac:picMkLst>
        </pc:picChg>
        <pc:picChg chg="mod ord">
          <ac:chgData name="Jenny Díaz Ramírez" userId="df7d83af-54c1-43f9-a4ec-fea9744b3563" providerId="ADAL" clId="{8113EA62-437F-46D7-998D-61DA482C8603}" dt="2025-02-18T17:37:22.026" v="1119" actId="167"/>
          <ac:picMkLst>
            <pc:docMk/>
            <pc:sldMk cId="0" sldId="408"/>
            <ac:picMk id="21509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57.572" v="1306" actId="14100"/>
        <pc:sldMkLst>
          <pc:docMk/>
          <pc:sldMk cId="0" sldId="409"/>
        </pc:sldMkLst>
        <pc:spChg chg="mod ord">
          <ac:chgData name="Jenny Díaz Ramírez" userId="df7d83af-54c1-43f9-a4ec-fea9744b3563" providerId="ADAL" clId="{8113EA62-437F-46D7-998D-61DA482C8603}" dt="2025-02-18T17:46:57.572" v="1306" actId="14100"/>
          <ac:spMkLst>
            <pc:docMk/>
            <pc:sldMk cId="0" sldId="409"/>
            <ac:spMk id="22530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09"/>
            <ac:spMk id="22531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7:00.229" v="1112" actId="1076"/>
          <ac:spMkLst>
            <pc:docMk/>
            <pc:sldMk cId="0" sldId="409"/>
            <ac:spMk id="22532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6:53.690" v="1110" actId="478"/>
          <ac:picMkLst>
            <pc:docMk/>
            <pc:sldMk cId="0" sldId="409"/>
            <ac:picMk id="2" creationId="{0180DB20-D250-B453-5695-D3A098A099AB}"/>
          </ac:picMkLst>
        </pc:picChg>
        <pc:picChg chg="mod ord">
          <ac:chgData name="Jenny Díaz Ramírez" userId="df7d83af-54c1-43f9-a4ec-fea9744b3563" providerId="ADAL" clId="{8113EA62-437F-46D7-998D-61DA482C8603}" dt="2025-02-18T17:36:52.212" v="1109" actId="167"/>
          <ac:picMkLst>
            <pc:docMk/>
            <pc:sldMk cId="0" sldId="409"/>
            <ac:picMk id="22533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44.557" v="1303" actId="20577"/>
        <pc:sldMkLst>
          <pc:docMk/>
          <pc:sldMk cId="0" sldId="410"/>
        </pc:sldMkLst>
        <pc:spChg chg="mod ord">
          <ac:chgData name="Jenny Díaz Ramírez" userId="df7d83af-54c1-43f9-a4ec-fea9744b3563" providerId="ADAL" clId="{8113EA62-437F-46D7-998D-61DA482C8603}" dt="2025-02-18T17:46:44.557" v="1303" actId="20577"/>
          <ac:spMkLst>
            <pc:docMk/>
            <pc:sldMk cId="0" sldId="410"/>
            <ac:spMk id="23554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0"/>
            <ac:spMk id="2355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6:36.337" v="1106" actId="1076"/>
          <ac:spMkLst>
            <pc:docMk/>
            <pc:sldMk cId="0" sldId="410"/>
            <ac:spMk id="23556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6:30.516" v="1104" actId="478"/>
          <ac:spMkLst>
            <pc:docMk/>
            <pc:sldMk cId="0" sldId="410"/>
            <ac:spMk id="23559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6:30.516" v="1104" actId="478"/>
          <ac:spMkLst>
            <pc:docMk/>
            <pc:sldMk cId="0" sldId="410"/>
            <ac:spMk id="23560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6:30.516" v="1104" actId="478"/>
          <ac:spMkLst>
            <pc:docMk/>
            <pc:sldMk cId="0" sldId="410"/>
            <ac:spMk id="23561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6:30.516" v="1104" actId="478"/>
          <ac:spMkLst>
            <pc:docMk/>
            <pc:sldMk cId="0" sldId="410"/>
            <ac:spMk id="23562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6:24.504" v="1103" actId="478"/>
          <ac:picMkLst>
            <pc:docMk/>
            <pc:sldMk cId="0" sldId="410"/>
            <ac:picMk id="2" creationId="{15D7198C-7C47-0597-71E7-E19FED6532C8}"/>
          </ac:picMkLst>
        </pc:picChg>
        <pc:picChg chg="mod ord">
          <ac:chgData name="Jenny Díaz Ramírez" userId="df7d83af-54c1-43f9-a4ec-fea9744b3563" providerId="ADAL" clId="{8113EA62-437F-46D7-998D-61DA482C8603}" dt="2025-02-18T17:36:22.931" v="1102" actId="167"/>
          <ac:picMkLst>
            <pc:docMk/>
            <pc:sldMk cId="0" sldId="410"/>
            <ac:picMk id="23557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26.218" v="1299" actId="27636"/>
        <pc:sldMkLst>
          <pc:docMk/>
          <pc:sldMk cId="0" sldId="411"/>
        </pc:sldMkLst>
        <pc:spChg chg="mod ord">
          <ac:chgData name="Jenny Díaz Ramírez" userId="df7d83af-54c1-43f9-a4ec-fea9744b3563" providerId="ADAL" clId="{8113EA62-437F-46D7-998D-61DA482C8603}" dt="2025-02-18T17:46:26.218" v="1299" actId="27636"/>
          <ac:spMkLst>
            <pc:docMk/>
            <pc:sldMk cId="0" sldId="411"/>
            <ac:spMk id="25602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1"/>
            <ac:spMk id="2560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4:40.475" v="1080" actId="1076"/>
          <ac:spMkLst>
            <pc:docMk/>
            <pc:sldMk cId="0" sldId="411"/>
            <ac:spMk id="25604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25.923" v="1068" actId="478"/>
          <ac:spMkLst>
            <pc:docMk/>
            <pc:sldMk cId="0" sldId="411"/>
            <ac:spMk id="25605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3:03.620" v="1061" actId="478"/>
          <ac:spMkLst>
            <pc:docMk/>
            <pc:sldMk cId="0" sldId="411"/>
            <ac:spMk id="25606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3:03.620" v="1061" actId="478"/>
          <ac:spMkLst>
            <pc:docMk/>
            <pc:sldMk cId="0" sldId="411"/>
            <ac:spMk id="25607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19.964" v="1066" actId="478"/>
          <ac:spMkLst>
            <pc:docMk/>
            <pc:sldMk cId="0" sldId="411"/>
            <ac:spMk id="25608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3:03.620" v="1061" actId="478"/>
          <ac:spMkLst>
            <pc:docMk/>
            <pc:sldMk cId="0" sldId="411"/>
            <ac:spMk id="25610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3:03.620" v="1061" actId="478"/>
          <ac:spMkLst>
            <pc:docMk/>
            <pc:sldMk cId="0" sldId="411"/>
            <ac:spMk id="25611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19.964" v="1066" actId="478"/>
          <ac:spMkLst>
            <pc:docMk/>
            <pc:sldMk cId="0" sldId="411"/>
            <ac:spMk id="25612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23.518" v="1067" actId="478"/>
          <ac:spMkLst>
            <pc:docMk/>
            <pc:sldMk cId="0" sldId="411"/>
            <ac:spMk id="25613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3:17.810" v="1065" actId="478"/>
          <ac:picMkLst>
            <pc:docMk/>
            <pc:sldMk cId="0" sldId="411"/>
            <ac:picMk id="2" creationId="{6C035994-114E-1014-AF0D-D434AD8B3BBD}"/>
          </ac:picMkLst>
        </pc:picChg>
        <pc:picChg chg="mod ord">
          <ac:chgData name="Jenny Díaz Ramírez" userId="df7d83af-54c1-43f9-a4ec-fea9744b3563" providerId="ADAL" clId="{8113EA62-437F-46D7-998D-61DA482C8603}" dt="2025-02-18T17:33:11.771" v="1064" actId="14100"/>
          <ac:picMkLst>
            <pc:docMk/>
            <pc:sldMk cId="0" sldId="411"/>
            <ac:picMk id="25609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31.672" v="1300" actId="14100"/>
        <pc:sldMkLst>
          <pc:docMk/>
          <pc:sldMk cId="0" sldId="412"/>
        </pc:sldMkLst>
        <pc:spChg chg="add del mod">
          <ac:chgData name="Jenny Díaz Ramírez" userId="df7d83af-54c1-43f9-a4ec-fea9744b3563" providerId="ADAL" clId="{8113EA62-437F-46D7-998D-61DA482C8603}" dt="2025-02-18T17:34:02.670" v="1074" actId="478"/>
          <ac:spMkLst>
            <pc:docMk/>
            <pc:sldMk cId="0" sldId="412"/>
            <ac:spMk id="4" creationId="{7E2343E9-D8CE-FDC9-B0FE-0828ED8B662E}"/>
          </ac:spMkLst>
        </pc:spChg>
        <pc:spChg chg="mod ord">
          <ac:chgData name="Jenny Díaz Ramírez" userId="df7d83af-54c1-43f9-a4ec-fea9744b3563" providerId="ADAL" clId="{8113EA62-437F-46D7-998D-61DA482C8603}" dt="2025-02-18T17:46:31.672" v="1300" actId="14100"/>
          <ac:spMkLst>
            <pc:docMk/>
            <pc:sldMk cId="0" sldId="412"/>
            <ac:spMk id="24578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2"/>
            <ac:spMk id="24579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4:37.064" v="1079" actId="1076"/>
          <ac:spMkLst>
            <pc:docMk/>
            <pc:sldMk cId="0" sldId="412"/>
            <ac:spMk id="24580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1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2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3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4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6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7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8" creationId="{00000000-0000-0000-0000-000000000000}"/>
          </ac:spMkLst>
        </pc:spChg>
        <pc:spChg chg="del">
          <ac:chgData name="Jenny Díaz Ramírez" userId="df7d83af-54c1-43f9-a4ec-fea9744b3563" providerId="ADAL" clId="{8113EA62-437F-46D7-998D-61DA482C8603}" dt="2025-02-18T17:33:52.992" v="1072" actId="478"/>
          <ac:spMkLst>
            <pc:docMk/>
            <pc:sldMk cId="0" sldId="412"/>
            <ac:spMk id="24589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4:21.577" v="1077" actId="478"/>
          <ac:picMkLst>
            <pc:docMk/>
            <pc:sldMk cId="0" sldId="412"/>
            <ac:picMk id="2" creationId="{84AFE262-6B8E-3DAE-7BE5-0ED84115D69F}"/>
          </ac:picMkLst>
        </pc:picChg>
        <pc:picChg chg="add del mod ord">
          <ac:chgData name="Jenny Díaz Ramírez" userId="df7d83af-54c1-43f9-a4ec-fea9744b3563" providerId="ADAL" clId="{8113EA62-437F-46D7-998D-61DA482C8603}" dt="2025-02-18T17:34:18.162" v="1076" actId="167"/>
          <ac:picMkLst>
            <pc:docMk/>
            <pc:sldMk cId="0" sldId="412"/>
            <ac:picMk id="24585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18.012" v="1295" actId="14100"/>
        <pc:sldMkLst>
          <pc:docMk/>
          <pc:sldMk cId="0" sldId="413"/>
        </pc:sldMkLst>
        <pc:spChg chg="mod ord">
          <ac:chgData name="Jenny Díaz Ramírez" userId="df7d83af-54c1-43f9-a4ec-fea9744b3563" providerId="ADAL" clId="{8113EA62-437F-46D7-998D-61DA482C8603}" dt="2025-02-18T17:46:18.012" v="1295" actId="14100"/>
          <ac:spMkLst>
            <pc:docMk/>
            <pc:sldMk cId="0" sldId="413"/>
            <ac:spMk id="26626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3"/>
            <ac:spMk id="2662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4:45.558" v="1081" actId="1076"/>
          <ac:spMkLst>
            <pc:docMk/>
            <pc:sldMk cId="0" sldId="413"/>
            <ac:spMk id="26628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2:42.519" v="1057" actId="478"/>
          <ac:spMkLst>
            <pc:docMk/>
            <pc:sldMk cId="0" sldId="413"/>
            <ac:spMk id="26629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2:46.630" v="1059" actId="478"/>
          <ac:spMkLst>
            <pc:docMk/>
            <pc:sldMk cId="0" sldId="413"/>
            <ac:spMk id="26630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2:42.519" v="1057" actId="478"/>
          <ac:spMkLst>
            <pc:docMk/>
            <pc:sldMk cId="0" sldId="413"/>
            <ac:spMk id="26631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2:46.630" v="1059" actId="478"/>
          <ac:spMkLst>
            <pc:docMk/>
            <pc:sldMk cId="0" sldId="413"/>
            <ac:spMk id="26634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2:42.519" v="1057" actId="478"/>
          <ac:spMkLst>
            <pc:docMk/>
            <pc:sldMk cId="0" sldId="413"/>
            <ac:spMk id="26635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2:42.519" v="1057" actId="478"/>
          <ac:spMkLst>
            <pc:docMk/>
            <pc:sldMk cId="0" sldId="413"/>
            <ac:spMk id="26636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2:17.905" v="1053" actId="478"/>
          <ac:picMkLst>
            <pc:docMk/>
            <pc:sldMk cId="0" sldId="413"/>
            <ac:picMk id="2" creationId="{6E0E4413-65E9-9ED9-743D-80D1D1496A27}"/>
          </ac:picMkLst>
        </pc:picChg>
        <pc:picChg chg="mod ord">
          <ac:chgData name="Jenny Díaz Ramírez" userId="df7d83af-54c1-43f9-a4ec-fea9744b3563" providerId="ADAL" clId="{8113EA62-437F-46D7-998D-61DA482C8603}" dt="2025-02-18T17:32:11.890" v="1051" actId="14100"/>
          <ac:picMkLst>
            <pc:docMk/>
            <pc:sldMk cId="0" sldId="413"/>
            <ac:picMk id="26632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11.804" v="1294" actId="14100"/>
        <pc:sldMkLst>
          <pc:docMk/>
          <pc:sldMk cId="0" sldId="414"/>
        </pc:sldMkLst>
        <pc:spChg chg="mod ord">
          <ac:chgData name="Jenny Díaz Ramírez" userId="df7d83af-54c1-43f9-a4ec-fea9744b3563" providerId="ADAL" clId="{8113EA62-437F-46D7-998D-61DA482C8603}" dt="2025-02-18T17:46:11.804" v="1294" actId="14100"/>
          <ac:spMkLst>
            <pc:docMk/>
            <pc:sldMk cId="0" sldId="414"/>
            <ac:spMk id="27650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4"/>
            <ac:spMk id="27651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4:50.222" v="1082" actId="1076"/>
          <ac:spMkLst>
            <pc:docMk/>
            <pc:sldMk cId="0" sldId="414"/>
            <ac:spMk id="27652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1:55.190" v="1049" actId="478"/>
          <ac:spMkLst>
            <pc:docMk/>
            <pc:sldMk cId="0" sldId="414"/>
            <ac:spMk id="27653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1:55.190" v="1049" actId="478"/>
          <ac:spMkLst>
            <pc:docMk/>
            <pc:sldMk cId="0" sldId="414"/>
            <ac:spMk id="27654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1:43.116" v="1048" actId="207"/>
          <ac:spMkLst>
            <pc:docMk/>
            <pc:sldMk cId="0" sldId="414"/>
            <ac:spMk id="27655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5:41.447" v="1095" actId="478"/>
          <ac:spMkLst>
            <pc:docMk/>
            <pc:sldMk cId="0" sldId="414"/>
            <ac:spMk id="27656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1:55.190" v="1049" actId="478"/>
          <ac:spMkLst>
            <pc:docMk/>
            <pc:sldMk cId="0" sldId="414"/>
            <ac:spMk id="27657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1:43.116" v="1048" actId="207"/>
          <ac:spMkLst>
            <pc:docMk/>
            <pc:sldMk cId="0" sldId="414"/>
            <ac:spMk id="27658" creationId="{00000000-0000-0000-0000-000000000000}"/>
          </ac:spMkLst>
        </pc:spChg>
        <pc:spChg chg="del mod">
          <ac:chgData name="Jenny Díaz Ramírez" userId="df7d83af-54c1-43f9-a4ec-fea9744b3563" providerId="ADAL" clId="{8113EA62-437F-46D7-998D-61DA482C8603}" dt="2025-02-18T17:31:55.190" v="1049" actId="478"/>
          <ac:spMkLst>
            <pc:docMk/>
            <pc:sldMk cId="0" sldId="414"/>
            <ac:spMk id="27659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1:37.636" v="1047" actId="478"/>
          <ac:picMkLst>
            <pc:docMk/>
            <pc:sldMk cId="0" sldId="414"/>
            <ac:picMk id="2" creationId="{F92E9D9C-162F-125F-98CF-4C8703FF42DA}"/>
          </ac:picMkLst>
        </pc:picChg>
        <pc:picChg chg="mod ord">
          <ac:chgData name="Jenny Díaz Ramírez" userId="df7d83af-54c1-43f9-a4ec-fea9744b3563" providerId="ADAL" clId="{8113EA62-437F-46D7-998D-61DA482C8603}" dt="2025-02-18T17:31:33.841" v="1046" actId="14100"/>
          <ac:picMkLst>
            <pc:docMk/>
            <pc:sldMk cId="0" sldId="414"/>
            <ac:picMk id="27660" creationId="{00000000-0000-0000-0000-000000000000}"/>
          </ac:picMkLst>
        </pc:picChg>
      </pc:sldChg>
      <pc:sldChg chg="addSp delSp modSp add mod modClrScheme chgLayout">
        <pc:chgData name="Jenny Díaz Ramírez" userId="df7d83af-54c1-43f9-a4ec-fea9744b3563" providerId="ADAL" clId="{8113EA62-437F-46D7-998D-61DA482C8603}" dt="2025-02-18T17:46:06.687" v="1293" actId="14100"/>
        <pc:sldMkLst>
          <pc:docMk/>
          <pc:sldMk cId="0" sldId="415"/>
        </pc:sldMkLst>
        <pc:spChg chg="mod ord">
          <ac:chgData name="Jenny Díaz Ramírez" userId="df7d83af-54c1-43f9-a4ec-fea9744b3563" providerId="ADAL" clId="{8113EA62-437F-46D7-998D-61DA482C8603}" dt="2025-02-18T17:46:06.687" v="1293" actId="14100"/>
          <ac:spMkLst>
            <pc:docMk/>
            <pc:sldMk cId="0" sldId="415"/>
            <ac:spMk id="28674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5"/>
            <ac:spMk id="28675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35:54.746" v="1096" actId="1076"/>
          <ac:spMkLst>
            <pc:docMk/>
            <pc:sldMk cId="0" sldId="415"/>
            <ac:spMk id="28676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1:18.642" v="1042" actId="478"/>
          <ac:picMkLst>
            <pc:docMk/>
            <pc:sldMk cId="0" sldId="415"/>
            <ac:picMk id="2" creationId="{77664CD5-03DE-30E6-6E0C-EBFF19C833A6}"/>
          </ac:picMkLst>
        </pc:picChg>
        <pc:picChg chg="mod ord">
          <ac:chgData name="Jenny Díaz Ramírez" userId="df7d83af-54c1-43f9-a4ec-fea9744b3563" providerId="ADAL" clId="{8113EA62-437F-46D7-998D-61DA482C8603}" dt="2025-02-18T17:31:13.764" v="1041" actId="14100"/>
          <ac:picMkLst>
            <pc:docMk/>
            <pc:sldMk cId="0" sldId="415"/>
            <ac:picMk id="28677" creationId="{00000000-0000-0000-0000-000000000000}"/>
          </ac:picMkLst>
        </pc:picChg>
      </pc:sldChg>
      <pc:sldChg chg="addSp delSp modSp add del mod modClrScheme chgLayout">
        <pc:chgData name="Jenny Díaz Ramírez" userId="df7d83af-54c1-43f9-a4ec-fea9744b3563" providerId="ADAL" clId="{8113EA62-437F-46D7-998D-61DA482C8603}" dt="2025-02-18T17:45:55.373" v="1291" actId="47"/>
        <pc:sldMkLst>
          <pc:docMk/>
          <pc:sldMk cId="0" sldId="416"/>
        </pc:sldMkLst>
        <pc:spChg chg="add del 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6"/>
            <ac:spMk id="2" creationId="{67C4B2A3-E976-5ACD-835B-FDD72F49D2ED}"/>
          </ac:spMkLst>
        </pc:spChg>
        <pc:spChg chg="add 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6"/>
            <ac:spMk id="3" creationId="{FAABF78D-AF9F-398F-AC08-83B591F447DD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6"/>
            <ac:spMk id="14339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6"/>
            <ac:spMk id="29698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8113EA62-437F-46D7-998D-61DA482C8603}" dt="2025-02-18T17:46:02.418" v="1292" actId="14100"/>
        <pc:sldMkLst>
          <pc:docMk/>
          <pc:sldMk cId="0" sldId="417"/>
        </pc:sldMkLst>
        <pc:spChg chg="mod ord">
          <ac:chgData name="Jenny Díaz Ramírez" userId="df7d83af-54c1-43f9-a4ec-fea9744b3563" providerId="ADAL" clId="{8113EA62-437F-46D7-998D-61DA482C8603}" dt="2025-02-18T17:46:02.418" v="1292" actId="14100"/>
          <ac:spMkLst>
            <pc:docMk/>
            <pc:sldMk cId="0" sldId="417"/>
            <ac:spMk id="30722" creationId="{00000000-0000-0000-0000-000000000000}"/>
          </ac:spMkLst>
        </pc:spChg>
        <pc:spChg chg="mod ord">
          <ac:chgData name="Jenny Díaz Ramírez" userId="df7d83af-54c1-43f9-a4ec-fea9744b3563" providerId="ADAL" clId="{8113EA62-437F-46D7-998D-61DA482C8603}" dt="2025-02-18T17:27:56.949" v="955" actId="700"/>
          <ac:spMkLst>
            <pc:docMk/>
            <pc:sldMk cId="0" sldId="417"/>
            <ac:spMk id="30723" creationId="{00000000-0000-0000-0000-000000000000}"/>
          </ac:spMkLst>
        </pc:spChg>
        <pc:spChg chg="mod">
          <ac:chgData name="Jenny Díaz Ramírez" userId="df7d83af-54c1-43f9-a4ec-fea9744b3563" providerId="ADAL" clId="{8113EA62-437F-46D7-998D-61DA482C8603}" dt="2025-02-18T17:42:29.933" v="1196" actId="1076"/>
          <ac:spMkLst>
            <pc:docMk/>
            <pc:sldMk cId="0" sldId="417"/>
            <ac:spMk id="30724" creationId="{00000000-0000-0000-0000-000000000000}"/>
          </ac:spMkLst>
        </pc:spChg>
        <pc:picChg chg="add del mod ord">
          <ac:chgData name="Jenny Díaz Ramírez" userId="df7d83af-54c1-43f9-a4ec-fea9744b3563" providerId="ADAL" clId="{8113EA62-437F-46D7-998D-61DA482C8603}" dt="2025-02-18T17:30:59.569" v="1039" actId="478"/>
          <ac:picMkLst>
            <pc:docMk/>
            <pc:sldMk cId="0" sldId="417"/>
            <ac:picMk id="2" creationId="{6FEA7D80-9133-7C72-283F-4D2002C199F4}"/>
          </ac:picMkLst>
        </pc:picChg>
        <pc:picChg chg="mod ord">
          <ac:chgData name="Jenny Díaz Ramírez" userId="df7d83af-54c1-43f9-a4ec-fea9744b3563" providerId="ADAL" clId="{8113EA62-437F-46D7-998D-61DA482C8603}" dt="2025-02-18T17:30:51.869" v="1037" actId="14100"/>
          <ac:picMkLst>
            <pc:docMk/>
            <pc:sldMk cId="0" sldId="417"/>
            <ac:picMk id="30725" creationId="{00000000-0000-0000-0000-000000000000}"/>
          </ac:picMkLst>
        </pc:picChg>
      </pc:sldChg>
      <pc:sldChg chg="addSp delSp modSp add mod">
        <pc:chgData name="Jenny Díaz Ramírez" userId="df7d83af-54c1-43f9-a4ec-fea9744b3563" providerId="ADAL" clId="{8113EA62-437F-46D7-998D-61DA482C8603}" dt="2025-02-18T18:03:58.133" v="1495" actId="478"/>
        <pc:sldMkLst>
          <pc:docMk/>
          <pc:sldMk cId="405448836" sldId="418"/>
        </pc:sldMkLst>
        <pc:spChg chg="add mod">
          <ac:chgData name="Jenny Díaz Ramírez" userId="df7d83af-54c1-43f9-a4ec-fea9744b3563" providerId="ADAL" clId="{8113EA62-437F-46D7-998D-61DA482C8603}" dt="2025-02-18T17:42:05.581" v="1195" actId="1076"/>
          <ac:spMkLst>
            <pc:docMk/>
            <pc:sldMk cId="405448836" sldId="418"/>
            <ac:spMk id="3" creationId="{8B260872-6BF6-34A2-3807-300BD2161699}"/>
          </ac:spMkLst>
        </pc:spChg>
        <pc:spChg chg="mod">
          <ac:chgData name="Jenny Díaz Ramírez" userId="df7d83af-54c1-43f9-a4ec-fea9744b3563" providerId="ADAL" clId="{8113EA62-437F-46D7-998D-61DA482C8603}" dt="2025-02-18T17:41:31.222" v="1185"/>
          <ac:spMkLst>
            <pc:docMk/>
            <pc:sldMk cId="405448836" sldId="418"/>
            <ac:spMk id="20482" creationId="{A7B46DB9-E2BD-E121-8C88-32C6146CEE50}"/>
          </ac:spMkLst>
        </pc:spChg>
        <pc:spChg chg="mod">
          <ac:chgData name="Jenny Díaz Ramírez" userId="df7d83af-54c1-43f9-a4ec-fea9744b3563" providerId="ADAL" clId="{8113EA62-437F-46D7-998D-61DA482C8603}" dt="2025-02-18T17:41:49.356" v="1191" actId="1076"/>
          <ac:spMkLst>
            <pc:docMk/>
            <pc:sldMk cId="405448836" sldId="418"/>
            <ac:spMk id="20487" creationId="{CB172204-2219-303A-46FD-981ABDDD1357}"/>
          </ac:spMkLst>
        </pc:spChg>
        <pc:cxnChg chg="add del mod">
          <ac:chgData name="Jenny Díaz Ramírez" userId="df7d83af-54c1-43f9-a4ec-fea9744b3563" providerId="ADAL" clId="{8113EA62-437F-46D7-998D-61DA482C8603}" dt="2025-02-18T18:03:58.133" v="1495" actId="478"/>
          <ac:cxnSpMkLst>
            <pc:docMk/>
            <pc:sldMk cId="405448836" sldId="418"/>
            <ac:cxnSpMk id="4" creationId="{D0AD595E-8EE1-AA98-DDA6-1767EE9BDFBB}"/>
          </ac:cxnSpMkLst>
        </pc:cxnChg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2807952444" sldId="462"/>
        </pc:sldMkLst>
      </pc:sldChg>
      <pc:sldChg chg="del">
        <pc:chgData name="Jenny Díaz Ramírez" userId="df7d83af-54c1-43f9-a4ec-fea9744b3563" providerId="ADAL" clId="{8113EA62-437F-46D7-998D-61DA482C8603}" dt="2025-02-16T23:58:27.087" v="1" actId="47"/>
        <pc:sldMkLst>
          <pc:docMk/>
          <pc:sldMk cId="4022233507" sldId="463"/>
        </pc:sldMkLst>
      </pc:sldChg>
      <pc:sldMasterChg chg="delSp modSp mod delSldLayout modSldLayout">
        <pc:chgData name="Jenny Díaz Ramírez" userId="df7d83af-54c1-43f9-a4ec-fea9744b3563" providerId="ADAL" clId="{8113EA62-437F-46D7-998D-61DA482C8603}" dt="2025-02-18T17:28:07.716" v="956"/>
        <pc:sldMasterMkLst>
          <pc:docMk/>
          <pc:sldMasterMk cId="3515892240" sldId="2147483658"/>
        </pc:sldMasterMkLst>
        <pc:spChg chg="del mod">
          <ac:chgData name="Jenny Díaz Ramírez" userId="df7d83af-54c1-43f9-a4ec-fea9744b3563" providerId="ADAL" clId="{8113EA62-437F-46D7-998D-61DA482C8603}" dt="2025-02-17T00:58:03.298" v="923" actId="21"/>
          <ac:spMkLst>
            <pc:docMk/>
            <pc:sldMasterMk cId="3515892240" sldId="2147483658"/>
            <ac:spMk id="4" creationId="{8AC6FE46-170E-0F6C-06F0-D7F69117A30F}"/>
          </ac:spMkLst>
        </pc:spChg>
        <pc:sldLayoutChg chg="addSp modSp mod">
          <pc:chgData name="Jenny Díaz Ramírez" userId="df7d83af-54c1-43f9-a4ec-fea9744b3563" providerId="ADAL" clId="{8113EA62-437F-46D7-998D-61DA482C8603}" dt="2025-02-18T17:28:07.716" v="956"/>
          <pc:sldLayoutMkLst>
            <pc:docMk/>
            <pc:sldMasterMk cId="3515892240" sldId="2147483658"/>
            <pc:sldLayoutMk cId="1075511714" sldId="2147483699"/>
          </pc:sldLayoutMkLst>
          <pc:spChg chg="mod">
            <ac:chgData name="Jenny Díaz Ramírez" userId="df7d83af-54c1-43f9-a4ec-fea9744b3563" providerId="ADAL" clId="{8113EA62-437F-46D7-998D-61DA482C8603}" dt="2025-02-18T17:27:32.636" v="954" actId="14100"/>
            <ac:spMkLst>
              <pc:docMk/>
              <pc:sldMasterMk cId="3515892240" sldId="2147483658"/>
              <pc:sldLayoutMk cId="1075511714" sldId="2147483699"/>
              <ac:spMk id="4" creationId="{00000000-0000-0000-0000-000000000000}"/>
            </ac:spMkLst>
          </pc:spChg>
          <pc:spChg chg="mod">
            <ac:chgData name="Jenny Díaz Ramírez" userId="df7d83af-54c1-43f9-a4ec-fea9744b3563" providerId="ADAL" clId="{8113EA62-437F-46D7-998D-61DA482C8603}" dt="2025-02-18T17:28:07.716" v="956"/>
            <ac:spMkLst>
              <pc:docMk/>
              <pc:sldMasterMk cId="3515892240" sldId="2147483658"/>
              <pc:sldLayoutMk cId="1075511714" sldId="2147483699"/>
              <ac:spMk id="9" creationId="{A6D8D9DF-605F-C3B0-C88E-8E0F913C6F28}"/>
            </ac:spMkLst>
          </pc:spChg>
          <pc:spChg chg="mod">
            <ac:chgData name="Jenny Díaz Ramírez" userId="df7d83af-54c1-43f9-a4ec-fea9744b3563" providerId="ADAL" clId="{8113EA62-437F-46D7-998D-61DA482C8603}" dt="2025-02-18T17:28:07.716" v="956"/>
            <ac:spMkLst>
              <pc:docMk/>
              <pc:sldMasterMk cId="3515892240" sldId="2147483658"/>
              <pc:sldLayoutMk cId="1075511714" sldId="2147483699"/>
              <ac:spMk id="10" creationId="{FA23E89B-2AEA-C931-7905-ACBA6BF4A7F3}"/>
            </ac:spMkLst>
          </pc:spChg>
          <pc:spChg chg="mod">
            <ac:chgData name="Jenny Díaz Ramírez" userId="df7d83af-54c1-43f9-a4ec-fea9744b3563" providerId="ADAL" clId="{8113EA62-437F-46D7-998D-61DA482C8603}" dt="2025-02-18T17:28:07.716" v="956"/>
            <ac:spMkLst>
              <pc:docMk/>
              <pc:sldMasterMk cId="3515892240" sldId="2147483658"/>
              <pc:sldLayoutMk cId="1075511714" sldId="2147483699"/>
              <ac:spMk id="11" creationId="{78EF982A-2B3B-DC0C-698D-C19C5F268AC4}"/>
            </ac:spMkLst>
          </pc:spChg>
          <pc:grpChg chg="add mod">
            <ac:chgData name="Jenny Díaz Ramírez" userId="df7d83af-54c1-43f9-a4ec-fea9744b3563" providerId="ADAL" clId="{8113EA62-437F-46D7-998D-61DA482C8603}" dt="2025-02-18T17:28:07.716" v="956"/>
            <ac:grpSpMkLst>
              <pc:docMk/>
              <pc:sldMasterMk cId="3515892240" sldId="2147483658"/>
              <pc:sldLayoutMk cId="1075511714" sldId="2147483699"/>
              <ac:grpSpMk id="8" creationId="{DEE6B253-90F2-1C7F-BF56-C1F5EC7C77E8}"/>
            </ac:grpSpMkLst>
          </pc:grpChg>
        </pc:sldLayoutChg>
        <pc:sldLayoutChg chg="del">
          <pc:chgData name="Jenny Díaz Ramírez" userId="df7d83af-54c1-43f9-a4ec-fea9744b3563" providerId="ADAL" clId="{8113EA62-437F-46D7-998D-61DA482C8603}" dt="2025-02-17T00:00:00.302" v="2" actId="47"/>
          <pc:sldLayoutMkLst>
            <pc:docMk/>
            <pc:sldMasterMk cId="3515892240" sldId="2147483658"/>
            <pc:sldLayoutMk cId="3737886520" sldId="2147483699"/>
          </pc:sldLayoutMkLst>
        </pc:sldLayoutChg>
      </pc:sldMasterChg>
    </pc:docChg>
  </pc:docChgLst>
  <pc:docChgLst>
    <pc:chgData name="Jenny Díaz Ramírez" userId="df7d83af-54c1-43f9-a4ec-fea9744b3563" providerId="ADAL" clId="{225523A6-6F73-41A0-8952-28FF3F5E5521}"/>
    <pc:docChg chg="custSel modSld modMainMaster">
      <pc:chgData name="Jenny Díaz Ramírez" userId="df7d83af-54c1-43f9-a4ec-fea9744b3563" providerId="ADAL" clId="{225523A6-6F73-41A0-8952-28FF3F5E5521}" dt="2025-02-14T18:00:04.160" v="165" actId="14100"/>
      <pc:docMkLst>
        <pc:docMk/>
      </pc:docMkLst>
      <pc:sldChg chg="modSp mod">
        <pc:chgData name="Jenny Díaz Ramírez" userId="df7d83af-54c1-43f9-a4ec-fea9744b3563" providerId="ADAL" clId="{225523A6-6F73-41A0-8952-28FF3F5E5521}" dt="2025-02-14T17:57:14.187" v="133" actId="27636"/>
        <pc:sldMkLst>
          <pc:docMk/>
          <pc:sldMk cId="0" sldId="260"/>
        </pc:sldMkLst>
      </pc:sldChg>
      <pc:sldChg chg="mod modShow">
        <pc:chgData name="Jenny Díaz Ramírez" userId="df7d83af-54c1-43f9-a4ec-fea9744b3563" providerId="ADAL" clId="{225523A6-6F73-41A0-8952-28FF3F5E5521}" dt="2025-02-14T17:57:55.713" v="139" actId="729"/>
        <pc:sldMkLst>
          <pc:docMk/>
          <pc:sldMk cId="0" sldId="261"/>
        </pc:sldMkLst>
      </pc:sldChg>
      <pc:sldChg chg="addSp delSp modSp mod">
        <pc:chgData name="Jenny Díaz Ramírez" userId="df7d83af-54c1-43f9-a4ec-fea9744b3563" providerId="ADAL" clId="{225523A6-6F73-41A0-8952-28FF3F5E5521}" dt="2025-02-14T18:00:04.160" v="165" actId="14100"/>
        <pc:sldMkLst>
          <pc:docMk/>
          <pc:sldMk cId="0" sldId="266"/>
        </pc:sldMkLst>
      </pc:sldChg>
      <pc:sldChg chg="modSp mod">
        <pc:chgData name="Jenny Díaz Ramírez" userId="df7d83af-54c1-43f9-a4ec-fea9744b3563" providerId="ADAL" clId="{225523A6-6F73-41A0-8952-28FF3F5E5521}" dt="2025-02-14T17:57:47.776" v="138" actId="1076"/>
        <pc:sldMkLst>
          <pc:docMk/>
          <pc:sldMk cId="1762163509" sldId="275"/>
        </pc:sldMkLst>
      </pc:sldChg>
      <pc:sldChg chg="modSp mod">
        <pc:chgData name="Jenny Díaz Ramírez" userId="df7d83af-54c1-43f9-a4ec-fea9744b3563" providerId="ADAL" clId="{225523A6-6F73-41A0-8952-28FF3F5E5521}" dt="2025-02-14T17:57:41.940" v="137" actId="1076"/>
        <pc:sldMkLst>
          <pc:docMk/>
          <pc:sldMk cId="1999810849" sldId="276"/>
        </pc:sldMkLst>
      </pc:sldChg>
      <pc:sldChg chg="modSp mod">
        <pc:chgData name="Jenny Díaz Ramírez" userId="df7d83af-54c1-43f9-a4ec-fea9744b3563" providerId="ADAL" clId="{225523A6-6F73-41A0-8952-28FF3F5E5521}" dt="2025-02-14T17:56:52.395" v="131" actId="14100"/>
        <pc:sldMkLst>
          <pc:docMk/>
          <pc:sldMk cId="2595540467" sldId="277"/>
        </pc:sldMkLst>
      </pc:sldChg>
      <pc:sldChg chg="modSp mod">
        <pc:chgData name="Jenny Díaz Ramírez" userId="df7d83af-54c1-43f9-a4ec-fea9744b3563" providerId="ADAL" clId="{225523A6-6F73-41A0-8952-28FF3F5E5521}" dt="2025-02-14T17:52:13.746" v="122" actId="1076"/>
        <pc:sldMkLst>
          <pc:docMk/>
          <pc:sldMk cId="2725073709" sldId="299"/>
        </pc:sldMkLst>
      </pc:sldChg>
      <pc:sldChg chg="modSp mod">
        <pc:chgData name="Jenny Díaz Ramírez" userId="df7d83af-54c1-43f9-a4ec-fea9744b3563" providerId="ADAL" clId="{225523A6-6F73-41A0-8952-28FF3F5E5521}" dt="2025-02-14T17:49:17.001" v="74" actId="20577"/>
        <pc:sldMkLst>
          <pc:docMk/>
          <pc:sldMk cId="2960950710" sldId="350"/>
        </pc:sldMkLst>
        <pc:spChg chg="mod">
          <ac:chgData name="Jenny Díaz Ramírez" userId="df7d83af-54c1-43f9-a4ec-fea9744b3563" providerId="ADAL" clId="{225523A6-6F73-41A0-8952-28FF3F5E5521}" dt="2025-02-14T17:49:17.001" v="74" actId="20577"/>
          <ac:spMkLst>
            <pc:docMk/>
            <pc:sldMk cId="2960950710" sldId="350"/>
            <ac:spMk id="2" creationId="{293E168C-8042-5B4E-A5A4-A5BF693AE2D6}"/>
          </ac:spMkLst>
        </pc:spChg>
      </pc:sldChg>
      <pc:sldMasterChg chg="delSp modSp mod modSldLayout">
        <pc:chgData name="Jenny Díaz Ramírez" userId="df7d83af-54c1-43f9-a4ec-fea9744b3563" providerId="ADAL" clId="{225523A6-6F73-41A0-8952-28FF3F5E5521}" dt="2025-02-14T17:57:30.055" v="135" actId="1076"/>
        <pc:sldMasterMkLst>
          <pc:docMk/>
          <pc:sldMasterMk cId="3515892240" sldId="2147483658"/>
        </pc:sldMasterMkLst>
        <pc:spChg chg="mod">
          <ac:chgData name="Jenny Díaz Ramírez" userId="df7d83af-54c1-43f9-a4ec-fea9744b3563" providerId="ADAL" clId="{225523A6-6F73-41A0-8952-28FF3F5E5521}" dt="2025-02-14T17:56:37.886" v="130" actId="207"/>
          <ac:spMkLst>
            <pc:docMk/>
            <pc:sldMasterMk cId="3515892240" sldId="2147483658"/>
            <ac:spMk id="31" creationId="{C9955F1C-C0B1-BA44-8905-6991FA0D1EF3}"/>
          </ac:spMkLst>
        </pc:spChg>
        <pc:spChg chg="mod">
          <ac:chgData name="Jenny Díaz Ramírez" userId="df7d83af-54c1-43f9-a4ec-fea9744b3563" providerId="ADAL" clId="{225523A6-6F73-41A0-8952-28FF3F5E5521}" dt="2025-02-14T17:55:47.055" v="123" actId="1076"/>
          <ac:spMkLst>
            <pc:docMk/>
            <pc:sldMasterMk cId="3515892240" sldId="2147483658"/>
            <ac:spMk id="32" creationId="{C8ADA0DF-3751-9A48-8A21-59F01C782D7C}"/>
          </ac:spMkLst>
        </pc:spChg>
        <pc:sldLayoutChg chg="modSp mod">
          <pc:chgData name="Jenny Díaz Ramírez" userId="df7d83af-54c1-43f9-a4ec-fea9744b3563" providerId="ADAL" clId="{225523A6-6F73-41A0-8952-28FF3F5E5521}" dt="2025-02-14T17:57:30.055" v="135" actId="1076"/>
          <pc:sldLayoutMkLst>
            <pc:docMk/>
            <pc:sldMasterMk cId="3515892240" sldId="2147483658"/>
            <pc:sldLayoutMk cId="3073769527" sldId="2147483671"/>
          </pc:sldLayoutMkLst>
          <pc:spChg chg="mod">
            <ac:chgData name="Jenny Díaz Ramírez" userId="df7d83af-54c1-43f9-a4ec-fea9744b3563" providerId="ADAL" clId="{225523A6-6F73-41A0-8952-28FF3F5E5521}" dt="2025-02-14T17:57:22.667" v="134" actId="1076"/>
            <ac:spMkLst>
              <pc:docMk/>
              <pc:sldMasterMk cId="3515892240" sldId="2147483658"/>
              <pc:sldLayoutMk cId="3073769527" sldId="2147483671"/>
              <ac:spMk id="3" creationId="{B7E0EC46-C626-4D58-AB64-0B3B850D1482}"/>
            </ac:spMkLst>
          </pc:spChg>
          <pc:spChg chg="mod">
            <ac:chgData name="Jenny Díaz Ramírez" userId="df7d83af-54c1-43f9-a4ec-fea9744b3563" providerId="ADAL" clId="{225523A6-6F73-41A0-8952-28FF3F5E5521}" dt="2025-02-14T17:57:30.055" v="135" actId="1076"/>
            <ac:spMkLst>
              <pc:docMk/>
              <pc:sldMasterMk cId="3515892240" sldId="2147483658"/>
              <pc:sldLayoutMk cId="3073769527" sldId="2147483671"/>
              <ac:spMk id="4" creationId="{8F25D00C-8F5C-4528-87FA-F9431D967555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8"/>
      <dgm:spPr/>
    </dgm:pt>
    <dgm:pt modelId="{3D6BFEE7-2020-4FA5-9BAB-5A229DDECB65}" type="pres">
      <dgm:prSet presAssocID="{55E69F3B-5077-42F4-BD47-3D396425F3F2}" presName="child" presStyleLbl="alignAccFollowNode1" presStyleIdx="0" presStyleCnt="8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8"/>
      <dgm:spPr/>
    </dgm:pt>
    <dgm:pt modelId="{AACA5BA9-33E9-4D22-B3BA-B0E28BE5D756}" type="pres">
      <dgm:prSet presAssocID="{E8824C48-89F8-4E2D-B184-4E51DC7B58A6}" presName="child" presStyleLbl="alignAccFollowNode1" presStyleIdx="1" presStyleCnt="8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8"/>
      <dgm:spPr/>
    </dgm:pt>
    <dgm:pt modelId="{C9CB6B0D-52AE-45C2-992F-F16D5A34857A}" type="pres">
      <dgm:prSet presAssocID="{58C7CE55-3705-414C-A99D-6D5C6EF0625A}" presName="child" presStyleLbl="alignAccFollowNode1" presStyleIdx="2" presStyleCnt="8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8"/>
      <dgm:spPr/>
    </dgm:pt>
    <dgm:pt modelId="{8021EFB3-77FD-42C2-90D1-C95C53596EF1}" type="pres">
      <dgm:prSet presAssocID="{277C10AB-1744-4421-BDF6-103B11EFEAB5}" presName="child" presStyleLbl="alignAccFollowNode1" presStyleIdx="3" presStyleCnt="8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8"/>
      <dgm:spPr/>
    </dgm:pt>
    <dgm:pt modelId="{469E4D95-2117-4314-A3CF-FEA6FB9D18D0}" type="pres">
      <dgm:prSet presAssocID="{08FE693D-850A-4B40-8FF2-9445DA2D25AC}" presName="child" presStyleLbl="alignAccFollowNode1" presStyleIdx="4" presStyleCnt="8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8"/>
      <dgm:spPr/>
    </dgm:pt>
    <dgm:pt modelId="{42FBB82F-2E67-45B4-841A-415A09821E25}" type="pres">
      <dgm:prSet presAssocID="{DEA047EF-5C57-4885-9D26-F0D90BF6F7B3}" presName="child" presStyleLbl="alignAccFollowNode1" presStyleIdx="5" presStyleCnt="8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8"/>
      <dgm:spPr/>
    </dgm:pt>
    <dgm:pt modelId="{8B04FC04-5B0B-4532-B067-3A96B91B1A71}" type="pres">
      <dgm:prSet presAssocID="{0007019D-BE48-4638-A758-11431E394BA5}" presName="child" presStyleLbl="alignAccFollowNode1" presStyleIdx="6" presStyleCnt="8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8"/>
      <dgm:spPr/>
    </dgm:pt>
    <dgm:pt modelId="{3CEBE889-FAE6-4538-9DB6-FFDB9389BE19}" type="pres">
      <dgm:prSet presAssocID="{F879121B-3B6F-494F-A6B0-9D9D880A98F3}" presName="child" presStyleLbl="alignAccFollowNode1" presStyleIdx="7" presStyleCnt="8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1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1730EDA4-0993-4F48-AAA5-E6CDAFBD3F91}" type="presParOf" srcId="{E438B12F-87B6-4D20-B676-1ED9BD1E71C4}" destId="{3CEBE889-FAE6-4538-9DB6-FFDB9389BE19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ADE9F2-73B1-4280-A857-2B83414E8742}" type="doc">
      <dgm:prSet loTypeId="urn:microsoft.com/office/officeart/2005/8/layout/vProcess5" loCatId="process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43DA07B7-D3FF-430D-A6BE-CC24CED12964}">
      <dgm:prSet phldrT="[Texto]" custT="1"/>
      <dgm:spPr/>
      <dgm:t>
        <a:bodyPr/>
        <a:lstStyle/>
        <a:p>
          <a:r>
            <a:rPr lang="es-MX" sz="2000" dirty="0">
              <a:solidFill>
                <a:schemeClr val="accent3">
                  <a:lumMod val="50000"/>
                </a:schemeClr>
              </a:solidFill>
            </a:rPr>
            <a:t>No negatividad: Primer cuadrante</a:t>
          </a:r>
        </a:p>
      </dgm:t>
    </dgm:pt>
    <dgm:pt modelId="{FD0B916E-EF14-4005-82A6-D0FF11DFE346}" type="parTrans" cxnId="{F3D2DAB9-5875-4F46-A5E4-B38CD2F9C707}">
      <dgm:prSet/>
      <dgm:spPr/>
      <dgm:t>
        <a:bodyPr/>
        <a:lstStyle/>
        <a:p>
          <a:endParaRPr lang="es-MX" sz="2400"/>
        </a:p>
      </dgm:t>
    </dgm:pt>
    <dgm:pt modelId="{525B3229-41F1-4C2A-B6BA-DFA17972BCBE}" type="sibTrans" cxnId="{F3D2DAB9-5875-4F46-A5E4-B38CD2F9C707}">
      <dgm:prSet custT="1"/>
      <dgm:spPr/>
      <dgm:t>
        <a:bodyPr/>
        <a:lstStyle/>
        <a:p>
          <a:endParaRPr lang="es-MX" sz="3200"/>
        </a:p>
      </dgm:t>
    </dgm:pt>
    <dgm:pt modelId="{84DF7F76-BD5D-404E-9536-9642002D6490}">
      <dgm:prSet custT="1"/>
      <dgm:spPr/>
      <dgm:t>
        <a:bodyPr/>
        <a:lstStyle/>
        <a:p>
          <a:r>
            <a:rPr lang="es-MX" sz="2000" dirty="0"/>
            <a:t>Identifica el </a:t>
          </a:r>
          <a:r>
            <a:rPr lang="es-MX" sz="2000" dirty="0" err="1"/>
            <a:t>semi-espacio</a:t>
          </a:r>
          <a:r>
            <a:rPr lang="es-MX" sz="2000" dirty="0"/>
            <a:t> factible (dirección de factibilidad)</a:t>
          </a:r>
        </a:p>
      </dgm:t>
    </dgm:pt>
    <dgm:pt modelId="{909BDBAF-41E9-463D-81AF-55DBA5333E11}" type="parTrans" cxnId="{9F674CD6-41EA-4DF9-9E22-F964DC62E25B}">
      <dgm:prSet/>
      <dgm:spPr/>
      <dgm:t>
        <a:bodyPr/>
        <a:lstStyle/>
        <a:p>
          <a:endParaRPr lang="es-MX" sz="2400"/>
        </a:p>
      </dgm:t>
    </dgm:pt>
    <dgm:pt modelId="{BD6B5DC1-B3C4-41BB-A1EF-BB7DBA89F4A2}" type="sibTrans" cxnId="{9F674CD6-41EA-4DF9-9E22-F964DC62E25B}">
      <dgm:prSet/>
      <dgm:spPr/>
      <dgm:t>
        <a:bodyPr/>
        <a:lstStyle/>
        <a:p>
          <a:endParaRPr lang="es-MX" sz="2400"/>
        </a:p>
      </dgm:t>
    </dgm:pt>
    <dgm:pt modelId="{C3B128CB-EE2E-4F10-82F6-2ACF9C252B15}">
      <dgm:prSet custT="1"/>
      <dgm:spPr/>
      <dgm:t>
        <a:bodyPr/>
        <a:lstStyle/>
        <a:p>
          <a:r>
            <a:rPr lang="es-MX" sz="2000" dirty="0"/>
            <a:t>Dibuja las ecuaciones asociadas a las restricciones (límites de restricciones) </a:t>
          </a:r>
        </a:p>
      </dgm:t>
    </dgm:pt>
    <dgm:pt modelId="{5066CB5B-F09D-40BF-B43C-C1ECB151AE0C}" type="parTrans" cxnId="{642A4C72-D837-4536-8DBE-A4C7E29C3CE6}">
      <dgm:prSet/>
      <dgm:spPr/>
      <dgm:t>
        <a:bodyPr/>
        <a:lstStyle/>
        <a:p>
          <a:endParaRPr lang="es-MX" sz="2400"/>
        </a:p>
      </dgm:t>
    </dgm:pt>
    <dgm:pt modelId="{E2EC2381-ABF8-4CF1-BF0F-539E0CF3313B}" type="sibTrans" cxnId="{642A4C72-D837-4536-8DBE-A4C7E29C3CE6}">
      <dgm:prSet custT="1"/>
      <dgm:spPr/>
      <dgm:t>
        <a:bodyPr/>
        <a:lstStyle/>
        <a:p>
          <a:endParaRPr lang="es-MX" sz="3200"/>
        </a:p>
      </dgm:t>
    </dgm:pt>
    <dgm:pt modelId="{4A637858-58F3-4DDC-9EEC-807BF079C52B}" type="pres">
      <dgm:prSet presAssocID="{0FADE9F2-73B1-4280-A857-2B83414E8742}" presName="outerComposite" presStyleCnt="0">
        <dgm:presLayoutVars>
          <dgm:chMax val="5"/>
          <dgm:dir/>
          <dgm:resizeHandles val="exact"/>
        </dgm:presLayoutVars>
      </dgm:prSet>
      <dgm:spPr/>
    </dgm:pt>
    <dgm:pt modelId="{8E1C428A-2D84-4B80-891B-9402646724D1}" type="pres">
      <dgm:prSet presAssocID="{0FADE9F2-73B1-4280-A857-2B83414E8742}" presName="dummyMaxCanvas" presStyleCnt="0">
        <dgm:presLayoutVars/>
      </dgm:prSet>
      <dgm:spPr/>
    </dgm:pt>
    <dgm:pt modelId="{CA5B57EA-FC20-4F91-A72A-945D5C455553}" type="pres">
      <dgm:prSet presAssocID="{0FADE9F2-73B1-4280-A857-2B83414E8742}" presName="ThreeNodes_1" presStyleLbl="node1" presStyleIdx="0" presStyleCnt="3">
        <dgm:presLayoutVars>
          <dgm:bulletEnabled val="1"/>
        </dgm:presLayoutVars>
      </dgm:prSet>
      <dgm:spPr/>
    </dgm:pt>
    <dgm:pt modelId="{576BBFDD-588C-48DE-B91A-85FC9989248C}" type="pres">
      <dgm:prSet presAssocID="{0FADE9F2-73B1-4280-A857-2B83414E8742}" presName="ThreeNodes_2" presStyleLbl="node1" presStyleIdx="1" presStyleCnt="3">
        <dgm:presLayoutVars>
          <dgm:bulletEnabled val="1"/>
        </dgm:presLayoutVars>
      </dgm:prSet>
      <dgm:spPr/>
    </dgm:pt>
    <dgm:pt modelId="{864D1E8F-9F37-4AE0-A7D8-1F632C67F354}" type="pres">
      <dgm:prSet presAssocID="{0FADE9F2-73B1-4280-A857-2B83414E8742}" presName="ThreeNodes_3" presStyleLbl="node1" presStyleIdx="2" presStyleCnt="3">
        <dgm:presLayoutVars>
          <dgm:bulletEnabled val="1"/>
        </dgm:presLayoutVars>
      </dgm:prSet>
      <dgm:spPr/>
    </dgm:pt>
    <dgm:pt modelId="{D58DC611-8ED0-4900-86E2-B351798566A5}" type="pres">
      <dgm:prSet presAssocID="{0FADE9F2-73B1-4280-A857-2B83414E8742}" presName="ThreeConn_1-2" presStyleLbl="fgAccFollowNode1" presStyleIdx="0" presStyleCnt="2">
        <dgm:presLayoutVars>
          <dgm:bulletEnabled val="1"/>
        </dgm:presLayoutVars>
      </dgm:prSet>
      <dgm:spPr/>
    </dgm:pt>
    <dgm:pt modelId="{D019B922-E4B7-4293-8F17-85A35872FB1B}" type="pres">
      <dgm:prSet presAssocID="{0FADE9F2-73B1-4280-A857-2B83414E8742}" presName="ThreeConn_2-3" presStyleLbl="fgAccFollowNode1" presStyleIdx="1" presStyleCnt="2">
        <dgm:presLayoutVars>
          <dgm:bulletEnabled val="1"/>
        </dgm:presLayoutVars>
      </dgm:prSet>
      <dgm:spPr/>
    </dgm:pt>
    <dgm:pt modelId="{FEE0CCA8-C61B-4C4B-B7FF-BA4861DD699A}" type="pres">
      <dgm:prSet presAssocID="{0FADE9F2-73B1-4280-A857-2B83414E8742}" presName="ThreeNodes_1_text" presStyleLbl="node1" presStyleIdx="2" presStyleCnt="3">
        <dgm:presLayoutVars>
          <dgm:bulletEnabled val="1"/>
        </dgm:presLayoutVars>
      </dgm:prSet>
      <dgm:spPr/>
    </dgm:pt>
    <dgm:pt modelId="{8A1A3587-8DE7-41D1-B793-EB059429AF6F}" type="pres">
      <dgm:prSet presAssocID="{0FADE9F2-73B1-4280-A857-2B83414E8742}" presName="ThreeNodes_2_text" presStyleLbl="node1" presStyleIdx="2" presStyleCnt="3">
        <dgm:presLayoutVars>
          <dgm:bulletEnabled val="1"/>
        </dgm:presLayoutVars>
      </dgm:prSet>
      <dgm:spPr/>
    </dgm:pt>
    <dgm:pt modelId="{7B9F4419-5FA5-4CEB-A876-91229D2BB5BF}" type="pres">
      <dgm:prSet presAssocID="{0FADE9F2-73B1-4280-A857-2B83414E874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9BC012D-5D9B-4B4F-B4DA-82B5AF628282}" type="presOf" srcId="{84DF7F76-BD5D-404E-9536-9642002D6490}" destId="{7B9F4419-5FA5-4CEB-A876-91229D2BB5BF}" srcOrd="1" destOrd="0" presId="urn:microsoft.com/office/officeart/2005/8/layout/vProcess5"/>
    <dgm:cxn modelId="{79A4BC38-5C86-44AB-AC99-03A41112FA8B}" type="presOf" srcId="{43DA07B7-D3FF-430D-A6BE-CC24CED12964}" destId="{CA5B57EA-FC20-4F91-A72A-945D5C455553}" srcOrd="0" destOrd="0" presId="urn:microsoft.com/office/officeart/2005/8/layout/vProcess5"/>
    <dgm:cxn modelId="{7B6E5E3F-BA47-4286-ABCD-B3B8C0F29183}" type="presOf" srcId="{C3B128CB-EE2E-4F10-82F6-2ACF9C252B15}" destId="{8A1A3587-8DE7-41D1-B793-EB059429AF6F}" srcOrd="1" destOrd="0" presId="urn:microsoft.com/office/officeart/2005/8/layout/vProcess5"/>
    <dgm:cxn modelId="{B358873F-AD57-4C29-8902-B910A48B41DE}" type="presOf" srcId="{43DA07B7-D3FF-430D-A6BE-CC24CED12964}" destId="{FEE0CCA8-C61B-4C4B-B7FF-BA4861DD699A}" srcOrd="1" destOrd="0" presId="urn:microsoft.com/office/officeart/2005/8/layout/vProcess5"/>
    <dgm:cxn modelId="{664DD85C-196C-42FB-9C73-15E244E828DC}" type="presOf" srcId="{C3B128CB-EE2E-4F10-82F6-2ACF9C252B15}" destId="{576BBFDD-588C-48DE-B91A-85FC9989248C}" srcOrd="0" destOrd="0" presId="urn:microsoft.com/office/officeart/2005/8/layout/vProcess5"/>
    <dgm:cxn modelId="{642A4C72-D837-4536-8DBE-A4C7E29C3CE6}" srcId="{0FADE9F2-73B1-4280-A857-2B83414E8742}" destId="{C3B128CB-EE2E-4F10-82F6-2ACF9C252B15}" srcOrd="1" destOrd="0" parTransId="{5066CB5B-F09D-40BF-B43C-C1ECB151AE0C}" sibTransId="{E2EC2381-ABF8-4CF1-BF0F-539E0CF3313B}"/>
    <dgm:cxn modelId="{F3B9AB7E-E9B8-443B-B68F-6D1B75B4BC8F}" type="presOf" srcId="{525B3229-41F1-4C2A-B6BA-DFA17972BCBE}" destId="{D58DC611-8ED0-4900-86E2-B351798566A5}" srcOrd="0" destOrd="0" presId="urn:microsoft.com/office/officeart/2005/8/layout/vProcess5"/>
    <dgm:cxn modelId="{2367D5A8-309B-474E-8D40-D7EA0F980A7F}" type="presOf" srcId="{E2EC2381-ABF8-4CF1-BF0F-539E0CF3313B}" destId="{D019B922-E4B7-4293-8F17-85A35872FB1B}" srcOrd="0" destOrd="0" presId="urn:microsoft.com/office/officeart/2005/8/layout/vProcess5"/>
    <dgm:cxn modelId="{F3D2DAB9-5875-4F46-A5E4-B38CD2F9C707}" srcId="{0FADE9F2-73B1-4280-A857-2B83414E8742}" destId="{43DA07B7-D3FF-430D-A6BE-CC24CED12964}" srcOrd="0" destOrd="0" parTransId="{FD0B916E-EF14-4005-82A6-D0FF11DFE346}" sibTransId="{525B3229-41F1-4C2A-B6BA-DFA17972BCBE}"/>
    <dgm:cxn modelId="{6F5817BC-F122-45FC-85F4-EB434CC6C9DC}" type="presOf" srcId="{0FADE9F2-73B1-4280-A857-2B83414E8742}" destId="{4A637858-58F3-4DDC-9EEC-807BF079C52B}" srcOrd="0" destOrd="0" presId="urn:microsoft.com/office/officeart/2005/8/layout/vProcess5"/>
    <dgm:cxn modelId="{83580FD1-8E50-41D9-B5ED-81A49E5F9EE1}" type="presOf" srcId="{84DF7F76-BD5D-404E-9536-9642002D6490}" destId="{864D1E8F-9F37-4AE0-A7D8-1F632C67F354}" srcOrd="0" destOrd="0" presId="urn:microsoft.com/office/officeart/2005/8/layout/vProcess5"/>
    <dgm:cxn modelId="{9F674CD6-41EA-4DF9-9E22-F964DC62E25B}" srcId="{0FADE9F2-73B1-4280-A857-2B83414E8742}" destId="{84DF7F76-BD5D-404E-9536-9642002D6490}" srcOrd="2" destOrd="0" parTransId="{909BDBAF-41E9-463D-81AF-55DBA5333E11}" sibTransId="{BD6B5DC1-B3C4-41BB-A1EF-BB7DBA89F4A2}"/>
    <dgm:cxn modelId="{EB7AA6C6-70EC-434E-9169-16AC26F664B2}" type="presParOf" srcId="{4A637858-58F3-4DDC-9EEC-807BF079C52B}" destId="{8E1C428A-2D84-4B80-891B-9402646724D1}" srcOrd="0" destOrd="0" presId="urn:microsoft.com/office/officeart/2005/8/layout/vProcess5"/>
    <dgm:cxn modelId="{48E05B19-CE84-4B93-9863-8A58126B0167}" type="presParOf" srcId="{4A637858-58F3-4DDC-9EEC-807BF079C52B}" destId="{CA5B57EA-FC20-4F91-A72A-945D5C455553}" srcOrd="1" destOrd="0" presId="urn:microsoft.com/office/officeart/2005/8/layout/vProcess5"/>
    <dgm:cxn modelId="{64E01527-DFD1-4AA5-945A-E96A75261365}" type="presParOf" srcId="{4A637858-58F3-4DDC-9EEC-807BF079C52B}" destId="{576BBFDD-588C-48DE-B91A-85FC9989248C}" srcOrd="2" destOrd="0" presId="urn:microsoft.com/office/officeart/2005/8/layout/vProcess5"/>
    <dgm:cxn modelId="{E3AC7421-9885-4927-8A31-21E461EF769D}" type="presParOf" srcId="{4A637858-58F3-4DDC-9EEC-807BF079C52B}" destId="{864D1E8F-9F37-4AE0-A7D8-1F632C67F354}" srcOrd="3" destOrd="0" presId="urn:microsoft.com/office/officeart/2005/8/layout/vProcess5"/>
    <dgm:cxn modelId="{83B473AB-82DF-4B74-8126-FD88B91272FD}" type="presParOf" srcId="{4A637858-58F3-4DDC-9EEC-807BF079C52B}" destId="{D58DC611-8ED0-4900-86E2-B351798566A5}" srcOrd="4" destOrd="0" presId="urn:microsoft.com/office/officeart/2005/8/layout/vProcess5"/>
    <dgm:cxn modelId="{C918457B-4A0E-4F4A-A410-B504768DBF40}" type="presParOf" srcId="{4A637858-58F3-4DDC-9EEC-807BF079C52B}" destId="{D019B922-E4B7-4293-8F17-85A35872FB1B}" srcOrd="5" destOrd="0" presId="urn:microsoft.com/office/officeart/2005/8/layout/vProcess5"/>
    <dgm:cxn modelId="{16222EDE-455B-4AAC-99FF-E5BC18E5CA20}" type="presParOf" srcId="{4A637858-58F3-4DDC-9EEC-807BF079C52B}" destId="{FEE0CCA8-C61B-4C4B-B7FF-BA4861DD699A}" srcOrd="6" destOrd="0" presId="urn:microsoft.com/office/officeart/2005/8/layout/vProcess5"/>
    <dgm:cxn modelId="{6EED9935-1FDB-4ABC-BE44-D97EAB1CC159}" type="presParOf" srcId="{4A637858-58F3-4DDC-9EEC-807BF079C52B}" destId="{8A1A3587-8DE7-41D1-B793-EB059429AF6F}" srcOrd="7" destOrd="0" presId="urn:microsoft.com/office/officeart/2005/8/layout/vProcess5"/>
    <dgm:cxn modelId="{0A9D58D4-5349-491B-9B74-3A2A9AC6FB1C}" type="presParOf" srcId="{4A637858-58F3-4DDC-9EEC-807BF079C52B}" destId="{7B9F4419-5FA5-4CEB-A876-91229D2BB5B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ADE9F2-73B1-4280-A857-2B83414E8742}" type="doc">
      <dgm:prSet loTypeId="urn:microsoft.com/office/officeart/2005/8/layout/vProcess5" loCatId="process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43DA07B7-D3FF-430D-A6BE-CC24CED12964}">
      <dgm:prSet phldrT="[Texto]" custT="1"/>
      <dgm:spPr/>
      <dgm:t>
        <a:bodyPr/>
        <a:lstStyle/>
        <a:p>
          <a:r>
            <a:rPr lang="es-MX" sz="2000" dirty="0">
              <a:solidFill>
                <a:schemeClr val="accent3">
                  <a:lumMod val="50000"/>
                </a:schemeClr>
              </a:solidFill>
            </a:rPr>
            <a:t>Dibuja dos líneas de Z: Z1 y Z2</a:t>
          </a:r>
        </a:p>
      </dgm:t>
    </dgm:pt>
    <dgm:pt modelId="{FD0B916E-EF14-4005-82A6-D0FF11DFE346}" type="parTrans" cxnId="{F3D2DAB9-5875-4F46-A5E4-B38CD2F9C707}">
      <dgm:prSet/>
      <dgm:spPr/>
      <dgm:t>
        <a:bodyPr/>
        <a:lstStyle/>
        <a:p>
          <a:endParaRPr lang="es-MX" sz="1800"/>
        </a:p>
      </dgm:t>
    </dgm:pt>
    <dgm:pt modelId="{525B3229-41F1-4C2A-B6BA-DFA17972BCBE}" type="sibTrans" cxnId="{F3D2DAB9-5875-4F46-A5E4-B38CD2F9C707}">
      <dgm:prSet custT="1"/>
      <dgm:spPr/>
      <dgm:t>
        <a:bodyPr/>
        <a:lstStyle/>
        <a:p>
          <a:endParaRPr lang="es-MX" sz="2400"/>
        </a:p>
      </dgm:t>
    </dgm:pt>
    <dgm:pt modelId="{84DF7F76-BD5D-404E-9536-9642002D6490}">
      <dgm:prSet custT="1"/>
      <dgm:spPr/>
      <dgm:t>
        <a:bodyPr lIns="108000"/>
        <a:lstStyle/>
        <a:p>
          <a:pPr marL="0" indent="0">
            <a:tabLst/>
          </a:pPr>
          <a:r>
            <a:rPr lang="es-MX" sz="2000" dirty="0"/>
            <a:t>Mueve la línea de Z (paralelamente) en la dirección del vector normal (si </a:t>
          </a:r>
          <a:r>
            <a:rPr lang="es-MX" sz="2000" dirty="0" err="1"/>
            <a:t>max</a:t>
          </a:r>
          <a:r>
            <a:rPr lang="es-MX" sz="2000" dirty="0"/>
            <a:t>) hasta que toque el último punto (o línea)</a:t>
          </a:r>
        </a:p>
      </dgm:t>
    </dgm:pt>
    <dgm:pt modelId="{909BDBAF-41E9-463D-81AF-55DBA5333E11}" type="parTrans" cxnId="{9F674CD6-41EA-4DF9-9E22-F964DC62E25B}">
      <dgm:prSet/>
      <dgm:spPr/>
      <dgm:t>
        <a:bodyPr/>
        <a:lstStyle/>
        <a:p>
          <a:endParaRPr lang="es-MX" sz="1800"/>
        </a:p>
      </dgm:t>
    </dgm:pt>
    <dgm:pt modelId="{BD6B5DC1-B3C4-41BB-A1EF-BB7DBA89F4A2}" type="sibTrans" cxnId="{9F674CD6-41EA-4DF9-9E22-F964DC62E25B}">
      <dgm:prSet/>
      <dgm:spPr/>
      <dgm:t>
        <a:bodyPr/>
        <a:lstStyle/>
        <a:p>
          <a:endParaRPr lang="es-MX" sz="1800"/>
        </a:p>
      </dgm:t>
    </dgm:pt>
    <dgm:pt modelId="{C3B128CB-EE2E-4F10-82F6-2ACF9C252B15}">
      <dgm:prSet custT="1"/>
      <dgm:spPr/>
      <dgm:t>
        <a:bodyPr/>
        <a:lstStyle/>
        <a:p>
          <a:r>
            <a:rPr lang="es-MX" sz="2000" dirty="0"/>
            <a:t>Identifica la dirección del vector normal a Z. </a:t>
          </a:r>
        </a:p>
      </dgm:t>
    </dgm:pt>
    <dgm:pt modelId="{5066CB5B-F09D-40BF-B43C-C1ECB151AE0C}" type="parTrans" cxnId="{642A4C72-D837-4536-8DBE-A4C7E29C3CE6}">
      <dgm:prSet/>
      <dgm:spPr/>
      <dgm:t>
        <a:bodyPr/>
        <a:lstStyle/>
        <a:p>
          <a:endParaRPr lang="es-MX" sz="1800"/>
        </a:p>
      </dgm:t>
    </dgm:pt>
    <dgm:pt modelId="{E2EC2381-ABF8-4CF1-BF0F-539E0CF3313B}" type="sibTrans" cxnId="{642A4C72-D837-4536-8DBE-A4C7E29C3CE6}">
      <dgm:prSet custT="1"/>
      <dgm:spPr/>
      <dgm:t>
        <a:bodyPr/>
        <a:lstStyle/>
        <a:p>
          <a:endParaRPr lang="es-MX" sz="2400"/>
        </a:p>
      </dgm:t>
    </dgm:pt>
    <dgm:pt modelId="{4A637858-58F3-4DDC-9EEC-807BF079C52B}" type="pres">
      <dgm:prSet presAssocID="{0FADE9F2-73B1-4280-A857-2B83414E8742}" presName="outerComposite" presStyleCnt="0">
        <dgm:presLayoutVars>
          <dgm:chMax val="5"/>
          <dgm:dir/>
          <dgm:resizeHandles val="exact"/>
        </dgm:presLayoutVars>
      </dgm:prSet>
      <dgm:spPr/>
    </dgm:pt>
    <dgm:pt modelId="{8E1C428A-2D84-4B80-891B-9402646724D1}" type="pres">
      <dgm:prSet presAssocID="{0FADE9F2-73B1-4280-A857-2B83414E8742}" presName="dummyMaxCanvas" presStyleCnt="0">
        <dgm:presLayoutVars/>
      </dgm:prSet>
      <dgm:spPr/>
    </dgm:pt>
    <dgm:pt modelId="{CA5B57EA-FC20-4F91-A72A-945D5C455553}" type="pres">
      <dgm:prSet presAssocID="{0FADE9F2-73B1-4280-A857-2B83414E8742}" presName="ThreeNodes_1" presStyleLbl="node1" presStyleIdx="0" presStyleCnt="3">
        <dgm:presLayoutVars>
          <dgm:bulletEnabled val="1"/>
        </dgm:presLayoutVars>
      </dgm:prSet>
      <dgm:spPr/>
    </dgm:pt>
    <dgm:pt modelId="{576BBFDD-588C-48DE-B91A-85FC9989248C}" type="pres">
      <dgm:prSet presAssocID="{0FADE9F2-73B1-4280-A857-2B83414E8742}" presName="ThreeNodes_2" presStyleLbl="node1" presStyleIdx="1" presStyleCnt="3">
        <dgm:presLayoutVars>
          <dgm:bulletEnabled val="1"/>
        </dgm:presLayoutVars>
      </dgm:prSet>
      <dgm:spPr/>
    </dgm:pt>
    <dgm:pt modelId="{864D1E8F-9F37-4AE0-A7D8-1F632C67F354}" type="pres">
      <dgm:prSet presAssocID="{0FADE9F2-73B1-4280-A857-2B83414E8742}" presName="ThreeNodes_3" presStyleLbl="node1" presStyleIdx="2" presStyleCnt="3">
        <dgm:presLayoutVars>
          <dgm:bulletEnabled val="1"/>
        </dgm:presLayoutVars>
      </dgm:prSet>
      <dgm:spPr/>
    </dgm:pt>
    <dgm:pt modelId="{D58DC611-8ED0-4900-86E2-B351798566A5}" type="pres">
      <dgm:prSet presAssocID="{0FADE9F2-73B1-4280-A857-2B83414E8742}" presName="ThreeConn_1-2" presStyleLbl="fgAccFollowNode1" presStyleIdx="0" presStyleCnt="2">
        <dgm:presLayoutVars>
          <dgm:bulletEnabled val="1"/>
        </dgm:presLayoutVars>
      </dgm:prSet>
      <dgm:spPr/>
    </dgm:pt>
    <dgm:pt modelId="{D019B922-E4B7-4293-8F17-85A35872FB1B}" type="pres">
      <dgm:prSet presAssocID="{0FADE9F2-73B1-4280-A857-2B83414E8742}" presName="ThreeConn_2-3" presStyleLbl="fgAccFollowNode1" presStyleIdx="1" presStyleCnt="2">
        <dgm:presLayoutVars>
          <dgm:bulletEnabled val="1"/>
        </dgm:presLayoutVars>
      </dgm:prSet>
      <dgm:spPr/>
    </dgm:pt>
    <dgm:pt modelId="{FEE0CCA8-C61B-4C4B-B7FF-BA4861DD699A}" type="pres">
      <dgm:prSet presAssocID="{0FADE9F2-73B1-4280-A857-2B83414E8742}" presName="ThreeNodes_1_text" presStyleLbl="node1" presStyleIdx="2" presStyleCnt="3">
        <dgm:presLayoutVars>
          <dgm:bulletEnabled val="1"/>
        </dgm:presLayoutVars>
      </dgm:prSet>
      <dgm:spPr/>
    </dgm:pt>
    <dgm:pt modelId="{8A1A3587-8DE7-41D1-B793-EB059429AF6F}" type="pres">
      <dgm:prSet presAssocID="{0FADE9F2-73B1-4280-A857-2B83414E8742}" presName="ThreeNodes_2_text" presStyleLbl="node1" presStyleIdx="2" presStyleCnt="3">
        <dgm:presLayoutVars>
          <dgm:bulletEnabled val="1"/>
        </dgm:presLayoutVars>
      </dgm:prSet>
      <dgm:spPr/>
    </dgm:pt>
    <dgm:pt modelId="{7B9F4419-5FA5-4CEB-A876-91229D2BB5BF}" type="pres">
      <dgm:prSet presAssocID="{0FADE9F2-73B1-4280-A857-2B83414E874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8A5AC1F-BD84-460C-9206-46AD3DEE8BEE}" type="presOf" srcId="{43DA07B7-D3FF-430D-A6BE-CC24CED12964}" destId="{CA5B57EA-FC20-4F91-A72A-945D5C455553}" srcOrd="0" destOrd="0" presId="urn:microsoft.com/office/officeart/2005/8/layout/vProcess5"/>
    <dgm:cxn modelId="{99A63834-AFBC-4C6D-B0A8-97AD3D6D650E}" type="presOf" srcId="{0FADE9F2-73B1-4280-A857-2B83414E8742}" destId="{4A637858-58F3-4DDC-9EEC-807BF079C52B}" srcOrd="0" destOrd="0" presId="urn:microsoft.com/office/officeart/2005/8/layout/vProcess5"/>
    <dgm:cxn modelId="{F14D0351-7DDF-494C-B76D-13AD405A812C}" type="presOf" srcId="{525B3229-41F1-4C2A-B6BA-DFA17972BCBE}" destId="{D58DC611-8ED0-4900-86E2-B351798566A5}" srcOrd="0" destOrd="0" presId="urn:microsoft.com/office/officeart/2005/8/layout/vProcess5"/>
    <dgm:cxn modelId="{642A4C72-D837-4536-8DBE-A4C7E29C3CE6}" srcId="{0FADE9F2-73B1-4280-A857-2B83414E8742}" destId="{C3B128CB-EE2E-4F10-82F6-2ACF9C252B15}" srcOrd="1" destOrd="0" parTransId="{5066CB5B-F09D-40BF-B43C-C1ECB151AE0C}" sibTransId="{E2EC2381-ABF8-4CF1-BF0F-539E0CF3313B}"/>
    <dgm:cxn modelId="{13E32674-B667-4C4B-9AA5-090D09D0FDBA}" type="presOf" srcId="{C3B128CB-EE2E-4F10-82F6-2ACF9C252B15}" destId="{8A1A3587-8DE7-41D1-B793-EB059429AF6F}" srcOrd="1" destOrd="0" presId="urn:microsoft.com/office/officeart/2005/8/layout/vProcess5"/>
    <dgm:cxn modelId="{EAED815A-C82D-4ED2-8631-6F77AAF728C0}" type="presOf" srcId="{43DA07B7-D3FF-430D-A6BE-CC24CED12964}" destId="{FEE0CCA8-C61B-4C4B-B7FF-BA4861DD699A}" srcOrd="1" destOrd="0" presId="urn:microsoft.com/office/officeart/2005/8/layout/vProcess5"/>
    <dgm:cxn modelId="{38F06484-AF76-48A6-8DA8-269659760C8D}" type="presOf" srcId="{C3B128CB-EE2E-4F10-82F6-2ACF9C252B15}" destId="{576BBFDD-588C-48DE-B91A-85FC9989248C}" srcOrd="0" destOrd="0" presId="urn:microsoft.com/office/officeart/2005/8/layout/vProcess5"/>
    <dgm:cxn modelId="{8EDD909C-17BE-4FC5-B687-9F86B135728E}" type="presOf" srcId="{E2EC2381-ABF8-4CF1-BF0F-539E0CF3313B}" destId="{D019B922-E4B7-4293-8F17-85A35872FB1B}" srcOrd="0" destOrd="0" presId="urn:microsoft.com/office/officeart/2005/8/layout/vProcess5"/>
    <dgm:cxn modelId="{34AA64A5-47B9-42D8-ACE3-136E4528AE4B}" type="presOf" srcId="{84DF7F76-BD5D-404E-9536-9642002D6490}" destId="{864D1E8F-9F37-4AE0-A7D8-1F632C67F354}" srcOrd="0" destOrd="0" presId="urn:microsoft.com/office/officeart/2005/8/layout/vProcess5"/>
    <dgm:cxn modelId="{469B95B7-D6BE-42AD-9926-CDDFD4505877}" type="presOf" srcId="{84DF7F76-BD5D-404E-9536-9642002D6490}" destId="{7B9F4419-5FA5-4CEB-A876-91229D2BB5BF}" srcOrd="1" destOrd="0" presId="urn:microsoft.com/office/officeart/2005/8/layout/vProcess5"/>
    <dgm:cxn modelId="{F3D2DAB9-5875-4F46-A5E4-B38CD2F9C707}" srcId="{0FADE9F2-73B1-4280-A857-2B83414E8742}" destId="{43DA07B7-D3FF-430D-A6BE-CC24CED12964}" srcOrd="0" destOrd="0" parTransId="{FD0B916E-EF14-4005-82A6-D0FF11DFE346}" sibTransId="{525B3229-41F1-4C2A-B6BA-DFA17972BCBE}"/>
    <dgm:cxn modelId="{9F674CD6-41EA-4DF9-9E22-F964DC62E25B}" srcId="{0FADE9F2-73B1-4280-A857-2B83414E8742}" destId="{84DF7F76-BD5D-404E-9536-9642002D6490}" srcOrd="2" destOrd="0" parTransId="{909BDBAF-41E9-463D-81AF-55DBA5333E11}" sibTransId="{BD6B5DC1-B3C4-41BB-A1EF-BB7DBA89F4A2}"/>
    <dgm:cxn modelId="{A1927214-696C-485A-BB40-FEAAAF67076D}" type="presParOf" srcId="{4A637858-58F3-4DDC-9EEC-807BF079C52B}" destId="{8E1C428A-2D84-4B80-891B-9402646724D1}" srcOrd="0" destOrd="0" presId="urn:microsoft.com/office/officeart/2005/8/layout/vProcess5"/>
    <dgm:cxn modelId="{9B11100A-8744-4971-98C2-07712E5ED31C}" type="presParOf" srcId="{4A637858-58F3-4DDC-9EEC-807BF079C52B}" destId="{CA5B57EA-FC20-4F91-A72A-945D5C455553}" srcOrd="1" destOrd="0" presId="urn:microsoft.com/office/officeart/2005/8/layout/vProcess5"/>
    <dgm:cxn modelId="{42FB46E5-3546-4427-9445-0C74BB5591FA}" type="presParOf" srcId="{4A637858-58F3-4DDC-9EEC-807BF079C52B}" destId="{576BBFDD-588C-48DE-B91A-85FC9989248C}" srcOrd="2" destOrd="0" presId="urn:microsoft.com/office/officeart/2005/8/layout/vProcess5"/>
    <dgm:cxn modelId="{E309A122-1BDE-4B17-94E2-707E0CFFFE0E}" type="presParOf" srcId="{4A637858-58F3-4DDC-9EEC-807BF079C52B}" destId="{864D1E8F-9F37-4AE0-A7D8-1F632C67F354}" srcOrd="3" destOrd="0" presId="urn:microsoft.com/office/officeart/2005/8/layout/vProcess5"/>
    <dgm:cxn modelId="{C602D7F4-223D-43FD-974F-66A8B75A611C}" type="presParOf" srcId="{4A637858-58F3-4DDC-9EEC-807BF079C52B}" destId="{D58DC611-8ED0-4900-86E2-B351798566A5}" srcOrd="4" destOrd="0" presId="urn:microsoft.com/office/officeart/2005/8/layout/vProcess5"/>
    <dgm:cxn modelId="{EE47D0BD-ED07-4AD4-B41E-A8F6F5C725D0}" type="presParOf" srcId="{4A637858-58F3-4DDC-9EEC-807BF079C52B}" destId="{D019B922-E4B7-4293-8F17-85A35872FB1B}" srcOrd="5" destOrd="0" presId="urn:microsoft.com/office/officeart/2005/8/layout/vProcess5"/>
    <dgm:cxn modelId="{DD6AF5F1-762F-4938-8401-2FD42A1737B0}" type="presParOf" srcId="{4A637858-58F3-4DDC-9EEC-807BF079C52B}" destId="{FEE0CCA8-C61B-4C4B-B7FF-BA4861DD699A}" srcOrd="6" destOrd="0" presId="urn:microsoft.com/office/officeart/2005/8/layout/vProcess5"/>
    <dgm:cxn modelId="{A89F4828-E91B-48D1-8B96-600CCE4CE606}" type="presParOf" srcId="{4A637858-58F3-4DDC-9EEC-807BF079C52B}" destId="{8A1A3587-8DE7-41D1-B793-EB059429AF6F}" srcOrd="7" destOrd="0" presId="urn:microsoft.com/office/officeart/2005/8/layout/vProcess5"/>
    <dgm:cxn modelId="{9C3437D2-ECAE-429C-BB03-BF3F221C60FD}" type="presParOf" srcId="{4A637858-58F3-4DDC-9EEC-807BF079C52B}" destId="{7B9F4419-5FA5-4CEB-A876-91229D2BB5B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324370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804741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285112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324370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804741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285112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324370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804741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324370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804741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324370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1804741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285112"/>
        <a:ext cx="1402477" cy="334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B57EA-FC20-4F91-A72A-945D5C455553}">
      <dsp:nvSpPr>
        <dsp:cNvPr id="0" name=""/>
        <dsp:cNvSpPr/>
      </dsp:nvSpPr>
      <dsp:spPr>
        <a:xfrm>
          <a:off x="0" y="0"/>
          <a:ext cx="5319273" cy="9429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solidFill>
                <a:schemeClr val="accent3">
                  <a:lumMod val="50000"/>
                </a:schemeClr>
              </a:solidFill>
            </a:rPr>
            <a:t>No negatividad: Primer cuadrante</a:t>
          </a:r>
        </a:p>
      </dsp:txBody>
      <dsp:txXfrm>
        <a:off x="27619" y="27619"/>
        <a:ext cx="4301722" cy="887743"/>
      </dsp:txXfrm>
    </dsp:sp>
    <dsp:sp modelId="{576BBFDD-588C-48DE-B91A-85FC9989248C}">
      <dsp:nvSpPr>
        <dsp:cNvPr id="0" name=""/>
        <dsp:cNvSpPr/>
      </dsp:nvSpPr>
      <dsp:spPr>
        <a:xfrm>
          <a:off x="469347" y="1100145"/>
          <a:ext cx="5319273" cy="942981"/>
        </a:xfrm>
        <a:prstGeom prst="roundRect">
          <a:avLst>
            <a:gd name="adj" fmla="val 10000"/>
          </a:avLst>
        </a:prstGeom>
        <a:solidFill>
          <a:schemeClr val="accent2">
            <a:hueOff val="4227136"/>
            <a:satOff val="-26416"/>
            <a:lumOff val="-1500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Dibuja las ecuaciones asociadas a las restricciones (límites de restricciones) </a:t>
          </a:r>
        </a:p>
      </dsp:txBody>
      <dsp:txXfrm>
        <a:off x="496966" y="1127764"/>
        <a:ext cx="4181749" cy="887743"/>
      </dsp:txXfrm>
    </dsp:sp>
    <dsp:sp modelId="{864D1E8F-9F37-4AE0-A7D8-1F632C67F354}">
      <dsp:nvSpPr>
        <dsp:cNvPr id="0" name=""/>
        <dsp:cNvSpPr/>
      </dsp:nvSpPr>
      <dsp:spPr>
        <a:xfrm>
          <a:off x="938695" y="2200290"/>
          <a:ext cx="5319273" cy="942981"/>
        </a:xfrm>
        <a:prstGeom prst="roundRect">
          <a:avLst>
            <a:gd name="adj" fmla="val 10000"/>
          </a:avLst>
        </a:prstGeom>
        <a:solidFill>
          <a:schemeClr val="accent2">
            <a:hueOff val="8454272"/>
            <a:satOff val="-52833"/>
            <a:lumOff val="-2999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Identifica el </a:t>
          </a:r>
          <a:r>
            <a:rPr lang="es-MX" sz="2000" kern="1200" dirty="0" err="1"/>
            <a:t>semi-espacio</a:t>
          </a:r>
          <a:r>
            <a:rPr lang="es-MX" sz="2000" kern="1200" dirty="0"/>
            <a:t> factible (dirección de factibilidad)</a:t>
          </a:r>
        </a:p>
      </dsp:txBody>
      <dsp:txXfrm>
        <a:off x="966314" y="2227909"/>
        <a:ext cx="4181749" cy="887743"/>
      </dsp:txXfrm>
    </dsp:sp>
    <dsp:sp modelId="{D58DC611-8ED0-4900-86E2-B351798566A5}">
      <dsp:nvSpPr>
        <dsp:cNvPr id="0" name=""/>
        <dsp:cNvSpPr/>
      </dsp:nvSpPr>
      <dsp:spPr>
        <a:xfrm>
          <a:off x="4706335" y="715094"/>
          <a:ext cx="612938" cy="6129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3200" kern="1200"/>
        </a:p>
      </dsp:txBody>
      <dsp:txXfrm>
        <a:off x="4844246" y="715094"/>
        <a:ext cx="337116" cy="461236"/>
      </dsp:txXfrm>
    </dsp:sp>
    <dsp:sp modelId="{D019B922-E4B7-4293-8F17-85A35872FB1B}">
      <dsp:nvSpPr>
        <dsp:cNvPr id="0" name=""/>
        <dsp:cNvSpPr/>
      </dsp:nvSpPr>
      <dsp:spPr>
        <a:xfrm>
          <a:off x="5175683" y="1808953"/>
          <a:ext cx="612938" cy="6129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821697"/>
            <a:satOff val="-70554"/>
            <a:lumOff val="-773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3200" kern="1200"/>
        </a:p>
      </dsp:txBody>
      <dsp:txXfrm>
        <a:off x="5313594" y="1808953"/>
        <a:ext cx="337116" cy="461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B57EA-FC20-4F91-A72A-945D5C455553}">
      <dsp:nvSpPr>
        <dsp:cNvPr id="0" name=""/>
        <dsp:cNvSpPr/>
      </dsp:nvSpPr>
      <dsp:spPr>
        <a:xfrm>
          <a:off x="0" y="0"/>
          <a:ext cx="6558008" cy="10072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solidFill>
                <a:schemeClr val="accent3">
                  <a:lumMod val="50000"/>
                </a:schemeClr>
              </a:solidFill>
            </a:rPr>
            <a:t>Dibuja dos líneas de Z: Z1 y Z2</a:t>
          </a:r>
        </a:p>
      </dsp:txBody>
      <dsp:txXfrm>
        <a:off x="29502" y="29502"/>
        <a:ext cx="5471079" cy="948271"/>
      </dsp:txXfrm>
    </dsp:sp>
    <dsp:sp modelId="{576BBFDD-588C-48DE-B91A-85FC9989248C}">
      <dsp:nvSpPr>
        <dsp:cNvPr id="0" name=""/>
        <dsp:cNvSpPr/>
      </dsp:nvSpPr>
      <dsp:spPr>
        <a:xfrm>
          <a:off x="578647" y="1175155"/>
          <a:ext cx="6558008" cy="1007275"/>
        </a:xfrm>
        <a:prstGeom prst="roundRect">
          <a:avLst>
            <a:gd name="adj" fmla="val 10000"/>
          </a:avLst>
        </a:prstGeom>
        <a:solidFill>
          <a:schemeClr val="accent2">
            <a:hueOff val="4227136"/>
            <a:satOff val="-26416"/>
            <a:lumOff val="-1500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Identifica la dirección del vector normal a Z. </a:t>
          </a:r>
        </a:p>
      </dsp:txBody>
      <dsp:txXfrm>
        <a:off x="608149" y="1204657"/>
        <a:ext cx="5265627" cy="948271"/>
      </dsp:txXfrm>
    </dsp:sp>
    <dsp:sp modelId="{864D1E8F-9F37-4AE0-A7D8-1F632C67F354}">
      <dsp:nvSpPr>
        <dsp:cNvPr id="0" name=""/>
        <dsp:cNvSpPr/>
      </dsp:nvSpPr>
      <dsp:spPr>
        <a:xfrm>
          <a:off x="1157295" y="2350310"/>
          <a:ext cx="6558008" cy="1007275"/>
        </a:xfrm>
        <a:prstGeom prst="roundRect">
          <a:avLst>
            <a:gd name="adj" fmla="val 10000"/>
          </a:avLst>
        </a:prstGeom>
        <a:solidFill>
          <a:schemeClr val="accent2">
            <a:hueOff val="8454272"/>
            <a:satOff val="-52833"/>
            <a:lumOff val="-2999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0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/>
          </a:pPr>
          <a:r>
            <a:rPr lang="es-MX" sz="2000" kern="1200" dirty="0"/>
            <a:t>Mueve la línea de Z (paralelamente) en la dirección del vector normal (si </a:t>
          </a:r>
          <a:r>
            <a:rPr lang="es-MX" sz="2000" kern="1200" dirty="0" err="1"/>
            <a:t>max</a:t>
          </a:r>
          <a:r>
            <a:rPr lang="es-MX" sz="2000" kern="1200" dirty="0"/>
            <a:t>) hasta que toque el último punto (o línea)</a:t>
          </a:r>
        </a:p>
      </dsp:txBody>
      <dsp:txXfrm>
        <a:off x="1186797" y="2379812"/>
        <a:ext cx="5265627" cy="948271"/>
      </dsp:txXfrm>
    </dsp:sp>
    <dsp:sp modelId="{D58DC611-8ED0-4900-86E2-B351798566A5}">
      <dsp:nvSpPr>
        <dsp:cNvPr id="0" name=""/>
        <dsp:cNvSpPr/>
      </dsp:nvSpPr>
      <dsp:spPr>
        <a:xfrm>
          <a:off x="5903279" y="763850"/>
          <a:ext cx="654729" cy="6547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400" kern="1200"/>
        </a:p>
      </dsp:txBody>
      <dsp:txXfrm>
        <a:off x="6050593" y="763850"/>
        <a:ext cx="360101" cy="492684"/>
      </dsp:txXfrm>
    </dsp:sp>
    <dsp:sp modelId="{D019B922-E4B7-4293-8F17-85A35872FB1B}">
      <dsp:nvSpPr>
        <dsp:cNvPr id="0" name=""/>
        <dsp:cNvSpPr/>
      </dsp:nvSpPr>
      <dsp:spPr>
        <a:xfrm>
          <a:off x="6481926" y="1932290"/>
          <a:ext cx="654729" cy="6547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821697"/>
            <a:satOff val="-70554"/>
            <a:lumOff val="-773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400" kern="1200"/>
        </a:p>
      </dsp:txBody>
      <dsp:txXfrm>
        <a:off x="6629240" y="1932290"/>
        <a:ext cx="360101" cy="492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18/02/2025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61416-1E9A-4408-BD49-B6878D38DF5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465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469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4673"/>
            <a:ext cx="10972800" cy="1252728"/>
          </a:xfrm>
        </p:spPr>
        <p:txBody>
          <a:bodyPr/>
          <a:lstStyle>
            <a:lvl1pPr>
              <a:defRPr>
                <a:latin typeface="Aptos Black" panose="020B0004020202020204" pitchFamily="34" charset="0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grpSp>
        <p:nvGrpSpPr>
          <p:cNvPr id="7" name="Grupo 36">
            <a:extLst>
              <a:ext uri="{FF2B5EF4-FFF2-40B4-BE49-F238E27FC236}">
                <a16:creationId xmlns:a16="http://schemas.microsoft.com/office/drawing/2014/main" id="{4FB10897-F6E3-34ED-0BA7-D56216518B33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8" name="Forma libre 37">
              <a:extLst>
                <a:ext uri="{FF2B5EF4-FFF2-40B4-BE49-F238E27FC236}">
                  <a16:creationId xmlns:a16="http://schemas.microsoft.com/office/drawing/2014/main" id="{5496AE8C-243D-51FB-0C04-AD61BF54A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38">
              <a:extLst>
                <a:ext uri="{FF2B5EF4-FFF2-40B4-BE49-F238E27FC236}">
                  <a16:creationId xmlns:a16="http://schemas.microsoft.com/office/drawing/2014/main" id="{09E4E599-7F8B-49D2-2DCE-84D869514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39">
              <a:extLst>
                <a:ext uri="{FF2B5EF4-FFF2-40B4-BE49-F238E27FC236}">
                  <a16:creationId xmlns:a16="http://schemas.microsoft.com/office/drawing/2014/main" id="{4751A3EB-8F63-63BB-C57E-B874C96C2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Marcador de posición de pie de página 4">
            <a:extLst>
              <a:ext uri="{FF2B5EF4-FFF2-40B4-BE49-F238E27FC236}">
                <a16:creationId xmlns:a16="http://schemas.microsoft.com/office/drawing/2014/main" id="{13B9D4D1-A397-3EC4-0636-96BF13657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13" name="Marcador de posición de número de diapositiva 5">
            <a:extLst>
              <a:ext uri="{FF2B5EF4-FFF2-40B4-BE49-F238E27FC236}">
                <a16:creationId xmlns:a16="http://schemas.microsoft.com/office/drawing/2014/main" id="{F35C82A1-D550-6836-FA0C-C385C7EE3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73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8571" y="1191985"/>
            <a:ext cx="6683829" cy="530088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E7930-DFFC-421A-9420-689EB4EEA1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grpSp>
        <p:nvGrpSpPr>
          <p:cNvPr id="8" name="Grupo 36">
            <a:extLst>
              <a:ext uri="{FF2B5EF4-FFF2-40B4-BE49-F238E27FC236}">
                <a16:creationId xmlns:a16="http://schemas.microsoft.com/office/drawing/2014/main" id="{DEE6B253-90F2-1C7F-BF56-C1F5EC7C77E8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37">
              <a:extLst>
                <a:ext uri="{FF2B5EF4-FFF2-40B4-BE49-F238E27FC236}">
                  <a16:creationId xmlns:a16="http://schemas.microsoft.com/office/drawing/2014/main" id="{A6D8D9DF-605F-C3B0-C88E-8E0F913C6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38">
              <a:extLst>
                <a:ext uri="{FF2B5EF4-FFF2-40B4-BE49-F238E27FC236}">
                  <a16:creationId xmlns:a16="http://schemas.microsoft.com/office/drawing/2014/main" id="{FA23E89B-2AEA-C931-7905-ACBA6BF4A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39">
              <a:extLst>
                <a:ext uri="{FF2B5EF4-FFF2-40B4-BE49-F238E27FC236}">
                  <a16:creationId xmlns:a16="http://schemas.microsoft.com/office/drawing/2014/main" id="{78EF982A-2B3B-DC0C-698D-C19C5F268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7551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696" r:id="rId15"/>
    <p:sldLayoutId id="2147483697" r:id="rId16"/>
    <p:sldLayoutId id="2147483699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Solución de un Problema de Programación Lineal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AC6FE46-170E-0F6C-06F0-D7F69117A30F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5192486" y="1749717"/>
            <a:ext cx="1552926" cy="3690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90216723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3017"/>
            <a:ext cx="10972800" cy="1252728"/>
          </a:xfrm>
        </p:spPr>
        <p:txBody>
          <a:bodyPr/>
          <a:lstStyle/>
          <a:p>
            <a:r>
              <a:rPr lang="es-MX" dirty="0"/>
              <a:t>Método Gráfico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06497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MX" b="1" dirty="0"/>
              <a:t>¿Qué es?</a:t>
            </a:r>
          </a:p>
          <a:p>
            <a:pPr marL="0" indent="0" algn="just">
              <a:buNone/>
            </a:pPr>
            <a:r>
              <a:rPr lang="es-MX" dirty="0"/>
              <a:t>Es un método que permite resolver problemas de Programación Lineal de 2 variables a través de su representación gráfica en un plano cartesiano.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743" y="1690687"/>
            <a:ext cx="3801331" cy="3400347"/>
          </a:xfrm>
          <a:prstGeom prst="rect">
            <a:avLst/>
          </a:prstGeom>
        </p:spPr>
      </p:pic>
      <p:sp>
        <p:nvSpPr>
          <p:cNvPr id="7" name="Marcador de posición de fecha 3">
            <a:extLst>
              <a:ext uri="{FF2B5EF4-FFF2-40B4-BE49-F238E27FC236}">
                <a16:creationId xmlns:a16="http://schemas.microsoft.com/office/drawing/2014/main" id="{14BA2B4C-B4BA-3F2A-8904-2FB169C3377B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427834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1887"/>
            <a:ext cx="10972800" cy="1252728"/>
          </a:xfrm>
        </p:spPr>
        <p:txBody>
          <a:bodyPr/>
          <a:lstStyle/>
          <a:p>
            <a:r>
              <a:rPr lang="es-MX" dirty="0"/>
              <a:t>Plano Cartesiano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358640" cy="4351338"/>
          </a:xfrm>
        </p:spPr>
        <p:txBody>
          <a:bodyPr/>
          <a:lstStyle/>
          <a:p>
            <a:r>
              <a:rPr lang="es-MX" dirty="0"/>
              <a:t>En el eje horizontal representamos los valores de </a:t>
            </a:r>
            <a:r>
              <a:rPr lang="es-MX" dirty="0" err="1"/>
              <a:t>X1</a:t>
            </a:r>
            <a:r>
              <a:rPr lang="es-MX" dirty="0"/>
              <a:t> y en el eje vertical los valores de </a:t>
            </a:r>
            <a:r>
              <a:rPr lang="es-MX" dirty="0" err="1"/>
              <a:t>X2</a:t>
            </a:r>
            <a:endParaRPr lang="es-MX" dirty="0"/>
          </a:p>
          <a:p>
            <a:pPr algn="just"/>
            <a:endParaRPr lang="es-MX" dirty="0"/>
          </a:p>
          <a:p>
            <a:pPr algn="just"/>
            <a:r>
              <a:rPr lang="es-MX" dirty="0"/>
              <a:t>Un punto el plano se representa con las coordenadas (</a:t>
            </a:r>
            <a:r>
              <a:rPr lang="es-MX" dirty="0" err="1"/>
              <a:t>X1</a:t>
            </a:r>
            <a:r>
              <a:rPr lang="es-MX" dirty="0"/>
              <a:t>, </a:t>
            </a:r>
            <a:r>
              <a:rPr lang="es-MX" dirty="0" err="1"/>
              <a:t>X2</a:t>
            </a:r>
            <a:r>
              <a:rPr lang="es-MX" dirty="0"/>
              <a:t>)</a:t>
            </a:r>
          </a:p>
        </p:txBody>
      </p:sp>
      <p:pic>
        <p:nvPicPr>
          <p:cNvPr id="10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64041" y="2260260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9500041" y="190197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</a:t>
            </a:r>
            <a:r>
              <a:rPr lang="es-MX" dirty="0" err="1">
                <a:solidFill>
                  <a:srgbClr val="C00000"/>
                </a:solidFill>
              </a:rPr>
              <a:t>X1</a:t>
            </a:r>
            <a:r>
              <a:rPr lang="es-MX" dirty="0">
                <a:solidFill>
                  <a:srgbClr val="C00000"/>
                </a:solidFill>
              </a:rPr>
              <a:t>, </a:t>
            </a:r>
            <a:r>
              <a:rPr lang="es-MX" dirty="0" err="1">
                <a:solidFill>
                  <a:srgbClr val="C00000"/>
                </a:solidFill>
              </a:rPr>
              <a:t>X2</a:t>
            </a:r>
            <a:r>
              <a:rPr lang="es-MX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5" name="Marcador de posición de fecha 3">
            <a:extLst>
              <a:ext uri="{FF2B5EF4-FFF2-40B4-BE49-F238E27FC236}">
                <a16:creationId xmlns:a16="http://schemas.microsoft.com/office/drawing/2014/main" id="{469D55BD-4E38-CD56-43A7-9CAE55C88D60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50562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7663"/>
            <a:ext cx="10972800" cy="1252728"/>
          </a:xfrm>
        </p:spPr>
        <p:txBody>
          <a:bodyPr/>
          <a:lstStyle/>
          <a:p>
            <a:r>
              <a:rPr lang="es-MX" dirty="0"/>
              <a:t>Graficar restricciones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821" y="1458515"/>
            <a:ext cx="49530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dirty="0"/>
              <a:t>Graficar una igualdad:</a:t>
            </a:r>
          </a:p>
          <a:p>
            <a:pPr marL="0" indent="0">
              <a:buNone/>
            </a:pPr>
            <a:r>
              <a:rPr lang="es-MX" sz="2400" dirty="0"/>
              <a:t>	 </a:t>
            </a:r>
            <a:r>
              <a:rPr lang="es-MX" sz="2400" dirty="0" err="1"/>
              <a:t>2X1</a:t>
            </a:r>
            <a:r>
              <a:rPr lang="es-MX" sz="2400" dirty="0"/>
              <a:t> + </a:t>
            </a:r>
            <a:r>
              <a:rPr lang="es-MX" sz="2400" dirty="0" err="1"/>
              <a:t>3X2</a:t>
            </a:r>
            <a:r>
              <a:rPr lang="es-MX" sz="2400" dirty="0"/>
              <a:t> </a:t>
            </a:r>
            <a:r>
              <a:rPr lang="es-MX" sz="2400" dirty="0">
                <a:solidFill>
                  <a:srgbClr val="FF0000"/>
                </a:solidFill>
              </a:rPr>
              <a:t>=</a:t>
            </a:r>
            <a:r>
              <a:rPr lang="es-MX" sz="2400" dirty="0"/>
              <a:t> 6</a:t>
            </a:r>
          </a:p>
          <a:p>
            <a:pPr marL="0" indent="0">
              <a:buNone/>
            </a:pPr>
            <a:r>
              <a:rPr lang="es-MX" sz="2400" dirty="0"/>
              <a:t>Su gráfica representa una línea en el plano.</a:t>
            </a:r>
          </a:p>
          <a:p>
            <a:pPr marL="0" indent="0">
              <a:buNone/>
            </a:pPr>
            <a:r>
              <a:rPr lang="es-MX" sz="2400" dirty="0"/>
              <a:t>Una forma sencilla es encontrar las intersecciones con los ejes (</a:t>
            </a:r>
            <a:r>
              <a:rPr lang="es-MX" sz="2400" dirty="0" err="1"/>
              <a:t>X1</a:t>
            </a:r>
            <a:r>
              <a:rPr lang="es-MX" sz="2400" dirty="0"/>
              <a:t>=0 y </a:t>
            </a:r>
            <a:r>
              <a:rPr lang="es-MX" sz="2400" dirty="0" err="1"/>
              <a:t>X2</a:t>
            </a:r>
            <a:r>
              <a:rPr lang="es-MX" sz="2400" dirty="0"/>
              <a:t>=0). </a:t>
            </a:r>
          </a:p>
          <a:p>
            <a:pPr marL="0" indent="0">
              <a:buNone/>
            </a:pPr>
            <a:r>
              <a:rPr lang="es-MX" sz="2400" dirty="0"/>
              <a:t>Igualando una variable a cero a la vez y despejando la otra.</a:t>
            </a:r>
          </a:p>
          <a:p>
            <a:pPr marL="0" indent="0">
              <a:buNone/>
            </a:pPr>
            <a:r>
              <a:rPr lang="es-MX" sz="2400" dirty="0"/>
              <a:t>	</a:t>
            </a:r>
            <a:r>
              <a:rPr lang="es-MX" sz="2400" dirty="0" err="1"/>
              <a:t>X1</a:t>
            </a:r>
            <a:r>
              <a:rPr lang="es-MX" sz="2400" dirty="0"/>
              <a:t>=0 </a:t>
            </a:r>
            <a:r>
              <a:rPr lang="es-MX" sz="2400" dirty="0">
                <a:sym typeface="Wingdings" panose="05000000000000000000" pitchFamily="2" charset="2"/>
              </a:rPr>
              <a:t> </a:t>
            </a:r>
            <a:r>
              <a:rPr lang="es-MX" sz="2400" dirty="0" err="1">
                <a:sym typeface="Wingdings" panose="05000000000000000000" pitchFamily="2" charset="2"/>
              </a:rPr>
              <a:t>X2</a:t>
            </a:r>
            <a:r>
              <a:rPr lang="es-MX" sz="2400" dirty="0">
                <a:sym typeface="Wingdings" panose="05000000000000000000" pitchFamily="2" charset="2"/>
              </a:rPr>
              <a:t>=2       (0, 2)</a:t>
            </a:r>
            <a:r>
              <a:rPr lang="es-MX" sz="2400" dirty="0"/>
              <a:t> </a:t>
            </a:r>
          </a:p>
          <a:p>
            <a:pPr marL="0" indent="0">
              <a:buNone/>
            </a:pPr>
            <a:r>
              <a:rPr lang="es-MX" sz="2400" dirty="0"/>
              <a:t>	</a:t>
            </a:r>
            <a:r>
              <a:rPr lang="es-MX" sz="2400" dirty="0" err="1"/>
              <a:t>X2</a:t>
            </a:r>
            <a:r>
              <a:rPr lang="es-MX" sz="2400" dirty="0"/>
              <a:t>=0 </a:t>
            </a:r>
            <a:r>
              <a:rPr lang="es-MX" sz="2400" dirty="0">
                <a:sym typeface="Wingdings" panose="05000000000000000000" pitchFamily="2" charset="2"/>
              </a:rPr>
              <a:t> </a:t>
            </a:r>
            <a:r>
              <a:rPr lang="es-MX" sz="2400" dirty="0" err="1">
                <a:sym typeface="Wingdings" panose="05000000000000000000" pitchFamily="2" charset="2"/>
              </a:rPr>
              <a:t>X1</a:t>
            </a:r>
            <a:r>
              <a:rPr lang="es-MX" sz="2400" dirty="0">
                <a:sym typeface="Wingdings" panose="05000000000000000000" pitchFamily="2" charset="2"/>
              </a:rPr>
              <a:t>=3       (3,0)</a:t>
            </a:r>
            <a:endParaRPr lang="es-MX" sz="2400" dirty="0"/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039730" y="1306286"/>
            <a:ext cx="5257800" cy="3526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330760" y="2829506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8366760" y="2471219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(0, 2)</a:t>
            </a:r>
          </a:p>
        </p:txBody>
      </p:sp>
      <p:sp>
        <p:nvSpPr>
          <p:cNvPr id="14" name="Oval 13"/>
          <p:cNvSpPr/>
          <p:nvPr/>
        </p:nvSpPr>
        <p:spPr>
          <a:xfrm>
            <a:off x="10035017" y="395965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/>
          <p:cNvSpPr txBox="1"/>
          <p:nvPr/>
        </p:nvSpPr>
        <p:spPr>
          <a:xfrm>
            <a:off x="10071017" y="360136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(3, 0)</a:t>
            </a:r>
          </a:p>
        </p:txBody>
      </p:sp>
      <p:sp>
        <p:nvSpPr>
          <p:cNvPr id="11" name="Marcador de posición de fecha 3">
            <a:extLst>
              <a:ext uri="{FF2B5EF4-FFF2-40B4-BE49-F238E27FC236}">
                <a16:creationId xmlns:a16="http://schemas.microsoft.com/office/drawing/2014/main" id="{4389668E-5C37-2B52-284F-97C3CE51D67E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56597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3" grpId="0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3517"/>
            <a:ext cx="10972800" cy="1252728"/>
          </a:xfrm>
        </p:spPr>
        <p:txBody>
          <a:bodyPr/>
          <a:lstStyle/>
          <a:p>
            <a:r>
              <a:rPr lang="es-MX" dirty="0"/>
              <a:t>Graficar restricciones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057"/>
            <a:ext cx="4953000" cy="51489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200" dirty="0"/>
              <a:t>Graficar una desigualdad “menor o igual que“ (</a:t>
            </a:r>
            <a:r>
              <a:rPr lang="es-MX" sz="2200" dirty="0">
                <a:solidFill>
                  <a:srgbClr val="FF0000"/>
                </a:solidFill>
              </a:rPr>
              <a:t>≤</a:t>
            </a:r>
            <a:r>
              <a:rPr lang="es-MX" sz="2200" dirty="0"/>
              <a:t> ):</a:t>
            </a:r>
          </a:p>
          <a:p>
            <a:pPr marL="0" indent="0">
              <a:buNone/>
            </a:pPr>
            <a:r>
              <a:rPr lang="es-MX" sz="2200" dirty="0"/>
              <a:t>	 </a:t>
            </a:r>
            <a:r>
              <a:rPr lang="es-MX" sz="2200" dirty="0" err="1"/>
              <a:t>2X1</a:t>
            </a:r>
            <a:r>
              <a:rPr lang="es-MX" sz="2200" dirty="0"/>
              <a:t> + </a:t>
            </a:r>
            <a:r>
              <a:rPr lang="es-MX" sz="2200" dirty="0" err="1"/>
              <a:t>3X2</a:t>
            </a:r>
            <a:r>
              <a:rPr lang="es-MX" sz="2200" dirty="0"/>
              <a:t> </a:t>
            </a:r>
            <a:r>
              <a:rPr lang="es-MX" sz="2200" dirty="0">
                <a:solidFill>
                  <a:srgbClr val="FF0000"/>
                </a:solidFill>
              </a:rPr>
              <a:t>≤</a:t>
            </a:r>
            <a:r>
              <a:rPr lang="es-MX" sz="2200" dirty="0"/>
              <a:t>6</a:t>
            </a:r>
          </a:p>
          <a:p>
            <a:pPr marL="0" indent="0">
              <a:buNone/>
            </a:pPr>
            <a:r>
              <a:rPr lang="es-MX" sz="2200" dirty="0"/>
              <a:t>El área de esta restricción cubre la mitad del plano  y se llama “semiplano”.</a:t>
            </a:r>
          </a:p>
          <a:p>
            <a:pPr marL="0" indent="0">
              <a:buNone/>
            </a:pPr>
            <a:r>
              <a:rPr lang="es-MX" sz="2200" dirty="0"/>
              <a:t>Se debe encontrar la frontera de la desigualdad, esta se cumple cuando: </a:t>
            </a:r>
          </a:p>
          <a:p>
            <a:pPr marL="0" indent="0">
              <a:buNone/>
            </a:pPr>
            <a:r>
              <a:rPr lang="es-MX" sz="2200" dirty="0"/>
              <a:t>	</a:t>
            </a:r>
            <a:r>
              <a:rPr lang="es-MX" sz="2200" dirty="0" err="1"/>
              <a:t>2X1</a:t>
            </a:r>
            <a:r>
              <a:rPr lang="es-MX" sz="2200" dirty="0"/>
              <a:t> + </a:t>
            </a:r>
            <a:r>
              <a:rPr lang="es-MX" sz="2200" dirty="0" err="1"/>
              <a:t>3X2</a:t>
            </a:r>
            <a:r>
              <a:rPr lang="es-MX" sz="2200" dirty="0"/>
              <a:t>  </a:t>
            </a:r>
            <a:r>
              <a:rPr lang="es-MX" sz="2200" b="1" dirty="0">
                <a:solidFill>
                  <a:srgbClr val="FF0000"/>
                </a:solidFill>
              </a:rPr>
              <a:t>= </a:t>
            </a:r>
            <a:r>
              <a:rPr lang="es-MX" sz="2200" dirty="0"/>
              <a:t>6</a:t>
            </a:r>
          </a:p>
          <a:p>
            <a:pPr marL="0" indent="0">
              <a:buNone/>
            </a:pPr>
            <a:r>
              <a:rPr lang="es-MX" sz="2200" dirty="0"/>
              <a:t>Se encuentran dos puntos de la recta:</a:t>
            </a:r>
          </a:p>
          <a:p>
            <a:pPr marL="0" indent="0">
              <a:buNone/>
            </a:pPr>
            <a:r>
              <a:rPr lang="es-MX" sz="2200" dirty="0"/>
              <a:t>	</a:t>
            </a:r>
            <a:r>
              <a:rPr lang="es-MX" sz="2200" dirty="0" err="1"/>
              <a:t>X1</a:t>
            </a:r>
            <a:r>
              <a:rPr lang="es-MX" sz="2200" dirty="0"/>
              <a:t>=0 </a:t>
            </a:r>
            <a:r>
              <a:rPr lang="es-MX" sz="2200" dirty="0">
                <a:sym typeface="Wingdings" panose="05000000000000000000" pitchFamily="2" charset="2"/>
              </a:rPr>
              <a:t> </a:t>
            </a:r>
            <a:r>
              <a:rPr lang="es-MX" sz="2200" dirty="0" err="1">
                <a:sym typeface="Wingdings" panose="05000000000000000000" pitchFamily="2" charset="2"/>
              </a:rPr>
              <a:t>X2</a:t>
            </a:r>
            <a:r>
              <a:rPr lang="es-MX" sz="2200" dirty="0">
                <a:sym typeface="Wingdings" panose="05000000000000000000" pitchFamily="2" charset="2"/>
              </a:rPr>
              <a:t>=2       (0, 2)</a:t>
            </a:r>
            <a:r>
              <a:rPr lang="es-MX" sz="2200" dirty="0"/>
              <a:t> </a:t>
            </a:r>
          </a:p>
          <a:p>
            <a:pPr marL="0" indent="0">
              <a:buNone/>
            </a:pPr>
            <a:r>
              <a:rPr lang="es-MX" sz="2200" dirty="0"/>
              <a:t>	</a:t>
            </a:r>
            <a:r>
              <a:rPr lang="es-MX" sz="2200" dirty="0" err="1"/>
              <a:t>X2</a:t>
            </a:r>
            <a:r>
              <a:rPr lang="es-MX" sz="2200" dirty="0"/>
              <a:t>=0 </a:t>
            </a:r>
            <a:r>
              <a:rPr lang="es-MX" sz="2200" dirty="0">
                <a:sym typeface="Wingdings" panose="05000000000000000000" pitchFamily="2" charset="2"/>
              </a:rPr>
              <a:t> </a:t>
            </a:r>
            <a:r>
              <a:rPr lang="es-MX" sz="2200" dirty="0" err="1">
                <a:sym typeface="Wingdings" panose="05000000000000000000" pitchFamily="2" charset="2"/>
              </a:rPr>
              <a:t>X1</a:t>
            </a:r>
            <a:r>
              <a:rPr lang="es-MX" sz="2200" dirty="0">
                <a:sym typeface="Wingdings" panose="05000000000000000000" pitchFamily="2" charset="2"/>
              </a:rPr>
              <a:t>=3       (3,0)</a:t>
            </a:r>
          </a:p>
          <a:p>
            <a:pPr marL="0" indent="0">
              <a:buNone/>
            </a:pPr>
            <a:endParaRPr lang="es-MX" sz="2200" dirty="0">
              <a:sym typeface="Wingdings" panose="05000000000000000000" pitchFamily="2" charset="2"/>
            </a:endParaRPr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sp>
        <p:nvSpPr>
          <p:cNvPr id="9" name="Freeform: Shape 8"/>
          <p:cNvSpPr/>
          <p:nvPr/>
        </p:nvSpPr>
        <p:spPr>
          <a:xfrm>
            <a:off x="6063343" y="1328057"/>
            <a:ext cx="5225143" cy="4953000"/>
          </a:xfrm>
          <a:custGeom>
            <a:avLst/>
            <a:gdLst>
              <a:gd name="connsiteX0" fmla="*/ 0 w 5225143"/>
              <a:gd name="connsiteY0" fmla="*/ 0 h 4953000"/>
              <a:gd name="connsiteX1" fmla="*/ 32657 w 5225143"/>
              <a:gd name="connsiteY1" fmla="*/ 4953000 h 4953000"/>
              <a:gd name="connsiteX2" fmla="*/ 5214257 w 5225143"/>
              <a:gd name="connsiteY2" fmla="*/ 4942114 h 4953000"/>
              <a:gd name="connsiteX3" fmla="*/ 5225143 w 5225143"/>
              <a:gd name="connsiteY3" fmla="*/ 3516086 h 4953000"/>
              <a:gd name="connsiteX4" fmla="*/ 0 w 5225143"/>
              <a:gd name="connsiteY4" fmla="*/ 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143" h="4953000">
                <a:moveTo>
                  <a:pt x="0" y="0"/>
                </a:moveTo>
                <a:lnTo>
                  <a:pt x="32657" y="4953000"/>
                </a:lnTo>
                <a:lnTo>
                  <a:pt x="5214257" y="4942114"/>
                </a:lnTo>
                <a:cubicBezTo>
                  <a:pt x="5217886" y="4466771"/>
                  <a:pt x="5221514" y="3991429"/>
                  <a:pt x="5225143" y="351608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039730" y="1306286"/>
            <a:ext cx="5257800" cy="3526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330760" y="2829506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8366760" y="2471219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(0, 2)</a:t>
            </a:r>
          </a:p>
        </p:txBody>
      </p:sp>
      <p:sp>
        <p:nvSpPr>
          <p:cNvPr id="14" name="Oval 13"/>
          <p:cNvSpPr/>
          <p:nvPr/>
        </p:nvSpPr>
        <p:spPr>
          <a:xfrm>
            <a:off x="10035017" y="395965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/>
          <p:cNvSpPr txBox="1"/>
          <p:nvPr/>
        </p:nvSpPr>
        <p:spPr>
          <a:xfrm>
            <a:off x="10071017" y="360136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(3, 0)</a:t>
            </a:r>
          </a:p>
        </p:txBody>
      </p:sp>
      <p:sp>
        <p:nvSpPr>
          <p:cNvPr id="16" name="Oval 15"/>
          <p:cNvSpPr/>
          <p:nvPr/>
        </p:nvSpPr>
        <p:spPr>
          <a:xfrm>
            <a:off x="8330760" y="395965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8366760" y="360136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(0, 0)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715" y="4644608"/>
            <a:ext cx="15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factible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013" y="4644608"/>
            <a:ext cx="15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factible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1013" y="2979919"/>
            <a:ext cx="15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factible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540" y="1119445"/>
            <a:ext cx="1928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NO factible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2907" y="1840374"/>
            <a:ext cx="1928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NO factible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7278" y="5533119"/>
            <a:ext cx="3660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  E   M   I   P   L   A   N  O</a:t>
            </a:r>
          </a:p>
        </p:txBody>
      </p:sp>
      <p:sp>
        <p:nvSpPr>
          <p:cNvPr id="24" name="Marcador de posición de fecha 3">
            <a:extLst>
              <a:ext uri="{FF2B5EF4-FFF2-40B4-BE49-F238E27FC236}">
                <a16:creationId xmlns:a16="http://schemas.microsoft.com/office/drawing/2014/main" id="{EB2BEB90-57F9-BE16-4FD2-472C47C509E7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13664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8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6987"/>
            <a:ext cx="10972800" cy="1252728"/>
          </a:xfrm>
        </p:spPr>
        <p:txBody>
          <a:bodyPr/>
          <a:lstStyle/>
          <a:p>
            <a:r>
              <a:rPr lang="es-MX" dirty="0"/>
              <a:t>Graficar restricciones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443" y="1502039"/>
            <a:ext cx="4953000" cy="33250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b="1" dirty="0">
                <a:sym typeface="Wingdings" panose="05000000000000000000" pitchFamily="2" charset="2"/>
              </a:rPr>
              <a:t>Dirección de Factibilidad </a:t>
            </a:r>
            <a:r>
              <a:rPr lang="es-MX" sz="2000" dirty="0">
                <a:sym typeface="Wingdings" panose="05000000000000000000" pitchFamily="2" charset="2"/>
              </a:rPr>
              <a:t>(Para encontrar la región factible):</a:t>
            </a:r>
          </a:p>
          <a:p>
            <a:pPr marL="0" indent="0">
              <a:buNone/>
            </a:pPr>
            <a:r>
              <a:rPr lang="es-MX" sz="2000" dirty="0">
                <a:sym typeface="Wingdings" panose="05000000000000000000" pitchFamily="2" charset="2"/>
              </a:rPr>
              <a:t>Se toma un punto cualquiera del plano, si la restricción original es factible en ese punto, entonces este punto pertenece a la región factible de la desigualdad. En caso contrario, la región factible esta en la otra mitad del plano.</a:t>
            </a:r>
          </a:p>
          <a:p>
            <a:pPr marL="0" indent="0">
              <a:buNone/>
            </a:pPr>
            <a:r>
              <a:rPr lang="es-MX" sz="2000" dirty="0">
                <a:sym typeface="Wingdings" panose="05000000000000000000" pitchFamily="2" charset="2"/>
              </a:rPr>
              <a:t>Para facilidad se puede tomar el punto       (0, 0):</a:t>
            </a:r>
          </a:p>
          <a:p>
            <a:pPr marL="0" indent="0">
              <a:buNone/>
            </a:pPr>
            <a:r>
              <a:rPr lang="es-MX" sz="2000" dirty="0">
                <a:sym typeface="Wingdings" panose="05000000000000000000" pitchFamily="2" charset="2"/>
              </a:rPr>
              <a:t>	2(0) + 3(0) </a:t>
            </a:r>
            <a:r>
              <a:rPr lang="es-MX" sz="2000" dirty="0"/>
              <a:t>≤ 6, si cumple.</a:t>
            </a:r>
          </a:p>
          <a:p>
            <a:pPr marL="0" indent="0">
              <a:buNone/>
            </a:pPr>
            <a:endParaRPr lang="es-MX" sz="2000" dirty="0"/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D63D8E-22F3-9A16-38C7-1138323066C4}"/>
              </a:ext>
            </a:extLst>
          </p:cNvPr>
          <p:cNvSpPr/>
          <p:nvPr/>
        </p:nvSpPr>
        <p:spPr>
          <a:xfrm>
            <a:off x="6063343" y="1328057"/>
            <a:ext cx="5225143" cy="4953000"/>
          </a:xfrm>
          <a:custGeom>
            <a:avLst/>
            <a:gdLst>
              <a:gd name="connsiteX0" fmla="*/ 0 w 5225143"/>
              <a:gd name="connsiteY0" fmla="*/ 0 h 4953000"/>
              <a:gd name="connsiteX1" fmla="*/ 32657 w 5225143"/>
              <a:gd name="connsiteY1" fmla="*/ 4953000 h 4953000"/>
              <a:gd name="connsiteX2" fmla="*/ 5214257 w 5225143"/>
              <a:gd name="connsiteY2" fmla="*/ 4942114 h 4953000"/>
              <a:gd name="connsiteX3" fmla="*/ 5225143 w 5225143"/>
              <a:gd name="connsiteY3" fmla="*/ 3516086 h 4953000"/>
              <a:gd name="connsiteX4" fmla="*/ 0 w 5225143"/>
              <a:gd name="connsiteY4" fmla="*/ 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143" h="4953000">
                <a:moveTo>
                  <a:pt x="0" y="0"/>
                </a:moveTo>
                <a:lnTo>
                  <a:pt x="32657" y="4953000"/>
                </a:lnTo>
                <a:lnTo>
                  <a:pt x="5214257" y="4942114"/>
                </a:lnTo>
                <a:cubicBezTo>
                  <a:pt x="5217886" y="4466771"/>
                  <a:pt x="5221514" y="3991429"/>
                  <a:pt x="5225143" y="351608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6039730" y="1306286"/>
            <a:ext cx="5257800" cy="3526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8822340" y="3311716"/>
            <a:ext cx="252366" cy="335836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2030717">
            <a:off x="7738270" y="2811455"/>
            <a:ext cx="2414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</a:rPr>
              <a:t>	 </a:t>
            </a:r>
            <a:r>
              <a:rPr lang="es-MX" dirty="0" err="1">
                <a:solidFill>
                  <a:schemeClr val="bg1"/>
                </a:solidFill>
              </a:rPr>
              <a:t>2X1</a:t>
            </a:r>
            <a:r>
              <a:rPr lang="es-MX" dirty="0">
                <a:solidFill>
                  <a:schemeClr val="bg1"/>
                </a:solidFill>
              </a:rPr>
              <a:t> + </a:t>
            </a:r>
            <a:r>
              <a:rPr lang="es-MX" dirty="0" err="1">
                <a:solidFill>
                  <a:schemeClr val="bg1"/>
                </a:solidFill>
              </a:rPr>
              <a:t>3X2</a:t>
            </a:r>
            <a:r>
              <a:rPr lang="es-MX" dirty="0">
                <a:solidFill>
                  <a:schemeClr val="bg1"/>
                </a:solidFill>
              </a:rPr>
              <a:t> ≤6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E15EF-D987-5FFD-7F03-7EDFF492B26A}"/>
              </a:ext>
            </a:extLst>
          </p:cNvPr>
          <p:cNvSpPr txBox="1"/>
          <p:nvPr/>
        </p:nvSpPr>
        <p:spPr>
          <a:xfrm>
            <a:off x="6341013" y="2979919"/>
            <a:ext cx="15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factible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1BC1F-60B9-245A-D122-A234D08129E8}"/>
              </a:ext>
            </a:extLst>
          </p:cNvPr>
          <p:cNvSpPr txBox="1"/>
          <p:nvPr/>
        </p:nvSpPr>
        <p:spPr>
          <a:xfrm>
            <a:off x="8366760" y="360136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(0, 0)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E49F05-0421-BFF0-9D0B-6F771323B260}"/>
              </a:ext>
            </a:extLst>
          </p:cNvPr>
          <p:cNvSpPr txBox="1"/>
          <p:nvPr/>
        </p:nvSpPr>
        <p:spPr>
          <a:xfrm>
            <a:off x="2673274" y="4631377"/>
            <a:ext cx="32640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s-MX" sz="1800" dirty="0">
                <a:solidFill>
                  <a:schemeClr val="bg1"/>
                </a:solidFill>
              </a:rPr>
              <a:t>Por practicidad, se puede representar esta desigualdad con la recta de la frontera y una flecha perpendicular que indique hacia que región se encuentra la región factible.</a:t>
            </a:r>
          </a:p>
        </p:txBody>
      </p:sp>
      <p:sp>
        <p:nvSpPr>
          <p:cNvPr id="16" name="Marcador de posición de fecha 3">
            <a:extLst>
              <a:ext uri="{FF2B5EF4-FFF2-40B4-BE49-F238E27FC236}">
                <a16:creationId xmlns:a16="http://schemas.microsoft.com/office/drawing/2014/main" id="{3E005397-B14F-83E9-209E-2A6E69899CF5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423301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8596"/>
            <a:ext cx="10972800" cy="1252728"/>
          </a:xfrm>
        </p:spPr>
        <p:txBody>
          <a:bodyPr/>
          <a:lstStyle/>
          <a:p>
            <a:r>
              <a:rPr lang="es-MX" dirty="0"/>
              <a:t>Graficar restricciones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864" y="1306286"/>
            <a:ext cx="5124450" cy="48025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1800" dirty="0"/>
              <a:t>Graficar una desigualdad “mayor o igual que“ (</a:t>
            </a:r>
            <a:r>
              <a:rPr lang="es-MX" sz="1800" dirty="0">
                <a:solidFill>
                  <a:srgbClr val="FF0000"/>
                </a:solidFill>
              </a:rPr>
              <a:t>≥</a:t>
            </a:r>
            <a:r>
              <a:rPr lang="es-MX" sz="1800" dirty="0"/>
              <a:t>):</a:t>
            </a:r>
          </a:p>
          <a:p>
            <a:pPr marL="0" indent="0" algn="just">
              <a:buNone/>
            </a:pPr>
            <a:r>
              <a:rPr lang="es-MX" sz="1800" dirty="0"/>
              <a:t>		2X1 + 3X2 </a:t>
            </a:r>
            <a:r>
              <a:rPr lang="es-MX" sz="1800" dirty="0">
                <a:solidFill>
                  <a:srgbClr val="FF0000"/>
                </a:solidFill>
              </a:rPr>
              <a:t>≥</a:t>
            </a:r>
            <a:r>
              <a:rPr lang="es-MX" sz="1800" dirty="0"/>
              <a:t> 6</a:t>
            </a:r>
          </a:p>
          <a:p>
            <a:pPr marL="0" indent="0" algn="just">
              <a:buNone/>
            </a:pPr>
            <a:r>
              <a:rPr lang="es-MX" sz="1800" dirty="0"/>
              <a:t>Las restricciones “mayor o igual que“ (≥) se grafican igual que las restricciones “menor o igual que”, solo que ahora la región factible estará del lado contrario de la recta pero incluyendo también la recta.</a:t>
            </a:r>
          </a:p>
          <a:p>
            <a:pPr marL="0" indent="0" algn="just">
              <a:buNone/>
            </a:pPr>
            <a:endParaRPr lang="es-MX" sz="1800" dirty="0"/>
          </a:p>
          <a:p>
            <a:pPr marL="0" indent="0" algn="just">
              <a:buNone/>
            </a:pPr>
            <a:r>
              <a:rPr lang="es-MX" sz="1800" dirty="0"/>
              <a:t>En el punto (0, 0) ya no se cumple en la desigualdad:</a:t>
            </a:r>
          </a:p>
          <a:p>
            <a:pPr marL="457200" lvl="1" indent="0" algn="just">
              <a:buNone/>
            </a:pPr>
            <a:r>
              <a:rPr lang="es-MX" sz="1800" dirty="0">
                <a:sym typeface="Wingdings" panose="05000000000000000000" pitchFamily="2" charset="2"/>
              </a:rPr>
              <a:t>		2(0) + 3(0) </a:t>
            </a:r>
            <a:r>
              <a:rPr lang="es-MX" sz="1800" dirty="0"/>
              <a:t>≥ 6, </a:t>
            </a:r>
          </a:p>
          <a:p>
            <a:pPr marL="457200" lvl="1" indent="0" algn="just">
              <a:buNone/>
            </a:pPr>
            <a:r>
              <a:rPr lang="es-MX" sz="1800" dirty="0">
                <a:sym typeface="Wingdings" panose="05000000000000000000" pitchFamily="2" charset="2"/>
              </a:rPr>
              <a:t>		0 </a:t>
            </a:r>
            <a:r>
              <a:rPr lang="es-MX" sz="1800" dirty="0"/>
              <a:t>≥ 6 NO SE CUMPLE.</a:t>
            </a:r>
          </a:p>
          <a:p>
            <a:pPr marL="0" indent="0" algn="just">
              <a:buNone/>
            </a:pPr>
            <a:endParaRPr lang="es-MX" sz="1800" dirty="0"/>
          </a:p>
          <a:p>
            <a:pPr marL="0" indent="0" algn="just">
              <a:buNone/>
            </a:pPr>
            <a:r>
              <a:rPr lang="es-MX" sz="1800" dirty="0"/>
              <a:t>Cualquier punto en la recta 	</a:t>
            </a:r>
            <a:r>
              <a:rPr lang="es-MX" sz="1800" dirty="0" err="1"/>
              <a:t>2X1</a:t>
            </a:r>
            <a:r>
              <a:rPr lang="es-MX" sz="1800" dirty="0"/>
              <a:t> + </a:t>
            </a:r>
            <a:r>
              <a:rPr lang="es-MX" sz="1800" dirty="0" err="1"/>
              <a:t>3X2</a:t>
            </a:r>
            <a:r>
              <a:rPr lang="es-MX" sz="1800" dirty="0"/>
              <a:t> </a:t>
            </a:r>
            <a:r>
              <a:rPr lang="es-MX" sz="1800" dirty="0">
                <a:solidFill>
                  <a:srgbClr val="FF0000"/>
                </a:solidFill>
              </a:rPr>
              <a:t>=</a:t>
            </a:r>
            <a:r>
              <a:rPr lang="es-MX" sz="1800" dirty="0"/>
              <a:t> 6 cumple las dos restricciones:</a:t>
            </a:r>
          </a:p>
          <a:p>
            <a:pPr marL="0" indent="0" algn="just">
              <a:buNone/>
            </a:pPr>
            <a:r>
              <a:rPr lang="es-MX" sz="1800" dirty="0"/>
              <a:t>	 	2X1 + 3X2 </a:t>
            </a:r>
            <a:r>
              <a:rPr lang="es-MX" sz="1800" dirty="0">
                <a:solidFill>
                  <a:srgbClr val="FF0000"/>
                </a:solidFill>
              </a:rPr>
              <a:t>≥</a:t>
            </a:r>
            <a:r>
              <a:rPr lang="es-MX" sz="1800" dirty="0"/>
              <a:t> 6</a:t>
            </a:r>
          </a:p>
          <a:p>
            <a:pPr marL="0" indent="0" algn="just">
              <a:buNone/>
            </a:pPr>
            <a:r>
              <a:rPr lang="es-MX" sz="1800" dirty="0"/>
              <a:t>		 2X1 + 3X2 </a:t>
            </a:r>
            <a:r>
              <a:rPr lang="es-MX" sz="1800" dirty="0">
                <a:solidFill>
                  <a:srgbClr val="FF0000"/>
                </a:solidFill>
              </a:rPr>
              <a:t>≤</a:t>
            </a:r>
            <a:r>
              <a:rPr lang="es-MX" sz="1800" dirty="0"/>
              <a:t> 6</a:t>
            </a:r>
          </a:p>
          <a:p>
            <a:pPr marL="0" indent="0" algn="just">
              <a:buNone/>
            </a:pPr>
            <a:endParaRPr lang="es-MX" sz="1800" dirty="0"/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039730" y="1306286"/>
            <a:ext cx="5257800" cy="3526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9074706" y="2901506"/>
            <a:ext cx="352323" cy="410210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2030717">
            <a:off x="7347250" y="3077305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</a:rPr>
              <a:t>	 </a:t>
            </a:r>
            <a:r>
              <a:rPr lang="es-MX" dirty="0" err="1">
                <a:solidFill>
                  <a:schemeClr val="bg1"/>
                </a:solidFill>
              </a:rPr>
              <a:t>2X1</a:t>
            </a:r>
            <a:r>
              <a:rPr lang="es-MX" dirty="0">
                <a:solidFill>
                  <a:schemeClr val="bg1"/>
                </a:solidFill>
              </a:rPr>
              <a:t> + </a:t>
            </a:r>
            <a:r>
              <a:rPr lang="es-MX" dirty="0" err="1">
                <a:solidFill>
                  <a:schemeClr val="bg1"/>
                </a:solidFill>
              </a:rPr>
              <a:t>3X2</a:t>
            </a:r>
            <a:r>
              <a:rPr lang="es-MX" dirty="0">
                <a:solidFill>
                  <a:schemeClr val="bg1"/>
                </a:solidFill>
              </a:rPr>
              <a:t> ≥ 6</a:t>
            </a:r>
          </a:p>
        </p:txBody>
      </p:sp>
      <p:sp>
        <p:nvSpPr>
          <p:cNvPr id="17" name="Oval 16"/>
          <p:cNvSpPr/>
          <p:nvPr/>
        </p:nvSpPr>
        <p:spPr>
          <a:xfrm>
            <a:off x="8330760" y="395965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/>
          <p:cNvSpPr txBox="1"/>
          <p:nvPr/>
        </p:nvSpPr>
        <p:spPr>
          <a:xfrm>
            <a:off x="8333442" y="395965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(0, 0)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7C0A70-72EA-F547-FF9B-15FE5919015C}"/>
              </a:ext>
            </a:extLst>
          </p:cNvPr>
          <p:cNvSpPr/>
          <p:nvPr/>
        </p:nvSpPr>
        <p:spPr>
          <a:xfrm flipH="1" flipV="1">
            <a:off x="6070598" y="1045029"/>
            <a:ext cx="5250543" cy="3788228"/>
          </a:xfrm>
          <a:custGeom>
            <a:avLst/>
            <a:gdLst>
              <a:gd name="connsiteX0" fmla="*/ 0 w 5225143"/>
              <a:gd name="connsiteY0" fmla="*/ 0 h 4953000"/>
              <a:gd name="connsiteX1" fmla="*/ 32657 w 5225143"/>
              <a:gd name="connsiteY1" fmla="*/ 4953000 h 4953000"/>
              <a:gd name="connsiteX2" fmla="*/ 5214257 w 5225143"/>
              <a:gd name="connsiteY2" fmla="*/ 4942114 h 4953000"/>
              <a:gd name="connsiteX3" fmla="*/ 5225143 w 5225143"/>
              <a:gd name="connsiteY3" fmla="*/ 3516086 h 4953000"/>
              <a:gd name="connsiteX4" fmla="*/ 0 w 5225143"/>
              <a:gd name="connsiteY4" fmla="*/ 0 h 4953000"/>
              <a:gd name="connsiteX0" fmla="*/ 0 w 5250543"/>
              <a:gd name="connsiteY0" fmla="*/ 0 h 4953000"/>
              <a:gd name="connsiteX1" fmla="*/ 32657 w 5250543"/>
              <a:gd name="connsiteY1" fmla="*/ 4953000 h 4953000"/>
              <a:gd name="connsiteX2" fmla="*/ 5214257 w 5250543"/>
              <a:gd name="connsiteY2" fmla="*/ 4942114 h 4953000"/>
              <a:gd name="connsiteX3" fmla="*/ 5250543 w 5250543"/>
              <a:gd name="connsiteY3" fmla="*/ 4595404 h 4953000"/>
              <a:gd name="connsiteX4" fmla="*/ 0 w 5250543"/>
              <a:gd name="connsiteY4" fmla="*/ 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0543" h="4953000">
                <a:moveTo>
                  <a:pt x="0" y="0"/>
                </a:moveTo>
                <a:lnTo>
                  <a:pt x="32657" y="4953000"/>
                </a:lnTo>
                <a:lnTo>
                  <a:pt x="5214257" y="4942114"/>
                </a:lnTo>
                <a:cubicBezTo>
                  <a:pt x="5217886" y="4466771"/>
                  <a:pt x="5246914" y="5070747"/>
                  <a:pt x="5250543" y="459540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Marcador de posición de fecha 3">
            <a:extLst>
              <a:ext uri="{FF2B5EF4-FFF2-40B4-BE49-F238E27FC236}">
                <a16:creationId xmlns:a16="http://schemas.microsoft.com/office/drawing/2014/main" id="{E2B8E53A-6F4F-ECF8-40D9-0107B481C6EC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419693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5" grpId="0"/>
      <p:bldP spid="17" grpId="0" animBg="1"/>
      <p:bldP spid="1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4570"/>
            <a:ext cx="10972800" cy="1252728"/>
          </a:xfrm>
        </p:spPr>
        <p:txBody>
          <a:bodyPr/>
          <a:lstStyle/>
          <a:p>
            <a:r>
              <a:rPr lang="es-MX" dirty="0"/>
              <a:t>Región factible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4496"/>
            <a:ext cx="4953000" cy="48025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La región factible de un problema de optimización puede estar integrada por mas de una restricción, por ejemplo:</a:t>
            </a:r>
          </a:p>
          <a:p>
            <a:pPr marL="0" indent="0" algn="just">
              <a:buNone/>
            </a:pPr>
            <a:r>
              <a:rPr lang="es-MX" sz="2000" dirty="0"/>
              <a:t>	 </a:t>
            </a:r>
            <a:r>
              <a:rPr lang="es-MX" sz="2000" dirty="0" err="1"/>
              <a:t>2X1</a:t>
            </a:r>
            <a:r>
              <a:rPr lang="es-MX" sz="2000" dirty="0"/>
              <a:t> + </a:t>
            </a:r>
            <a:r>
              <a:rPr lang="es-MX" sz="2000" dirty="0" err="1"/>
              <a:t>3X2</a:t>
            </a:r>
            <a:r>
              <a:rPr lang="es-MX" sz="2000" dirty="0"/>
              <a:t> ≤6</a:t>
            </a:r>
          </a:p>
          <a:p>
            <a:pPr marL="0" indent="0" algn="just">
              <a:buNone/>
            </a:pPr>
            <a:r>
              <a:rPr lang="es-MX" sz="2000" dirty="0"/>
              <a:t>	 </a:t>
            </a:r>
            <a:r>
              <a:rPr lang="es-MX" sz="2000" dirty="0" err="1"/>
              <a:t>2X1</a:t>
            </a:r>
            <a:r>
              <a:rPr lang="es-MX" sz="2000" dirty="0"/>
              <a:t> +   </a:t>
            </a:r>
            <a:r>
              <a:rPr lang="es-MX" sz="2000" dirty="0" err="1"/>
              <a:t>X2</a:t>
            </a:r>
            <a:r>
              <a:rPr lang="es-MX" sz="2000" dirty="0"/>
              <a:t> ≤4</a:t>
            </a:r>
          </a:p>
          <a:p>
            <a:pPr marL="0" indent="0" algn="just">
              <a:buNone/>
            </a:pPr>
            <a:r>
              <a:rPr lang="es-MX" sz="2000" dirty="0"/>
              <a:t>	   </a:t>
            </a:r>
            <a:r>
              <a:rPr lang="es-MX" sz="2000" dirty="0" err="1"/>
              <a:t>X1</a:t>
            </a:r>
            <a:r>
              <a:rPr lang="es-MX" sz="2000" dirty="0"/>
              <a:t>            ≥ 0</a:t>
            </a:r>
          </a:p>
          <a:p>
            <a:pPr marL="0" indent="0" algn="just">
              <a:buNone/>
            </a:pPr>
            <a:r>
              <a:rPr lang="es-MX" sz="2000" dirty="0"/>
              <a:t> 	               </a:t>
            </a:r>
            <a:r>
              <a:rPr lang="es-MX" sz="2000" dirty="0" err="1"/>
              <a:t>X2</a:t>
            </a:r>
            <a:r>
              <a:rPr lang="es-MX" sz="2000" dirty="0"/>
              <a:t> ≥ 0</a:t>
            </a:r>
          </a:p>
          <a:p>
            <a:pPr marL="0" indent="0" algn="just">
              <a:buNone/>
            </a:pPr>
            <a:r>
              <a:rPr lang="es-MX" sz="2000" dirty="0"/>
              <a:t>La región factible es la región donde todas las restricciones se cumplen, se le conoce como “poliedro”.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039730" y="1306286"/>
            <a:ext cx="5257800" cy="3526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8586570" y="3105866"/>
            <a:ext cx="143085" cy="217062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2030717">
            <a:off x="6070014" y="1700758"/>
            <a:ext cx="2414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</a:rPr>
              <a:t>	 </a:t>
            </a:r>
            <a:r>
              <a:rPr lang="es-MX" dirty="0" err="1">
                <a:solidFill>
                  <a:schemeClr val="bg1"/>
                </a:solidFill>
              </a:rPr>
              <a:t>2X1</a:t>
            </a:r>
            <a:r>
              <a:rPr lang="es-MX" dirty="0">
                <a:solidFill>
                  <a:schemeClr val="bg1"/>
                </a:solidFill>
              </a:rPr>
              <a:t> + </a:t>
            </a:r>
            <a:r>
              <a:rPr lang="es-MX" dirty="0" err="1">
                <a:solidFill>
                  <a:schemeClr val="bg1"/>
                </a:solidFill>
              </a:rPr>
              <a:t>3X2</a:t>
            </a:r>
            <a:r>
              <a:rPr lang="es-MX" dirty="0">
                <a:solidFill>
                  <a:schemeClr val="bg1"/>
                </a:solidFill>
              </a:rPr>
              <a:t> ≤6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7946571" y="956469"/>
            <a:ext cx="2710543" cy="53160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 rot="3899797">
            <a:off x="8241438" y="2362160"/>
            <a:ext cx="1414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MX" dirty="0" err="1">
                <a:solidFill>
                  <a:schemeClr val="bg1"/>
                </a:solidFill>
              </a:rPr>
              <a:t>2X1</a:t>
            </a:r>
            <a:r>
              <a:rPr lang="es-MX" dirty="0">
                <a:solidFill>
                  <a:schemeClr val="bg1"/>
                </a:solidFill>
              </a:rPr>
              <a:t> +   </a:t>
            </a:r>
            <a:r>
              <a:rPr lang="es-MX" dirty="0" err="1">
                <a:solidFill>
                  <a:schemeClr val="bg1"/>
                </a:solidFill>
              </a:rPr>
              <a:t>X2</a:t>
            </a:r>
            <a:r>
              <a:rPr lang="es-MX" dirty="0">
                <a:solidFill>
                  <a:schemeClr val="bg1"/>
                </a:solidFill>
              </a:rPr>
              <a:t> ≤4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9067800" y="3629002"/>
            <a:ext cx="234043" cy="93717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74265" y="1070399"/>
            <a:ext cx="2292" cy="50910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6187710" y="3981586"/>
            <a:ext cx="5041370" cy="191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8653685" y="3764806"/>
            <a:ext cx="14945" cy="216178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8348312" y="3436557"/>
            <a:ext cx="278812" cy="602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 rot="16200000">
            <a:off x="7817581" y="3260965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X1</a:t>
            </a:r>
            <a:r>
              <a:rPr lang="es-MX" dirty="0">
                <a:solidFill>
                  <a:schemeClr val="bg1"/>
                </a:solidFill>
              </a:rPr>
              <a:t> ≥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8267" y="3958606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X2</a:t>
            </a:r>
            <a:r>
              <a:rPr lang="es-MX" dirty="0">
                <a:solidFill>
                  <a:schemeClr val="bg1"/>
                </a:solidFill>
              </a:rPr>
              <a:t> ≥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7957" y="3143611"/>
            <a:ext cx="1498346" cy="349702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Región factible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8828507" y="3365082"/>
            <a:ext cx="537936" cy="249394"/>
          </a:xfrm>
          <a:prstGeom prst="straightConnector1">
            <a:avLst/>
          </a:prstGeom>
          <a:ln w="34925">
            <a:solidFill>
              <a:srgbClr val="FF0000"/>
            </a:solidFill>
            <a:prstDash val="sysDash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/>
          <p:cNvSpPr/>
          <p:nvPr/>
        </p:nvSpPr>
        <p:spPr>
          <a:xfrm>
            <a:off x="8347048" y="2911818"/>
            <a:ext cx="1107440" cy="1112520"/>
          </a:xfrm>
          <a:custGeom>
            <a:avLst/>
            <a:gdLst>
              <a:gd name="connsiteX0" fmla="*/ 0 w 1107440"/>
              <a:gd name="connsiteY0" fmla="*/ 0 h 1112520"/>
              <a:gd name="connsiteX1" fmla="*/ 10160 w 1107440"/>
              <a:gd name="connsiteY1" fmla="*/ 1112520 h 1112520"/>
              <a:gd name="connsiteX2" fmla="*/ 1107440 w 1107440"/>
              <a:gd name="connsiteY2" fmla="*/ 1102360 h 1112520"/>
              <a:gd name="connsiteX3" fmla="*/ 838200 w 1107440"/>
              <a:gd name="connsiteY3" fmla="*/ 558800 h 1112520"/>
              <a:gd name="connsiteX4" fmla="*/ 0 w 1107440"/>
              <a:gd name="connsiteY4" fmla="*/ 0 h 11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7440" h="1112520">
                <a:moveTo>
                  <a:pt x="0" y="0"/>
                </a:moveTo>
                <a:cubicBezTo>
                  <a:pt x="3387" y="370840"/>
                  <a:pt x="6773" y="741680"/>
                  <a:pt x="10160" y="1112520"/>
                </a:cubicBezTo>
                <a:lnTo>
                  <a:pt x="1107440" y="1102360"/>
                </a:lnTo>
                <a:lnTo>
                  <a:pt x="838200" y="55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Marcador de posición de fecha 3">
            <a:extLst>
              <a:ext uri="{FF2B5EF4-FFF2-40B4-BE49-F238E27FC236}">
                <a16:creationId xmlns:a16="http://schemas.microsoft.com/office/drawing/2014/main" id="{3E2C7653-8F7D-F7FC-791C-C9C0D9A022A7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92621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5" grpId="0"/>
      <p:bldP spid="15" grpId="0"/>
      <p:bldP spid="33" grpId="0"/>
      <p:bldP spid="34" grpId="0"/>
      <p:bldP spid="3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542" y="585516"/>
            <a:ext cx="5842944" cy="1325563"/>
          </a:xfrm>
        </p:spPr>
        <p:txBody>
          <a:bodyPr/>
          <a:lstStyle/>
          <a:p>
            <a:r>
              <a:rPr lang="es-MX" dirty="0"/>
              <a:t>Graficar función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647" y="1874148"/>
            <a:ext cx="4976640" cy="42123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>
                <a:solidFill>
                  <a:schemeClr val="bg1"/>
                </a:solidFill>
              </a:rPr>
              <a:t>Las rectas de la función objetivo para cada valor de Z se conocen como “</a:t>
            </a:r>
            <a:r>
              <a:rPr lang="es-MX" sz="2000" dirty="0" err="1">
                <a:solidFill>
                  <a:schemeClr val="bg1"/>
                </a:solidFill>
              </a:rPr>
              <a:t>isoutilidad</a:t>
            </a:r>
            <a:r>
              <a:rPr lang="es-MX" sz="2000" dirty="0">
                <a:solidFill>
                  <a:schemeClr val="bg1"/>
                </a:solidFill>
              </a:rPr>
              <a:t>” para problemas de maximización y como “</a:t>
            </a:r>
            <a:r>
              <a:rPr lang="es-MX" sz="2000" dirty="0" err="1">
                <a:solidFill>
                  <a:schemeClr val="bg1"/>
                </a:solidFill>
              </a:rPr>
              <a:t>isocostos</a:t>
            </a:r>
            <a:r>
              <a:rPr lang="es-MX" sz="2000" dirty="0">
                <a:solidFill>
                  <a:schemeClr val="bg1"/>
                </a:solidFill>
              </a:rPr>
              <a:t>” </a:t>
            </a:r>
            <a:r>
              <a:rPr lang="es-MX" sz="2000" dirty="0"/>
              <a:t>para un problema de minimización.</a:t>
            </a:r>
          </a:p>
          <a:p>
            <a:pPr algn="just"/>
            <a:endParaRPr lang="es-MX" sz="2000" dirty="0">
              <a:solidFill>
                <a:schemeClr val="bg1"/>
              </a:solidFill>
            </a:endParaRPr>
          </a:p>
          <a:p>
            <a:pPr algn="just"/>
            <a:endParaRPr lang="es-MX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s-MX" sz="2000" dirty="0"/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402286" y="917053"/>
            <a:ext cx="2683008" cy="53376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813176" y="956469"/>
            <a:ext cx="2675814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005482" y="956469"/>
            <a:ext cx="2617694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329082" y="956469"/>
            <a:ext cx="2608730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96000" y="1690688"/>
            <a:ext cx="2270760" cy="462121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096000" y="2859741"/>
            <a:ext cx="1694329" cy="341274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096000" y="4001294"/>
            <a:ext cx="1120588" cy="227119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577715" y="956469"/>
            <a:ext cx="2601273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108141" y="917053"/>
            <a:ext cx="2070847" cy="421075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690847" y="956469"/>
            <a:ext cx="1488141" cy="30448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0237694" y="956469"/>
            <a:ext cx="1059836" cy="205567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0848475" y="956469"/>
            <a:ext cx="449055" cy="91767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110345" y="5321478"/>
            <a:ext cx="513801" cy="95100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6320460" y="554018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6788353" y="518160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7208961" y="493622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7624438" y="465660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8085729" y="432250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8493976" y="407120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8939933" y="38027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9344191" y="352482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799148" y="323015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10201436" y="295745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10647199" y="266876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1051219" y="237465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6320460" y="432005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6788353" y="396146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7208961" y="371608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7624438" y="343646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8085729" y="3102372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8493976" y="285107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8939933" y="258259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9344191" y="230469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9799148" y="201002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10201436" y="173731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>
            <a:off x="10647199" y="144863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11051219" y="115452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6320460" y="306281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6788353" y="270423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7208961" y="245885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7624438" y="217923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8085729" y="184513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8493976" y="159383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>
            <a:off x="8939933" y="132536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9344191" y="104745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208961" y="609684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H="1">
            <a:off x="7624438" y="581722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>
            <a:off x="8085729" y="548313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H="1">
            <a:off x="8493976" y="52318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>
            <a:off x="8939933" y="496335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9344191" y="468545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9799148" y="439078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10201436" y="411807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10647199" y="382939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H="1">
            <a:off x="11051219" y="353527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H="1">
            <a:off x="8939933" y="610919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>
            <a:off x="9344191" y="583129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>
            <a:off x="9799148" y="553662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10201436" y="526391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10647199" y="49752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11051219" y="468111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310049" y="6217874"/>
            <a:ext cx="48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53489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84315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47353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03873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13550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4579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7278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62336" y="6217874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Z=-10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212880" y="4977490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12880" y="406278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07294" y="288221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307294" y="1733890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Z=14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FC119CC-C621-E56D-149C-88CB080E0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735571"/>
              </p:ext>
            </p:extLst>
          </p:nvPr>
        </p:nvGraphicFramePr>
        <p:xfrm>
          <a:off x="2574342" y="3136745"/>
          <a:ext cx="3129624" cy="3144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78">
                  <a:extLst>
                    <a:ext uri="{9D8B030D-6E8A-4147-A177-3AD203B41FA5}">
                      <a16:colId xmlns:a16="http://schemas.microsoft.com/office/drawing/2014/main" val="25668883"/>
                    </a:ext>
                  </a:extLst>
                </a:gridCol>
                <a:gridCol w="1826546">
                  <a:extLst>
                    <a:ext uri="{9D8B030D-6E8A-4147-A177-3AD203B41FA5}">
                      <a16:colId xmlns:a16="http://schemas.microsoft.com/office/drawing/2014/main" val="2163724832"/>
                    </a:ext>
                  </a:extLst>
                </a:gridCol>
              </a:tblGrid>
              <a:tr h="1158521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Función 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Coordenadas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786030"/>
                  </a:ext>
                </a:extLst>
              </a:tr>
              <a:tr h="397207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(0,0) y (-1,</a:t>
                      </a:r>
                      <a:r>
                        <a:rPr lang="es-MX" sz="1800" baseline="0" dirty="0"/>
                        <a:t> 2)</a:t>
                      </a:r>
                      <a:endParaRPr lang="es-MX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519282"/>
                  </a:ext>
                </a:extLst>
              </a:tr>
              <a:tr h="397207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(0, 2) y (1,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358161"/>
                  </a:ext>
                </a:extLst>
              </a:tr>
              <a:tr h="397207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(0,</a:t>
                      </a:r>
                      <a:r>
                        <a:rPr lang="es-MX" sz="1800" baseline="0" dirty="0"/>
                        <a:t> 4) y (2, 0)</a:t>
                      </a:r>
                      <a:endParaRPr lang="es-MX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787726"/>
                  </a:ext>
                </a:extLst>
              </a:tr>
              <a:tr h="397207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(0, 6) y (3,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541082"/>
                  </a:ext>
                </a:extLst>
              </a:tr>
              <a:tr h="397207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(0,8) y (4,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250234"/>
                  </a:ext>
                </a:extLst>
              </a:tr>
            </a:tbl>
          </a:graphicData>
        </a:graphic>
      </p:graphicFrame>
      <p:sp>
        <p:nvSpPr>
          <p:cNvPr id="13" name="Marcador de posición de fecha 3">
            <a:extLst>
              <a:ext uri="{FF2B5EF4-FFF2-40B4-BE49-F238E27FC236}">
                <a16:creationId xmlns:a16="http://schemas.microsoft.com/office/drawing/2014/main" id="{A0D7C18B-AC39-1399-6A9B-E41E2D5CEB58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380145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1DE10-05F8-542B-F154-1B781A9C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4E60-3043-3E0B-4CA7-2F1D06AAE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012" y="1916610"/>
            <a:ext cx="4697275" cy="41698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Suponiendo que la función objetivo es de “Maximizar”, la función objetivo representa una dirección de optimalidad que puede tomar cualquier valor en el Plano.</a:t>
            </a:r>
          </a:p>
          <a:p>
            <a:pPr marL="0" indent="0" algn="just">
              <a:buNone/>
            </a:pPr>
            <a:r>
              <a:rPr lang="es-MX" sz="2000" dirty="0"/>
              <a:t>Por ejemplo:</a:t>
            </a:r>
          </a:p>
          <a:p>
            <a:pPr marL="0" indent="0" algn="just">
              <a:buNone/>
            </a:pPr>
            <a:r>
              <a:rPr lang="es-MX" sz="2000" dirty="0"/>
              <a:t>	 Maximizar Z=</a:t>
            </a:r>
            <a:r>
              <a:rPr lang="es-MX" sz="2000" dirty="0" err="1"/>
              <a:t>2X1</a:t>
            </a:r>
            <a:r>
              <a:rPr lang="es-MX" sz="2000" dirty="0"/>
              <a:t> + </a:t>
            </a:r>
            <a:r>
              <a:rPr lang="es-MX" sz="2000" dirty="0" err="1"/>
              <a:t>X2</a:t>
            </a:r>
            <a:r>
              <a:rPr lang="es-MX" sz="2000" dirty="0"/>
              <a:t> </a:t>
            </a:r>
          </a:p>
          <a:p>
            <a:pPr marL="0" indent="0" algn="just">
              <a:buNone/>
            </a:pPr>
            <a:r>
              <a:rPr lang="es-MX" sz="2000" dirty="0"/>
              <a:t>Se puede igualar la función objetivo a distintos valores y graficar las rectas obtenidas.</a:t>
            </a:r>
          </a:p>
          <a:p>
            <a:pPr marL="0" indent="0" algn="just">
              <a:buNone/>
            </a:pPr>
            <a:r>
              <a:rPr lang="es-MX" sz="2000" dirty="0">
                <a:solidFill>
                  <a:schemeClr val="bg1"/>
                </a:solidFill>
              </a:rPr>
              <a:t>La dirección de optimalidad se determina identificado hacia que dirección se incrementa el valor de Z.</a:t>
            </a:r>
          </a:p>
          <a:p>
            <a:pPr marL="0" indent="0" algn="just">
              <a:buNone/>
            </a:pPr>
            <a:endParaRPr lang="es-MX" sz="2000" dirty="0"/>
          </a:p>
          <a:p>
            <a:pPr marL="0" indent="0" algn="just">
              <a:buNone/>
            </a:pPr>
            <a:endParaRPr lang="es-MX" sz="2000" dirty="0"/>
          </a:p>
        </p:txBody>
      </p:sp>
      <p:pic>
        <p:nvPicPr>
          <p:cNvPr id="4" name="Imagen 89">
            <a:extLst>
              <a:ext uri="{FF2B5EF4-FFF2-40B4-BE49-F238E27FC236}">
                <a16:creationId xmlns:a16="http://schemas.microsoft.com/office/drawing/2014/main" id="{EEF3A87F-4C94-8354-4142-61ECD85DA4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DF549-7C01-0429-A80A-1A48CE83E94F}"/>
              </a:ext>
            </a:extLst>
          </p:cNvPr>
          <p:cNvSpPr txBox="1"/>
          <p:nvPr/>
        </p:nvSpPr>
        <p:spPr>
          <a:xfrm>
            <a:off x="11307960" y="379692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X1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3426D-83CE-B599-347B-BAD4062EF53E}"/>
              </a:ext>
            </a:extLst>
          </p:cNvPr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B33B90-DED7-3873-36BB-B98C03F864F3}"/>
              </a:ext>
            </a:extLst>
          </p:cNvPr>
          <p:cNvCxnSpPr/>
          <p:nvPr/>
        </p:nvCxnSpPr>
        <p:spPr>
          <a:xfrm>
            <a:off x="7402286" y="917053"/>
            <a:ext cx="2683008" cy="53376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D5AEA6-DEA2-FACD-E47C-1351B7237290}"/>
              </a:ext>
            </a:extLst>
          </p:cNvPr>
          <p:cNvCxnSpPr/>
          <p:nvPr/>
        </p:nvCxnSpPr>
        <p:spPr>
          <a:xfrm>
            <a:off x="6813176" y="956469"/>
            <a:ext cx="2675814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62299D-ADC9-AA70-FC6B-B12FDE5E2461}"/>
              </a:ext>
            </a:extLst>
          </p:cNvPr>
          <p:cNvCxnSpPr/>
          <p:nvPr/>
        </p:nvCxnSpPr>
        <p:spPr>
          <a:xfrm>
            <a:off x="8005482" y="956469"/>
            <a:ext cx="2617694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F1FB74-767C-11DC-ABF5-1307CD13C222}"/>
              </a:ext>
            </a:extLst>
          </p:cNvPr>
          <p:cNvCxnSpPr/>
          <p:nvPr/>
        </p:nvCxnSpPr>
        <p:spPr>
          <a:xfrm>
            <a:off x="6329082" y="956469"/>
            <a:ext cx="2608730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A19850-1226-0FC9-9DBD-70D1A30C57AD}"/>
              </a:ext>
            </a:extLst>
          </p:cNvPr>
          <p:cNvCxnSpPr/>
          <p:nvPr/>
        </p:nvCxnSpPr>
        <p:spPr>
          <a:xfrm>
            <a:off x="6096000" y="1690688"/>
            <a:ext cx="2270760" cy="462121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B9110A-1A07-9408-5536-1BB7A53C2960}"/>
              </a:ext>
            </a:extLst>
          </p:cNvPr>
          <p:cNvCxnSpPr/>
          <p:nvPr/>
        </p:nvCxnSpPr>
        <p:spPr>
          <a:xfrm>
            <a:off x="6096000" y="2859741"/>
            <a:ext cx="1694329" cy="341274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E6A04B0-080F-913D-15E1-EF307E77BF3D}"/>
              </a:ext>
            </a:extLst>
          </p:cNvPr>
          <p:cNvCxnSpPr/>
          <p:nvPr/>
        </p:nvCxnSpPr>
        <p:spPr>
          <a:xfrm>
            <a:off x="6096000" y="4001294"/>
            <a:ext cx="1120588" cy="227119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48E6F8-FA00-70E5-55D1-3676A91EB24D}"/>
              </a:ext>
            </a:extLst>
          </p:cNvPr>
          <p:cNvCxnSpPr/>
          <p:nvPr/>
        </p:nvCxnSpPr>
        <p:spPr>
          <a:xfrm>
            <a:off x="8577715" y="956469"/>
            <a:ext cx="2601273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E964967-30D4-44FA-C9A4-BA310FD61CA2}"/>
              </a:ext>
            </a:extLst>
          </p:cNvPr>
          <p:cNvCxnSpPr/>
          <p:nvPr/>
        </p:nvCxnSpPr>
        <p:spPr>
          <a:xfrm>
            <a:off x="9108141" y="917053"/>
            <a:ext cx="2070847" cy="421075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62A705-9676-634B-52E9-822445297F03}"/>
              </a:ext>
            </a:extLst>
          </p:cNvPr>
          <p:cNvCxnSpPr/>
          <p:nvPr/>
        </p:nvCxnSpPr>
        <p:spPr>
          <a:xfrm>
            <a:off x="9690847" y="956469"/>
            <a:ext cx="1488141" cy="30448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6DD771-0D10-F489-CCE7-845D37258EDF}"/>
              </a:ext>
            </a:extLst>
          </p:cNvPr>
          <p:cNvCxnSpPr/>
          <p:nvPr/>
        </p:nvCxnSpPr>
        <p:spPr>
          <a:xfrm>
            <a:off x="10237694" y="956469"/>
            <a:ext cx="1059836" cy="205567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1B3620-E59B-FC1D-8F57-93592C8818AC}"/>
              </a:ext>
            </a:extLst>
          </p:cNvPr>
          <p:cNvCxnSpPr/>
          <p:nvPr/>
        </p:nvCxnSpPr>
        <p:spPr>
          <a:xfrm>
            <a:off x="10848475" y="956469"/>
            <a:ext cx="449055" cy="91767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5EF99E-2293-9356-2AA5-FDA4D2AE3EF9}"/>
              </a:ext>
            </a:extLst>
          </p:cNvPr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5C845F-A0DC-29F5-34EF-EC11DDA8FFCC}"/>
              </a:ext>
            </a:extLst>
          </p:cNvPr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3906BEA-5685-DACA-5E8E-DFF2C3595562}"/>
              </a:ext>
            </a:extLst>
          </p:cNvPr>
          <p:cNvCxnSpPr/>
          <p:nvPr/>
        </p:nvCxnSpPr>
        <p:spPr>
          <a:xfrm>
            <a:off x="6110345" y="5321478"/>
            <a:ext cx="513801" cy="95100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BA0150-7241-A88A-F454-FB9D25369214}"/>
              </a:ext>
            </a:extLst>
          </p:cNvPr>
          <p:cNvCxnSpPr/>
          <p:nvPr/>
        </p:nvCxnSpPr>
        <p:spPr>
          <a:xfrm flipH="1">
            <a:off x="6320460" y="554018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B59E9D6-8CE4-2E9F-EEC0-E5553FAE6786}"/>
              </a:ext>
            </a:extLst>
          </p:cNvPr>
          <p:cNvCxnSpPr/>
          <p:nvPr/>
        </p:nvCxnSpPr>
        <p:spPr>
          <a:xfrm flipH="1">
            <a:off x="6788353" y="518160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88F168F-CC13-D92F-68DF-FB3B7B0363DA}"/>
              </a:ext>
            </a:extLst>
          </p:cNvPr>
          <p:cNvCxnSpPr/>
          <p:nvPr/>
        </p:nvCxnSpPr>
        <p:spPr>
          <a:xfrm flipH="1">
            <a:off x="7208961" y="493622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C60691A-6F53-C31A-480F-CEE0677E8F0D}"/>
              </a:ext>
            </a:extLst>
          </p:cNvPr>
          <p:cNvCxnSpPr/>
          <p:nvPr/>
        </p:nvCxnSpPr>
        <p:spPr>
          <a:xfrm flipH="1">
            <a:off x="7624438" y="465660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96CE933-0B25-973C-63BF-23796C362820}"/>
              </a:ext>
            </a:extLst>
          </p:cNvPr>
          <p:cNvCxnSpPr/>
          <p:nvPr/>
        </p:nvCxnSpPr>
        <p:spPr>
          <a:xfrm flipH="1">
            <a:off x="8085729" y="432250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4188D63-88C6-51BC-7D92-7F14D9DDC2DE}"/>
              </a:ext>
            </a:extLst>
          </p:cNvPr>
          <p:cNvCxnSpPr/>
          <p:nvPr/>
        </p:nvCxnSpPr>
        <p:spPr>
          <a:xfrm flipH="1">
            <a:off x="8493976" y="407120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76A21C-B410-1DD7-3219-2DF970999B05}"/>
              </a:ext>
            </a:extLst>
          </p:cNvPr>
          <p:cNvCxnSpPr/>
          <p:nvPr/>
        </p:nvCxnSpPr>
        <p:spPr>
          <a:xfrm flipH="1">
            <a:off x="8939933" y="38027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8D5B4A9-BB12-67F8-3F14-FD2F7BFB3310}"/>
              </a:ext>
            </a:extLst>
          </p:cNvPr>
          <p:cNvCxnSpPr/>
          <p:nvPr/>
        </p:nvCxnSpPr>
        <p:spPr>
          <a:xfrm flipH="1">
            <a:off x="9344191" y="352482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13A5251-5F39-E5A1-2EAF-575AD38F8249}"/>
              </a:ext>
            </a:extLst>
          </p:cNvPr>
          <p:cNvCxnSpPr/>
          <p:nvPr/>
        </p:nvCxnSpPr>
        <p:spPr>
          <a:xfrm flipH="1">
            <a:off x="9799148" y="323015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AAC5A19-5BB4-00A7-7886-2B6D5BEF3650}"/>
              </a:ext>
            </a:extLst>
          </p:cNvPr>
          <p:cNvCxnSpPr/>
          <p:nvPr/>
        </p:nvCxnSpPr>
        <p:spPr>
          <a:xfrm flipH="1">
            <a:off x="10201436" y="295745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FB17F56-E007-1F03-B000-A91D9999E685}"/>
              </a:ext>
            </a:extLst>
          </p:cNvPr>
          <p:cNvCxnSpPr/>
          <p:nvPr/>
        </p:nvCxnSpPr>
        <p:spPr>
          <a:xfrm flipH="1">
            <a:off x="10647199" y="266876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3D528CF-DB1E-B363-39C4-3D33846E2F03}"/>
              </a:ext>
            </a:extLst>
          </p:cNvPr>
          <p:cNvCxnSpPr/>
          <p:nvPr/>
        </p:nvCxnSpPr>
        <p:spPr>
          <a:xfrm flipH="1">
            <a:off x="11051219" y="237465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C2BB1D6-EDA4-261E-CF8C-169C5A3542C4}"/>
              </a:ext>
            </a:extLst>
          </p:cNvPr>
          <p:cNvCxnSpPr/>
          <p:nvPr/>
        </p:nvCxnSpPr>
        <p:spPr>
          <a:xfrm flipH="1">
            <a:off x="6320460" y="432005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EC7D70A-3A22-80A5-D57D-C74575004CE3}"/>
              </a:ext>
            </a:extLst>
          </p:cNvPr>
          <p:cNvCxnSpPr/>
          <p:nvPr/>
        </p:nvCxnSpPr>
        <p:spPr>
          <a:xfrm flipH="1">
            <a:off x="6788353" y="396146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D2FC152-A2E5-273B-62A6-256B46D85257}"/>
              </a:ext>
            </a:extLst>
          </p:cNvPr>
          <p:cNvCxnSpPr/>
          <p:nvPr/>
        </p:nvCxnSpPr>
        <p:spPr>
          <a:xfrm flipH="1">
            <a:off x="7208961" y="371608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30FBE7F-AEB6-8427-912E-3A29D6255F81}"/>
              </a:ext>
            </a:extLst>
          </p:cNvPr>
          <p:cNvCxnSpPr/>
          <p:nvPr/>
        </p:nvCxnSpPr>
        <p:spPr>
          <a:xfrm flipH="1">
            <a:off x="7624438" y="343646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80DC908-420C-660D-B394-61A88A6EAC76}"/>
              </a:ext>
            </a:extLst>
          </p:cNvPr>
          <p:cNvCxnSpPr/>
          <p:nvPr/>
        </p:nvCxnSpPr>
        <p:spPr>
          <a:xfrm flipH="1">
            <a:off x="8085729" y="3102372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B46A9CB-88E4-9C19-0F16-280124324D26}"/>
              </a:ext>
            </a:extLst>
          </p:cNvPr>
          <p:cNvCxnSpPr/>
          <p:nvPr/>
        </p:nvCxnSpPr>
        <p:spPr>
          <a:xfrm flipH="1">
            <a:off x="8493976" y="285107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916CF15-EBDF-534C-9D71-64C197D8346D}"/>
              </a:ext>
            </a:extLst>
          </p:cNvPr>
          <p:cNvCxnSpPr/>
          <p:nvPr/>
        </p:nvCxnSpPr>
        <p:spPr>
          <a:xfrm flipH="1">
            <a:off x="8939933" y="258259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6FA44E9-A907-03C4-424F-BBFC3ADE44EA}"/>
              </a:ext>
            </a:extLst>
          </p:cNvPr>
          <p:cNvCxnSpPr/>
          <p:nvPr/>
        </p:nvCxnSpPr>
        <p:spPr>
          <a:xfrm flipH="1">
            <a:off x="9344191" y="230469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AAB4D07-4A12-07E3-7352-EFCB0DD308A6}"/>
              </a:ext>
            </a:extLst>
          </p:cNvPr>
          <p:cNvCxnSpPr/>
          <p:nvPr/>
        </p:nvCxnSpPr>
        <p:spPr>
          <a:xfrm flipH="1">
            <a:off x="9799148" y="201002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C44DCEC-2AAA-58F7-241D-B29C4A9DCFA3}"/>
              </a:ext>
            </a:extLst>
          </p:cNvPr>
          <p:cNvCxnSpPr/>
          <p:nvPr/>
        </p:nvCxnSpPr>
        <p:spPr>
          <a:xfrm flipH="1">
            <a:off x="10201436" y="173731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6BC10B1-F788-9892-C8CB-742D9A391694}"/>
              </a:ext>
            </a:extLst>
          </p:cNvPr>
          <p:cNvCxnSpPr/>
          <p:nvPr/>
        </p:nvCxnSpPr>
        <p:spPr>
          <a:xfrm flipH="1">
            <a:off x="10647199" y="144863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C962E8-BC53-3AF5-9705-F879D747941E}"/>
              </a:ext>
            </a:extLst>
          </p:cNvPr>
          <p:cNvCxnSpPr/>
          <p:nvPr/>
        </p:nvCxnSpPr>
        <p:spPr>
          <a:xfrm flipH="1">
            <a:off x="11051219" y="115452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6A066BB-D91C-C5D4-FF46-3A625E48CBE8}"/>
              </a:ext>
            </a:extLst>
          </p:cNvPr>
          <p:cNvCxnSpPr/>
          <p:nvPr/>
        </p:nvCxnSpPr>
        <p:spPr>
          <a:xfrm flipH="1">
            <a:off x="6320460" y="306281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3A092FC-4EDE-DCA5-F2A3-883684BB70A6}"/>
              </a:ext>
            </a:extLst>
          </p:cNvPr>
          <p:cNvCxnSpPr/>
          <p:nvPr/>
        </p:nvCxnSpPr>
        <p:spPr>
          <a:xfrm flipH="1">
            <a:off x="6788353" y="270423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8F4467-F036-782B-C740-9865E987B3D4}"/>
              </a:ext>
            </a:extLst>
          </p:cNvPr>
          <p:cNvCxnSpPr/>
          <p:nvPr/>
        </p:nvCxnSpPr>
        <p:spPr>
          <a:xfrm flipH="1">
            <a:off x="7208961" y="245885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282C30D-7B3A-F055-5160-294B801F88E6}"/>
              </a:ext>
            </a:extLst>
          </p:cNvPr>
          <p:cNvCxnSpPr/>
          <p:nvPr/>
        </p:nvCxnSpPr>
        <p:spPr>
          <a:xfrm flipH="1">
            <a:off x="7624438" y="217923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0F2A38A-7F8A-2BB6-42A4-E73A818E5D39}"/>
              </a:ext>
            </a:extLst>
          </p:cNvPr>
          <p:cNvCxnSpPr/>
          <p:nvPr/>
        </p:nvCxnSpPr>
        <p:spPr>
          <a:xfrm flipH="1">
            <a:off x="8085729" y="184513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5A78819-3FE0-CFC8-632C-385511CB5696}"/>
              </a:ext>
            </a:extLst>
          </p:cNvPr>
          <p:cNvCxnSpPr/>
          <p:nvPr/>
        </p:nvCxnSpPr>
        <p:spPr>
          <a:xfrm flipH="1">
            <a:off x="8493976" y="159383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B8F9FD9-4565-06E3-FFFE-1294FB46123B}"/>
              </a:ext>
            </a:extLst>
          </p:cNvPr>
          <p:cNvCxnSpPr/>
          <p:nvPr/>
        </p:nvCxnSpPr>
        <p:spPr>
          <a:xfrm flipH="1">
            <a:off x="8939933" y="132536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6241FDC-CFBC-1F67-B998-E4FF7542ABB2}"/>
              </a:ext>
            </a:extLst>
          </p:cNvPr>
          <p:cNvCxnSpPr/>
          <p:nvPr/>
        </p:nvCxnSpPr>
        <p:spPr>
          <a:xfrm flipH="1">
            <a:off x="9344191" y="104745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F7B6A41-B15C-EBE1-F3E3-FAE0447C6696}"/>
              </a:ext>
            </a:extLst>
          </p:cNvPr>
          <p:cNvCxnSpPr/>
          <p:nvPr/>
        </p:nvCxnSpPr>
        <p:spPr>
          <a:xfrm flipH="1">
            <a:off x="7208961" y="609684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61598CD-E458-CE3A-3412-0DE062669E35}"/>
              </a:ext>
            </a:extLst>
          </p:cNvPr>
          <p:cNvCxnSpPr/>
          <p:nvPr/>
        </p:nvCxnSpPr>
        <p:spPr>
          <a:xfrm flipH="1">
            <a:off x="7624438" y="581722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DB54501-2948-1D61-1BF3-F5676EC6B7C9}"/>
              </a:ext>
            </a:extLst>
          </p:cNvPr>
          <p:cNvCxnSpPr/>
          <p:nvPr/>
        </p:nvCxnSpPr>
        <p:spPr>
          <a:xfrm flipH="1">
            <a:off x="8085729" y="548313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1901A88-5A4D-AFD2-85CF-9D8C5310E38A}"/>
              </a:ext>
            </a:extLst>
          </p:cNvPr>
          <p:cNvCxnSpPr/>
          <p:nvPr/>
        </p:nvCxnSpPr>
        <p:spPr>
          <a:xfrm flipH="1">
            <a:off x="8493976" y="52318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2965B58-6DF3-136E-FDA2-A3CC4958E705}"/>
              </a:ext>
            </a:extLst>
          </p:cNvPr>
          <p:cNvCxnSpPr/>
          <p:nvPr/>
        </p:nvCxnSpPr>
        <p:spPr>
          <a:xfrm flipH="1">
            <a:off x="8939933" y="496335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2636586-6328-E6E3-2632-98F3DF569105}"/>
              </a:ext>
            </a:extLst>
          </p:cNvPr>
          <p:cNvCxnSpPr/>
          <p:nvPr/>
        </p:nvCxnSpPr>
        <p:spPr>
          <a:xfrm flipH="1">
            <a:off x="9344191" y="468545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832A087-B8E0-B5E1-3A89-D1D15D2D8BF7}"/>
              </a:ext>
            </a:extLst>
          </p:cNvPr>
          <p:cNvCxnSpPr/>
          <p:nvPr/>
        </p:nvCxnSpPr>
        <p:spPr>
          <a:xfrm flipH="1">
            <a:off x="9799148" y="439078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5C5DB56-B35E-619D-A010-09E417345D27}"/>
              </a:ext>
            </a:extLst>
          </p:cNvPr>
          <p:cNvCxnSpPr/>
          <p:nvPr/>
        </p:nvCxnSpPr>
        <p:spPr>
          <a:xfrm flipH="1">
            <a:off x="10201436" y="411807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F790EFC-B6C9-5C7C-B5FC-196D03E62BA8}"/>
              </a:ext>
            </a:extLst>
          </p:cNvPr>
          <p:cNvCxnSpPr/>
          <p:nvPr/>
        </p:nvCxnSpPr>
        <p:spPr>
          <a:xfrm flipH="1">
            <a:off x="10647199" y="382939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A751F5F-07A0-3F3D-06B6-62D040D584B8}"/>
              </a:ext>
            </a:extLst>
          </p:cNvPr>
          <p:cNvCxnSpPr/>
          <p:nvPr/>
        </p:nvCxnSpPr>
        <p:spPr>
          <a:xfrm flipH="1">
            <a:off x="11051219" y="353527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FDFF37D-9E40-5BDE-C39E-8241BAC59E4B}"/>
              </a:ext>
            </a:extLst>
          </p:cNvPr>
          <p:cNvCxnSpPr/>
          <p:nvPr/>
        </p:nvCxnSpPr>
        <p:spPr>
          <a:xfrm flipH="1">
            <a:off x="8939933" y="610919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8C7D6FB-2692-B0DE-D726-F4062AB83EC6}"/>
              </a:ext>
            </a:extLst>
          </p:cNvPr>
          <p:cNvCxnSpPr/>
          <p:nvPr/>
        </p:nvCxnSpPr>
        <p:spPr>
          <a:xfrm flipH="1">
            <a:off x="9344191" y="583129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BC5D133-A08F-8B53-9104-3206F4CBBB1E}"/>
              </a:ext>
            </a:extLst>
          </p:cNvPr>
          <p:cNvCxnSpPr/>
          <p:nvPr/>
        </p:nvCxnSpPr>
        <p:spPr>
          <a:xfrm flipH="1">
            <a:off x="9799148" y="553662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C9136C8-6B39-20D5-78B5-0833EB969679}"/>
              </a:ext>
            </a:extLst>
          </p:cNvPr>
          <p:cNvCxnSpPr/>
          <p:nvPr/>
        </p:nvCxnSpPr>
        <p:spPr>
          <a:xfrm flipH="1">
            <a:off x="10201436" y="526391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FDF1F5F-ED67-EAEF-2659-26B8B034682C}"/>
              </a:ext>
            </a:extLst>
          </p:cNvPr>
          <p:cNvCxnSpPr/>
          <p:nvPr/>
        </p:nvCxnSpPr>
        <p:spPr>
          <a:xfrm flipH="1">
            <a:off x="10647199" y="49752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61B08AB-137B-83BE-9218-7BE25D3B6AB0}"/>
              </a:ext>
            </a:extLst>
          </p:cNvPr>
          <p:cNvCxnSpPr/>
          <p:nvPr/>
        </p:nvCxnSpPr>
        <p:spPr>
          <a:xfrm flipH="1">
            <a:off x="11051219" y="468111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97498147-6345-7935-4A75-4D00D1B52518}"/>
              </a:ext>
            </a:extLst>
          </p:cNvPr>
          <p:cNvSpPr txBox="1"/>
          <p:nvPr/>
        </p:nvSpPr>
        <p:spPr>
          <a:xfrm>
            <a:off x="9310049" y="6217874"/>
            <a:ext cx="48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511B3CB-3E06-328D-6E2D-D0F4EA8AD369}"/>
              </a:ext>
            </a:extLst>
          </p:cNvPr>
          <p:cNvSpPr txBox="1"/>
          <p:nvPr/>
        </p:nvSpPr>
        <p:spPr>
          <a:xfrm>
            <a:off x="9853489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44AFE6A-A1CB-91B7-13D8-A4A6BD26D83E}"/>
              </a:ext>
            </a:extLst>
          </p:cNvPr>
          <p:cNvSpPr txBox="1"/>
          <p:nvPr/>
        </p:nvSpPr>
        <p:spPr>
          <a:xfrm>
            <a:off x="10384315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3CC0E66-D66C-59EE-2A93-9FD88291C4B0}"/>
              </a:ext>
            </a:extLst>
          </p:cNvPr>
          <p:cNvSpPr txBox="1"/>
          <p:nvPr/>
        </p:nvSpPr>
        <p:spPr>
          <a:xfrm>
            <a:off x="10947353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FB3FB6E-302A-4CD3-362A-C040002646D7}"/>
              </a:ext>
            </a:extLst>
          </p:cNvPr>
          <p:cNvSpPr txBox="1"/>
          <p:nvPr/>
        </p:nvSpPr>
        <p:spPr>
          <a:xfrm>
            <a:off x="8703873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065A95C-F551-F188-A000-657F47C99962}"/>
              </a:ext>
            </a:extLst>
          </p:cNvPr>
          <p:cNvSpPr txBox="1"/>
          <p:nvPr/>
        </p:nvSpPr>
        <p:spPr>
          <a:xfrm>
            <a:off x="8013550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899687A-70FC-CD4B-9D7B-74A5D447B8B8}"/>
              </a:ext>
            </a:extLst>
          </p:cNvPr>
          <p:cNvSpPr txBox="1"/>
          <p:nvPr/>
        </p:nvSpPr>
        <p:spPr>
          <a:xfrm>
            <a:off x="7494579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4D226BC-C8CA-6DA3-38EB-8C16E7C9ED83}"/>
              </a:ext>
            </a:extLst>
          </p:cNvPr>
          <p:cNvSpPr txBox="1"/>
          <p:nvPr/>
        </p:nvSpPr>
        <p:spPr>
          <a:xfrm>
            <a:off x="6877278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Z=-8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9E0360F-1749-A046-4665-DD7DBE7D1079}"/>
              </a:ext>
            </a:extLst>
          </p:cNvPr>
          <p:cNvSpPr txBox="1"/>
          <p:nvPr/>
        </p:nvSpPr>
        <p:spPr>
          <a:xfrm>
            <a:off x="6262336" y="6217874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Z=-10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2542A56-D0B6-1BEA-D5E8-3C24F0BB7A70}"/>
              </a:ext>
            </a:extLst>
          </p:cNvPr>
          <p:cNvSpPr txBox="1"/>
          <p:nvPr/>
        </p:nvSpPr>
        <p:spPr>
          <a:xfrm>
            <a:off x="11212880" y="4977490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Z=8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5E9E37-B6C0-90B0-282F-5E7457C4440C}"/>
              </a:ext>
            </a:extLst>
          </p:cNvPr>
          <p:cNvSpPr txBox="1"/>
          <p:nvPr/>
        </p:nvSpPr>
        <p:spPr>
          <a:xfrm>
            <a:off x="11212880" y="406278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89F474-0ADF-AC76-E392-0FE35D93622E}"/>
              </a:ext>
            </a:extLst>
          </p:cNvPr>
          <p:cNvSpPr txBox="1"/>
          <p:nvPr/>
        </p:nvSpPr>
        <p:spPr>
          <a:xfrm>
            <a:off x="11307294" y="288221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B87FB6C-955F-11C1-F27B-FDBD3C2946C0}"/>
              </a:ext>
            </a:extLst>
          </p:cNvPr>
          <p:cNvSpPr txBox="1"/>
          <p:nvPr/>
        </p:nvSpPr>
        <p:spPr>
          <a:xfrm>
            <a:off x="11307294" y="1733890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Z=14</a:t>
            </a:r>
          </a:p>
        </p:txBody>
      </p:sp>
      <p:sp>
        <p:nvSpPr>
          <p:cNvPr id="11" name="Marcador de posición de fecha 3">
            <a:extLst>
              <a:ext uri="{FF2B5EF4-FFF2-40B4-BE49-F238E27FC236}">
                <a16:creationId xmlns:a16="http://schemas.microsoft.com/office/drawing/2014/main" id="{945C02AC-F430-9143-B351-B825A7BE6D44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19D803-2C7B-DD86-6576-CA81E74A6904}"/>
              </a:ext>
            </a:extLst>
          </p:cNvPr>
          <p:cNvSpPr txBox="1">
            <a:spLocks/>
          </p:cNvSpPr>
          <p:nvPr/>
        </p:nvSpPr>
        <p:spPr>
          <a:xfrm>
            <a:off x="599542" y="585516"/>
            <a:ext cx="58429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 spc="100" baseline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/>
              <a:t>Graficar función objetivo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7426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0361"/>
            <a:ext cx="4953000" cy="44566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800" dirty="0"/>
              <a:t>Suponiendo que ahora el problema es de “minimización”.</a:t>
            </a:r>
          </a:p>
          <a:p>
            <a:pPr marL="0" indent="0" algn="just">
              <a:buNone/>
            </a:pPr>
            <a:r>
              <a:rPr lang="es-MX" sz="1800" dirty="0"/>
              <a:t>Por ejemplo:</a:t>
            </a:r>
          </a:p>
          <a:p>
            <a:pPr marL="0" indent="0" algn="just">
              <a:buNone/>
            </a:pPr>
            <a:r>
              <a:rPr lang="es-MX" sz="1800" dirty="0"/>
              <a:t>	 Minimizar Z=</a:t>
            </a:r>
            <a:r>
              <a:rPr lang="es-MX" sz="1800" dirty="0" err="1"/>
              <a:t>2X1</a:t>
            </a:r>
            <a:r>
              <a:rPr lang="es-MX" sz="1800" dirty="0"/>
              <a:t> + </a:t>
            </a:r>
            <a:r>
              <a:rPr lang="es-MX" sz="1800" dirty="0" err="1"/>
              <a:t>X2</a:t>
            </a:r>
            <a:r>
              <a:rPr lang="es-MX" sz="1800" dirty="0"/>
              <a:t> </a:t>
            </a:r>
          </a:p>
          <a:p>
            <a:pPr marL="0" indent="0" algn="just">
              <a:buNone/>
            </a:pPr>
            <a:r>
              <a:rPr lang="es-MX" sz="1800" dirty="0"/>
              <a:t>La rectas tienen la misma pendiente pero la optimalidad va en sentido contrario al problema de maximización.</a:t>
            </a:r>
          </a:p>
          <a:p>
            <a:pPr marL="0" indent="0" algn="just">
              <a:buNone/>
            </a:pPr>
            <a:endParaRPr lang="es-MX" sz="1800" dirty="0"/>
          </a:p>
          <a:p>
            <a:pPr marL="0" indent="0" algn="just">
              <a:buNone/>
            </a:pPr>
            <a:r>
              <a:rPr lang="es-MX" sz="1800" dirty="0"/>
              <a:t>No es necesario graficar todas las rectas, únicamente trazando una recta y determinando la dirección de optimalidad se puede encontrar la solución óptima de un problema.</a:t>
            </a:r>
          </a:p>
          <a:p>
            <a:pPr marL="0" indent="0" algn="just">
              <a:buNone/>
            </a:pPr>
            <a:endParaRPr lang="es-MX" sz="1800" dirty="0"/>
          </a:p>
          <a:p>
            <a:pPr marL="0" indent="0" algn="just">
              <a:buNone/>
            </a:pPr>
            <a:endParaRPr lang="es-MX" sz="1800" dirty="0"/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3"/>
          <a:srcRect l="32" t="11770" r="55576"/>
          <a:stretch/>
        </p:blipFill>
        <p:spPr>
          <a:xfrm>
            <a:off x="6096000" y="956469"/>
            <a:ext cx="5201530" cy="5316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07960" y="379692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X1</a:t>
            </a:r>
            <a:endParaRPr lang="es-MX" dirty="0"/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X2</a:t>
            </a:r>
            <a:endParaRPr lang="es-MX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7402286" y="917053"/>
            <a:ext cx="2683008" cy="53376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813176" y="956469"/>
            <a:ext cx="2675814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005482" y="956469"/>
            <a:ext cx="2617694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329082" y="956469"/>
            <a:ext cx="2608730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96000" y="1690688"/>
            <a:ext cx="2270760" cy="462121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096000" y="2859741"/>
            <a:ext cx="1694329" cy="341274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096000" y="4001294"/>
            <a:ext cx="1120588" cy="227119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577715" y="956469"/>
            <a:ext cx="2601273" cy="529820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108141" y="917053"/>
            <a:ext cx="2070847" cy="421075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690847" y="956469"/>
            <a:ext cx="1488141" cy="30448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0237694" y="956469"/>
            <a:ext cx="1059836" cy="205567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0848475" y="956469"/>
            <a:ext cx="449055" cy="91767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366760" y="956469"/>
            <a:ext cx="0" cy="5355431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096000" y="3986054"/>
            <a:ext cx="5201530" cy="15240"/>
          </a:xfrm>
          <a:prstGeom prst="line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110345" y="5321478"/>
            <a:ext cx="513801" cy="95100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5959956" y="555052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6427849" y="519193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6848457" y="494655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7263934" y="466693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7725225" y="433284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8133472" y="408154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8579429" y="381306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8983687" y="353516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438644" y="324049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9840932" y="296778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10286695" y="267910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0690715" y="2384992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5959956" y="4330392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6427849" y="397180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6848457" y="372642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7263934" y="344680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7725225" y="3112710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8133472" y="286141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8579429" y="259293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8983687" y="231503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9438644" y="202036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9840932" y="174765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>
            <a:off x="10286695" y="145897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10690715" y="116485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5959956" y="307315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6427849" y="271456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6848457" y="246918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7263934" y="218956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7725225" y="1855474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8133472" y="1604175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>
            <a:off x="8579429" y="133569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8983687" y="1057797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H="1">
            <a:off x="7263934" y="5827562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>
            <a:off x="7725225" y="5493468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>
            <a:off x="8579429" y="497369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8983687" y="469579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9438644" y="440111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9840932" y="412841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10286695" y="383972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H="1">
            <a:off x="10690715" y="354561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H="1">
            <a:off x="8579429" y="611953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>
            <a:off x="8983687" y="5841631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>
            <a:off x="9438644" y="554695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9840932" y="5274253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10286695" y="498556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10690715" y="4691456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310049" y="6217874"/>
            <a:ext cx="48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53489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84315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47353" y="6217874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03873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13550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4579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7278" y="6217874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62336" y="6217874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Z=-10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212880" y="4977490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12880" y="406278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07294" y="288221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307294" y="1733890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b="1" dirty="0">
                <a:solidFill>
                  <a:schemeClr val="accent6"/>
                </a:solidFill>
              </a:rPr>
              <a:t>Z=14</a:t>
            </a:r>
          </a:p>
        </p:txBody>
      </p:sp>
      <p:cxnSp>
        <p:nvCxnSpPr>
          <p:cNvPr id="85" name="Straight Connector 84"/>
          <p:cNvCxnSpPr/>
          <p:nvPr/>
        </p:nvCxnSpPr>
        <p:spPr>
          <a:xfrm flipH="1">
            <a:off x="8164974" y="5215119"/>
            <a:ext cx="273467" cy="179294"/>
          </a:xfrm>
          <a:prstGeom prst="line">
            <a:avLst/>
          </a:prstGeom>
          <a:ln w="28575">
            <a:solidFill>
              <a:schemeClr val="accent6"/>
            </a:solidFill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osición de fecha 3">
            <a:extLst>
              <a:ext uri="{FF2B5EF4-FFF2-40B4-BE49-F238E27FC236}">
                <a16:creationId xmlns:a16="http://schemas.microsoft.com/office/drawing/2014/main" id="{48F6BFAB-57A7-D1ED-0747-70CA08911F3F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9EAFB6-D4C6-B86E-73E9-2491C16411C2}"/>
              </a:ext>
            </a:extLst>
          </p:cNvPr>
          <p:cNvSpPr txBox="1">
            <a:spLocks/>
          </p:cNvSpPr>
          <p:nvPr/>
        </p:nvSpPr>
        <p:spPr>
          <a:xfrm>
            <a:off x="599542" y="585516"/>
            <a:ext cx="58429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 spc="100" baseline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dirty="0"/>
              <a:t>Graficar función objetivo</a:t>
            </a:r>
          </a:p>
        </p:txBody>
      </p:sp>
    </p:spTree>
    <p:extLst>
      <p:ext uri="{BB962C8B-B14F-4D97-AF65-F5344CB8AC3E}">
        <p14:creationId xmlns:p14="http://schemas.microsoft.com/office/powerpoint/2010/main" val="114355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14" y="343662"/>
            <a:ext cx="10972800" cy="1252728"/>
          </a:xfrm>
        </p:spPr>
        <p:txBody>
          <a:bodyPr/>
          <a:lstStyle/>
          <a:p>
            <a:r>
              <a:rPr lang="es-MX" dirty="0"/>
              <a:t>Problema 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923" y="1363553"/>
            <a:ext cx="4953000" cy="51203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1800" dirty="0"/>
              <a:t>Considere  el siguiente problema de PL:</a:t>
            </a:r>
          </a:p>
          <a:p>
            <a:pPr marL="0" indent="0" algn="just">
              <a:buNone/>
            </a:pPr>
            <a:r>
              <a:rPr lang="es-MX" sz="1800" dirty="0"/>
              <a:t>	 Maximizar Z=</a:t>
            </a:r>
            <a:r>
              <a:rPr lang="es-MX" sz="1800" dirty="0" err="1"/>
              <a:t>2X1</a:t>
            </a:r>
            <a:r>
              <a:rPr lang="es-MX" sz="1800" dirty="0"/>
              <a:t> + </a:t>
            </a:r>
            <a:r>
              <a:rPr lang="es-MX" sz="1800" dirty="0" err="1"/>
              <a:t>X2</a:t>
            </a:r>
            <a:r>
              <a:rPr lang="es-MX" sz="1800" dirty="0"/>
              <a:t> </a:t>
            </a:r>
          </a:p>
          <a:p>
            <a:pPr marL="0" indent="0" algn="just">
              <a:buNone/>
            </a:pPr>
            <a:r>
              <a:rPr lang="es-MX" sz="1800" dirty="0"/>
              <a:t>	     </a:t>
            </a:r>
            <a:r>
              <a:rPr lang="es-MX" sz="1800" dirty="0" err="1"/>
              <a:t>2X1</a:t>
            </a:r>
            <a:r>
              <a:rPr lang="es-MX" sz="1800" dirty="0"/>
              <a:t> + </a:t>
            </a:r>
            <a:r>
              <a:rPr lang="es-MX" sz="1800" dirty="0" err="1"/>
              <a:t>3X2</a:t>
            </a:r>
            <a:r>
              <a:rPr lang="es-MX" sz="1800" dirty="0"/>
              <a:t> ≤6</a:t>
            </a:r>
          </a:p>
          <a:p>
            <a:pPr marL="0" indent="0" algn="just">
              <a:buNone/>
            </a:pPr>
            <a:r>
              <a:rPr lang="es-MX" sz="1800" dirty="0"/>
              <a:t>	     </a:t>
            </a:r>
            <a:r>
              <a:rPr lang="es-MX" sz="1800" dirty="0" err="1"/>
              <a:t>2X1</a:t>
            </a:r>
            <a:r>
              <a:rPr lang="es-MX" sz="1800" dirty="0"/>
              <a:t> +   </a:t>
            </a:r>
            <a:r>
              <a:rPr lang="es-MX" sz="1800" dirty="0" err="1"/>
              <a:t>X2</a:t>
            </a:r>
            <a:r>
              <a:rPr lang="es-MX" sz="1800" dirty="0"/>
              <a:t> ≤4</a:t>
            </a:r>
          </a:p>
          <a:p>
            <a:pPr marL="0" indent="0" algn="just">
              <a:buNone/>
            </a:pPr>
            <a:r>
              <a:rPr lang="es-MX" sz="1800" dirty="0"/>
              <a:t>	        </a:t>
            </a:r>
            <a:r>
              <a:rPr lang="es-MX" sz="1800" dirty="0" err="1"/>
              <a:t>X1</a:t>
            </a:r>
            <a:r>
              <a:rPr lang="es-MX" sz="1800" dirty="0"/>
              <a:t>            ≥ 0</a:t>
            </a:r>
          </a:p>
          <a:p>
            <a:pPr marL="0" indent="0" algn="just">
              <a:buNone/>
            </a:pPr>
            <a:r>
              <a:rPr lang="es-MX" sz="1800" dirty="0"/>
              <a:t> 	                  </a:t>
            </a:r>
            <a:r>
              <a:rPr lang="es-MX" sz="1800" dirty="0" err="1"/>
              <a:t>X2</a:t>
            </a:r>
            <a:r>
              <a:rPr lang="es-MX" sz="1800" dirty="0"/>
              <a:t> ≥ 0</a:t>
            </a:r>
          </a:p>
          <a:p>
            <a:pPr marL="0" indent="0" algn="just">
              <a:buNone/>
            </a:pPr>
            <a:endParaRPr lang="es-MX" sz="1800" dirty="0"/>
          </a:p>
          <a:p>
            <a:pPr marL="0" indent="0" algn="just">
              <a:buNone/>
            </a:pPr>
            <a:r>
              <a:rPr lang="es-MX" sz="1800" dirty="0"/>
              <a:t>Grafiquemos la región factible</a:t>
            </a:r>
          </a:p>
          <a:p>
            <a:pPr marL="0" indent="0" algn="just">
              <a:buNone/>
            </a:pPr>
            <a:r>
              <a:rPr lang="es-MX" sz="1800" dirty="0"/>
              <a:t>Luego la función objetivo y la dirección de optimización</a:t>
            </a:r>
          </a:p>
        </p:txBody>
      </p:sp>
      <p:pic>
        <p:nvPicPr>
          <p:cNvPr id="4" name="Imagen 89"/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100987" y="956468"/>
            <a:ext cx="5201530" cy="531601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F0D9928-D603-1F3E-767D-4DD3D3BA52B4}"/>
              </a:ext>
            </a:extLst>
          </p:cNvPr>
          <p:cNvGrpSpPr/>
          <p:nvPr/>
        </p:nvGrpSpPr>
        <p:grpSpPr>
          <a:xfrm>
            <a:off x="6039730" y="476131"/>
            <a:ext cx="5704568" cy="5835769"/>
            <a:chOff x="6039730" y="476131"/>
            <a:chExt cx="5704568" cy="5835769"/>
          </a:xfrm>
        </p:grpSpPr>
        <p:sp>
          <p:nvSpPr>
            <p:cNvPr id="25" name="Rectangle 24"/>
            <p:cNvSpPr/>
            <p:nvPr/>
          </p:nvSpPr>
          <p:spPr>
            <a:xfrm rot="2030717">
              <a:off x="6513451" y="2029652"/>
              <a:ext cx="24144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	 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3X2</a:t>
              </a:r>
              <a:r>
                <a:rPr lang="es-MX" dirty="0">
                  <a:solidFill>
                    <a:schemeClr val="bg1"/>
                  </a:solidFill>
                </a:rPr>
                <a:t> ≤6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 rot="3899797">
              <a:off x="8241438" y="2362160"/>
              <a:ext cx="14141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 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≤4</a:t>
              </a:r>
            </a:p>
          </p:txBody>
        </p:sp>
        <p:sp>
          <p:nvSpPr>
            <p:cNvPr id="33" name="Rectangle 32"/>
            <p:cNvSpPr/>
            <p:nvPr/>
          </p:nvSpPr>
          <p:spPr>
            <a:xfrm rot="16200000">
              <a:off x="7849480" y="3080208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468267" y="3958606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 rot="3805925">
              <a:off x="8549872" y="5007432"/>
              <a:ext cx="12698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Z=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39" name="Freeform: Shape 38"/>
            <p:cNvSpPr/>
            <p:nvPr/>
          </p:nvSpPr>
          <p:spPr>
            <a:xfrm>
              <a:off x="8376920" y="2880360"/>
              <a:ext cx="1107440" cy="1112520"/>
            </a:xfrm>
            <a:custGeom>
              <a:avLst/>
              <a:gdLst>
                <a:gd name="connsiteX0" fmla="*/ 0 w 1107440"/>
                <a:gd name="connsiteY0" fmla="*/ 0 h 1112520"/>
                <a:gd name="connsiteX1" fmla="*/ 10160 w 1107440"/>
                <a:gd name="connsiteY1" fmla="*/ 1112520 h 1112520"/>
                <a:gd name="connsiteX2" fmla="*/ 1107440 w 1107440"/>
                <a:gd name="connsiteY2" fmla="*/ 1102360 h 1112520"/>
                <a:gd name="connsiteX3" fmla="*/ 838200 w 1107440"/>
                <a:gd name="connsiteY3" fmla="*/ 558800 h 1112520"/>
                <a:gd name="connsiteX4" fmla="*/ 0 w 1107440"/>
                <a:gd name="connsiteY4" fmla="*/ 0 h 111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7440" h="1112520">
                  <a:moveTo>
                    <a:pt x="0" y="0"/>
                  </a:moveTo>
                  <a:cubicBezTo>
                    <a:pt x="3387" y="370840"/>
                    <a:pt x="6773" y="741680"/>
                    <a:pt x="10160" y="1112520"/>
                  </a:cubicBezTo>
                  <a:lnTo>
                    <a:pt x="1107440" y="1102360"/>
                  </a:lnTo>
                  <a:lnTo>
                    <a:pt x="83820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366760" y="956469"/>
              <a:ext cx="0" cy="5355431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6096000" y="3986054"/>
              <a:ext cx="5201530" cy="15240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307960" y="379692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55805" y="476131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6039730" y="1306286"/>
              <a:ext cx="5257800" cy="3526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8586570" y="3105866"/>
              <a:ext cx="143085" cy="21706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946571" y="956469"/>
              <a:ext cx="2710543" cy="531601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9067800" y="3629002"/>
              <a:ext cx="234043" cy="93717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374265" y="1070399"/>
              <a:ext cx="2292" cy="50910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6187710" y="3981586"/>
              <a:ext cx="5041370" cy="191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 flipV="1">
              <a:off x="8866337" y="3764806"/>
              <a:ext cx="14945" cy="216178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8348312" y="3436557"/>
              <a:ext cx="278812" cy="60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842967" y="900377"/>
              <a:ext cx="2683008" cy="5337623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8380614" y="3786055"/>
              <a:ext cx="273467" cy="179294"/>
            </a:xfrm>
            <a:prstGeom prst="line">
              <a:avLst/>
            </a:prstGeom>
            <a:ln w="28575">
              <a:solidFill>
                <a:schemeClr val="accent6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8330760" y="2829506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Oval 30"/>
            <p:cNvSpPr/>
            <p:nvPr/>
          </p:nvSpPr>
          <p:spPr>
            <a:xfrm>
              <a:off x="9148821" y="3388141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0" name="Oval 39"/>
            <p:cNvSpPr/>
            <p:nvPr/>
          </p:nvSpPr>
          <p:spPr>
            <a:xfrm>
              <a:off x="8344593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1" name="Oval 40"/>
            <p:cNvSpPr/>
            <p:nvPr/>
          </p:nvSpPr>
          <p:spPr>
            <a:xfrm>
              <a:off x="9467077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27761" y="380963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429269" y="366349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124813" y="310283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286619" y="28399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</a:p>
          </p:txBody>
        </p:sp>
      </p:grpSp>
      <p:sp>
        <p:nvSpPr>
          <p:cNvPr id="17" name="Marcador de posición de fecha 3">
            <a:extLst>
              <a:ext uri="{FF2B5EF4-FFF2-40B4-BE49-F238E27FC236}">
                <a16:creationId xmlns:a16="http://schemas.microsoft.com/office/drawing/2014/main" id="{F18F711F-B5B7-4DAE-ECF1-27E218C6B7F7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149828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C763-E63E-FD5C-91BB-271656FD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538E2-595E-71A2-86CD-07FDDC6C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14" y="361561"/>
            <a:ext cx="10972800" cy="1252728"/>
          </a:xfrm>
        </p:spPr>
        <p:txBody>
          <a:bodyPr/>
          <a:lstStyle/>
          <a:p>
            <a:r>
              <a:rPr lang="es-MX" dirty="0"/>
              <a:t>Problema PL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429-5198-D1C3-991E-9088EC9CA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923" y="1363553"/>
            <a:ext cx="4953000" cy="51203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1800" dirty="0"/>
              <a:t>La solución del problema óptima se encuentra siempre en un punto extremo del poliedro formado por la intersección de 2 o más restricciones, por ello es necesario encontrar todos los puntos.</a:t>
            </a:r>
          </a:p>
          <a:p>
            <a:pPr marL="0" indent="0" algn="just">
              <a:buNone/>
            </a:pPr>
            <a:r>
              <a:rPr lang="es-MX" sz="1800" dirty="0"/>
              <a:t>En este caso hay 4 puntos extremos: A, B, C y D</a:t>
            </a:r>
          </a:p>
          <a:p>
            <a:pPr marL="0" indent="0" algn="just">
              <a:buNone/>
            </a:pPr>
            <a:r>
              <a:rPr lang="es-MX" sz="1800" dirty="0"/>
              <a:t>La solución óptima se encuentra en el último punto extremo que toca la recta de </a:t>
            </a:r>
            <a:r>
              <a:rPr lang="es-MX" sz="1800" dirty="0" err="1"/>
              <a:t>isotuilidad</a:t>
            </a:r>
            <a:r>
              <a:rPr lang="es-MX" sz="1800" dirty="0"/>
              <a:t> en su dirección de optimalidad. </a:t>
            </a:r>
          </a:p>
          <a:p>
            <a:pPr marL="0" indent="0" algn="just">
              <a:buNone/>
            </a:pPr>
            <a:r>
              <a:rPr lang="es-MX" sz="1800" dirty="0"/>
              <a:t>En este ejemplo los puntos C y B son los posibles candidatos.</a:t>
            </a:r>
          </a:p>
        </p:txBody>
      </p:sp>
      <p:pic>
        <p:nvPicPr>
          <p:cNvPr id="4" name="Imagen 89">
            <a:extLst>
              <a:ext uri="{FF2B5EF4-FFF2-40B4-BE49-F238E27FC236}">
                <a16:creationId xmlns:a16="http://schemas.microsoft.com/office/drawing/2014/main" id="{6EE16834-A7B1-E6EE-88C9-74F06D5D6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100987" y="956468"/>
            <a:ext cx="5201530" cy="531601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E9869C4-C4D2-C9FF-6204-D55AC746B6A8}"/>
              </a:ext>
            </a:extLst>
          </p:cNvPr>
          <p:cNvGrpSpPr/>
          <p:nvPr/>
        </p:nvGrpSpPr>
        <p:grpSpPr>
          <a:xfrm>
            <a:off x="6039730" y="476131"/>
            <a:ext cx="5704568" cy="5835769"/>
            <a:chOff x="6039730" y="476131"/>
            <a:chExt cx="5704568" cy="583576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1F021C-55D9-39E2-D495-4615AF01879A}"/>
                </a:ext>
              </a:extLst>
            </p:cNvPr>
            <p:cNvSpPr/>
            <p:nvPr/>
          </p:nvSpPr>
          <p:spPr>
            <a:xfrm rot="2030717">
              <a:off x="6513451" y="2029652"/>
              <a:ext cx="24144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	 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3X2</a:t>
              </a:r>
              <a:r>
                <a:rPr lang="es-MX" dirty="0">
                  <a:solidFill>
                    <a:schemeClr val="bg1"/>
                  </a:solidFill>
                </a:rPr>
                <a:t> ≤6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D01B04-BD58-BDD9-A94D-A7DDB3D78F4A}"/>
                </a:ext>
              </a:extLst>
            </p:cNvPr>
            <p:cNvSpPr/>
            <p:nvPr/>
          </p:nvSpPr>
          <p:spPr>
            <a:xfrm rot="3899797">
              <a:off x="8241438" y="2362160"/>
              <a:ext cx="14141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 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≤4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2DBFAE4-FDF6-1F3D-712F-D3C225800EBC}"/>
                </a:ext>
              </a:extLst>
            </p:cNvPr>
            <p:cNvSpPr/>
            <p:nvPr/>
          </p:nvSpPr>
          <p:spPr>
            <a:xfrm rot="16200000">
              <a:off x="7849480" y="3080208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B95283B-4AA4-BD75-C74A-D153B32D0D8A}"/>
                </a:ext>
              </a:extLst>
            </p:cNvPr>
            <p:cNvSpPr/>
            <p:nvPr/>
          </p:nvSpPr>
          <p:spPr>
            <a:xfrm>
              <a:off x="8468267" y="3958606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30868A2-3B2F-AE97-8C30-9A3B7E47DD77}"/>
                </a:ext>
              </a:extLst>
            </p:cNvPr>
            <p:cNvSpPr/>
            <p:nvPr/>
          </p:nvSpPr>
          <p:spPr>
            <a:xfrm rot="3805925">
              <a:off x="8549872" y="5007432"/>
              <a:ext cx="12698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Z=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EBADE52-47D8-A355-D3C9-6EC8492D2772}"/>
                </a:ext>
              </a:extLst>
            </p:cNvPr>
            <p:cNvSpPr/>
            <p:nvPr/>
          </p:nvSpPr>
          <p:spPr>
            <a:xfrm>
              <a:off x="8376920" y="2880360"/>
              <a:ext cx="1107440" cy="1112520"/>
            </a:xfrm>
            <a:custGeom>
              <a:avLst/>
              <a:gdLst>
                <a:gd name="connsiteX0" fmla="*/ 0 w 1107440"/>
                <a:gd name="connsiteY0" fmla="*/ 0 h 1112520"/>
                <a:gd name="connsiteX1" fmla="*/ 10160 w 1107440"/>
                <a:gd name="connsiteY1" fmla="*/ 1112520 h 1112520"/>
                <a:gd name="connsiteX2" fmla="*/ 1107440 w 1107440"/>
                <a:gd name="connsiteY2" fmla="*/ 1102360 h 1112520"/>
                <a:gd name="connsiteX3" fmla="*/ 838200 w 1107440"/>
                <a:gd name="connsiteY3" fmla="*/ 558800 h 1112520"/>
                <a:gd name="connsiteX4" fmla="*/ 0 w 1107440"/>
                <a:gd name="connsiteY4" fmla="*/ 0 h 111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7440" h="1112520">
                  <a:moveTo>
                    <a:pt x="0" y="0"/>
                  </a:moveTo>
                  <a:cubicBezTo>
                    <a:pt x="3387" y="370840"/>
                    <a:pt x="6773" y="741680"/>
                    <a:pt x="10160" y="1112520"/>
                  </a:cubicBezTo>
                  <a:lnTo>
                    <a:pt x="1107440" y="1102360"/>
                  </a:lnTo>
                  <a:lnTo>
                    <a:pt x="83820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220EDE8-9244-DB8E-D85C-7587F2E43806}"/>
                </a:ext>
              </a:extLst>
            </p:cNvPr>
            <p:cNvCxnSpPr/>
            <p:nvPr/>
          </p:nvCxnSpPr>
          <p:spPr>
            <a:xfrm>
              <a:off x="8366760" y="956469"/>
              <a:ext cx="0" cy="5355431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6DC6C01-CC0C-92E4-C147-33E339EC108C}"/>
                </a:ext>
              </a:extLst>
            </p:cNvPr>
            <p:cNvCxnSpPr/>
            <p:nvPr/>
          </p:nvCxnSpPr>
          <p:spPr>
            <a:xfrm flipH="1">
              <a:off x="6096000" y="3986054"/>
              <a:ext cx="5201530" cy="15240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D7B99C-526C-5B9F-36B6-DA51145847D5}"/>
                </a:ext>
              </a:extLst>
            </p:cNvPr>
            <p:cNvSpPr txBox="1"/>
            <p:nvPr/>
          </p:nvSpPr>
          <p:spPr>
            <a:xfrm>
              <a:off x="11307960" y="379692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DA6214-673C-2900-254C-D90CBEF3FA8E}"/>
                </a:ext>
              </a:extLst>
            </p:cNvPr>
            <p:cNvSpPr txBox="1"/>
            <p:nvPr/>
          </p:nvSpPr>
          <p:spPr>
            <a:xfrm>
              <a:off x="8155805" y="476131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3406A4-AD9A-9359-6D55-E643A31C00DB}"/>
                </a:ext>
              </a:extLst>
            </p:cNvPr>
            <p:cNvCxnSpPr/>
            <p:nvPr/>
          </p:nvCxnSpPr>
          <p:spPr>
            <a:xfrm>
              <a:off x="6039730" y="1306286"/>
              <a:ext cx="5257800" cy="3526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3B04FA7-7EE8-F971-810A-80D2FF078495}"/>
                </a:ext>
              </a:extLst>
            </p:cNvPr>
            <p:cNvCxnSpPr/>
            <p:nvPr/>
          </p:nvCxnSpPr>
          <p:spPr>
            <a:xfrm flipH="1">
              <a:off x="8586570" y="3105866"/>
              <a:ext cx="143085" cy="21706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7A6153-CB7D-C5D1-18F9-156D6B7B0534}"/>
                </a:ext>
              </a:extLst>
            </p:cNvPr>
            <p:cNvCxnSpPr/>
            <p:nvPr/>
          </p:nvCxnSpPr>
          <p:spPr>
            <a:xfrm>
              <a:off x="7946571" y="956469"/>
              <a:ext cx="2710543" cy="531601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B9DDC11-01A0-E8C6-B0B5-2111B4C3DD57}"/>
                </a:ext>
              </a:extLst>
            </p:cNvPr>
            <p:cNvCxnSpPr/>
            <p:nvPr/>
          </p:nvCxnSpPr>
          <p:spPr>
            <a:xfrm flipH="1">
              <a:off x="9067800" y="3629002"/>
              <a:ext cx="234043" cy="93717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AF58CD6-DA15-D643-390A-84C4CB357EB9}"/>
                </a:ext>
              </a:extLst>
            </p:cNvPr>
            <p:cNvCxnSpPr/>
            <p:nvPr/>
          </p:nvCxnSpPr>
          <p:spPr>
            <a:xfrm>
              <a:off x="8374265" y="1070399"/>
              <a:ext cx="2292" cy="50910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E8ABE7F-D833-AA80-646A-3C1B02D14BD3}"/>
                </a:ext>
              </a:extLst>
            </p:cNvPr>
            <p:cNvCxnSpPr/>
            <p:nvPr/>
          </p:nvCxnSpPr>
          <p:spPr>
            <a:xfrm flipH="1">
              <a:off x="6187710" y="3981586"/>
              <a:ext cx="5041370" cy="191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C3475F6-0548-0A0A-6EE3-1C0B7C6FE0F3}"/>
                </a:ext>
              </a:extLst>
            </p:cNvPr>
            <p:cNvCxnSpPr/>
            <p:nvPr/>
          </p:nvCxnSpPr>
          <p:spPr>
            <a:xfrm flipH="1" flipV="1">
              <a:off x="8866337" y="3764806"/>
              <a:ext cx="14945" cy="216178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3663791-449E-A62C-7E15-7A4408FB5247}"/>
                </a:ext>
              </a:extLst>
            </p:cNvPr>
            <p:cNvCxnSpPr/>
            <p:nvPr/>
          </p:nvCxnSpPr>
          <p:spPr>
            <a:xfrm flipV="1">
              <a:off x="8348312" y="3436557"/>
              <a:ext cx="278812" cy="60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689FFA-3A1E-EBF2-1086-2A5AF2D7104E}"/>
                </a:ext>
              </a:extLst>
            </p:cNvPr>
            <p:cNvCxnSpPr/>
            <p:nvPr/>
          </p:nvCxnSpPr>
          <p:spPr>
            <a:xfrm>
              <a:off x="6842967" y="900377"/>
              <a:ext cx="2683008" cy="5337623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FD3AA-1277-1A9C-F391-E88EECD34DA7}"/>
                </a:ext>
              </a:extLst>
            </p:cNvPr>
            <p:cNvCxnSpPr/>
            <p:nvPr/>
          </p:nvCxnSpPr>
          <p:spPr>
            <a:xfrm flipH="1">
              <a:off x="8380614" y="3786055"/>
              <a:ext cx="273467" cy="179294"/>
            </a:xfrm>
            <a:prstGeom prst="line">
              <a:avLst/>
            </a:prstGeom>
            <a:ln w="28575">
              <a:solidFill>
                <a:schemeClr val="accent6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A86B3D8-B5E3-EE25-9978-D35676A07F6D}"/>
                </a:ext>
              </a:extLst>
            </p:cNvPr>
            <p:cNvSpPr/>
            <p:nvPr/>
          </p:nvSpPr>
          <p:spPr>
            <a:xfrm>
              <a:off x="8330760" y="2829506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F3D89B-9649-8DEB-5E5B-F1F17BF464A6}"/>
                </a:ext>
              </a:extLst>
            </p:cNvPr>
            <p:cNvSpPr/>
            <p:nvPr/>
          </p:nvSpPr>
          <p:spPr>
            <a:xfrm>
              <a:off x="9148821" y="3388141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6DE3E73-21FF-F051-1548-54C17B0A9006}"/>
                </a:ext>
              </a:extLst>
            </p:cNvPr>
            <p:cNvSpPr/>
            <p:nvPr/>
          </p:nvSpPr>
          <p:spPr>
            <a:xfrm>
              <a:off x="8344593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AA5F2E7-856C-8A4B-9C0B-0ED9E6554D3C}"/>
                </a:ext>
              </a:extLst>
            </p:cNvPr>
            <p:cNvSpPr/>
            <p:nvPr/>
          </p:nvSpPr>
          <p:spPr>
            <a:xfrm>
              <a:off x="9467077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603D2D-556B-C0C9-C565-6EFBE030B348}"/>
                </a:ext>
              </a:extLst>
            </p:cNvPr>
            <p:cNvSpPr txBox="1"/>
            <p:nvPr/>
          </p:nvSpPr>
          <p:spPr>
            <a:xfrm>
              <a:off x="8127761" y="380963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A820CD-1A9C-11B8-4915-9A4F152DFD4B}"/>
                </a:ext>
              </a:extLst>
            </p:cNvPr>
            <p:cNvSpPr txBox="1"/>
            <p:nvPr/>
          </p:nvSpPr>
          <p:spPr>
            <a:xfrm>
              <a:off x="9429269" y="366349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93B352C-C2D0-FAF8-5E80-DC89575E5D18}"/>
                </a:ext>
              </a:extLst>
            </p:cNvPr>
            <p:cNvSpPr txBox="1"/>
            <p:nvPr/>
          </p:nvSpPr>
          <p:spPr>
            <a:xfrm>
              <a:off x="9124813" y="310283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E157179-43F1-DDB4-E206-8E82752316C7}"/>
                </a:ext>
              </a:extLst>
            </p:cNvPr>
            <p:cNvSpPr txBox="1"/>
            <p:nvPr/>
          </p:nvSpPr>
          <p:spPr>
            <a:xfrm>
              <a:off x="8286619" y="28399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</a:p>
          </p:txBody>
        </p:sp>
      </p:grpSp>
      <p:sp>
        <p:nvSpPr>
          <p:cNvPr id="11" name="Marcador de posición de fecha 3">
            <a:extLst>
              <a:ext uri="{FF2B5EF4-FFF2-40B4-BE49-F238E27FC236}">
                <a16:creationId xmlns:a16="http://schemas.microsoft.com/office/drawing/2014/main" id="{9D849D59-8C06-26BA-C03B-7B923E3CCB0E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50779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329" y="362614"/>
            <a:ext cx="10972800" cy="1252728"/>
          </a:xfrm>
        </p:spPr>
        <p:txBody>
          <a:bodyPr/>
          <a:lstStyle/>
          <a:p>
            <a:r>
              <a:rPr lang="es-MX" dirty="0"/>
              <a:t>Problema 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69" y="1384803"/>
            <a:ext cx="5343017" cy="526792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2000" dirty="0"/>
              <a:t>Se encuentran la coordenada de cada punto extremos y se sustituyen los valores de X1 y X2 correspondientes en la función objetivo.</a:t>
            </a:r>
          </a:p>
          <a:p>
            <a:pPr marL="0" indent="0" algn="just">
              <a:buNone/>
            </a:pPr>
            <a:endParaRPr lang="es-MX" sz="2000" dirty="0"/>
          </a:p>
          <a:p>
            <a:pPr marL="0" indent="0" algn="just">
              <a:buNone/>
            </a:pPr>
            <a:r>
              <a:rPr lang="es-MX" sz="2000" dirty="0"/>
              <a:t>A(0, 0) </a:t>
            </a:r>
            <a:r>
              <a:rPr lang="es-MX" sz="2000" dirty="0">
                <a:sym typeface="Wingdings" panose="05000000000000000000" pitchFamily="2" charset="2"/>
              </a:rPr>
              <a:t> Z=0,     B(2,0)  Z=4,   D(0, 2) Z=2</a:t>
            </a:r>
          </a:p>
          <a:p>
            <a:pPr marL="0" indent="0" algn="just">
              <a:buNone/>
            </a:pPr>
            <a:r>
              <a:rPr lang="es-MX" sz="2000" dirty="0">
                <a:sym typeface="Wingdings" panose="05000000000000000000" pitchFamily="2" charset="2"/>
              </a:rPr>
              <a:t>El punto C no se puede apreciar a simple vista en la gráfica pero se puede encontrar resolviendo el sistema de ecuaciones de las restricciones que se intersecta con singo de igualdad (=).</a:t>
            </a:r>
          </a:p>
          <a:p>
            <a:pPr marL="0" indent="0" algn="just">
              <a:buNone/>
            </a:pPr>
            <a:r>
              <a:rPr lang="es-MX" sz="2000" dirty="0"/>
              <a:t>		     2X1 + 3X2 = 6</a:t>
            </a:r>
          </a:p>
          <a:p>
            <a:pPr marL="0" indent="0" algn="just">
              <a:buNone/>
            </a:pPr>
            <a:r>
              <a:rPr lang="es-MX" sz="2000" dirty="0"/>
              <a:t>		     2X1 +   X2  = 4</a:t>
            </a:r>
          </a:p>
          <a:p>
            <a:pPr marL="0" indent="0" algn="just">
              <a:buNone/>
            </a:pPr>
            <a:r>
              <a:rPr lang="es-MX" sz="2000" dirty="0"/>
              <a:t>	Al resolverlo se encuentra el punto C </a:t>
            </a:r>
          </a:p>
          <a:p>
            <a:pPr marL="0" indent="0" algn="just">
              <a:buNone/>
            </a:pPr>
            <a:r>
              <a:rPr lang="es-MX" sz="2000" dirty="0"/>
              <a:t>		C (3/2, 1) </a:t>
            </a:r>
            <a:r>
              <a:rPr lang="es-MX" sz="2000" dirty="0">
                <a:sym typeface="Wingdings" panose="05000000000000000000" pitchFamily="2" charset="2"/>
              </a:rPr>
              <a:t> Z= 4</a:t>
            </a:r>
          </a:p>
          <a:p>
            <a:pPr marL="0" indent="0" algn="just">
              <a:buNone/>
            </a:pPr>
            <a:endParaRPr lang="es-MX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45" name="Imagen 89">
            <a:extLst>
              <a:ext uri="{FF2B5EF4-FFF2-40B4-BE49-F238E27FC236}">
                <a16:creationId xmlns:a16="http://schemas.microsoft.com/office/drawing/2014/main" id="{048BF70F-4F4A-EF2B-ADE2-2509F713A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100987" y="956468"/>
            <a:ext cx="5201530" cy="5316015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6FF204CB-0F00-957F-696C-6E2012F3857F}"/>
              </a:ext>
            </a:extLst>
          </p:cNvPr>
          <p:cNvGrpSpPr/>
          <p:nvPr/>
        </p:nvGrpSpPr>
        <p:grpSpPr>
          <a:xfrm>
            <a:off x="6039730" y="476131"/>
            <a:ext cx="5704568" cy="5835769"/>
            <a:chOff x="6039730" y="476131"/>
            <a:chExt cx="5704568" cy="583576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CDCE66E-6D34-8941-7ABD-972EE8DE93BD}"/>
                </a:ext>
              </a:extLst>
            </p:cNvPr>
            <p:cNvSpPr/>
            <p:nvPr/>
          </p:nvSpPr>
          <p:spPr>
            <a:xfrm rot="2030717">
              <a:off x="6513451" y="2029652"/>
              <a:ext cx="24144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	 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3X2</a:t>
              </a:r>
              <a:r>
                <a:rPr lang="es-MX" dirty="0">
                  <a:solidFill>
                    <a:schemeClr val="bg1"/>
                  </a:solidFill>
                </a:rPr>
                <a:t> ≤6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DF7039E-10E3-3463-DA8F-EC6091D18283}"/>
                </a:ext>
              </a:extLst>
            </p:cNvPr>
            <p:cNvSpPr/>
            <p:nvPr/>
          </p:nvSpPr>
          <p:spPr>
            <a:xfrm rot="3899797">
              <a:off x="8241438" y="2362160"/>
              <a:ext cx="14141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 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≤4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27E2A46-86E3-D497-C245-8539EBC55AD2}"/>
                </a:ext>
              </a:extLst>
            </p:cNvPr>
            <p:cNvSpPr/>
            <p:nvPr/>
          </p:nvSpPr>
          <p:spPr>
            <a:xfrm rot="16200000">
              <a:off x="7849480" y="3080208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EB22DC3-C30B-4D80-A77D-A86BF7661506}"/>
                </a:ext>
              </a:extLst>
            </p:cNvPr>
            <p:cNvSpPr/>
            <p:nvPr/>
          </p:nvSpPr>
          <p:spPr>
            <a:xfrm>
              <a:off x="8468267" y="3958606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00E3E53-852F-B67B-0AF1-7BF21DD0561C}"/>
                </a:ext>
              </a:extLst>
            </p:cNvPr>
            <p:cNvSpPr/>
            <p:nvPr/>
          </p:nvSpPr>
          <p:spPr>
            <a:xfrm rot="3805925">
              <a:off x="8549872" y="5007432"/>
              <a:ext cx="12698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Z=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7D2FB61-F0A8-6C5D-C473-09A6ADB57EB9}"/>
                </a:ext>
              </a:extLst>
            </p:cNvPr>
            <p:cNvSpPr/>
            <p:nvPr/>
          </p:nvSpPr>
          <p:spPr>
            <a:xfrm>
              <a:off x="8376920" y="2880360"/>
              <a:ext cx="1107440" cy="1112520"/>
            </a:xfrm>
            <a:custGeom>
              <a:avLst/>
              <a:gdLst>
                <a:gd name="connsiteX0" fmla="*/ 0 w 1107440"/>
                <a:gd name="connsiteY0" fmla="*/ 0 h 1112520"/>
                <a:gd name="connsiteX1" fmla="*/ 10160 w 1107440"/>
                <a:gd name="connsiteY1" fmla="*/ 1112520 h 1112520"/>
                <a:gd name="connsiteX2" fmla="*/ 1107440 w 1107440"/>
                <a:gd name="connsiteY2" fmla="*/ 1102360 h 1112520"/>
                <a:gd name="connsiteX3" fmla="*/ 838200 w 1107440"/>
                <a:gd name="connsiteY3" fmla="*/ 558800 h 1112520"/>
                <a:gd name="connsiteX4" fmla="*/ 0 w 1107440"/>
                <a:gd name="connsiteY4" fmla="*/ 0 h 111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7440" h="1112520">
                  <a:moveTo>
                    <a:pt x="0" y="0"/>
                  </a:moveTo>
                  <a:cubicBezTo>
                    <a:pt x="3387" y="370840"/>
                    <a:pt x="6773" y="741680"/>
                    <a:pt x="10160" y="1112520"/>
                  </a:cubicBezTo>
                  <a:lnTo>
                    <a:pt x="1107440" y="1102360"/>
                  </a:lnTo>
                  <a:lnTo>
                    <a:pt x="83820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653E1F3-5916-DED8-721A-BA95B50C67AD}"/>
                </a:ext>
              </a:extLst>
            </p:cNvPr>
            <p:cNvCxnSpPr/>
            <p:nvPr/>
          </p:nvCxnSpPr>
          <p:spPr>
            <a:xfrm>
              <a:off x="8366760" y="956469"/>
              <a:ext cx="0" cy="5355431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07ADB1F-3CAD-7DBF-226A-E8AE34BB81AE}"/>
                </a:ext>
              </a:extLst>
            </p:cNvPr>
            <p:cNvCxnSpPr/>
            <p:nvPr/>
          </p:nvCxnSpPr>
          <p:spPr>
            <a:xfrm flipH="1">
              <a:off x="6096000" y="3986054"/>
              <a:ext cx="5201530" cy="15240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7428B8-51D6-662B-A37D-74DD27E58153}"/>
                </a:ext>
              </a:extLst>
            </p:cNvPr>
            <p:cNvSpPr txBox="1"/>
            <p:nvPr/>
          </p:nvSpPr>
          <p:spPr>
            <a:xfrm>
              <a:off x="11307960" y="379692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1062FD8-1A12-E8C4-4554-C0651C3C0267}"/>
                </a:ext>
              </a:extLst>
            </p:cNvPr>
            <p:cNvSpPr txBox="1"/>
            <p:nvPr/>
          </p:nvSpPr>
          <p:spPr>
            <a:xfrm>
              <a:off x="8155805" y="476131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F74195A-5C8B-82D0-3E07-73FB7BB861EE}"/>
                </a:ext>
              </a:extLst>
            </p:cNvPr>
            <p:cNvCxnSpPr/>
            <p:nvPr/>
          </p:nvCxnSpPr>
          <p:spPr>
            <a:xfrm>
              <a:off x="6039730" y="1306286"/>
              <a:ext cx="5257800" cy="3526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C8256A-A659-6E06-2871-EDC5F8647140}"/>
                </a:ext>
              </a:extLst>
            </p:cNvPr>
            <p:cNvCxnSpPr/>
            <p:nvPr/>
          </p:nvCxnSpPr>
          <p:spPr>
            <a:xfrm flipH="1">
              <a:off x="8586570" y="3105866"/>
              <a:ext cx="143085" cy="21706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4EA0701-CA3B-D88C-A822-AA62E517CB4A}"/>
                </a:ext>
              </a:extLst>
            </p:cNvPr>
            <p:cNvCxnSpPr/>
            <p:nvPr/>
          </p:nvCxnSpPr>
          <p:spPr>
            <a:xfrm>
              <a:off x="7946571" y="956469"/>
              <a:ext cx="2710543" cy="531601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A9913B6-E422-9B23-6BD4-082634F3006F}"/>
                </a:ext>
              </a:extLst>
            </p:cNvPr>
            <p:cNvCxnSpPr/>
            <p:nvPr/>
          </p:nvCxnSpPr>
          <p:spPr>
            <a:xfrm flipH="1">
              <a:off x="9067800" y="3629002"/>
              <a:ext cx="234043" cy="93717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DEAEBD8-C960-199B-8319-5079FD87A11A}"/>
                </a:ext>
              </a:extLst>
            </p:cNvPr>
            <p:cNvCxnSpPr/>
            <p:nvPr/>
          </p:nvCxnSpPr>
          <p:spPr>
            <a:xfrm>
              <a:off x="8374265" y="1070399"/>
              <a:ext cx="2292" cy="50910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2A0AE9D-A873-3B91-AC58-04312E7BEA8A}"/>
                </a:ext>
              </a:extLst>
            </p:cNvPr>
            <p:cNvCxnSpPr/>
            <p:nvPr/>
          </p:nvCxnSpPr>
          <p:spPr>
            <a:xfrm flipH="1">
              <a:off x="6187710" y="3981586"/>
              <a:ext cx="5041370" cy="191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F0502D1-ABBD-1620-53CF-80791A297B7B}"/>
                </a:ext>
              </a:extLst>
            </p:cNvPr>
            <p:cNvCxnSpPr/>
            <p:nvPr/>
          </p:nvCxnSpPr>
          <p:spPr>
            <a:xfrm flipH="1" flipV="1">
              <a:off x="8866337" y="3764806"/>
              <a:ext cx="14945" cy="216178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2F1936B-9C97-C6E0-5750-53FB6CDCF90F}"/>
                </a:ext>
              </a:extLst>
            </p:cNvPr>
            <p:cNvCxnSpPr/>
            <p:nvPr/>
          </p:nvCxnSpPr>
          <p:spPr>
            <a:xfrm flipV="1">
              <a:off x="8348312" y="3436557"/>
              <a:ext cx="278812" cy="60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00553BF-9C5E-B7D8-BA67-111EE18B8ABA}"/>
                </a:ext>
              </a:extLst>
            </p:cNvPr>
            <p:cNvCxnSpPr/>
            <p:nvPr/>
          </p:nvCxnSpPr>
          <p:spPr>
            <a:xfrm>
              <a:off x="6842967" y="900377"/>
              <a:ext cx="2683008" cy="5337623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1CEA67B-D839-01F9-ADC8-0EE77B3FAA7E}"/>
                </a:ext>
              </a:extLst>
            </p:cNvPr>
            <p:cNvCxnSpPr/>
            <p:nvPr/>
          </p:nvCxnSpPr>
          <p:spPr>
            <a:xfrm flipH="1">
              <a:off x="8380614" y="3786055"/>
              <a:ext cx="273467" cy="179294"/>
            </a:xfrm>
            <a:prstGeom prst="line">
              <a:avLst/>
            </a:prstGeom>
            <a:ln w="28575">
              <a:solidFill>
                <a:schemeClr val="accent6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D52EE29-2D43-FD56-A240-FE1022103182}"/>
                </a:ext>
              </a:extLst>
            </p:cNvPr>
            <p:cNvSpPr/>
            <p:nvPr/>
          </p:nvSpPr>
          <p:spPr>
            <a:xfrm>
              <a:off x="8330760" y="2829506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F3315EA-03C0-E74C-91E1-83E0614E4902}"/>
                </a:ext>
              </a:extLst>
            </p:cNvPr>
            <p:cNvSpPr/>
            <p:nvPr/>
          </p:nvSpPr>
          <p:spPr>
            <a:xfrm>
              <a:off x="9148821" y="3388141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2C6019C-838E-325A-BA12-B8252D1DB7B1}"/>
                </a:ext>
              </a:extLst>
            </p:cNvPr>
            <p:cNvSpPr/>
            <p:nvPr/>
          </p:nvSpPr>
          <p:spPr>
            <a:xfrm>
              <a:off x="8344593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96FB707-D722-2011-EEED-F5FED22FABA8}"/>
                </a:ext>
              </a:extLst>
            </p:cNvPr>
            <p:cNvSpPr/>
            <p:nvPr/>
          </p:nvSpPr>
          <p:spPr>
            <a:xfrm>
              <a:off x="9467077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5E270D2-93EE-57E7-D260-BAE0F466A47A}"/>
                </a:ext>
              </a:extLst>
            </p:cNvPr>
            <p:cNvSpPr txBox="1"/>
            <p:nvPr/>
          </p:nvSpPr>
          <p:spPr>
            <a:xfrm>
              <a:off x="8127761" y="380963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CF01816-DA4B-6724-AAD7-B8E80EA92C0F}"/>
                </a:ext>
              </a:extLst>
            </p:cNvPr>
            <p:cNvSpPr txBox="1"/>
            <p:nvPr/>
          </p:nvSpPr>
          <p:spPr>
            <a:xfrm>
              <a:off x="9429269" y="366349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6B3B773-2889-51C5-716D-9F39332360C7}"/>
                </a:ext>
              </a:extLst>
            </p:cNvPr>
            <p:cNvSpPr txBox="1"/>
            <p:nvPr/>
          </p:nvSpPr>
          <p:spPr>
            <a:xfrm>
              <a:off x="9124813" y="310283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DA07A8C-E6AE-8D9B-72D8-E0237D6F423D}"/>
                </a:ext>
              </a:extLst>
            </p:cNvPr>
            <p:cNvSpPr txBox="1"/>
            <p:nvPr/>
          </p:nvSpPr>
          <p:spPr>
            <a:xfrm>
              <a:off x="8286619" y="28399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4665789-EE4A-756D-4A09-30F52DBF9407}"/>
              </a:ext>
            </a:extLst>
          </p:cNvPr>
          <p:cNvSpPr txBox="1"/>
          <p:nvPr/>
        </p:nvSpPr>
        <p:spPr>
          <a:xfrm>
            <a:off x="9870790" y="818317"/>
            <a:ext cx="2173707" cy="120032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Maximizar Z=2X1 + X2 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 sujeto a: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	2X1 + 3X2 ≤6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	2X1 +   X2 ≤4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	  X1            ≥ 0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	             X2 ≥ 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BEFC41-ED28-26CC-A976-63319AAA567B}"/>
              </a:ext>
            </a:extLst>
          </p:cNvPr>
          <p:cNvCxnSpPr/>
          <p:nvPr/>
        </p:nvCxnSpPr>
        <p:spPr>
          <a:xfrm>
            <a:off x="9225862" y="3411716"/>
            <a:ext cx="282489" cy="5499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9C70EA-3F59-5150-2DA9-FE71A3CFB6DA}"/>
              </a:ext>
            </a:extLst>
          </p:cNvPr>
          <p:cNvSpPr txBox="1"/>
          <p:nvPr/>
        </p:nvSpPr>
        <p:spPr>
          <a:xfrm>
            <a:off x="9953389" y="3182563"/>
            <a:ext cx="2124526" cy="34970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36000" tIns="36000" rIns="36000" bIns="36000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Soluciones óptimas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49541B-8D93-FFD6-7F82-40FA5005CAF3}"/>
              </a:ext>
            </a:extLst>
          </p:cNvPr>
          <p:cNvCxnSpPr/>
          <p:nvPr/>
        </p:nvCxnSpPr>
        <p:spPr>
          <a:xfrm flipH="1">
            <a:off x="9365241" y="3422669"/>
            <a:ext cx="537936" cy="249394"/>
          </a:xfrm>
          <a:prstGeom prst="straightConnector1">
            <a:avLst/>
          </a:prstGeom>
          <a:ln w="34925">
            <a:solidFill>
              <a:srgbClr val="FF0000"/>
            </a:solidFill>
            <a:prstDash val="sysDash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Marcador de posición de fecha 3">
            <a:extLst>
              <a:ext uri="{FF2B5EF4-FFF2-40B4-BE49-F238E27FC236}">
                <a16:creationId xmlns:a16="http://schemas.microsoft.com/office/drawing/2014/main" id="{CFE468E3-74FB-F72D-4373-7655C17C0F83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402865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8477-061F-8AEC-6775-97C18D47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E88E-327E-4780-B1C4-B6614F3E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596" y="373271"/>
            <a:ext cx="10972800" cy="1252728"/>
          </a:xfrm>
        </p:spPr>
        <p:txBody>
          <a:bodyPr/>
          <a:lstStyle/>
          <a:p>
            <a:r>
              <a:rPr lang="es-MX" dirty="0"/>
              <a:t>Problema PL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54170-21E2-0642-79BA-2C2084B3E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69" y="1384803"/>
            <a:ext cx="5343017" cy="526792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2000" dirty="0">
                <a:sym typeface="Wingdings" panose="05000000000000000000" pitchFamily="2" charset="2"/>
              </a:rPr>
              <a:t>En este problema hay soluciones múltiples. Por ejemplo (2, 0) y (3/2, 1):</a:t>
            </a:r>
          </a:p>
          <a:p>
            <a:pPr marL="0" indent="0" algn="just">
              <a:buNone/>
            </a:pPr>
            <a:r>
              <a:rPr lang="es-MX" sz="2000" dirty="0">
                <a:sym typeface="Wingdings" panose="05000000000000000000" pitchFamily="2" charset="2"/>
              </a:rPr>
              <a:t>	X1=2 y X2=0  Z=4   </a:t>
            </a:r>
            <a:r>
              <a:rPr lang="es-MX" sz="2000" dirty="0" err="1">
                <a:sym typeface="Wingdings" panose="05000000000000000000" pitchFamily="2" charset="2"/>
              </a:rPr>
              <a:t>ó</a:t>
            </a:r>
            <a:r>
              <a:rPr lang="es-MX" sz="2000" dirty="0">
                <a:sym typeface="Wingdings" panose="05000000000000000000" pitchFamily="2" charset="2"/>
              </a:rPr>
              <a:t>  </a:t>
            </a:r>
          </a:p>
          <a:p>
            <a:pPr marL="0" indent="0" algn="just">
              <a:buNone/>
            </a:pPr>
            <a:r>
              <a:rPr lang="es-MX" sz="2000" dirty="0">
                <a:sym typeface="Wingdings" panose="05000000000000000000" pitchFamily="2" charset="2"/>
              </a:rPr>
              <a:t>	X1=3/2 y X2=1   Z=4</a:t>
            </a:r>
          </a:p>
          <a:p>
            <a:pPr marL="0" indent="0" algn="just">
              <a:buNone/>
            </a:pPr>
            <a:r>
              <a:rPr lang="es-MX" sz="2000" dirty="0">
                <a:sym typeface="Wingdings" panose="05000000000000000000" pitchFamily="2" charset="2"/>
              </a:rPr>
              <a:t>En general, la solución se encuentra en cualquier punto entre C y B.</a:t>
            </a:r>
            <a:endParaRPr lang="es-MX" sz="2000" dirty="0"/>
          </a:p>
          <a:p>
            <a:pPr marL="0" indent="0" algn="just">
              <a:buNone/>
            </a:pPr>
            <a:endParaRPr lang="es-MX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566FE-2497-CC13-A34E-0158B467A7B8}"/>
              </a:ext>
            </a:extLst>
          </p:cNvPr>
          <p:cNvSpPr txBox="1"/>
          <p:nvPr/>
        </p:nvSpPr>
        <p:spPr>
          <a:xfrm>
            <a:off x="8155805" y="47613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X2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45" name="Imagen 89">
            <a:extLst>
              <a:ext uri="{FF2B5EF4-FFF2-40B4-BE49-F238E27FC236}">
                <a16:creationId xmlns:a16="http://schemas.microsoft.com/office/drawing/2014/main" id="{8D18AFB5-FCE9-B916-2B2C-9D5D43B1F7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" t="11770" r="55576"/>
          <a:stretch/>
        </p:blipFill>
        <p:spPr>
          <a:xfrm>
            <a:off x="6100987" y="956468"/>
            <a:ext cx="5201530" cy="5316015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27759153-1BC5-9B64-B17E-46032AFDC8EF}"/>
              </a:ext>
            </a:extLst>
          </p:cNvPr>
          <p:cNvGrpSpPr/>
          <p:nvPr/>
        </p:nvGrpSpPr>
        <p:grpSpPr>
          <a:xfrm>
            <a:off x="6039730" y="476131"/>
            <a:ext cx="5704568" cy="5835769"/>
            <a:chOff x="6039730" y="476131"/>
            <a:chExt cx="5704568" cy="583576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9F6A723-006D-87D3-35C3-99A38E4CE9B5}"/>
                </a:ext>
              </a:extLst>
            </p:cNvPr>
            <p:cNvSpPr/>
            <p:nvPr/>
          </p:nvSpPr>
          <p:spPr>
            <a:xfrm rot="2030717">
              <a:off x="6513451" y="2029652"/>
              <a:ext cx="24144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	 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3X2</a:t>
              </a:r>
              <a:r>
                <a:rPr lang="es-MX" dirty="0">
                  <a:solidFill>
                    <a:schemeClr val="bg1"/>
                  </a:solidFill>
                </a:rPr>
                <a:t> ≤6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F70FBB9-DB9D-FB62-8837-4EDF93BD6815}"/>
                </a:ext>
              </a:extLst>
            </p:cNvPr>
            <p:cNvSpPr/>
            <p:nvPr/>
          </p:nvSpPr>
          <p:spPr>
            <a:xfrm rot="3899797">
              <a:off x="8241438" y="2362160"/>
              <a:ext cx="14141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 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≤4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720C82A-F37A-83FA-0877-5F5041D69B8F}"/>
                </a:ext>
              </a:extLst>
            </p:cNvPr>
            <p:cNvSpPr/>
            <p:nvPr/>
          </p:nvSpPr>
          <p:spPr>
            <a:xfrm rot="16200000">
              <a:off x="7849480" y="3080208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1F957EE-66F5-8E13-338D-82243AC7A8F6}"/>
                </a:ext>
              </a:extLst>
            </p:cNvPr>
            <p:cNvSpPr/>
            <p:nvPr/>
          </p:nvSpPr>
          <p:spPr>
            <a:xfrm>
              <a:off x="8468267" y="3958606"/>
              <a:ext cx="822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>
                  <a:solidFill>
                    <a:schemeClr val="bg1"/>
                  </a:solidFill>
                </a:rPr>
                <a:t>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r>
                <a:rPr lang="es-MX" dirty="0">
                  <a:solidFill>
                    <a:schemeClr val="bg1"/>
                  </a:solidFill>
                </a:rPr>
                <a:t> ≥ 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DC38550-2824-E6E7-84AB-86C824F2E9CB}"/>
                </a:ext>
              </a:extLst>
            </p:cNvPr>
            <p:cNvSpPr/>
            <p:nvPr/>
          </p:nvSpPr>
          <p:spPr>
            <a:xfrm rot="3805925">
              <a:off x="8549872" y="5007432"/>
              <a:ext cx="12698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s-MX" dirty="0">
                  <a:solidFill>
                    <a:schemeClr val="bg1"/>
                  </a:solidFill>
                </a:rPr>
                <a:t>Z=</a:t>
              </a:r>
              <a:r>
                <a:rPr lang="es-MX" dirty="0" err="1">
                  <a:solidFill>
                    <a:schemeClr val="bg1"/>
                  </a:solidFill>
                </a:rPr>
                <a:t>2X1</a:t>
              </a:r>
              <a:r>
                <a:rPr lang="es-MX" dirty="0">
                  <a:solidFill>
                    <a:schemeClr val="bg1"/>
                  </a:solidFill>
                </a:rPr>
                <a:t> + </a:t>
              </a:r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D91B6EC-4F2A-5D83-C6FD-6DA5CC358DB5}"/>
                </a:ext>
              </a:extLst>
            </p:cNvPr>
            <p:cNvSpPr/>
            <p:nvPr/>
          </p:nvSpPr>
          <p:spPr>
            <a:xfrm>
              <a:off x="8376920" y="2880360"/>
              <a:ext cx="1107440" cy="1112520"/>
            </a:xfrm>
            <a:custGeom>
              <a:avLst/>
              <a:gdLst>
                <a:gd name="connsiteX0" fmla="*/ 0 w 1107440"/>
                <a:gd name="connsiteY0" fmla="*/ 0 h 1112520"/>
                <a:gd name="connsiteX1" fmla="*/ 10160 w 1107440"/>
                <a:gd name="connsiteY1" fmla="*/ 1112520 h 1112520"/>
                <a:gd name="connsiteX2" fmla="*/ 1107440 w 1107440"/>
                <a:gd name="connsiteY2" fmla="*/ 1102360 h 1112520"/>
                <a:gd name="connsiteX3" fmla="*/ 838200 w 1107440"/>
                <a:gd name="connsiteY3" fmla="*/ 558800 h 1112520"/>
                <a:gd name="connsiteX4" fmla="*/ 0 w 1107440"/>
                <a:gd name="connsiteY4" fmla="*/ 0 h 111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7440" h="1112520">
                  <a:moveTo>
                    <a:pt x="0" y="0"/>
                  </a:moveTo>
                  <a:cubicBezTo>
                    <a:pt x="3387" y="370840"/>
                    <a:pt x="6773" y="741680"/>
                    <a:pt x="10160" y="1112520"/>
                  </a:cubicBezTo>
                  <a:lnTo>
                    <a:pt x="1107440" y="1102360"/>
                  </a:lnTo>
                  <a:lnTo>
                    <a:pt x="83820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7A7A87D-A2B1-1255-383F-8CB70A13C4BA}"/>
                </a:ext>
              </a:extLst>
            </p:cNvPr>
            <p:cNvCxnSpPr/>
            <p:nvPr/>
          </p:nvCxnSpPr>
          <p:spPr>
            <a:xfrm>
              <a:off x="8366760" y="956469"/>
              <a:ext cx="0" cy="5355431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5338F4D-CF25-6C43-8F8C-714B44FD479D}"/>
                </a:ext>
              </a:extLst>
            </p:cNvPr>
            <p:cNvCxnSpPr/>
            <p:nvPr/>
          </p:nvCxnSpPr>
          <p:spPr>
            <a:xfrm flipH="1">
              <a:off x="6096000" y="3986054"/>
              <a:ext cx="5201530" cy="15240"/>
            </a:xfrm>
            <a:prstGeom prst="line">
              <a:avLst/>
            </a:prstGeom>
            <a:ln w="12700">
              <a:solidFill>
                <a:srgbClr val="FF0000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6930327-7103-B2C4-8F24-38FFC7DFA3DD}"/>
                </a:ext>
              </a:extLst>
            </p:cNvPr>
            <p:cNvSpPr txBox="1"/>
            <p:nvPr/>
          </p:nvSpPr>
          <p:spPr>
            <a:xfrm>
              <a:off x="11307960" y="3796920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X1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B24362-03DC-6F85-3CAD-E85DAC4E13F9}"/>
                </a:ext>
              </a:extLst>
            </p:cNvPr>
            <p:cNvSpPr txBox="1"/>
            <p:nvPr/>
          </p:nvSpPr>
          <p:spPr>
            <a:xfrm>
              <a:off x="8155805" y="476131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err="1">
                  <a:solidFill>
                    <a:schemeClr val="bg1"/>
                  </a:solidFill>
                </a:rPr>
                <a:t>X2</a:t>
              </a:r>
              <a:endParaRPr lang="es-MX" dirty="0">
                <a:solidFill>
                  <a:schemeClr val="bg1"/>
                </a:solidFill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B7C9527-C6E3-3151-8DE9-A046F3DC7E4E}"/>
                </a:ext>
              </a:extLst>
            </p:cNvPr>
            <p:cNvCxnSpPr/>
            <p:nvPr/>
          </p:nvCxnSpPr>
          <p:spPr>
            <a:xfrm>
              <a:off x="6039730" y="1306286"/>
              <a:ext cx="5257800" cy="3526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ADB2CEA-2828-3545-7AF6-1C0EE0496BCD}"/>
                </a:ext>
              </a:extLst>
            </p:cNvPr>
            <p:cNvCxnSpPr/>
            <p:nvPr/>
          </p:nvCxnSpPr>
          <p:spPr>
            <a:xfrm flipH="1">
              <a:off x="8586570" y="3105866"/>
              <a:ext cx="143085" cy="21706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1DD4992-FBB9-A3F2-C28D-72046511647A}"/>
                </a:ext>
              </a:extLst>
            </p:cNvPr>
            <p:cNvCxnSpPr/>
            <p:nvPr/>
          </p:nvCxnSpPr>
          <p:spPr>
            <a:xfrm>
              <a:off x="7946571" y="956469"/>
              <a:ext cx="2710543" cy="531601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5C49090-FC05-1420-FC33-D9FC686DC334}"/>
                </a:ext>
              </a:extLst>
            </p:cNvPr>
            <p:cNvCxnSpPr/>
            <p:nvPr/>
          </p:nvCxnSpPr>
          <p:spPr>
            <a:xfrm flipH="1">
              <a:off x="9067800" y="3629002"/>
              <a:ext cx="234043" cy="93717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A86727D-96C8-956C-DDC8-7AB17B62EE00}"/>
                </a:ext>
              </a:extLst>
            </p:cNvPr>
            <p:cNvCxnSpPr/>
            <p:nvPr/>
          </p:nvCxnSpPr>
          <p:spPr>
            <a:xfrm>
              <a:off x="8374265" y="1070399"/>
              <a:ext cx="2292" cy="50910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C21866E-BB63-F7DC-E03C-0E835B50C267}"/>
                </a:ext>
              </a:extLst>
            </p:cNvPr>
            <p:cNvCxnSpPr/>
            <p:nvPr/>
          </p:nvCxnSpPr>
          <p:spPr>
            <a:xfrm flipH="1">
              <a:off x="6187710" y="3981586"/>
              <a:ext cx="5041370" cy="191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573EC839-EBB2-09A5-6460-C67DE6879683}"/>
                </a:ext>
              </a:extLst>
            </p:cNvPr>
            <p:cNvCxnSpPr/>
            <p:nvPr/>
          </p:nvCxnSpPr>
          <p:spPr>
            <a:xfrm flipH="1" flipV="1">
              <a:off x="8866337" y="3764806"/>
              <a:ext cx="14945" cy="216178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E982EF44-F0D8-7648-65A0-688E9AD43ACE}"/>
                </a:ext>
              </a:extLst>
            </p:cNvPr>
            <p:cNvCxnSpPr/>
            <p:nvPr/>
          </p:nvCxnSpPr>
          <p:spPr>
            <a:xfrm flipV="1">
              <a:off x="8348312" y="3436557"/>
              <a:ext cx="278812" cy="602"/>
            </a:xfrm>
            <a:prstGeom prst="straightConnector1">
              <a:avLst/>
            </a:prstGeom>
            <a:ln w="28575">
              <a:solidFill>
                <a:schemeClr val="accent3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680DA91-F7DF-4BB6-E61B-9192F73BC729}"/>
                </a:ext>
              </a:extLst>
            </p:cNvPr>
            <p:cNvCxnSpPr/>
            <p:nvPr/>
          </p:nvCxnSpPr>
          <p:spPr>
            <a:xfrm>
              <a:off x="6842967" y="900377"/>
              <a:ext cx="2683008" cy="5337623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E32E95E-6214-1ACE-3272-25A23F77B315}"/>
                </a:ext>
              </a:extLst>
            </p:cNvPr>
            <p:cNvCxnSpPr/>
            <p:nvPr/>
          </p:nvCxnSpPr>
          <p:spPr>
            <a:xfrm flipH="1">
              <a:off x="8380614" y="3786055"/>
              <a:ext cx="273467" cy="179294"/>
            </a:xfrm>
            <a:prstGeom prst="line">
              <a:avLst/>
            </a:prstGeom>
            <a:ln w="28575">
              <a:solidFill>
                <a:schemeClr val="accent6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666C7C9-2A02-3476-3F64-B8C6FC3EBD12}"/>
                </a:ext>
              </a:extLst>
            </p:cNvPr>
            <p:cNvSpPr/>
            <p:nvPr/>
          </p:nvSpPr>
          <p:spPr>
            <a:xfrm>
              <a:off x="8330760" y="2829506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8F22B9A-0A55-77F6-A2CF-E8084108DC5E}"/>
                </a:ext>
              </a:extLst>
            </p:cNvPr>
            <p:cNvSpPr/>
            <p:nvPr/>
          </p:nvSpPr>
          <p:spPr>
            <a:xfrm>
              <a:off x="9148821" y="3388141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BC282E1-9B8E-067A-84AB-D69FEC75A15A}"/>
                </a:ext>
              </a:extLst>
            </p:cNvPr>
            <p:cNvSpPr/>
            <p:nvPr/>
          </p:nvSpPr>
          <p:spPr>
            <a:xfrm>
              <a:off x="8344593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16E8439-33BA-0C9B-BADE-53BE5ACF137C}"/>
                </a:ext>
              </a:extLst>
            </p:cNvPr>
            <p:cNvSpPr/>
            <p:nvPr/>
          </p:nvSpPr>
          <p:spPr>
            <a:xfrm>
              <a:off x="9467077" y="3964999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DE0F573-0A9C-573E-4CDD-6E41849EADC7}"/>
                </a:ext>
              </a:extLst>
            </p:cNvPr>
            <p:cNvSpPr txBox="1"/>
            <p:nvPr/>
          </p:nvSpPr>
          <p:spPr>
            <a:xfrm>
              <a:off x="8127761" y="380963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375C3DE-C3B8-B46F-E47E-093A52F4E073}"/>
                </a:ext>
              </a:extLst>
            </p:cNvPr>
            <p:cNvSpPr txBox="1"/>
            <p:nvPr/>
          </p:nvSpPr>
          <p:spPr>
            <a:xfrm>
              <a:off x="9429269" y="366349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958C7EF-5FBD-9263-E7ED-2DA7AD8881C6}"/>
                </a:ext>
              </a:extLst>
            </p:cNvPr>
            <p:cNvSpPr txBox="1"/>
            <p:nvPr/>
          </p:nvSpPr>
          <p:spPr>
            <a:xfrm>
              <a:off x="9124813" y="310283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1EEA965-9B30-30B6-1116-F7E604B150C5}"/>
                </a:ext>
              </a:extLst>
            </p:cNvPr>
            <p:cNvSpPr txBox="1"/>
            <p:nvPr/>
          </p:nvSpPr>
          <p:spPr>
            <a:xfrm>
              <a:off x="8286619" y="2839912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41ECC8C-FE8B-A92F-4DFE-DC199086FCFC}"/>
              </a:ext>
            </a:extLst>
          </p:cNvPr>
          <p:cNvSpPr txBox="1"/>
          <p:nvPr/>
        </p:nvSpPr>
        <p:spPr>
          <a:xfrm>
            <a:off x="9870790" y="818317"/>
            <a:ext cx="2173707" cy="120032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Maximizar Z=2X1 + X2 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 sujeto a: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	2X1 + 3X2 ≤6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	2X1 +   X2 ≤4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	  X1            ≥ 0</a:t>
            </a:r>
          </a:p>
          <a:p>
            <a:pPr marL="0" indent="0" algn="just">
              <a:buNone/>
            </a:pPr>
            <a:r>
              <a:rPr lang="es-MX" sz="1200" dirty="0">
                <a:solidFill>
                  <a:schemeClr val="bg1"/>
                </a:solidFill>
              </a:rPr>
              <a:t> 	             X2 ≥ 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8537E5-7F0F-687A-FA6E-AE882EB90918}"/>
              </a:ext>
            </a:extLst>
          </p:cNvPr>
          <p:cNvCxnSpPr/>
          <p:nvPr/>
        </p:nvCxnSpPr>
        <p:spPr>
          <a:xfrm>
            <a:off x="9225862" y="3411716"/>
            <a:ext cx="282489" cy="5499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CAE83C0-F83A-226C-F635-B0C23C5D45FC}"/>
              </a:ext>
            </a:extLst>
          </p:cNvPr>
          <p:cNvSpPr txBox="1"/>
          <p:nvPr/>
        </p:nvSpPr>
        <p:spPr>
          <a:xfrm>
            <a:off x="9953389" y="3182563"/>
            <a:ext cx="2124526" cy="34970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36000" tIns="36000" rIns="36000" bIns="36000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</a:rPr>
              <a:t>Soluciones óptimas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8503213-0165-EFB6-7102-98C17A565B64}"/>
              </a:ext>
            </a:extLst>
          </p:cNvPr>
          <p:cNvCxnSpPr/>
          <p:nvPr/>
        </p:nvCxnSpPr>
        <p:spPr>
          <a:xfrm flipH="1">
            <a:off x="9365241" y="3422669"/>
            <a:ext cx="537936" cy="249394"/>
          </a:xfrm>
          <a:prstGeom prst="straightConnector1">
            <a:avLst/>
          </a:prstGeom>
          <a:ln w="34925">
            <a:solidFill>
              <a:srgbClr val="FF0000"/>
            </a:solidFill>
            <a:prstDash val="sysDash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D2C24AFD-CE78-A3E9-14D1-8A3BE9E08AE6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63872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3193"/>
            <a:ext cx="10972800" cy="1252728"/>
          </a:xfrm>
        </p:spPr>
        <p:txBody>
          <a:bodyPr/>
          <a:lstStyle/>
          <a:p>
            <a:r>
              <a:rPr lang="es-MX" dirty="0"/>
              <a:t>Ejercicio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Dado el siguiente problema de Programación Lineal:</a:t>
            </a:r>
          </a:p>
          <a:p>
            <a:endParaRPr lang="es-MX" sz="2400" dirty="0"/>
          </a:p>
          <a:p>
            <a:pPr marL="0" indent="0">
              <a:buNone/>
            </a:pPr>
            <a:r>
              <a:rPr lang="es-MX" sz="2400" dirty="0"/>
              <a:t>Max Z= </a:t>
            </a:r>
            <a:r>
              <a:rPr lang="es-MX" sz="2400" dirty="0" err="1"/>
              <a:t>X1</a:t>
            </a:r>
            <a:r>
              <a:rPr lang="es-MX" sz="2400" dirty="0"/>
              <a:t> + </a:t>
            </a:r>
            <a:r>
              <a:rPr lang="es-MX" sz="2400" dirty="0" err="1"/>
              <a:t>3X2</a:t>
            </a:r>
            <a:r>
              <a:rPr lang="es-MX" sz="2400" dirty="0"/>
              <a:t>   (</a:t>
            </a:r>
            <a:r>
              <a:rPr lang="es-MX" sz="2400" dirty="0" err="1"/>
              <a:t>F.O</a:t>
            </a:r>
            <a:r>
              <a:rPr lang="es-MX" sz="2400" dirty="0"/>
              <a:t>.)</a:t>
            </a:r>
          </a:p>
          <a:p>
            <a:pPr marL="0" indent="0">
              <a:buNone/>
            </a:pPr>
            <a:r>
              <a:rPr lang="es-MX" sz="2400" dirty="0"/>
              <a:t>s. a. </a:t>
            </a:r>
          </a:p>
          <a:p>
            <a:pPr marL="457200" lvl="1" indent="0">
              <a:buNone/>
            </a:pPr>
            <a:r>
              <a:rPr lang="es-MX" sz="2000" dirty="0" err="1"/>
              <a:t>2X1</a:t>
            </a:r>
            <a:r>
              <a:rPr lang="es-MX" sz="2000" dirty="0"/>
              <a:t> + </a:t>
            </a:r>
            <a:r>
              <a:rPr lang="es-MX" sz="2000" dirty="0" err="1"/>
              <a:t>4X2</a:t>
            </a:r>
            <a:r>
              <a:rPr lang="es-MX" sz="2000" dirty="0"/>
              <a:t> ≤ 8        (</a:t>
            </a:r>
            <a:r>
              <a:rPr lang="es-MX" sz="2000" dirty="0" err="1"/>
              <a:t>R1</a:t>
            </a:r>
            <a:r>
              <a:rPr lang="es-MX" sz="2000" dirty="0"/>
              <a:t>)</a:t>
            </a:r>
          </a:p>
          <a:p>
            <a:pPr marL="457200" lvl="1" indent="0">
              <a:buNone/>
            </a:pPr>
            <a:r>
              <a:rPr lang="es-MX" sz="2000" dirty="0" err="1"/>
              <a:t>6X1</a:t>
            </a:r>
            <a:r>
              <a:rPr lang="es-MX" sz="2000" dirty="0"/>
              <a:t> + </a:t>
            </a:r>
            <a:r>
              <a:rPr lang="es-MX" sz="2000" dirty="0" err="1"/>
              <a:t>3X2</a:t>
            </a:r>
            <a:r>
              <a:rPr lang="es-MX" sz="2000" dirty="0"/>
              <a:t> ≤ 9        (</a:t>
            </a:r>
            <a:r>
              <a:rPr lang="es-MX" sz="2000" dirty="0" err="1"/>
              <a:t>R2</a:t>
            </a:r>
            <a:r>
              <a:rPr lang="es-MX" sz="2000" dirty="0"/>
              <a:t>)</a:t>
            </a:r>
          </a:p>
          <a:p>
            <a:pPr marL="457200" lvl="1" indent="0">
              <a:buNone/>
            </a:pPr>
            <a:r>
              <a:rPr lang="es-MX" sz="2000" dirty="0" err="1"/>
              <a:t>3X1</a:t>
            </a:r>
            <a:r>
              <a:rPr lang="es-MX" sz="2000" dirty="0"/>
              <a:t> +   </a:t>
            </a:r>
            <a:r>
              <a:rPr lang="es-MX" sz="2000" dirty="0" err="1"/>
              <a:t>X2</a:t>
            </a:r>
            <a:r>
              <a:rPr lang="es-MX" sz="2000" dirty="0"/>
              <a:t> ≤ 5        (</a:t>
            </a:r>
            <a:r>
              <a:rPr lang="es-MX" sz="2000" dirty="0" err="1"/>
              <a:t>R3</a:t>
            </a:r>
            <a:r>
              <a:rPr lang="es-MX" sz="2000" dirty="0"/>
              <a:t>)</a:t>
            </a:r>
          </a:p>
          <a:p>
            <a:pPr marL="457200" lvl="1" indent="0">
              <a:buNone/>
            </a:pPr>
            <a:r>
              <a:rPr lang="es-MX" sz="2000" dirty="0"/>
              <a:t>   </a:t>
            </a:r>
            <a:r>
              <a:rPr lang="es-MX" sz="2000" dirty="0" err="1"/>
              <a:t>X1</a:t>
            </a:r>
            <a:r>
              <a:rPr lang="es-MX" sz="2000" dirty="0"/>
              <a:t>           ≥ 0        (</a:t>
            </a:r>
            <a:r>
              <a:rPr lang="es-MX" sz="2000" dirty="0" err="1"/>
              <a:t>R4</a:t>
            </a:r>
            <a:r>
              <a:rPr lang="es-MX" sz="2000" dirty="0"/>
              <a:t>)</a:t>
            </a:r>
          </a:p>
          <a:p>
            <a:pPr marL="457200" lvl="1" indent="0">
              <a:buNone/>
            </a:pPr>
            <a:r>
              <a:rPr lang="es-MX" sz="2000" dirty="0"/>
              <a:t>   </a:t>
            </a:r>
            <a:r>
              <a:rPr lang="es-MX" sz="2000" dirty="0" err="1"/>
              <a:t>X2</a:t>
            </a:r>
            <a:r>
              <a:rPr lang="es-MX" sz="2000" dirty="0"/>
              <a:t>           ≥ 0        (</a:t>
            </a:r>
            <a:r>
              <a:rPr lang="es-MX" sz="2000" dirty="0" err="1"/>
              <a:t>R5</a:t>
            </a:r>
            <a:r>
              <a:rPr lang="es-MX" sz="20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7273" y="2892489"/>
            <a:ext cx="71845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s-MX" sz="2400" dirty="0">
                <a:solidFill>
                  <a:schemeClr val="bg1"/>
                </a:solidFill>
              </a:rPr>
              <a:t>Dibujar la región factible</a:t>
            </a:r>
          </a:p>
          <a:p>
            <a:pPr marL="457200" indent="-457200">
              <a:buAutoNum type="alphaLcParenR"/>
            </a:pPr>
            <a:r>
              <a:rPr lang="es-MX" sz="2400" dirty="0">
                <a:solidFill>
                  <a:schemeClr val="bg1"/>
                </a:solidFill>
              </a:rPr>
              <a:t>Determinar todos los puntos extremos.</a:t>
            </a:r>
          </a:p>
          <a:p>
            <a:pPr marL="457200" indent="-457200">
              <a:buAutoNum type="alphaLcParenR"/>
            </a:pPr>
            <a:r>
              <a:rPr lang="es-MX" sz="2400" dirty="0">
                <a:solidFill>
                  <a:schemeClr val="bg1"/>
                </a:solidFill>
              </a:rPr>
              <a:t>Evaluar todos los puntos extremos en la función objetivo y encontrar la solución optima.</a:t>
            </a:r>
          </a:p>
          <a:p>
            <a:pPr marL="457200" indent="-457200">
              <a:buAutoNum type="alphaLcParenR"/>
            </a:pPr>
            <a:r>
              <a:rPr lang="es-MX" sz="2400" dirty="0">
                <a:solidFill>
                  <a:schemeClr val="bg1"/>
                </a:solidFill>
              </a:rPr>
              <a:t>Dibujar la recta de </a:t>
            </a:r>
            <a:r>
              <a:rPr lang="es-MX" sz="2400" dirty="0" err="1">
                <a:solidFill>
                  <a:schemeClr val="bg1"/>
                </a:solidFill>
              </a:rPr>
              <a:t>isoutilidad</a:t>
            </a:r>
            <a:r>
              <a:rPr lang="es-MX" sz="2400" dirty="0">
                <a:solidFill>
                  <a:schemeClr val="bg1"/>
                </a:solidFill>
              </a:rPr>
              <a:t> que toca la solución optima</a:t>
            </a:r>
          </a:p>
        </p:txBody>
      </p:sp>
      <p:sp>
        <p:nvSpPr>
          <p:cNvPr id="6" name="Marcador de posición de fecha 3">
            <a:extLst>
              <a:ext uri="{FF2B5EF4-FFF2-40B4-BE49-F238E27FC236}">
                <a16:creationId xmlns:a16="http://schemas.microsoft.com/office/drawing/2014/main" id="{8E93F5BE-2EB9-ADF6-D8D0-3707AFC4986C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3102934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351" y="362941"/>
            <a:ext cx="10972800" cy="1252728"/>
          </a:xfrm>
        </p:spPr>
        <p:txBody>
          <a:bodyPr/>
          <a:lstStyle/>
          <a:p>
            <a:r>
              <a:rPr lang="es-MX" dirty="0"/>
              <a:t>Solución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900" t="17893" r="24082" b="6779"/>
          <a:stretch/>
        </p:blipFill>
        <p:spPr>
          <a:xfrm>
            <a:off x="838200" y="1360527"/>
            <a:ext cx="6342079" cy="498428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8872"/>
              </p:ext>
            </p:extLst>
          </p:nvPr>
        </p:nvGraphicFramePr>
        <p:xfrm>
          <a:off x="7781731" y="1251563"/>
          <a:ext cx="4180116" cy="4663122"/>
        </p:xfrm>
        <a:graphic>
          <a:graphicData uri="http://schemas.openxmlformats.org/drawingml/2006/table">
            <a:tbl>
              <a:tblPr/>
              <a:tblGrid>
                <a:gridCol w="1045029">
                  <a:extLst>
                    <a:ext uri="{9D8B030D-6E8A-4147-A177-3AD203B41FA5}">
                      <a16:colId xmlns:a16="http://schemas.microsoft.com/office/drawing/2014/main" val="1691297760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337543184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774157026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126994580"/>
                    </a:ext>
                  </a:extLst>
                </a:gridCol>
              </a:tblGrid>
              <a:tr h="94488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</a:rPr>
                        <a:t>Punto</a:t>
                      </a:r>
                      <a:endParaRPr lang="es-MX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 err="1">
                          <a:solidFill>
                            <a:schemeClr val="bg1"/>
                          </a:solidFill>
                        </a:rPr>
                        <a:t>X1</a:t>
                      </a:r>
                      <a:endParaRPr lang="es-MX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 err="1">
                          <a:solidFill>
                            <a:schemeClr val="bg1"/>
                          </a:solidFill>
                        </a:rPr>
                        <a:t>X2</a:t>
                      </a:r>
                      <a:endParaRPr lang="es-MX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>
                          <a:solidFill>
                            <a:schemeClr val="bg1"/>
                          </a:solidFill>
                        </a:rPr>
                        <a:t>Valor de la función objetivo (Z)</a:t>
                      </a:r>
                      <a:endParaRPr lang="es-MX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575564"/>
                  </a:ext>
                </a:extLst>
              </a:tr>
              <a:tr h="350814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O*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474228"/>
                  </a:ext>
                </a:extLst>
              </a:tr>
              <a:tr h="354466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</a:rPr>
                        <a:t>A*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6D7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6D7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6D7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6D7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381283"/>
                  </a:ext>
                </a:extLst>
              </a:tr>
              <a:tr h="354466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541025"/>
                  </a:ext>
                </a:extLst>
              </a:tr>
              <a:tr h="620316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C*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0.67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1.67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5.67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296037"/>
                  </a:ext>
                </a:extLst>
              </a:tr>
              <a:tr h="354466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261944"/>
                  </a:ext>
                </a:extLst>
              </a:tr>
              <a:tr h="354466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3296"/>
                  </a:ext>
                </a:extLst>
              </a:tr>
              <a:tr h="354466"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F*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032950"/>
                  </a:ext>
                </a:extLst>
              </a:tr>
              <a:tr h="354466"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406825"/>
                  </a:ext>
                </a:extLst>
              </a:tr>
              <a:tr h="620316"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1.67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1.67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50412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81731" y="5975484"/>
            <a:ext cx="1544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* Puntos extremos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0465" y="5722281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chemeClr val="bg1"/>
                </a:solidFill>
              </a:rPr>
              <a:t>X1</a:t>
            </a:r>
            <a:endParaRPr lang="es-MX" sz="11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6196" y="1266398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 err="1">
                <a:solidFill>
                  <a:schemeClr val="bg1"/>
                </a:solidFill>
              </a:rPr>
              <a:t>X2</a:t>
            </a:r>
            <a:endParaRPr lang="es-MX" sz="11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005916" y="5871748"/>
            <a:ext cx="144000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1359619" y="1516905"/>
            <a:ext cx="8400" cy="30186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168691">
            <a:off x="3641427" y="4797386"/>
            <a:ext cx="3337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100" b="1" dirty="0" err="1">
                <a:solidFill>
                  <a:schemeClr val="accent6"/>
                </a:solidFill>
              </a:rPr>
              <a:t>R1</a:t>
            </a:r>
            <a:endParaRPr lang="es-MX" sz="1100" b="1" dirty="0">
              <a:solidFill>
                <a:schemeClr val="accent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rot="3257171">
            <a:off x="1604274" y="3713338"/>
            <a:ext cx="3337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100" b="1" dirty="0" err="1">
                <a:solidFill>
                  <a:schemeClr val="accent6"/>
                </a:solidFill>
              </a:rPr>
              <a:t>R2</a:t>
            </a:r>
            <a:endParaRPr lang="es-MX" sz="1100" b="1" dirty="0">
              <a:solidFill>
                <a:schemeClr val="accent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rot="3257171">
            <a:off x="3167577" y="5070478"/>
            <a:ext cx="3337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100" dirty="0" err="1"/>
              <a:t>R3</a:t>
            </a:r>
            <a:endParaRPr lang="es-MX" sz="1100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077852" y="5319002"/>
            <a:ext cx="159488" cy="9412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670792" y="5011858"/>
            <a:ext cx="79744" cy="18825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562087" y="3895995"/>
            <a:ext cx="177516" cy="18825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124524" y="5631856"/>
            <a:ext cx="0" cy="23989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359619" y="2905264"/>
            <a:ext cx="29122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42153" y="5847060"/>
            <a:ext cx="3337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100" b="1" dirty="0" err="1">
                <a:solidFill>
                  <a:schemeClr val="accent6"/>
                </a:solidFill>
              </a:rPr>
              <a:t>R4</a:t>
            </a:r>
            <a:endParaRPr lang="es-MX" sz="1100" b="1" dirty="0">
              <a:solidFill>
                <a:schemeClr val="accent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25873" y="2774459"/>
            <a:ext cx="3337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100" b="1" dirty="0" err="1">
                <a:solidFill>
                  <a:schemeClr val="accent6"/>
                </a:solidFill>
              </a:rPr>
              <a:t>R5</a:t>
            </a:r>
            <a:endParaRPr lang="es-MX" sz="1100" b="1" dirty="0">
              <a:solidFill>
                <a:schemeClr val="accent6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 rot="573410">
            <a:off x="4328944" y="4696879"/>
            <a:ext cx="3946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100" b="1" dirty="0">
                <a:solidFill>
                  <a:schemeClr val="accent6"/>
                </a:solidFill>
              </a:rPr>
              <a:t>Z=6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592" y="1417246"/>
            <a:ext cx="1743991" cy="127810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4409797" y="3221645"/>
            <a:ext cx="2465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</a:rPr>
              <a:t>Para C se intersectan </a:t>
            </a:r>
            <a:r>
              <a:rPr lang="es-MX" sz="1400" dirty="0" err="1">
                <a:solidFill>
                  <a:schemeClr val="bg1"/>
                </a:solidFill>
              </a:rPr>
              <a:t>R1</a:t>
            </a:r>
            <a:r>
              <a:rPr lang="es-MX" sz="1400" dirty="0">
                <a:solidFill>
                  <a:schemeClr val="bg1"/>
                </a:solidFill>
              </a:rPr>
              <a:t> y </a:t>
            </a:r>
            <a:r>
              <a:rPr lang="es-MX" sz="1400" dirty="0" err="1">
                <a:solidFill>
                  <a:schemeClr val="bg1"/>
                </a:solidFill>
              </a:rPr>
              <a:t>R2</a:t>
            </a:r>
            <a:r>
              <a:rPr lang="es-MX" sz="14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 rotWithShape="1">
          <a:blip r:embed="rId3"/>
          <a:srcRect r="36290" b="58247"/>
          <a:stretch/>
        </p:blipFill>
        <p:spPr>
          <a:xfrm>
            <a:off x="4637684" y="3457596"/>
            <a:ext cx="1111092" cy="533639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4409797" y="346424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-3(                         )</a:t>
            </a:r>
          </a:p>
        </p:txBody>
      </p:sp>
      <p:sp>
        <p:nvSpPr>
          <p:cNvPr id="16" name="Marcador de posición de fecha 3">
            <a:extLst>
              <a:ext uri="{FF2B5EF4-FFF2-40B4-BE49-F238E27FC236}">
                <a16:creationId xmlns:a16="http://schemas.microsoft.com/office/drawing/2014/main" id="{9D9A85A2-C152-F728-3065-3AF00792C1C2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446812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65125"/>
            <a:ext cx="10744200" cy="1325563"/>
          </a:xfrm>
          <a:noFill/>
        </p:spPr>
        <p:txBody>
          <a:bodyPr/>
          <a:lstStyle/>
          <a:p>
            <a:pPr eaLnBrk="1" hangingPunct="1"/>
            <a:r>
              <a:rPr lang="es-MX" sz="3200" dirty="0"/>
              <a:t>Otro ejemplo del método de solución gráfico</a:t>
            </a:r>
          </a:p>
        </p:txBody>
      </p:sp>
      <p:sp>
        <p:nvSpPr>
          <p:cNvPr id="20485" name="TextBox 8"/>
          <p:cNvSpPr txBox="1">
            <a:spLocks noChangeArrowheads="1"/>
          </p:cNvSpPr>
          <p:nvPr/>
        </p:nvSpPr>
        <p:spPr bwMode="auto">
          <a:xfrm>
            <a:off x="6167438" y="1628775"/>
            <a:ext cx="127105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 son Tazas</a:t>
            </a:r>
          </a:p>
        </p:txBody>
      </p:sp>
      <p:sp>
        <p:nvSpPr>
          <p:cNvPr id="20486" name="TextBox 9"/>
          <p:cNvSpPr txBox="1">
            <a:spLocks noChangeArrowheads="1"/>
          </p:cNvSpPr>
          <p:nvPr/>
        </p:nvSpPr>
        <p:spPr bwMode="auto">
          <a:xfrm>
            <a:off x="8202614" y="4941888"/>
            <a:ext cx="149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X</a:t>
            </a:r>
            <a:r>
              <a:rPr lang="en-US" sz="1600" baseline="-25000"/>
              <a:t>1</a:t>
            </a:r>
            <a:r>
              <a:rPr lang="en-US" sz="1600"/>
              <a:t> son Tazones</a:t>
            </a:r>
          </a:p>
        </p:txBody>
      </p:sp>
      <p:sp>
        <p:nvSpPr>
          <p:cNvPr id="20487" name="TextBox 10"/>
          <p:cNvSpPr txBox="1">
            <a:spLocks noChangeArrowheads="1"/>
          </p:cNvSpPr>
          <p:nvPr/>
        </p:nvSpPr>
        <p:spPr bwMode="auto">
          <a:xfrm>
            <a:off x="5403850" y="6092825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Coordenada para el análisis gráfico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F56D6-5CAC-251C-58AF-9D94FFB696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spcBef>
                <a:spcPct val="35000"/>
              </a:spcBef>
              <a:buNone/>
            </a:pPr>
            <a:r>
              <a:rPr lang="en-US" altLang="en-US" sz="2000" dirty="0" err="1"/>
              <a:t>Problema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mezcla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producto</a:t>
            </a:r>
            <a:r>
              <a:rPr lang="en-US" altLang="en-US" sz="2000" dirty="0"/>
              <a:t> – </a:t>
            </a:r>
            <a:r>
              <a:rPr lang="en-US" altLang="en-US" sz="2000" dirty="0" err="1"/>
              <a:t>Compañía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Cerámica</a:t>
            </a:r>
            <a:r>
              <a:rPr lang="en-US" altLang="en-US" sz="2000" dirty="0"/>
              <a:t> Beaver Creek</a:t>
            </a:r>
          </a:p>
          <a:p>
            <a:pPr marL="0" indent="0" eaLnBrk="1" hangingPunct="1">
              <a:spcBef>
                <a:spcPct val="35000"/>
              </a:spcBef>
              <a:buNone/>
            </a:pPr>
            <a:r>
              <a:rPr lang="en-US" altLang="en-US" sz="2000" dirty="0"/>
              <a:t>¿</a:t>
            </a:r>
            <a:r>
              <a:rPr lang="en-US" altLang="en-US" sz="2000" dirty="0" err="1"/>
              <a:t>Cuántas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tazas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tazones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deben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producir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por</a:t>
            </a:r>
            <a:r>
              <a:rPr lang="en-US" altLang="en-US" sz="2000" dirty="0"/>
              <a:t> día para </a:t>
            </a:r>
            <a:r>
              <a:rPr lang="en-US" altLang="en-US" sz="2000" dirty="0" err="1"/>
              <a:t>maximizar</a:t>
            </a:r>
            <a:r>
              <a:rPr lang="en-US" altLang="en-US" sz="2000" dirty="0"/>
              <a:t> las </a:t>
            </a:r>
            <a:r>
              <a:rPr lang="en-US" altLang="en-US" sz="2000" dirty="0" err="1"/>
              <a:t>ganancias</a:t>
            </a:r>
            <a:r>
              <a:rPr lang="en-US" altLang="en-US" sz="2000" dirty="0"/>
              <a:t>, dadas las </a:t>
            </a:r>
            <a:r>
              <a:rPr lang="en-US" altLang="en-US" sz="2000" dirty="0" err="1"/>
              <a:t>restricciones</a:t>
            </a:r>
            <a:r>
              <a:rPr lang="en-US" altLang="en-US" sz="2000" dirty="0"/>
              <a:t> de mano de </a:t>
            </a:r>
            <a:r>
              <a:rPr lang="en-US" altLang="en-US" sz="2000" dirty="0" err="1"/>
              <a:t>obra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materiales</a:t>
            </a:r>
            <a:r>
              <a:rPr lang="en-US" altLang="en-US" sz="2000" dirty="0"/>
              <a:t>?</a:t>
            </a:r>
          </a:p>
          <a:p>
            <a:pPr marL="0" indent="0" eaLnBrk="1" hangingPunct="1">
              <a:spcBef>
                <a:spcPct val="35000"/>
              </a:spcBef>
              <a:buNone/>
            </a:pPr>
            <a:r>
              <a:rPr lang="en-US" altLang="en-US" sz="2000" dirty="0" err="1"/>
              <a:t>Requerimientos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recursos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producto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utilidad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unidad</a:t>
            </a:r>
            <a:r>
              <a:rPr lang="en-US" altLang="en-US" sz="2000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214079E-AE58-6058-3F9E-3ED20BDE998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9376" y="1967329"/>
            <a:ext cx="5486400" cy="3516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CFCC87-476B-CAC3-205A-F3BA73835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09387"/>
              </p:ext>
            </p:extLst>
          </p:nvPr>
        </p:nvGraphicFramePr>
        <p:xfrm>
          <a:off x="2928257" y="4634118"/>
          <a:ext cx="5693228" cy="1872628"/>
        </p:xfrm>
        <a:graphic>
          <a:graphicData uri="http://schemas.openxmlformats.org/drawingml/2006/table">
            <a:tbl>
              <a:tblPr/>
              <a:tblGrid>
                <a:gridCol w="115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Requerimientos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 de recursos</a:t>
                      </a:r>
                      <a:endParaRPr lang="en-US" sz="105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4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Producto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Mano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 de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obra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(Hr. / Unidad)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Arcilla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(Lb / Unidad)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Utilidad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($ / Unidad)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Tazón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40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Taza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63968" y="618157"/>
            <a:ext cx="10972800" cy="1252728"/>
          </a:xfrm>
          <a:noFill/>
        </p:spPr>
        <p:txBody>
          <a:bodyPr/>
          <a:lstStyle/>
          <a:p>
            <a:pPr eaLnBrk="1" hangingPunct="1"/>
            <a:r>
              <a:rPr lang="es-MX" sz="3200" dirty="0"/>
              <a:t>Primero, modelemos el problema de Programación Lineal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5" name="Rectangle 8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63968" y="1634239"/>
                <a:ext cx="10382250" cy="4351338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90000"/>
                  </a:lnSpc>
                  <a:spcBef>
                    <a:spcPts val="1200"/>
                  </a:spcBef>
                  <a:buNone/>
                </a:pPr>
                <a:r>
                  <a:rPr lang="es-MX" sz="2400" b="1" i="1" dirty="0">
                    <a:latin typeface="Cambria Math" panose="02040503050406030204" pitchFamily="18" charset="0"/>
                  </a:rPr>
                  <a:t>Sea:</a:t>
                </a:r>
              </a:p>
              <a:p>
                <a:pPr lvl="1">
                  <a:lnSpc>
                    <a:spcPct val="9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MX" sz="2400" dirty="0"/>
                  <a:t> = número de tazones producidos cada día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MX" sz="2400" dirty="0"/>
                  <a:t> = número de tazas producidas cada día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s-MX" sz="2400" b="1" i="1" dirty="0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s-MX" sz="2400" dirty="0"/>
                  <a:t> =  Ganancia total diaria ($)</a:t>
                </a:r>
              </a:p>
              <a:p>
                <a:endParaRPr lang="en-US" altLang="en-US" dirty="0"/>
              </a:p>
            </p:txBody>
          </p:sp>
        </mc:Choice>
        <mc:Fallback>
          <p:sp>
            <p:nvSpPr>
              <p:cNvPr id="13315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968" y="1634239"/>
                <a:ext cx="10382250" cy="4351338"/>
              </a:xfrm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8">
                <a:extLst>
                  <a:ext uri="{FF2B5EF4-FFF2-40B4-BE49-F238E27FC236}">
                    <a16:creationId xmlns:a16="http://schemas.microsoft.com/office/drawing/2014/main" id="{00263807-2657-FAAA-E486-199292D106F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016545" y="3317726"/>
                <a:ext cx="8860023" cy="29946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altLang="en-US" sz="2400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2400" dirty="0"/>
                  <a:t>			</a:t>
                </a:r>
                <a:r>
                  <a:rPr lang="es-MX" sz="2400" b="1" dirty="0"/>
                  <a:t> </a:t>
                </a:r>
                <a14:m>
                  <m:oMath xmlns:m="http://schemas.openxmlformats.org/officeDocument/2006/math">
                    <m:r>
                      <a:rPr lang="es-MX" sz="2400" b="1" i="1" dirty="0">
                        <a:latin typeface="Cambria Math" panose="02040503050406030204" pitchFamily="18" charset="0"/>
                      </a:rPr>
                      <m:t>𝑴𝒂𝒙</m:t>
                    </m:r>
                    <m:r>
                      <a:rPr lang="es-MX" sz="2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400" b="1" i="1" dirty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s-MX" sz="2400" b="1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MX" sz="2400" b="1" i="1" dirty="0">
                        <a:latin typeface="Cambria Math" panose="02040503050406030204" pitchFamily="18" charset="0"/>
                      </a:rPr>
                      <m:t>𝟒𝟎</m:t>
                    </m:r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MX" sz="2400" b="1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s-MX" sz="2400" b="1" i="1" dirty="0">
                        <a:latin typeface="Cambria Math" panose="02040503050406030204" pitchFamily="18" charset="0"/>
                      </a:rPr>
                      <m:t>𝟓𝟎</m:t>
                    </m:r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en-US" sz="2400" i="1" dirty="0"/>
                  <a:t> 	</a:t>
                </a:r>
                <a:r>
                  <a:rPr lang="en-US" altLang="en-US" sz="1800" dirty="0"/>
                  <a:t>(</a:t>
                </a:r>
                <a:r>
                  <a:rPr lang="en-US" altLang="en-US" sz="1800" dirty="0" err="1"/>
                  <a:t>Función</a:t>
                </a:r>
                <a:r>
                  <a:rPr lang="en-US" altLang="en-US" sz="1800" dirty="0"/>
                  <a:t> </a:t>
                </a:r>
                <a:r>
                  <a:rPr lang="en-US" altLang="en-US" sz="1800" dirty="0" err="1"/>
                  <a:t>objetivo</a:t>
                </a:r>
                <a:r>
                  <a:rPr lang="en-US" altLang="en-US" sz="1800" dirty="0"/>
                  <a:t>)</a:t>
                </a:r>
                <a:endParaRPr lang="en-US" altLang="en-US" sz="2400" dirty="0"/>
              </a:p>
              <a:p>
                <a:pPr>
                  <a:buFont typeface="Wingdings" pitchFamily="2" charset="2"/>
                  <a:buNone/>
                </a:pPr>
                <a:r>
                  <a:rPr lang="en-US" altLang="en-US" sz="2400" dirty="0"/>
                  <a:t>		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altLang="en-US" sz="2400" dirty="0"/>
                  <a:t>		</a:t>
                </a:r>
                <a:r>
                  <a:rPr lang="en-US" altLang="en-US" sz="2400" dirty="0" err="1"/>
                  <a:t>Sujeto</a:t>
                </a:r>
                <a:r>
                  <a:rPr lang="en-US" altLang="en-US" sz="2400" dirty="0"/>
                  <a:t> a: 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2400" dirty="0"/>
                  <a:t>			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+ 2</m:t>
                    </m:r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  <a:cs typeface="Arial"/>
                        <a:sym typeface="Symbol" pitchFamily="18" charset="2"/>
                      </a:rPr>
                      <m:t>≤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40</m:t>
                    </m:r>
                  </m:oMath>
                </a14:m>
                <a:r>
                  <a:rPr lang="en-US" altLang="en-US" sz="2400" dirty="0"/>
                  <a:t>    	</a:t>
                </a:r>
                <a:r>
                  <a:rPr lang="en-US" altLang="en-US" sz="1800" dirty="0"/>
                  <a:t>(</a:t>
                </a:r>
                <a:r>
                  <a:rPr lang="en-US" altLang="en-US" sz="1800" dirty="0" err="1"/>
                  <a:t>Restricción</a:t>
                </a:r>
                <a:r>
                  <a:rPr lang="en-US" altLang="en-US" sz="1800" dirty="0"/>
                  <a:t> de </a:t>
                </a:r>
                <a:r>
                  <a:rPr lang="en-US" altLang="en-US" sz="1800" dirty="0" err="1"/>
                  <a:t>mano</a:t>
                </a:r>
                <a:r>
                  <a:rPr lang="en-US" altLang="en-US" sz="1800" dirty="0"/>
                  <a:t> de </a:t>
                </a:r>
                <a:r>
                  <a:rPr lang="en-US" altLang="en-US" sz="1800" dirty="0" err="1"/>
                  <a:t>obra</a:t>
                </a:r>
                <a:r>
                  <a:rPr lang="en-US" altLang="en-US" sz="1800" dirty="0"/>
                  <a:t>)</a:t>
                </a:r>
                <a:endParaRPr lang="en-US" altLang="en-US" sz="2400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en-US" sz="2400" dirty="0"/>
                  <a:t>			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+ 3</m:t>
                    </m:r>
                    <m:sSub>
                      <m:sSubPr>
                        <m:ctrlPr>
                          <a:rPr lang="es-MX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  <a:cs typeface="Arial"/>
                        <a:sym typeface="Symbol" pitchFamily="18" charset="2"/>
                      </a:rPr>
                      <m:t>≤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altLang="en-US" sz="2400" dirty="0"/>
                  <a:t>  	</a:t>
                </a:r>
                <a:r>
                  <a:rPr lang="en-US" altLang="en-US" sz="1800" dirty="0"/>
                  <a:t>(</a:t>
                </a:r>
                <a:r>
                  <a:rPr lang="en-US" altLang="en-US" sz="1800" dirty="0" err="1"/>
                  <a:t>Restricción</a:t>
                </a:r>
                <a:r>
                  <a:rPr lang="en-US" altLang="en-US" sz="1800" dirty="0"/>
                  <a:t> de material)</a:t>
                </a:r>
                <a:endParaRPr lang="en-US" altLang="en-US" sz="2400" dirty="0"/>
              </a:p>
              <a:p>
                <a:pPr>
                  <a:buFont typeface="Wingdings" pitchFamily="2" charset="2"/>
                  <a:buNone/>
                </a:pPr>
                <a:r>
                  <a:rPr lang="en-US" altLang="en-US" sz="2400" dirty="0"/>
                  <a:t>				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sym typeface="Symbol" pitchFamily="18" charset="2"/>
                      </a:rPr>
                      <m:t>≥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 0</m:t>
                    </m:r>
                  </m:oMath>
                </a14:m>
                <a:r>
                  <a:rPr lang="en-US" altLang="en-US" sz="2400" dirty="0"/>
                  <a:t>	</a:t>
                </a:r>
                <a:r>
                  <a:rPr lang="en-US" altLang="en-US" sz="1800" dirty="0"/>
                  <a:t>(</a:t>
                </a:r>
                <a:r>
                  <a:rPr lang="en-US" altLang="en-US" sz="1800" dirty="0" err="1"/>
                  <a:t>Restricción</a:t>
                </a:r>
                <a:r>
                  <a:rPr lang="en-US" altLang="en-US" sz="1800" dirty="0"/>
                  <a:t> de no </a:t>
                </a:r>
                <a:r>
                  <a:rPr lang="en-US" altLang="en-US" sz="1800" dirty="0" err="1"/>
                  <a:t>negatividad</a:t>
                </a:r>
                <a:r>
                  <a:rPr lang="en-US" altLang="en-US" sz="1800" dirty="0"/>
                  <a:t>)</a:t>
                </a:r>
                <a:r>
                  <a:rPr lang="en-US" altLang="en-US" sz="2400" dirty="0"/>
                  <a:t>	</a:t>
                </a:r>
              </a:p>
              <a:p>
                <a:endParaRPr lang="en-US" sz="2200" dirty="0"/>
              </a:p>
              <a:p>
                <a:endParaRPr lang="en-US" altLang="en-US" dirty="0"/>
              </a:p>
            </p:txBody>
          </p:sp>
        </mc:Choice>
        <mc:Fallback>
          <p:sp>
            <p:nvSpPr>
              <p:cNvPr id="2" name="Rectangle 8">
                <a:extLst>
                  <a:ext uri="{FF2B5EF4-FFF2-40B4-BE49-F238E27FC236}">
                    <a16:creationId xmlns:a16="http://schemas.microsoft.com/office/drawing/2014/main" id="{00263807-2657-FAAA-E486-199292D10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545" y="3317726"/>
                <a:ext cx="8860023" cy="29946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7C14-BD16-B7B3-6E6A-386FD460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B85248C5-6AD6-99F8-8748-11EF70065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65125"/>
            <a:ext cx="10744200" cy="1325563"/>
          </a:xfrm>
          <a:noFill/>
        </p:spPr>
        <p:txBody>
          <a:bodyPr/>
          <a:lstStyle/>
          <a:p>
            <a:pPr eaLnBrk="1" hangingPunct="1"/>
            <a:r>
              <a:rPr lang="es-MX" sz="3200" dirty="0"/>
              <a:t>Otro ejemplo del método de solución gráfico</a:t>
            </a:r>
          </a:p>
        </p:txBody>
      </p:sp>
      <p:sp>
        <p:nvSpPr>
          <p:cNvPr id="20482" name="Rectangle 8">
            <a:extLst>
              <a:ext uri="{FF2B5EF4-FFF2-40B4-BE49-F238E27FC236}">
                <a16:creationId xmlns:a16="http://schemas.microsoft.com/office/drawing/2014/main" id="{A7B46DB9-E2BD-E121-8C88-32C6146CEE5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981200"/>
            <a:ext cx="5384800" cy="29606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s-MX" altLang="en-US" sz="2400" dirty="0">
                <a:solidFill>
                  <a:schemeClr val="tx2"/>
                </a:solidFill>
                <a:latin typeface="Aptos Black" panose="020B0004020202020204" pitchFamily="34" charset="0"/>
              </a:rPr>
              <a:t>Modelo matemático</a:t>
            </a:r>
          </a:p>
          <a:p>
            <a:pPr>
              <a:buFont typeface="Wingdings" pitchFamily="2" charset="2"/>
              <a:buNone/>
            </a:pPr>
            <a:endParaRPr lang="es-MX" altLang="en-US" sz="2400" dirty="0">
              <a:solidFill>
                <a:schemeClr val="tx2"/>
              </a:solidFill>
              <a:latin typeface="Aptos Black" panose="020B00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marL="342900" lvl="1" indent="-342900">
              <a:buClr>
                <a:schemeClr val="bg2"/>
              </a:buClr>
              <a:buSzPct val="75000"/>
            </a:pPr>
            <a:endParaRPr lang="es-MX" sz="2000" dirty="0"/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pic>
        <p:nvPicPr>
          <p:cNvPr id="20484" name="Picture 5" descr="02-01">
            <a:extLst>
              <a:ext uri="{FF2B5EF4-FFF2-40B4-BE49-F238E27FC236}">
                <a16:creationId xmlns:a16="http://schemas.microsoft.com/office/drawing/2014/main" id="{A0A3B533-FFDF-1A58-EA22-ABAD7541559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00071" y="1611278"/>
            <a:ext cx="4845050" cy="4680213"/>
          </a:xfrm>
          <a:noFill/>
        </p:spPr>
      </p:pic>
      <p:sp>
        <p:nvSpPr>
          <p:cNvPr id="20485" name="TextBox 8">
            <a:extLst>
              <a:ext uri="{FF2B5EF4-FFF2-40B4-BE49-F238E27FC236}">
                <a16:creationId xmlns:a16="http://schemas.microsoft.com/office/drawing/2014/main" id="{879504AF-EF0D-8718-03E4-39185C91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1628775"/>
            <a:ext cx="127105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X</a:t>
            </a:r>
            <a:r>
              <a:rPr lang="en-US" sz="1600" baseline="-25000"/>
              <a:t>2</a:t>
            </a:r>
            <a:r>
              <a:rPr lang="en-US" sz="1600"/>
              <a:t> son Tazas</a:t>
            </a:r>
          </a:p>
        </p:txBody>
      </p:sp>
      <p:sp>
        <p:nvSpPr>
          <p:cNvPr id="20486" name="TextBox 9">
            <a:extLst>
              <a:ext uri="{FF2B5EF4-FFF2-40B4-BE49-F238E27FC236}">
                <a16:creationId xmlns:a16="http://schemas.microsoft.com/office/drawing/2014/main" id="{AA6F8D5A-3543-DA96-ACD3-6C757F71E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2614" y="4941888"/>
            <a:ext cx="1495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X</a:t>
            </a:r>
            <a:r>
              <a:rPr lang="en-US" sz="1600" baseline="-25000"/>
              <a:t>1</a:t>
            </a:r>
            <a:r>
              <a:rPr lang="en-US" sz="1600"/>
              <a:t> son Tazones</a:t>
            </a:r>
          </a:p>
        </p:txBody>
      </p:sp>
      <p:sp>
        <p:nvSpPr>
          <p:cNvPr id="20487" name="TextBox 10">
            <a:extLst>
              <a:ext uri="{FF2B5EF4-FFF2-40B4-BE49-F238E27FC236}">
                <a16:creationId xmlns:a16="http://schemas.microsoft.com/office/drawing/2014/main" id="{CB172204-2219-303A-46FD-981ABDDD1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400" y="6205483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Coordenada para el análisis gráfico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60872-6BF6-34A2-3807-300BD2161699}"/>
              </a:ext>
            </a:extLst>
          </p:cNvPr>
          <p:cNvSpPr txBox="1"/>
          <p:nvPr/>
        </p:nvSpPr>
        <p:spPr>
          <a:xfrm>
            <a:off x="2440440" y="5016525"/>
            <a:ext cx="3541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r">
              <a:buClr>
                <a:schemeClr val="bg2"/>
              </a:buClr>
              <a:buSzPct val="75000"/>
            </a:pPr>
            <a:r>
              <a:rPr lang="es-MX" sz="1800" dirty="0">
                <a:solidFill>
                  <a:schemeClr val="bg1"/>
                </a:solidFill>
              </a:rPr>
              <a:t>Las variables siempre son etiquetadas </a:t>
            </a:r>
            <a:r>
              <a:rPr lang="es-MX" sz="1800" i="1" dirty="0">
                <a:solidFill>
                  <a:schemeClr val="bg1"/>
                </a:solidFill>
              </a:rPr>
              <a:t>X</a:t>
            </a:r>
            <a:r>
              <a:rPr lang="es-MX" sz="1800" baseline="-25000" dirty="0">
                <a:solidFill>
                  <a:schemeClr val="bg1"/>
                </a:solidFill>
              </a:rPr>
              <a:t>1</a:t>
            </a:r>
            <a:r>
              <a:rPr lang="es-MX" sz="1800" dirty="0">
                <a:solidFill>
                  <a:schemeClr val="bg1"/>
                </a:solidFill>
              </a:rPr>
              <a:t> y </a:t>
            </a:r>
            <a:r>
              <a:rPr lang="es-MX" sz="1800" i="1" dirty="0">
                <a:solidFill>
                  <a:schemeClr val="bg1"/>
                </a:solidFill>
              </a:rPr>
              <a:t>X</a:t>
            </a:r>
            <a:r>
              <a:rPr lang="es-MX" sz="1800" baseline="-25000" dirty="0">
                <a:solidFill>
                  <a:schemeClr val="bg1"/>
                </a:solidFill>
              </a:rPr>
              <a:t>2</a:t>
            </a:r>
            <a:r>
              <a:rPr lang="es-MX" sz="1800" dirty="0">
                <a:solidFill>
                  <a:schemeClr val="bg1"/>
                </a:solidFill>
              </a:rPr>
              <a:t> y los ejes coordenados </a:t>
            </a:r>
            <a:r>
              <a:rPr lang="es-MX" sz="1800" i="1" dirty="0">
                <a:solidFill>
                  <a:schemeClr val="bg1"/>
                </a:solidFill>
              </a:rPr>
              <a:t>x</a:t>
            </a:r>
            <a:r>
              <a:rPr lang="es-MX" sz="1800" baseline="-25000" dirty="0">
                <a:solidFill>
                  <a:schemeClr val="bg1"/>
                </a:solidFill>
              </a:rPr>
              <a:t>1</a:t>
            </a:r>
            <a:r>
              <a:rPr lang="es-MX" sz="1800" dirty="0">
                <a:solidFill>
                  <a:schemeClr val="bg1"/>
                </a:solidFill>
              </a:rPr>
              <a:t> and </a:t>
            </a:r>
            <a:r>
              <a:rPr lang="es-MX" sz="1800" i="1" dirty="0">
                <a:solidFill>
                  <a:schemeClr val="bg1"/>
                </a:solidFill>
              </a:rPr>
              <a:t>x</a:t>
            </a:r>
            <a:r>
              <a:rPr lang="es-MX" sz="1800" baseline="-25000" dirty="0">
                <a:solidFill>
                  <a:schemeClr val="bg1"/>
                </a:solidFill>
              </a:rPr>
              <a:t>2 </a:t>
            </a:r>
            <a:r>
              <a:rPr lang="es-MX" sz="1800" dirty="0">
                <a:solidFill>
                  <a:schemeClr val="bg1"/>
                </a:solidFill>
              </a:rPr>
              <a:t>respectivamente. </a:t>
            </a:r>
          </a:p>
        </p:txBody>
      </p:sp>
    </p:spTree>
    <p:extLst>
      <p:ext uri="{BB962C8B-B14F-4D97-AF65-F5344CB8AC3E}">
        <p14:creationId xmlns:p14="http://schemas.microsoft.com/office/powerpoint/2010/main" val="405448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9" name="Picture 4" descr="02-0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82064" y="1611277"/>
            <a:ext cx="4851152" cy="4680213"/>
          </a:xfrm>
          <a:noFill/>
        </p:spPr>
      </p:pic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Solución gráfica de PL</a:t>
            </a:r>
          </a:p>
        </p:txBody>
      </p:sp>
      <p:sp>
        <p:nvSpPr>
          <p:cNvPr id="21506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094014" y="1975757"/>
            <a:ext cx="5243286" cy="411706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marL="342900" lvl="1" indent="-342900">
              <a:buClr>
                <a:schemeClr val="bg2"/>
              </a:buClr>
              <a:buSzPct val="75000"/>
            </a:pPr>
            <a:endParaRPr lang="es-MX" sz="2000" dirty="0"/>
          </a:p>
          <a:p>
            <a:pPr marL="342900" lvl="1" indent="-342900">
              <a:buClr>
                <a:schemeClr val="bg2"/>
              </a:buClr>
              <a:buSzPct val="75000"/>
            </a:pPr>
            <a:r>
              <a:rPr lang="es-MX" sz="2000" dirty="0"/>
              <a:t>El área sombreada muestra los puntos factibles para cada restricción</a:t>
            </a:r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sp>
        <p:nvSpPr>
          <p:cNvPr id="21508" name="TextBox 10"/>
          <p:cNvSpPr txBox="1">
            <a:spLocks noChangeArrowheads="1"/>
          </p:cNvSpPr>
          <p:nvPr/>
        </p:nvSpPr>
        <p:spPr bwMode="auto">
          <a:xfrm>
            <a:off x="5893707" y="6257058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Gráfico de restricción de trabajo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3" name="Picture 4" descr="02-0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95999" y="1611278"/>
            <a:ext cx="4845049" cy="4680213"/>
          </a:xfrm>
          <a:noFill/>
        </p:spPr>
      </p:pic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</a:t>
            </a:r>
          </a:p>
        </p:txBody>
      </p:sp>
      <p:sp>
        <p:nvSpPr>
          <p:cNvPr id="22530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9350" y="1981200"/>
            <a:ext cx="4845050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marL="342900" lvl="1" indent="-342900">
              <a:buClr>
                <a:schemeClr val="bg2"/>
              </a:buClr>
              <a:buSzPct val="75000"/>
            </a:pPr>
            <a:endParaRPr lang="es-MX" sz="2000" dirty="0"/>
          </a:p>
          <a:p>
            <a:pPr marL="342900" lvl="1" indent="-342900">
              <a:buClr>
                <a:schemeClr val="bg2"/>
              </a:buClr>
              <a:buSzPct val="75000"/>
            </a:pPr>
            <a:r>
              <a:rPr lang="es-MX" sz="2000" dirty="0"/>
              <a:t>El área sombreada muestra los puntos factibles para cada restricción</a:t>
            </a:r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sp>
        <p:nvSpPr>
          <p:cNvPr id="22532" name="TextBox 10"/>
          <p:cNvSpPr txBox="1">
            <a:spLocks noChangeArrowheads="1"/>
          </p:cNvSpPr>
          <p:nvPr/>
        </p:nvSpPr>
        <p:spPr bwMode="auto">
          <a:xfrm>
            <a:off x="5943600" y="6206775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Gráfico de restricción de material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7" name="Picture 4" descr="02-0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994399" y="1593265"/>
            <a:ext cx="4845049" cy="4680213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Región factible</a:t>
            </a:r>
          </a:p>
        </p:txBody>
      </p:sp>
      <p:sp>
        <p:nvSpPr>
          <p:cNvPr id="23554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9350" y="1981199"/>
            <a:ext cx="4845050" cy="404404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pPr marL="342900" lvl="1" indent="-342900">
              <a:buClr>
                <a:schemeClr val="bg2"/>
              </a:buClr>
              <a:buSzPct val="75000"/>
            </a:pPr>
            <a:r>
              <a:rPr lang="es-MX" sz="2000" dirty="0"/>
              <a:t>La </a:t>
            </a:r>
            <a:r>
              <a:rPr lang="es-MX" sz="2000" b="1" dirty="0"/>
              <a:t>región factible </a:t>
            </a:r>
            <a:r>
              <a:rPr lang="es-MX" sz="2000" dirty="0"/>
              <a:t>es el conjunto de todos los puntos que satisfacen todas las restricciones del modelo</a:t>
            </a:r>
          </a:p>
          <a:p>
            <a:pPr marL="342900" lvl="1" indent="-342900">
              <a:buClr>
                <a:schemeClr val="bg2"/>
              </a:buClr>
              <a:buSzPct val="75000"/>
            </a:pPr>
            <a:r>
              <a:rPr lang="es-MX" sz="2000" dirty="0"/>
              <a:t>El área factible está limitada por el polígono de cuatro lados ABCD, también conocido como </a:t>
            </a:r>
            <a:r>
              <a:rPr lang="es-MX" sz="2000" b="1" dirty="0"/>
              <a:t>conjunto convexo.</a:t>
            </a:r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sp>
        <p:nvSpPr>
          <p:cNvPr id="23556" name="TextBox 10"/>
          <p:cNvSpPr txBox="1">
            <a:spLocks noChangeArrowheads="1"/>
          </p:cNvSpPr>
          <p:nvPr/>
        </p:nvSpPr>
        <p:spPr bwMode="auto">
          <a:xfrm>
            <a:off x="5960984" y="6194658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Espacio de soluciones factibles</a:t>
            </a:r>
          </a:p>
        </p:txBody>
      </p:sp>
      <p:sp>
        <p:nvSpPr>
          <p:cNvPr id="23558" name="TextBox 9"/>
          <p:cNvSpPr txBox="1">
            <a:spLocks noChangeArrowheads="1"/>
          </p:cNvSpPr>
          <p:nvPr/>
        </p:nvSpPr>
        <p:spPr bwMode="auto">
          <a:xfrm>
            <a:off x="7275514" y="3770314"/>
            <a:ext cx="2215991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Área común para</a:t>
            </a:r>
          </a:p>
          <a:p>
            <a:r>
              <a:rPr lang="es-MX"/>
              <a:t>ambas restricciones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5" name="Picture 4" descr="02-0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65389" y="1614263"/>
            <a:ext cx="4841959" cy="4677228"/>
          </a:xfrm>
          <a:noFill/>
        </p:spPr>
      </p:pic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Solución óptima</a:t>
            </a:r>
          </a:p>
        </p:txBody>
      </p:sp>
      <p:sp>
        <p:nvSpPr>
          <p:cNvPr id="24578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52440" y="1981200"/>
            <a:ext cx="4841959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pPr marL="342900" lvl="1" indent="-342900">
              <a:buClr>
                <a:schemeClr val="bg2"/>
              </a:buClr>
              <a:buSzPct val="75000"/>
            </a:pPr>
            <a:r>
              <a:rPr lang="es-MX" sz="2000" dirty="0"/>
              <a:t>Una vez identificada la región factible puede comenzar la </a:t>
            </a:r>
            <a:r>
              <a:rPr lang="es-MX" sz="2000" b="1" dirty="0"/>
              <a:t>búsqueda por la solución óptima</a:t>
            </a:r>
            <a:r>
              <a:rPr lang="es-MX" sz="2000" dirty="0"/>
              <a:t>, que será el punto de la región factible con el </a:t>
            </a:r>
            <a:r>
              <a:rPr lang="es-MX" sz="2000" b="1" dirty="0"/>
              <a:t>mayor valor de Z</a:t>
            </a:r>
            <a:r>
              <a:rPr lang="es-MX" sz="2000" dirty="0"/>
              <a:t>. </a:t>
            </a:r>
          </a:p>
          <a:p>
            <a:pPr marL="342900" lvl="1" indent="-342900">
              <a:buClr>
                <a:schemeClr val="bg2"/>
              </a:buClr>
              <a:buSzPct val="75000"/>
            </a:pPr>
            <a:r>
              <a:rPr lang="es-MX" sz="2000" dirty="0"/>
              <a:t>En un modelo de </a:t>
            </a:r>
            <a:r>
              <a:rPr lang="es-MX" sz="2000" b="1" dirty="0"/>
              <a:t>minimización</a:t>
            </a:r>
            <a:r>
              <a:rPr lang="es-MX" sz="2000" dirty="0"/>
              <a:t> se busca el </a:t>
            </a:r>
            <a:r>
              <a:rPr lang="es-MX" sz="2000" dirty="0" err="1"/>
              <a:t>el</a:t>
            </a:r>
            <a:r>
              <a:rPr lang="es-MX" sz="2000" dirty="0"/>
              <a:t> </a:t>
            </a:r>
            <a:r>
              <a:rPr lang="es-MX" sz="2000" b="1" dirty="0"/>
              <a:t>menor valor de Z</a:t>
            </a:r>
            <a:r>
              <a:rPr lang="es-MX" sz="2000" dirty="0"/>
              <a:t>.</a:t>
            </a:r>
            <a:endParaRPr lang="es-MX" altLang="en-US" dirty="0"/>
          </a:p>
        </p:txBody>
      </p:sp>
      <p:sp>
        <p:nvSpPr>
          <p:cNvPr id="24580" name="TextBox 10"/>
          <p:cNvSpPr txBox="1">
            <a:spLocks noChangeArrowheads="1"/>
          </p:cNvSpPr>
          <p:nvPr/>
        </p:nvSpPr>
        <p:spPr bwMode="auto">
          <a:xfrm>
            <a:off x="6062298" y="6291491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Línea de función objetivo para Z = $800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Solución óptima</a:t>
            </a:r>
          </a:p>
        </p:txBody>
      </p:sp>
      <p:sp>
        <p:nvSpPr>
          <p:cNvPr id="25602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9350" y="1981199"/>
            <a:ext cx="4845050" cy="40440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r>
              <a:rPr lang="en-US" sz="1800" b="1" dirty="0"/>
              <a:t>Para </a:t>
            </a:r>
            <a:r>
              <a:rPr lang="en-US" sz="1800" b="1" dirty="0" err="1"/>
              <a:t>encontrar</a:t>
            </a:r>
            <a:r>
              <a:rPr lang="en-US" sz="1800" b="1" dirty="0"/>
              <a:t> la </a:t>
            </a:r>
            <a:r>
              <a:rPr lang="en-US" sz="1800" b="1" dirty="0" err="1"/>
              <a:t>solución</a:t>
            </a:r>
            <a:r>
              <a:rPr lang="en-US" sz="1800" b="1" dirty="0"/>
              <a:t> </a:t>
            </a:r>
            <a:r>
              <a:rPr lang="en-US" sz="1800" b="1" dirty="0" err="1"/>
              <a:t>óptima</a:t>
            </a:r>
            <a:r>
              <a:rPr lang="en-US" sz="1800" dirty="0"/>
              <a:t>, </a:t>
            </a:r>
            <a:r>
              <a:rPr lang="en-US" sz="1800" dirty="0" err="1"/>
              <a:t>grafique</a:t>
            </a:r>
            <a:r>
              <a:rPr lang="en-US" sz="1800" dirty="0"/>
              <a:t> la </a:t>
            </a:r>
            <a:r>
              <a:rPr lang="en-US" sz="1800" dirty="0" err="1"/>
              <a:t>línea</a:t>
            </a:r>
            <a:r>
              <a:rPr lang="en-US" sz="1800" dirty="0"/>
              <a:t> en el </a:t>
            </a:r>
            <a:r>
              <a:rPr lang="en-US" sz="1800" dirty="0" err="1"/>
              <a:t>que</a:t>
            </a:r>
            <a:r>
              <a:rPr lang="en-US" sz="1800" dirty="0"/>
              <a:t> 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tienen</a:t>
            </a:r>
            <a:r>
              <a:rPr lang="en-US" sz="1800" dirty="0"/>
              <a:t> el </a:t>
            </a:r>
            <a:r>
              <a:rPr lang="en-US" sz="1800" dirty="0" err="1"/>
              <a:t>mismo</a:t>
            </a:r>
            <a:r>
              <a:rPr lang="en-US" sz="1800" dirty="0"/>
              <a:t> valor Z. En un </a:t>
            </a:r>
            <a:r>
              <a:rPr lang="en-US" sz="1800" dirty="0" err="1"/>
              <a:t>problema</a:t>
            </a:r>
            <a:r>
              <a:rPr lang="en-US" sz="1800" dirty="0"/>
              <a:t> de </a:t>
            </a:r>
            <a:r>
              <a:rPr lang="en-US" sz="1800" dirty="0" err="1"/>
              <a:t>maximización</a:t>
            </a:r>
            <a:r>
              <a:rPr lang="en-US" sz="1800" dirty="0"/>
              <a:t>, la </a:t>
            </a:r>
            <a:r>
              <a:rPr lang="en-US" sz="1800" dirty="0" err="1"/>
              <a:t>línea</a:t>
            </a:r>
            <a:r>
              <a:rPr lang="en-US" sz="1800" dirty="0"/>
              <a:t> se llama “</a:t>
            </a:r>
            <a:r>
              <a:rPr lang="en-US" sz="1800" b="1" i="1" dirty="0" err="1"/>
              <a:t>isoprofit</a:t>
            </a:r>
            <a:r>
              <a:rPr lang="en-US" sz="1800" b="1" dirty="0"/>
              <a:t>”</a:t>
            </a:r>
            <a:r>
              <a:rPr lang="en-US" sz="1800" dirty="0"/>
              <a:t>, </a:t>
            </a:r>
            <a:r>
              <a:rPr lang="en-US" sz="1800" dirty="0" err="1"/>
              <a:t>mientras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en un </a:t>
            </a:r>
            <a:r>
              <a:rPr lang="en-US" sz="1800" dirty="0" err="1"/>
              <a:t>problema</a:t>
            </a:r>
            <a:r>
              <a:rPr lang="en-US" sz="1800" dirty="0"/>
              <a:t> de </a:t>
            </a:r>
            <a:r>
              <a:rPr lang="en-US" sz="1800" dirty="0" err="1"/>
              <a:t>minimización</a:t>
            </a:r>
            <a:r>
              <a:rPr lang="en-US" sz="1800" dirty="0"/>
              <a:t>, </a:t>
            </a:r>
            <a:r>
              <a:rPr lang="en-US" sz="1800" dirty="0" err="1"/>
              <a:t>esta</a:t>
            </a:r>
            <a:r>
              <a:rPr lang="en-US" sz="1800" dirty="0"/>
              <a:t> se llama “</a:t>
            </a:r>
            <a:r>
              <a:rPr lang="en-US" sz="1800" b="1" i="1" dirty="0" err="1"/>
              <a:t>isocost</a:t>
            </a:r>
            <a:r>
              <a:rPr lang="en-US" sz="1800" dirty="0"/>
              <a:t>”. </a:t>
            </a:r>
          </a:p>
          <a:p>
            <a:r>
              <a:rPr lang="en-US" sz="1800" dirty="0"/>
              <a:t>La </a:t>
            </a:r>
            <a:r>
              <a:rPr lang="en-US" sz="1800" dirty="0" err="1"/>
              <a:t>figura</a:t>
            </a:r>
            <a:r>
              <a:rPr lang="en-US" sz="1800" dirty="0"/>
              <a:t> </a:t>
            </a:r>
            <a:r>
              <a:rPr lang="en-US" sz="1800" dirty="0" err="1"/>
              <a:t>muestra</a:t>
            </a:r>
            <a:r>
              <a:rPr lang="en-US" sz="1800" dirty="0"/>
              <a:t> </a:t>
            </a:r>
            <a:r>
              <a:rPr lang="en-US" sz="1800" dirty="0" err="1"/>
              <a:t>las</a:t>
            </a:r>
            <a:r>
              <a:rPr lang="en-US" sz="1800" dirty="0"/>
              <a:t> </a:t>
            </a:r>
            <a:r>
              <a:rPr lang="en-US" sz="1800" dirty="0" err="1"/>
              <a:t>líneas</a:t>
            </a:r>
            <a:r>
              <a:rPr lang="en-US" sz="1800" dirty="0"/>
              <a:t> de </a:t>
            </a:r>
            <a:r>
              <a:rPr lang="en-US" sz="1800" i="1" dirty="0"/>
              <a:t>Z</a:t>
            </a:r>
            <a:r>
              <a:rPr lang="en-US" sz="1800" dirty="0"/>
              <a:t>=800, </a:t>
            </a:r>
            <a:r>
              <a:rPr lang="en-US" sz="1800" i="1" dirty="0"/>
              <a:t>Z</a:t>
            </a:r>
            <a:r>
              <a:rPr lang="en-US" sz="1800" dirty="0"/>
              <a:t>=1200, y </a:t>
            </a:r>
            <a:r>
              <a:rPr lang="en-US" sz="1800" i="1" dirty="0"/>
              <a:t>Z</a:t>
            </a:r>
            <a:r>
              <a:rPr lang="en-US" sz="1800" dirty="0"/>
              <a:t> = 1600</a:t>
            </a:r>
            <a:endParaRPr lang="en-US" sz="1800" i="1" dirty="0"/>
          </a:p>
          <a:p>
            <a:pPr>
              <a:buFont typeface="Wingdings" pitchFamily="2" charset="2"/>
              <a:buNone/>
            </a:pP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pic>
        <p:nvPicPr>
          <p:cNvPr id="25609" name="Picture 4" descr="02-0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65620" y="1611278"/>
            <a:ext cx="4845049" cy="4680213"/>
          </a:xfrm>
          <a:noFill/>
        </p:spPr>
      </p:pic>
      <p:sp>
        <p:nvSpPr>
          <p:cNvPr id="25604" name="TextBox 10"/>
          <p:cNvSpPr txBox="1">
            <a:spLocks noChangeArrowheads="1"/>
          </p:cNvSpPr>
          <p:nvPr/>
        </p:nvSpPr>
        <p:spPr bwMode="auto">
          <a:xfrm>
            <a:off x="5994400" y="6223103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Líneas de función objetivo alternativas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Solución óptima</a:t>
            </a:r>
          </a:p>
        </p:txBody>
      </p:sp>
      <p:sp>
        <p:nvSpPr>
          <p:cNvPr id="26626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9350" y="1981200"/>
            <a:ext cx="4845050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r>
              <a:rPr lang="en-US" sz="1800" dirty="0"/>
              <a:t>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extremos</a:t>
            </a:r>
            <a:r>
              <a:rPr lang="en-US" sz="1800" dirty="0"/>
              <a:t> a </a:t>
            </a:r>
            <a:r>
              <a:rPr lang="en-US" sz="1800" dirty="0" err="1"/>
              <a:t>veces</a:t>
            </a:r>
            <a:r>
              <a:rPr lang="en-US" sz="1800" dirty="0"/>
              <a:t> se </a:t>
            </a:r>
            <a:r>
              <a:rPr lang="en-US" sz="1800" dirty="0" err="1"/>
              <a:t>llaman</a:t>
            </a:r>
            <a:r>
              <a:rPr lang="en-US" sz="1800" dirty="0"/>
              <a:t> </a:t>
            </a:r>
            <a:r>
              <a:rPr lang="en-US" sz="1800" b="1" dirty="0" err="1"/>
              <a:t>puntos</a:t>
            </a:r>
            <a:r>
              <a:rPr lang="en-US" sz="1800" b="1" dirty="0"/>
              <a:t> </a:t>
            </a:r>
            <a:r>
              <a:rPr lang="en-US" sz="1800" b="1" dirty="0" err="1"/>
              <a:t>esquina</a:t>
            </a:r>
            <a:r>
              <a:rPr lang="en-US" sz="1800" dirty="0"/>
              <a:t>, </a:t>
            </a:r>
            <a:r>
              <a:rPr lang="en-US" sz="1800" dirty="0" err="1"/>
              <a:t>porque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la </a:t>
            </a:r>
            <a:r>
              <a:rPr lang="en-US" sz="1800" dirty="0" err="1"/>
              <a:t>región</a:t>
            </a:r>
            <a:r>
              <a:rPr lang="en-US" sz="1800" dirty="0"/>
              <a:t> </a:t>
            </a:r>
            <a:r>
              <a:rPr lang="en-US" sz="1800" dirty="0" err="1"/>
              <a:t>factible</a:t>
            </a:r>
            <a:r>
              <a:rPr lang="en-US" sz="1800" dirty="0"/>
              <a:t> </a:t>
            </a:r>
            <a:r>
              <a:rPr lang="en-US" sz="1800" dirty="0" err="1"/>
              <a:t>es</a:t>
            </a:r>
            <a:r>
              <a:rPr lang="en-US" sz="1800" dirty="0"/>
              <a:t> un </a:t>
            </a:r>
            <a:r>
              <a:rPr lang="en-US" sz="1800" dirty="0" err="1"/>
              <a:t>polígono</a:t>
            </a:r>
            <a:r>
              <a:rPr lang="en-US" sz="1800" dirty="0"/>
              <a:t>, 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extremos</a:t>
            </a:r>
            <a:r>
              <a:rPr lang="en-US" sz="1800" dirty="0"/>
              <a:t> </a:t>
            </a:r>
            <a:r>
              <a:rPr lang="en-US" sz="1800" dirty="0" err="1"/>
              <a:t>serán</a:t>
            </a:r>
            <a:r>
              <a:rPr lang="en-US" sz="1800" dirty="0"/>
              <a:t> los </a:t>
            </a:r>
            <a:r>
              <a:rPr lang="en-US" sz="1800" dirty="0" err="1"/>
              <a:t>vértices</a:t>
            </a:r>
            <a:r>
              <a:rPr lang="en-US" sz="1800" dirty="0"/>
              <a:t> o </a:t>
            </a:r>
            <a:r>
              <a:rPr lang="en-US" sz="1800" dirty="0" err="1"/>
              <a:t>esquinas</a:t>
            </a:r>
            <a:r>
              <a:rPr lang="en-US" sz="1800" dirty="0"/>
              <a:t> del </a:t>
            </a:r>
            <a:r>
              <a:rPr lang="en-US" sz="1800" dirty="0" err="1"/>
              <a:t>polígono</a:t>
            </a:r>
            <a:r>
              <a:rPr lang="en-US" sz="1800" dirty="0"/>
              <a:t>.</a:t>
            </a:r>
          </a:p>
          <a:p>
            <a:r>
              <a:rPr lang="en-US" altLang="en-US" sz="1800" dirty="0" err="1"/>
              <a:t>Frecuentemente</a:t>
            </a:r>
            <a:r>
              <a:rPr lang="en-US" altLang="en-US" sz="1800" dirty="0"/>
              <a:t> la </a:t>
            </a:r>
            <a:r>
              <a:rPr lang="en-US" altLang="en-US" sz="1800" dirty="0" err="1"/>
              <a:t>solución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óptima</a:t>
            </a:r>
            <a:r>
              <a:rPr lang="en-US" altLang="en-US" sz="1800" dirty="0"/>
              <a:t> se </a:t>
            </a:r>
            <a:r>
              <a:rPr lang="en-US" altLang="en-US" sz="1800" dirty="0" err="1"/>
              <a:t>encuentra</a:t>
            </a:r>
            <a:r>
              <a:rPr lang="en-US" altLang="en-US" sz="1800" dirty="0"/>
              <a:t> en </a:t>
            </a:r>
            <a:r>
              <a:rPr lang="en-US" altLang="en-US" sz="1800" dirty="0" err="1"/>
              <a:t>uno</a:t>
            </a:r>
            <a:r>
              <a:rPr lang="en-US" altLang="en-US" sz="1800" dirty="0"/>
              <a:t> de </a:t>
            </a:r>
            <a:r>
              <a:rPr lang="en-US" altLang="en-US" sz="1800" dirty="0" err="1"/>
              <a:t>estos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puntos</a:t>
            </a:r>
            <a:r>
              <a:rPr lang="en-US" altLang="en-US" sz="1800" dirty="0"/>
              <a:t> </a:t>
            </a:r>
            <a:r>
              <a:rPr lang="en-US" altLang="en-US" sz="1800" dirty="0" err="1"/>
              <a:t>esquina</a:t>
            </a: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pic>
        <p:nvPicPr>
          <p:cNvPr id="26632" name="Picture 4" descr="02-0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57456" y="1633591"/>
            <a:ext cx="4616287" cy="4459234"/>
          </a:xfrm>
          <a:noFill/>
        </p:spPr>
      </p:pic>
      <p:sp>
        <p:nvSpPr>
          <p:cNvPr id="26628" name="TextBox 10"/>
          <p:cNvSpPr txBox="1">
            <a:spLocks noChangeArrowheads="1"/>
          </p:cNvSpPr>
          <p:nvPr/>
        </p:nvSpPr>
        <p:spPr bwMode="auto">
          <a:xfrm>
            <a:off x="5994400" y="6092825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Líneas de función objetivo alternativas</a:t>
            </a:r>
          </a:p>
        </p:txBody>
      </p:sp>
      <p:sp>
        <p:nvSpPr>
          <p:cNvPr id="26633" name="TextBox 13"/>
          <p:cNvSpPr txBox="1">
            <a:spLocks noChangeArrowheads="1"/>
          </p:cNvSpPr>
          <p:nvPr/>
        </p:nvSpPr>
        <p:spPr bwMode="auto">
          <a:xfrm>
            <a:off x="8054975" y="4495800"/>
            <a:ext cx="3241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Solución óptima</a:t>
            </a:r>
          </a:p>
        </p:txBody>
      </p:sp>
      <p:sp>
        <p:nvSpPr>
          <p:cNvPr id="27650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9350" y="1981200"/>
            <a:ext cx="4845050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</a:t>
            </a:r>
            <a:r>
              <a:rPr lang="en-US" altLang="en-US" sz="2400" dirty="0">
                <a:cs typeface="Arial"/>
                <a:sym typeface="Symbol" pitchFamily="18" charset="2"/>
              </a:rPr>
              <a:t> ≤ </a:t>
            </a:r>
            <a:r>
              <a:rPr lang="es-MX" altLang="en-US" sz="2400" dirty="0"/>
              <a:t>40 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 </a:t>
            </a:r>
            <a:r>
              <a:rPr lang="es-MX" altLang="en-US" sz="2400" dirty="0">
                <a:sym typeface="Symbol" pitchFamily="18" charset="2"/>
              </a:rPr>
              <a:t>≤</a:t>
            </a:r>
            <a:r>
              <a:rPr lang="es-MX" altLang="en-US" sz="2400" dirty="0"/>
              <a:t> 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r>
              <a:rPr lang="en-US" sz="1800" dirty="0"/>
              <a:t>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extremos</a:t>
            </a:r>
            <a:r>
              <a:rPr lang="en-US" sz="1800" dirty="0"/>
              <a:t> a </a:t>
            </a:r>
            <a:r>
              <a:rPr lang="en-US" sz="1800" dirty="0" err="1"/>
              <a:t>veces</a:t>
            </a:r>
            <a:r>
              <a:rPr lang="en-US" sz="1800" dirty="0"/>
              <a:t> se </a:t>
            </a:r>
            <a:r>
              <a:rPr lang="en-US" sz="1800" dirty="0" err="1"/>
              <a:t>llaman</a:t>
            </a:r>
            <a:r>
              <a:rPr lang="en-US" sz="1800" dirty="0"/>
              <a:t> </a:t>
            </a:r>
            <a:r>
              <a:rPr lang="en-US" sz="1800" b="1" dirty="0" err="1"/>
              <a:t>puntos</a:t>
            </a:r>
            <a:r>
              <a:rPr lang="en-US" sz="1800" b="1" dirty="0"/>
              <a:t> </a:t>
            </a:r>
            <a:r>
              <a:rPr lang="en-US" sz="1800" b="1" dirty="0" err="1"/>
              <a:t>esquina</a:t>
            </a:r>
            <a:r>
              <a:rPr lang="en-US" sz="1800" dirty="0"/>
              <a:t>, </a:t>
            </a:r>
            <a:r>
              <a:rPr lang="en-US" sz="1800" dirty="0" err="1"/>
              <a:t>porque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la </a:t>
            </a:r>
            <a:r>
              <a:rPr lang="en-US" sz="1800" dirty="0" err="1"/>
              <a:t>región</a:t>
            </a:r>
            <a:r>
              <a:rPr lang="en-US" sz="1800" dirty="0"/>
              <a:t> </a:t>
            </a:r>
            <a:r>
              <a:rPr lang="en-US" sz="1800" dirty="0" err="1"/>
              <a:t>factible</a:t>
            </a:r>
            <a:r>
              <a:rPr lang="en-US" sz="1800" dirty="0"/>
              <a:t> </a:t>
            </a:r>
            <a:r>
              <a:rPr lang="en-US" sz="1800" dirty="0" err="1"/>
              <a:t>es</a:t>
            </a:r>
            <a:r>
              <a:rPr lang="en-US" sz="1800" dirty="0"/>
              <a:t> un </a:t>
            </a:r>
            <a:r>
              <a:rPr lang="en-US" sz="1800" dirty="0" err="1"/>
              <a:t>polígono</a:t>
            </a:r>
            <a:r>
              <a:rPr lang="en-US" sz="1800" dirty="0"/>
              <a:t>, 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extremos</a:t>
            </a:r>
            <a:r>
              <a:rPr lang="en-US" sz="1800" dirty="0"/>
              <a:t> </a:t>
            </a:r>
            <a:r>
              <a:rPr lang="en-US" sz="1800" dirty="0" err="1"/>
              <a:t>serán</a:t>
            </a:r>
            <a:r>
              <a:rPr lang="en-US" sz="1800" dirty="0"/>
              <a:t> los </a:t>
            </a:r>
            <a:r>
              <a:rPr lang="en-US" sz="1800" dirty="0" err="1"/>
              <a:t>vértices</a:t>
            </a:r>
            <a:r>
              <a:rPr lang="en-US" sz="1800" dirty="0"/>
              <a:t> o </a:t>
            </a:r>
            <a:r>
              <a:rPr lang="en-US" sz="1800" dirty="0" err="1"/>
              <a:t>esquinas</a:t>
            </a:r>
            <a:r>
              <a:rPr lang="en-US" sz="1800" dirty="0"/>
              <a:t> del </a:t>
            </a:r>
            <a:r>
              <a:rPr lang="en-US" sz="1800" dirty="0" err="1"/>
              <a:t>polígono</a:t>
            </a:r>
            <a:r>
              <a:rPr lang="en-US" sz="1800" dirty="0"/>
              <a:t>.</a:t>
            </a:r>
          </a:p>
          <a:p>
            <a:r>
              <a:rPr lang="en-US" altLang="en-US" sz="1800" dirty="0" err="1"/>
              <a:t>Frecuentemente</a:t>
            </a:r>
            <a:r>
              <a:rPr lang="en-US" altLang="en-US" sz="1800" dirty="0"/>
              <a:t> la </a:t>
            </a:r>
            <a:r>
              <a:rPr lang="en-US" altLang="en-US" sz="1800" dirty="0" err="1"/>
              <a:t>solución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óptima</a:t>
            </a:r>
            <a:r>
              <a:rPr lang="en-US" altLang="en-US" sz="1800" dirty="0"/>
              <a:t> se </a:t>
            </a:r>
            <a:r>
              <a:rPr lang="en-US" altLang="en-US" sz="1800" dirty="0" err="1"/>
              <a:t>encuentra</a:t>
            </a:r>
            <a:r>
              <a:rPr lang="en-US" altLang="en-US" sz="1800" dirty="0"/>
              <a:t> en </a:t>
            </a:r>
            <a:r>
              <a:rPr lang="en-US" altLang="en-US" sz="1800" dirty="0" err="1"/>
              <a:t>uno</a:t>
            </a:r>
            <a:r>
              <a:rPr lang="en-US" altLang="en-US" sz="1800" dirty="0"/>
              <a:t> de </a:t>
            </a:r>
            <a:r>
              <a:rPr lang="en-US" altLang="en-US" sz="1800" dirty="0" err="1"/>
              <a:t>estos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puntos</a:t>
            </a:r>
            <a:r>
              <a:rPr lang="en-US" altLang="en-US" sz="1800" dirty="0"/>
              <a:t> </a:t>
            </a:r>
            <a:r>
              <a:rPr lang="en-US" altLang="en-US" sz="1800" dirty="0" err="1"/>
              <a:t>esquina</a:t>
            </a: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pic>
        <p:nvPicPr>
          <p:cNvPr id="27660" name="Picture 4" descr="02-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83299" y="1611278"/>
            <a:ext cx="4761821" cy="4599817"/>
          </a:xfrm>
          <a:noFill/>
        </p:spPr>
      </p:pic>
      <p:sp>
        <p:nvSpPr>
          <p:cNvPr id="27652" name="TextBox 10"/>
          <p:cNvSpPr txBox="1">
            <a:spLocks noChangeArrowheads="1"/>
          </p:cNvSpPr>
          <p:nvPr/>
        </p:nvSpPr>
        <p:spPr bwMode="auto">
          <a:xfrm>
            <a:off x="5956578" y="6157912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Coordenadas de solución óptima</a:t>
            </a:r>
          </a:p>
        </p:txBody>
      </p:sp>
      <p:sp>
        <p:nvSpPr>
          <p:cNvPr id="27655" name="TextBox 14"/>
          <p:cNvSpPr txBox="1">
            <a:spLocks noChangeArrowheads="1"/>
          </p:cNvSpPr>
          <p:nvPr/>
        </p:nvSpPr>
        <p:spPr bwMode="auto">
          <a:xfrm>
            <a:off x="7366000" y="5229225"/>
            <a:ext cx="3433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7658" name="TextBox 19"/>
          <p:cNvSpPr txBox="1">
            <a:spLocks noChangeArrowheads="1"/>
          </p:cNvSpPr>
          <p:nvPr/>
        </p:nvSpPr>
        <p:spPr bwMode="auto">
          <a:xfrm>
            <a:off x="8085138" y="5180013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Solución óptima</a:t>
            </a:r>
          </a:p>
        </p:txBody>
      </p:sp>
      <p:sp>
        <p:nvSpPr>
          <p:cNvPr id="28674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9350" y="1981200"/>
            <a:ext cx="4845050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400" dirty="0"/>
              <a:t>Max Z = $ 40x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$ 50x</a:t>
            </a:r>
            <a:r>
              <a:rPr lang="es-MX" altLang="en-US" sz="2400" baseline="-25000" dirty="0"/>
              <a:t>2</a:t>
            </a:r>
            <a:endParaRPr lang="es-MX" altLang="en-US" sz="2400" dirty="0"/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sujeto a: 1x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+ 2x</a:t>
            </a:r>
            <a:r>
              <a:rPr lang="es-MX" altLang="en-US" sz="2400" baseline="-25000" dirty="0"/>
              <a:t>2 </a:t>
            </a:r>
            <a:r>
              <a:rPr lang="es-MX" altLang="en-US" sz="2400" dirty="0">
                <a:sym typeface="Symbol" pitchFamily="18" charset="2"/>
              </a:rPr>
              <a:t>≤</a:t>
            </a:r>
            <a:r>
              <a:rPr lang="es-MX" altLang="en-US" sz="2400" dirty="0"/>
              <a:t> 40 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4x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 + 3x</a:t>
            </a:r>
            <a:r>
              <a:rPr lang="es-MX" altLang="en-US" sz="2400" baseline="-25000" dirty="0"/>
              <a:t>2 </a:t>
            </a:r>
            <a:r>
              <a:rPr lang="es-MX" altLang="en-US" sz="2400" dirty="0">
                <a:sym typeface="Symbol" pitchFamily="18" charset="2"/>
              </a:rPr>
              <a:t>≤</a:t>
            </a:r>
            <a:r>
              <a:rPr lang="es-MX" altLang="en-US" sz="2400" dirty="0"/>
              <a:t> 120</a:t>
            </a:r>
          </a:p>
          <a:p>
            <a:pPr>
              <a:buFont typeface="Wingdings" pitchFamily="2" charset="2"/>
              <a:buNone/>
            </a:pPr>
            <a:r>
              <a:rPr lang="es-MX" altLang="en-US" sz="2400" dirty="0"/>
              <a:t>		    X</a:t>
            </a:r>
            <a:r>
              <a:rPr lang="es-MX" altLang="en-US" sz="2400" baseline="-25000" dirty="0"/>
              <a:t>1</a:t>
            </a:r>
            <a:r>
              <a:rPr lang="es-MX" altLang="en-US" sz="2400" dirty="0"/>
              <a:t>, X</a:t>
            </a:r>
            <a:r>
              <a:rPr lang="es-MX" altLang="en-US" sz="2400" baseline="-25000" dirty="0"/>
              <a:t>2</a:t>
            </a:r>
            <a:r>
              <a:rPr lang="es-MX" altLang="en-US" sz="2400" dirty="0">
                <a:sym typeface="Symbol" pitchFamily="18" charset="2"/>
              </a:rPr>
              <a:t>≥</a:t>
            </a:r>
            <a:r>
              <a:rPr lang="es-MX" altLang="en-US" sz="2400" dirty="0"/>
              <a:t> 0</a:t>
            </a:r>
          </a:p>
          <a:p>
            <a:r>
              <a:rPr lang="en-US" sz="1800" dirty="0"/>
              <a:t>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extremos</a:t>
            </a:r>
            <a:r>
              <a:rPr lang="en-US" sz="1800" dirty="0"/>
              <a:t> a </a:t>
            </a:r>
            <a:r>
              <a:rPr lang="en-US" sz="1800" dirty="0" err="1"/>
              <a:t>veces</a:t>
            </a:r>
            <a:r>
              <a:rPr lang="en-US" sz="1800" dirty="0"/>
              <a:t> se </a:t>
            </a:r>
            <a:r>
              <a:rPr lang="en-US" sz="1800" dirty="0" err="1"/>
              <a:t>llaman</a:t>
            </a:r>
            <a:r>
              <a:rPr lang="en-US" sz="1800" dirty="0"/>
              <a:t> </a:t>
            </a:r>
            <a:r>
              <a:rPr lang="en-US" sz="1800" b="1" dirty="0" err="1"/>
              <a:t>puntos</a:t>
            </a:r>
            <a:r>
              <a:rPr lang="en-US" sz="1800" b="1" dirty="0"/>
              <a:t> </a:t>
            </a:r>
            <a:r>
              <a:rPr lang="en-US" sz="1800" b="1" dirty="0" err="1"/>
              <a:t>esquina</a:t>
            </a:r>
            <a:r>
              <a:rPr lang="en-US" sz="1800" dirty="0"/>
              <a:t>, </a:t>
            </a:r>
            <a:r>
              <a:rPr lang="en-US" sz="1800" dirty="0" err="1"/>
              <a:t>porque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la </a:t>
            </a:r>
            <a:r>
              <a:rPr lang="en-US" sz="1800" dirty="0" err="1"/>
              <a:t>región</a:t>
            </a:r>
            <a:r>
              <a:rPr lang="en-US" sz="1800" dirty="0"/>
              <a:t> </a:t>
            </a:r>
            <a:r>
              <a:rPr lang="en-US" sz="1800" dirty="0" err="1"/>
              <a:t>factible</a:t>
            </a:r>
            <a:r>
              <a:rPr lang="en-US" sz="1800" dirty="0"/>
              <a:t> </a:t>
            </a:r>
            <a:r>
              <a:rPr lang="en-US" sz="1800" dirty="0" err="1"/>
              <a:t>es</a:t>
            </a:r>
            <a:r>
              <a:rPr lang="en-US" sz="1800" dirty="0"/>
              <a:t> un </a:t>
            </a:r>
            <a:r>
              <a:rPr lang="en-US" sz="1800" dirty="0" err="1"/>
              <a:t>polígono</a:t>
            </a:r>
            <a:r>
              <a:rPr lang="en-US" sz="1800" dirty="0"/>
              <a:t>, los </a:t>
            </a:r>
            <a:r>
              <a:rPr lang="en-US" sz="1800" dirty="0" err="1"/>
              <a:t>puntos</a:t>
            </a:r>
            <a:r>
              <a:rPr lang="en-US" sz="1800" dirty="0"/>
              <a:t> </a:t>
            </a:r>
            <a:r>
              <a:rPr lang="en-US" sz="1800" dirty="0" err="1"/>
              <a:t>extremos</a:t>
            </a:r>
            <a:r>
              <a:rPr lang="en-US" sz="1800" dirty="0"/>
              <a:t> </a:t>
            </a:r>
            <a:r>
              <a:rPr lang="en-US" sz="1800" dirty="0" err="1"/>
              <a:t>serán</a:t>
            </a:r>
            <a:r>
              <a:rPr lang="en-US" sz="1800" dirty="0"/>
              <a:t> los </a:t>
            </a:r>
            <a:r>
              <a:rPr lang="en-US" sz="1800" dirty="0" err="1"/>
              <a:t>vértices</a:t>
            </a:r>
            <a:r>
              <a:rPr lang="en-US" sz="1800" dirty="0"/>
              <a:t> o </a:t>
            </a:r>
            <a:r>
              <a:rPr lang="en-US" sz="1800" dirty="0" err="1"/>
              <a:t>esquinas</a:t>
            </a:r>
            <a:r>
              <a:rPr lang="en-US" sz="1800" dirty="0"/>
              <a:t> del </a:t>
            </a:r>
            <a:r>
              <a:rPr lang="en-US" sz="1800" dirty="0" err="1"/>
              <a:t>polígono</a:t>
            </a:r>
            <a:r>
              <a:rPr lang="en-US" sz="1800" dirty="0"/>
              <a:t>.</a:t>
            </a:r>
          </a:p>
          <a:p>
            <a:r>
              <a:rPr lang="en-US" altLang="en-US" sz="1800" dirty="0" err="1"/>
              <a:t>Frecuentemente</a:t>
            </a:r>
            <a:r>
              <a:rPr lang="en-US" altLang="en-US" sz="1800" dirty="0"/>
              <a:t> la </a:t>
            </a:r>
            <a:r>
              <a:rPr lang="en-US" altLang="en-US" sz="1800" dirty="0" err="1"/>
              <a:t>solución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óptima</a:t>
            </a:r>
            <a:r>
              <a:rPr lang="en-US" altLang="en-US" sz="1800" dirty="0"/>
              <a:t> se </a:t>
            </a:r>
            <a:r>
              <a:rPr lang="en-US" altLang="en-US" sz="1800" dirty="0" err="1"/>
              <a:t>encuentra</a:t>
            </a:r>
            <a:r>
              <a:rPr lang="en-US" altLang="en-US" sz="1800" dirty="0"/>
              <a:t> en </a:t>
            </a:r>
            <a:r>
              <a:rPr lang="en-US" altLang="en-US" sz="1800" dirty="0" err="1"/>
              <a:t>uno</a:t>
            </a:r>
            <a:r>
              <a:rPr lang="en-US" altLang="en-US" sz="1800" dirty="0"/>
              <a:t> de </a:t>
            </a:r>
            <a:r>
              <a:rPr lang="en-US" altLang="en-US" sz="1800" dirty="0" err="1"/>
              <a:t>estos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puntos</a:t>
            </a:r>
            <a:r>
              <a:rPr lang="en-US" altLang="en-US" sz="1800" dirty="0"/>
              <a:t> </a:t>
            </a:r>
            <a:r>
              <a:rPr lang="en-US" altLang="en-US" sz="1800" dirty="0" err="1"/>
              <a:t>esquina</a:t>
            </a:r>
            <a:endParaRPr lang="es-MX" altLang="en-US" sz="24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pic>
        <p:nvPicPr>
          <p:cNvPr id="28677" name="Picture 4" descr="02-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95999" y="1611278"/>
            <a:ext cx="4749121" cy="4587549"/>
          </a:xfrm>
          <a:noFill/>
        </p:spPr>
      </p:pic>
      <p:sp>
        <p:nvSpPr>
          <p:cNvPr id="28676" name="TextBox 10"/>
          <p:cNvSpPr txBox="1">
            <a:spLocks noChangeArrowheads="1"/>
          </p:cNvSpPr>
          <p:nvPr/>
        </p:nvSpPr>
        <p:spPr bwMode="auto">
          <a:xfrm>
            <a:off x="5994400" y="6198827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Soluciones en todos los puntos esquina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/>
              <a:t>Solución gráfica de PL – Solución óptima</a:t>
            </a:r>
          </a:p>
        </p:txBody>
      </p:sp>
      <p:sp>
        <p:nvSpPr>
          <p:cNvPr id="30722" name="Rectangle 8"/>
          <p:cNvSpPr>
            <a:spLocks noGrp="1" noChangeArrowheads="1"/>
          </p:cNvSpPr>
          <p:nvPr>
            <p:ph sz="half" idx="1"/>
          </p:nvPr>
        </p:nvSpPr>
        <p:spPr>
          <a:xfrm>
            <a:off x="1143248" y="1981200"/>
            <a:ext cx="4851152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MX" altLang="en-US" sz="2000" dirty="0"/>
              <a:t>Max Z = $ 40x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 + $ 50x</a:t>
            </a:r>
            <a:r>
              <a:rPr lang="es-MX" altLang="en-US" sz="2000" baseline="-25000" dirty="0"/>
              <a:t>2 </a:t>
            </a:r>
            <a:r>
              <a:rPr lang="es-MX" altLang="en-US" sz="2000" dirty="0"/>
              <a:t>+ S</a:t>
            </a:r>
            <a:r>
              <a:rPr lang="es-MX" altLang="en-US" sz="2000" baseline="-25000" dirty="0"/>
              <a:t>1 </a:t>
            </a:r>
            <a:r>
              <a:rPr lang="es-MX" altLang="en-US" sz="2000" dirty="0"/>
              <a:t>+ S</a:t>
            </a:r>
            <a:r>
              <a:rPr lang="es-MX" altLang="en-US" sz="2000" baseline="-25000" dirty="0"/>
              <a:t>2 </a:t>
            </a:r>
            <a:endParaRPr lang="es-MX" altLang="en-US" sz="2000" dirty="0"/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sujeto a: </a:t>
            </a:r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		1x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 + 2x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 + S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 = 40 </a:t>
            </a:r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		4x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 + 3x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 + S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 =120</a:t>
            </a:r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		</a:t>
            </a:r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= Número de tazones</a:t>
            </a:r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= Número de tazas</a:t>
            </a:r>
          </a:p>
          <a:p>
            <a:pPr>
              <a:buFont typeface="Wingdings" pitchFamily="2" charset="2"/>
              <a:buNone/>
            </a:pPr>
            <a:r>
              <a:rPr lang="es-MX" altLang="en-US" sz="2000" dirty="0"/>
              <a:t> S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, S</a:t>
            </a:r>
            <a:r>
              <a:rPr lang="es-MX" altLang="en-US" sz="2000" baseline="-25000" dirty="0"/>
              <a:t>2 </a:t>
            </a:r>
            <a:r>
              <a:rPr lang="es-MX" altLang="en-US" sz="2000" dirty="0">
                <a:sym typeface="Symbol" pitchFamily="18" charset="2"/>
              </a:rPr>
              <a:t>son variables de holgura</a:t>
            </a:r>
            <a:endParaRPr lang="es-MX" altLang="en-US" sz="2000" dirty="0"/>
          </a:p>
          <a:p>
            <a:pPr algn="ctr">
              <a:buFont typeface="Wingdings" pitchFamily="2" charset="2"/>
              <a:buNone/>
            </a:pPr>
            <a:endParaRPr lang="es-MX" altLang="en-US" sz="2400" dirty="0"/>
          </a:p>
        </p:txBody>
      </p:sp>
      <p:pic>
        <p:nvPicPr>
          <p:cNvPr id="30725" name="Picture 4" descr="02-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96000" y="1611277"/>
            <a:ext cx="4851152" cy="4680213"/>
          </a:xfrm>
          <a:noFill/>
        </p:spPr>
      </p:pic>
      <p:sp>
        <p:nvSpPr>
          <p:cNvPr id="30724" name="TextBox 10"/>
          <p:cNvSpPr txBox="1">
            <a:spLocks noChangeArrowheads="1"/>
          </p:cNvSpPr>
          <p:nvPr/>
        </p:nvSpPr>
        <p:spPr bwMode="auto">
          <a:xfrm>
            <a:off x="5994400" y="6239431"/>
            <a:ext cx="484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>
                <a:solidFill>
                  <a:schemeClr val="bg1"/>
                </a:solidFill>
              </a:rPr>
              <a:t>Puntos de solución A, B y C con holgura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722987969"/>
              </p:ext>
            </p:extLst>
          </p:nvPr>
        </p:nvGraphicFramePr>
        <p:xfrm>
          <a:off x="1799080" y="2696635"/>
          <a:ext cx="6257969" cy="3143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7981963" y="4000506"/>
            <a:ext cx="172515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80" b="1" dirty="0">
                <a:solidFill>
                  <a:schemeClr val="accent3"/>
                </a:solidFill>
                <a:latin typeface="Broadway" pitchFamily="82" charset="0"/>
              </a:rPr>
              <a:t>Cómo??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667768" y="5214951"/>
            <a:ext cx="172515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80" b="1" dirty="0">
                <a:solidFill>
                  <a:schemeClr val="accent3"/>
                </a:solidFill>
                <a:latin typeface="Broadway" pitchFamily="82" charset="0"/>
              </a:rPr>
              <a:t>Cómo??</a:t>
            </a:r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F031587B-312D-8BE8-4DB4-D8F44B1B7BC1}"/>
              </a:ext>
            </a:extLst>
          </p:cNvPr>
          <p:cNvSpPr txBox="1">
            <a:spLocks/>
          </p:cNvSpPr>
          <p:nvPr/>
        </p:nvSpPr>
        <p:spPr>
          <a:xfrm>
            <a:off x="519204" y="853410"/>
            <a:ext cx="7132320" cy="328997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100" baseline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dirty="0">
                <a:latin typeface="Aptos Black" panose="020B0004020202020204" pitchFamily="34" charset="0"/>
              </a:rPr>
              <a:t>Método Gráfico (resumen)</a:t>
            </a:r>
          </a:p>
        </p:txBody>
      </p:sp>
      <p:sp>
        <p:nvSpPr>
          <p:cNvPr id="8" name="2 Marcador de contenido">
            <a:extLst>
              <a:ext uri="{FF2B5EF4-FFF2-40B4-BE49-F238E27FC236}">
                <a16:creationId xmlns:a16="http://schemas.microsoft.com/office/drawing/2014/main" id="{5EF7079E-936E-962A-32F7-F7028C9F7877}"/>
              </a:ext>
            </a:extLst>
          </p:cNvPr>
          <p:cNvSpPr txBox="1">
            <a:spLocks/>
          </p:cNvSpPr>
          <p:nvPr/>
        </p:nvSpPr>
        <p:spPr>
          <a:xfrm>
            <a:off x="276069" y="1747157"/>
            <a:ext cx="7009449" cy="442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646" indent="0">
              <a:buFont typeface="Arial" panose="020B0604020202020204" pitchFamily="34" charset="0"/>
              <a:buNone/>
            </a:pPr>
            <a:r>
              <a:rPr lang="es-MX" sz="2400" dirty="0">
                <a:solidFill>
                  <a:schemeClr val="tx2"/>
                </a:solidFill>
                <a:latin typeface="Aptos Black" panose="020B0004020202020204" pitchFamily="34" charset="0"/>
              </a:rPr>
              <a:t>Definición del espacio de soluciones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4" grpId="1">
        <p:bldAsOne/>
      </p:bldGraphic>
      <p:bldGraphic spid="4" grpId="2">
        <p:bldAsOne/>
      </p:bldGraphic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9204" y="853410"/>
            <a:ext cx="7132320" cy="3289971"/>
          </a:xfrm>
        </p:spPr>
        <p:txBody>
          <a:bodyPr/>
          <a:lstStyle/>
          <a:p>
            <a:r>
              <a:rPr lang="es-MX" dirty="0">
                <a:latin typeface="Aptos Black" panose="020B0004020202020204" pitchFamily="34" charset="0"/>
              </a:rPr>
              <a:t>Método Gráfico (resumen) …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bIns="0" rtlCol="0" anchor="b"/>
          <a:lstStyle>
            <a:defPPr>
              <a:defRPr lang="es-E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tint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32</a:t>
            </a:fld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276069" y="1747157"/>
            <a:ext cx="7009449" cy="4429806"/>
          </a:xfrm>
        </p:spPr>
        <p:txBody>
          <a:bodyPr>
            <a:normAutofit/>
          </a:bodyPr>
          <a:lstStyle/>
          <a:p>
            <a:pPr marL="142646" indent="0">
              <a:buNone/>
            </a:pPr>
            <a:r>
              <a:rPr lang="es-MX" sz="2400" dirty="0">
                <a:solidFill>
                  <a:schemeClr val="tx2"/>
                </a:solidFill>
                <a:latin typeface="Aptos Black" panose="020B0004020202020204" pitchFamily="34" charset="0"/>
              </a:rPr>
              <a:t>Determinación de la solución óptima </a:t>
            </a: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836254597"/>
              </p:ext>
            </p:extLst>
          </p:nvPr>
        </p:nvGraphicFramePr>
        <p:xfrm>
          <a:off x="1295366" y="2786058"/>
          <a:ext cx="7715304" cy="3357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8061680" y="3088399"/>
            <a:ext cx="172515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80" b="1" dirty="0">
                <a:solidFill>
                  <a:schemeClr val="accent3"/>
                </a:solidFill>
                <a:latin typeface="Broadway" pitchFamily="82" charset="0"/>
              </a:rPr>
              <a:t>Cómo??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9525026" y="5286389"/>
            <a:ext cx="239090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80" b="1" dirty="0">
                <a:solidFill>
                  <a:schemeClr val="accent3"/>
                </a:solidFill>
                <a:latin typeface="Broadway" pitchFamily="82" charset="0"/>
              </a:rPr>
              <a:t>Punto o línea?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8753494" y="4143381"/>
            <a:ext cx="172515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80" b="1" dirty="0">
                <a:solidFill>
                  <a:schemeClr val="accent3"/>
                </a:solidFill>
                <a:latin typeface="Broadway" pitchFamily="82" charset="0"/>
              </a:rPr>
              <a:t>Cómo??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1872</TotalTime>
  <Words>2913</Words>
  <Application>Microsoft Office PowerPoint</Application>
  <PresentationFormat>Widescreen</PresentationFormat>
  <Paragraphs>505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Abadi</vt:lpstr>
      <vt:lpstr>Aptos</vt:lpstr>
      <vt:lpstr>Aptos Black</vt:lpstr>
      <vt:lpstr>Aptos Display</vt:lpstr>
      <vt:lpstr>Arial</vt:lpstr>
      <vt:lpstr>Arial Nova</vt:lpstr>
      <vt:lpstr>Broadway</vt:lpstr>
      <vt:lpstr>Calibri</vt:lpstr>
      <vt:lpstr>Cambria Math</vt:lpstr>
      <vt:lpstr>Symbol</vt:lpstr>
      <vt:lpstr>Times New Roman</vt:lpstr>
      <vt:lpstr>Wingdings</vt:lpstr>
      <vt:lpstr>Tema1</vt:lpstr>
      <vt:lpstr>Solución de un Problema de Programación Lineal</vt:lpstr>
      <vt:lpstr>Métodos de Solución - Contenido</vt:lpstr>
      <vt:lpstr>Método Gráfico</vt:lpstr>
      <vt:lpstr>Plano Cartesiano</vt:lpstr>
      <vt:lpstr>Graficar restricciones</vt:lpstr>
      <vt:lpstr>Graficar restricciones</vt:lpstr>
      <vt:lpstr>Graficar restricciones</vt:lpstr>
      <vt:lpstr>Graficar restricciones</vt:lpstr>
      <vt:lpstr>Región factible</vt:lpstr>
      <vt:lpstr>Graficar función objetivo</vt:lpstr>
      <vt:lpstr>PowerPoint Presentation</vt:lpstr>
      <vt:lpstr>PowerPoint Presentation</vt:lpstr>
      <vt:lpstr>Problema PL</vt:lpstr>
      <vt:lpstr>Problema PL</vt:lpstr>
      <vt:lpstr>Problema PL</vt:lpstr>
      <vt:lpstr>Problema PL</vt:lpstr>
      <vt:lpstr>Ejercicio</vt:lpstr>
      <vt:lpstr>Solución</vt:lpstr>
      <vt:lpstr>Otro ejemplo del método de solución gráfico</vt:lpstr>
      <vt:lpstr>Primero, modelemos el problema de Programación Lineal</vt:lpstr>
      <vt:lpstr>Otro ejemplo del método de solución gráfico</vt:lpstr>
      <vt:lpstr>Solución gráfica de PL</vt:lpstr>
      <vt:lpstr>Solución gráfica de PL</vt:lpstr>
      <vt:lpstr>Solución gráfica de PL – Región factible</vt:lpstr>
      <vt:lpstr>Solución gráfica de PL – Solución óptima</vt:lpstr>
      <vt:lpstr>Solución gráfica de PL – Solución óptima</vt:lpstr>
      <vt:lpstr>Solución gráfica de PL – Solución óptima</vt:lpstr>
      <vt:lpstr>Solución gráfica de PL – Solución óptima</vt:lpstr>
      <vt:lpstr>Solución gráfica de PL – Solución óptima</vt:lpstr>
      <vt:lpstr>Solución gráfica de PL – Solución óptima</vt:lpstr>
      <vt:lpstr>PowerPoint Presentation</vt:lpstr>
      <vt:lpstr>Método Gráfico (resumen)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2</cp:revision>
  <dcterms:created xsi:type="dcterms:W3CDTF">2023-10-30T18:22:20Z</dcterms:created>
  <dcterms:modified xsi:type="dcterms:W3CDTF">2025-02-18T18:03:58Z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