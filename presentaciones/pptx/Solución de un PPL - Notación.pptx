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9"/>
  </p:notesMasterIdLst>
  <p:handoutMasterIdLst>
    <p:handoutMasterId r:id="rId20"/>
  </p:handoutMasterIdLst>
  <p:sldIdLst>
    <p:sldId id="350" r:id="rId5"/>
    <p:sldId id="346" r:id="rId6"/>
    <p:sldId id="462" r:id="rId7"/>
    <p:sldId id="320" r:id="rId8"/>
    <p:sldId id="321" r:id="rId9"/>
    <p:sldId id="322" r:id="rId10"/>
    <p:sldId id="463" r:id="rId11"/>
    <p:sldId id="334" r:id="rId12"/>
    <p:sldId id="319" r:id="rId13"/>
    <p:sldId id="324" r:id="rId14"/>
    <p:sldId id="325" r:id="rId15"/>
    <p:sldId id="326" r:id="rId16"/>
    <p:sldId id="327" r:id="rId17"/>
    <p:sldId id="318" r:id="rId18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59" d="100"/>
          <a:sy n="59" d="100"/>
        </p:scale>
        <p:origin x="852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3" d="100"/>
        <a:sy n="83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y Díaz Ramírez" userId="df7d83af-54c1-43f9-a4ec-fea9744b3563" providerId="ADAL" clId="{3BBA35F7-7689-49C6-8938-C98689E3AC50}"/>
    <pc:docChg chg="undo custSel addSld delSld modSld modMainMaster">
      <pc:chgData name="Jenny Díaz Ramírez" userId="df7d83af-54c1-43f9-a4ec-fea9744b3563" providerId="ADAL" clId="{3BBA35F7-7689-49C6-8938-C98689E3AC50}" dt="2025-02-14T18:39:45.800" v="765" actId="2711"/>
      <pc:docMkLst>
        <pc:docMk/>
      </pc:docMkLst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60"/>
        </pc:sldMkLst>
      </pc:sldChg>
      <pc:sldChg chg="del">
        <pc:chgData name="Jenny Díaz Ramírez" userId="df7d83af-54c1-43f9-a4ec-fea9744b3563" providerId="ADAL" clId="{3BBA35F7-7689-49C6-8938-C98689E3AC50}" dt="2025-02-14T18:39:26.853" v="762" actId="47"/>
        <pc:sldMkLst>
          <pc:docMk/>
          <pc:sldMk cId="0" sldId="261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0" sldId="266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4053190045" sldId="272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73"/>
        </pc:sldMkLst>
      </pc:sldChg>
      <pc:sldChg chg="del">
        <pc:chgData name="Jenny Díaz Ramírez" userId="df7d83af-54c1-43f9-a4ec-fea9744b3563" providerId="ADAL" clId="{3BBA35F7-7689-49C6-8938-C98689E3AC50}" dt="2025-02-14T18:39:25.347" v="761" actId="47"/>
        <pc:sldMkLst>
          <pc:docMk/>
          <pc:sldMk cId="1762163509" sldId="275"/>
        </pc:sldMkLst>
      </pc:sldChg>
      <pc:sldChg chg="del">
        <pc:chgData name="Jenny Díaz Ramírez" userId="df7d83af-54c1-43f9-a4ec-fea9744b3563" providerId="ADAL" clId="{3BBA35F7-7689-49C6-8938-C98689E3AC50}" dt="2025-02-14T18:39:25.347" v="761" actId="47"/>
        <pc:sldMkLst>
          <pc:docMk/>
          <pc:sldMk cId="1999810849" sldId="276"/>
        </pc:sldMkLst>
      </pc:sldChg>
      <pc:sldChg chg="del">
        <pc:chgData name="Jenny Díaz Ramírez" userId="df7d83af-54c1-43f9-a4ec-fea9744b3563" providerId="ADAL" clId="{3BBA35F7-7689-49C6-8938-C98689E3AC50}" dt="2025-02-14T18:39:25.347" v="761" actId="47"/>
        <pc:sldMkLst>
          <pc:docMk/>
          <pc:sldMk cId="2595540467" sldId="277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83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85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86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87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0" sldId="288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0" sldId="289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0" sldId="290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92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0" sldId="294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2725073709" sldId="299"/>
        </pc:sldMkLst>
      </pc:sldChg>
      <pc:sldChg chg="modSp add mod">
        <pc:chgData name="Jenny Díaz Ramírez" userId="df7d83af-54c1-43f9-a4ec-fea9744b3563" providerId="ADAL" clId="{3BBA35F7-7689-49C6-8938-C98689E3AC50}" dt="2025-02-14T18:38:39.628" v="758" actId="27636"/>
        <pc:sldMkLst>
          <pc:docMk/>
          <pc:sldMk cId="1507004057" sldId="318"/>
        </pc:sldMkLst>
        <pc:spChg chg="mod">
          <ac:chgData name="Jenny Díaz Ramírez" userId="df7d83af-54c1-43f9-a4ec-fea9744b3563" providerId="ADAL" clId="{3BBA35F7-7689-49C6-8938-C98689E3AC50}" dt="2025-02-14T18:38:39.628" v="758" actId="27636"/>
          <ac:spMkLst>
            <pc:docMk/>
            <pc:sldMk cId="1507004057" sldId="318"/>
            <ac:spMk id="3" creationId="{B2A0B253-49D1-D66A-4101-F07A5CD125D6}"/>
          </ac:spMkLst>
        </pc:spChg>
      </pc:sldChg>
      <pc:sldChg chg="modSp add mod">
        <pc:chgData name="Jenny Díaz Ramírez" userId="df7d83af-54c1-43f9-a4ec-fea9744b3563" providerId="ADAL" clId="{3BBA35F7-7689-49C6-8938-C98689E3AC50}" dt="2025-02-14T18:27:55.240" v="505" actId="1076"/>
        <pc:sldMkLst>
          <pc:docMk/>
          <pc:sldMk cId="2991445481" sldId="319"/>
        </pc:sldMkLst>
        <pc:spChg chg="mod">
          <ac:chgData name="Jenny Díaz Ramírez" userId="df7d83af-54c1-43f9-a4ec-fea9744b3563" providerId="ADAL" clId="{3BBA35F7-7689-49C6-8938-C98689E3AC50}" dt="2025-02-14T18:27:55.240" v="505" actId="1076"/>
          <ac:spMkLst>
            <pc:docMk/>
            <pc:sldMk cId="2991445481" sldId="319"/>
            <ac:spMk id="2" creationId="{C6247AF6-310B-3884-DDA6-81562F24F5E0}"/>
          </ac:spMkLst>
        </pc:spChg>
        <pc:spChg chg="mod">
          <ac:chgData name="Jenny Díaz Ramírez" userId="df7d83af-54c1-43f9-a4ec-fea9744b3563" providerId="ADAL" clId="{3BBA35F7-7689-49C6-8938-C98689E3AC50}" dt="2025-02-14T18:27:14.654" v="500" actId="20577"/>
          <ac:spMkLst>
            <pc:docMk/>
            <pc:sldMk cId="2991445481" sldId="319"/>
            <ac:spMk id="3" creationId="{DC8DAEA6-3580-73AD-7701-78E0863EE914}"/>
          </ac:spMkLst>
        </pc:spChg>
        <pc:spChg chg="mod">
          <ac:chgData name="Jenny Díaz Ramírez" userId="df7d83af-54c1-43f9-a4ec-fea9744b3563" providerId="ADAL" clId="{3BBA35F7-7689-49C6-8938-C98689E3AC50}" dt="2025-02-14T18:27:18.906" v="501" actId="1076"/>
          <ac:spMkLst>
            <pc:docMk/>
            <pc:sldMk cId="2991445481" sldId="319"/>
            <ac:spMk id="5" creationId="{185FE28A-C7EC-A08B-F73E-CCDA579FFDF9}"/>
          </ac:spMkLst>
        </pc:spChg>
        <pc:spChg chg="mod">
          <ac:chgData name="Jenny Díaz Ramírez" userId="df7d83af-54c1-43f9-a4ec-fea9744b3563" providerId="ADAL" clId="{3BBA35F7-7689-49C6-8938-C98689E3AC50}" dt="2025-02-14T18:27:27.647" v="503" actId="1076"/>
          <ac:spMkLst>
            <pc:docMk/>
            <pc:sldMk cId="2991445481" sldId="319"/>
            <ac:spMk id="6" creationId="{CA3FF13D-2ED3-7410-A057-9659965AED0C}"/>
          </ac:spMkLst>
        </pc:spChg>
        <pc:spChg chg="mod">
          <ac:chgData name="Jenny Díaz Ramírez" userId="df7d83af-54c1-43f9-a4ec-fea9744b3563" providerId="ADAL" clId="{3BBA35F7-7689-49C6-8938-C98689E3AC50}" dt="2025-02-14T18:27:23.784" v="502" actId="1076"/>
          <ac:spMkLst>
            <pc:docMk/>
            <pc:sldMk cId="2991445481" sldId="319"/>
            <ac:spMk id="7" creationId="{017B7078-30CC-79AF-A4B3-F41AD44DEFBA}"/>
          </ac:spMkLst>
        </pc:spChg>
        <pc:spChg chg="mod">
          <ac:chgData name="Jenny Díaz Ramírez" userId="df7d83af-54c1-43f9-a4ec-fea9744b3563" providerId="ADAL" clId="{3BBA35F7-7689-49C6-8938-C98689E3AC50}" dt="2025-02-14T18:26:47.016" v="491" actId="207"/>
          <ac:spMkLst>
            <pc:docMk/>
            <pc:sldMk cId="2991445481" sldId="319"/>
            <ac:spMk id="10" creationId="{0649D9E4-C034-20DC-16AF-AF9ABD6FE2E5}"/>
          </ac:spMkLst>
        </pc:spChg>
        <pc:spChg chg="mod">
          <ac:chgData name="Jenny Díaz Ramírez" userId="df7d83af-54c1-43f9-a4ec-fea9744b3563" providerId="ADAL" clId="{3BBA35F7-7689-49C6-8938-C98689E3AC50}" dt="2025-02-14T18:26:47.016" v="491" actId="207"/>
          <ac:spMkLst>
            <pc:docMk/>
            <pc:sldMk cId="2991445481" sldId="319"/>
            <ac:spMk id="11" creationId="{0038C8A9-17BD-90DD-E993-7463490652BB}"/>
          </ac:spMkLst>
        </pc:spChg>
        <pc:spChg chg="mod">
          <ac:chgData name="Jenny Díaz Ramírez" userId="df7d83af-54c1-43f9-a4ec-fea9744b3563" providerId="ADAL" clId="{3BBA35F7-7689-49C6-8938-C98689E3AC50}" dt="2025-02-14T18:26:47.016" v="491" actId="207"/>
          <ac:spMkLst>
            <pc:docMk/>
            <pc:sldMk cId="2991445481" sldId="319"/>
            <ac:spMk id="12" creationId="{6BA59223-95CC-BBEE-75F3-1FDB6C74E318}"/>
          </ac:spMkLst>
        </pc:spChg>
        <pc:spChg chg="mod">
          <ac:chgData name="Jenny Díaz Ramírez" userId="df7d83af-54c1-43f9-a4ec-fea9744b3563" providerId="ADAL" clId="{3BBA35F7-7689-49C6-8938-C98689E3AC50}" dt="2025-02-14T18:27:04.507" v="497" actId="207"/>
          <ac:spMkLst>
            <pc:docMk/>
            <pc:sldMk cId="2991445481" sldId="319"/>
            <ac:spMk id="13" creationId="{9159016B-1333-AA3D-9672-795460C892F8}"/>
          </ac:spMkLst>
        </pc:spChg>
      </pc:sldChg>
      <pc:sldChg chg="modSp add mod">
        <pc:chgData name="Jenny Díaz Ramírez" userId="df7d83af-54c1-43f9-a4ec-fea9744b3563" providerId="ADAL" clId="{3BBA35F7-7689-49C6-8938-C98689E3AC50}" dt="2025-02-14T18:17:10.484" v="394" actId="27636"/>
        <pc:sldMkLst>
          <pc:docMk/>
          <pc:sldMk cId="1792991897" sldId="320"/>
        </pc:sldMkLst>
        <pc:spChg chg="mod">
          <ac:chgData name="Jenny Díaz Ramírez" userId="df7d83af-54c1-43f9-a4ec-fea9744b3563" providerId="ADAL" clId="{3BBA35F7-7689-49C6-8938-C98689E3AC50}" dt="2025-02-14T18:17:10.484" v="394" actId="27636"/>
          <ac:spMkLst>
            <pc:docMk/>
            <pc:sldMk cId="1792991897" sldId="320"/>
            <ac:spMk id="3" creationId="{DC8DAEA6-3580-73AD-7701-78E0863EE914}"/>
          </ac:spMkLst>
        </pc:spChg>
      </pc:sldChg>
      <pc:sldChg chg="addSp delSp modSp add mod">
        <pc:chgData name="Jenny Díaz Ramírez" userId="df7d83af-54c1-43f9-a4ec-fea9744b3563" providerId="ADAL" clId="{3BBA35F7-7689-49C6-8938-C98689E3AC50}" dt="2025-02-14T18:21:18.180" v="463" actId="403"/>
        <pc:sldMkLst>
          <pc:docMk/>
          <pc:sldMk cId="4099253287" sldId="321"/>
        </pc:sldMkLst>
        <pc:spChg chg="mod">
          <ac:chgData name="Jenny Díaz Ramírez" userId="df7d83af-54c1-43f9-a4ec-fea9744b3563" providerId="ADAL" clId="{3BBA35F7-7689-49C6-8938-C98689E3AC50}" dt="2025-02-14T18:21:18.180" v="463" actId="403"/>
          <ac:spMkLst>
            <pc:docMk/>
            <pc:sldMk cId="4099253287" sldId="321"/>
            <ac:spMk id="3" creationId="{D831BD0A-0761-E126-AB7A-77833E07346C}"/>
          </ac:spMkLst>
        </pc:spChg>
        <pc:picChg chg="add del mod">
          <ac:chgData name="Jenny Díaz Ramírez" userId="df7d83af-54c1-43f9-a4ec-fea9744b3563" providerId="ADAL" clId="{3BBA35F7-7689-49C6-8938-C98689E3AC50}" dt="2025-02-14T18:21:02.511" v="454" actId="1076"/>
          <ac:picMkLst>
            <pc:docMk/>
            <pc:sldMk cId="4099253287" sldId="321"/>
            <ac:picMk id="7" creationId="{07C13288-D0C8-794C-CAB3-4993C5223A06}"/>
          </ac:picMkLst>
        </pc:picChg>
      </pc:sldChg>
      <pc:sldChg chg="modSp add mod">
        <pc:chgData name="Jenny Díaz Ramírez" userId="df7d83af-54c1-43f9-a4ec-fea9744b3563" providerId="ADAL" clId="{3BBA35F7-7689-49C6-8938-C98689E3AC50}" dt="2025-02-14T18:21:39.740" v="465" actId="14100"/>
        <pc:sldMkLst>
          <pc:docMk/>
          <pc:sldMk cId="3829381081" sldId="322"/>
        </pc:sldMkLst>
        <pc:spChg chg="mod">
          <ac:chgData name="Jenny Díaz Ramírez" userId="df7d83af-54c1-43f9-a4ec-fea9744b3563" providerId="ADAL" clId="{3BBA35F7-7689-49C6-8938-C98689E3AC50}" dt="2025-02-14T18:21:39.740" v="465" actId="14100"/>
          <ac:spMkLst>
            <pc:docMk/>
            <pc:sldMk cId="3829381081" sldId="322"/>
            <ac:spMk id="3" creationId="{D831BD0A-0761-E126-AB7A-77833E07346C}"/>
          </ac:spMkLst>
        </pc:spChg>
      </pc:sldChg>
      <pc:sldChg chg="add del">
        <pc:chgData name="Jenny Díaz Ramírez" userId="df7d83af-54c1-43f9-a4ec-fea9744b3563" providerId="ADAL" clId="{3BBA35F7-7689-49C6-8938-C98689E3AC50}" dt="2025-02-14T18:25:43.782" v="484" actId="47"/>
        <pc:sldMkLst>
          <pc:docMk/>
          <pc:sldMk cId="2604061674" sldId="323"/>
        </pc:sldMkLst>
      </pc:sldChg>
      <pc:sldChg chg="modSp add mod">
        <pc:chgData name="Jenny Díaz Ramírez" userId="df7d83af-54c1-43f9-a4ec-fea9744b3563" providerId="ADAL" clId="{3BBA35F7-7689-49C6-8938-C98689E3AC50}" dt="2025-02-14T18:28:14.985" v="508" actId="404"/>
        <pc:sldMkLst>
          <pc:docMk/>
          <pc:sldMk cId="2181993696" sldId="324"/>
        </pc:sldMkLst>
        <pc:spChg chg="mod">
          <ac:chgData name="Jenny Díaz Ramírez" userId="df7d83af-54c1-43f9-a4ec-fea9744b3563" providerId="ADAL" clId="{3BBA35F7-7689-49C6-8938-C98689E3AC50}" dt="2025-02-14T18:28:14.985" v="508" actId="404"/>
          <ac:spMkLst>
            <pc:docMk/>
            <pc:sldMk cId="2181993696" sldId="324"/>
            <ac:spMk id="3" creationId="{C085B294-ED9B-3AA7-EA26-BEA8731980C7}"/>
          </ac:spMkLst>
        </pc:spChg>
        <pc:spChg chg="mod">
          <ac:chgData name="Jenny Díaz Ramírez" userId="df7d83af-54c1-43f9-a4ec-fea9744b3563" providerId="ADAL" clId="{3BBA35F7-7689-49C6-8938-C98689E3AC50}" dt="2025-02-14T18:28:05.522" v="506" actId="207"/>
          <ac:spMkLst>
            <pc:docMk/>
            <pc:sldMk cId="2181993696" sldId="324"/>
            <ac:spMk id="4" creationId="{09C965FA-0752-68C9-2B67-EC6BA9FF7EEE}"/>
          </ac:spMkLst>
        </pc:spChg>
      </pc:sldChg>
      <pc:sldChg chg="modSp add mod">
        <pc:chgData name="Jenny Díaz Ramírez" userId="df7d83af-54c1-43f9-a4ec-fea9744b3563" providerId="ADAL" clId="{3BBA35F7-7689-49C6-8938-C98689E3AC50}" dt="2025-02-14T18:28:48.414" v="513" actId="207"/>
        <pc:sldMkLst>
          <pc:docMk/>
          <pc:sldMk cId="1425488708" sldId="325"/>
        </pc:sldMkLst>
        <pc:spChg chg="mod">
          <ac:chgData name="Jenny Díaz Ramírez" userId="df7d83af-54c1-43f9-a4ec-fea9744b3563" providerId="ADAL" clId="{3BBA35F7-7689-49C6-8938-C98689E3AC50}" dt="2025-02-14T18:28:28" v="511" actId="20577"/>
          <ac:spMkLst>
            <pc:docMk/>
            <pc:sldMk cId="1425488708" sldId="325"/>
            <ac:spMk id="3" creationId="{C085B294-ED9B-3AA7-EA26-BEA8731980C7}"/>
          </ac:spMkLst>
        </pc:spChg>
        <pc:spChg chg="mod">
          <ac:chgData name="Jenny Díaz Ramírez" userId="df7d83af-54c1-43f9-a4ec-fea9744b3563" providerId="ADAL" clId="{3BBA35F7-7689-49C6-8938-C98689E3AC50}" dt="2025-02-14T18:28:48.414" v="513" actId="207"/>
          <ac:spMkLst>
            <pc:docMk/>
            <pc:sldMk cId="1425488708" sldId="325"/>
            <ac:spMk id="5" creationId="{DF373F69-E6C6-5A3F-4C08-F779E67E0DB6}"/>
          </ac:spMkLst>
        </pc:spChg>
        <pc:spChg chg="mod">
          <ac:chgData name="Jenny Díaz Ramírez" userId="df7d83af-54c1-43f9-a4ec-fea9744b3563" providerId="ADAL" clId="{3BBA35F7-7689-49C6-8938-C98689E3AC50}" dt="2025-02-14T18:28:37.545" v="512" actId="207"/>
          <ac:spMkLst>
            <pc:docMk/>
            <pc:sldMk cId="1425488708" sldId="325"/>
            <ac:spMk id="6" creationId="{82064E84-C1F5-0CCA-AB31-032638C4C425}"/>
          </ac:spMkLst>
        </pc:spChg>
        <pc:spChg chg="mod">
          <ac:chgData name="Jenny Díaz Ramírez" userId="df7d83af-54c1-43f9-a4ec-fea9744b3563" providerId="ADAL" clId="{3BBA35F7-7689-49C6-8938-C98689E3AC50}" dt="2025-02-14T18:28:37.545" v="512" actId="207"/>
          <ac:spMkLst>
            <pc:docMk/>
            <pc:sldMk cId="1425488708" sldId="325"/>
            <ac:spMk id="7" creationId="{AF13261A-978B-3EF9-70D4-8931C80A5478}"/>
          </ac:spMkLst>
        </pc:spChg>
        <pc:spChg chg="mod">
          <ac:chgData name="Jenny Díaz Ramírez" userId="df7d83af-54c1-43f9-a4ec-fea9744b3563" providerId="ADAL" clId="{3BBA35F7-7689-49C6-8938-C98689E3AC50}" dt="2025-02-14T18:28:48.414" v="513" actId="207"/>
          <ac:spMkLst>
            <pc:docMk/>
            <pc:sldMk cId="1425488708" sldId="325"/>
            <ac:spMk id="8" creationId="{E0FC88D1-1B89-0332-E649-4931C359B94E}"/>
          </ac:spMkLst>
        </pc:spChg>
      </pc:sldChg>
      <pc:sldChg chg="modSp add mod">
        <pc:chgData name="Jenny Díaz Ramírez" userId="df7d83af-54c1-43f9-a4ec-fea9744b3563" providerId="ADAL" clId="{3BBA35F7-7689-49C6-8938-C98689E3AC50}" dt="2025-02-14T18:29:25.818" v="519" actId="20577"/>
        <pc:sldMkLst>
          <pc:docMk/>
          <pc:sldMk cId="361000383" sldId="326"/>
        </pc:sldMkLst>
        <pc:spChg chg="mod">
          <ac:chgData name="Jenny Díaz Ramírez" userId="df7d83af-54c1-43f9-a4ec-fea9744b3563" providerId="ADAL" clId="{3BBA35F7-7689-49C6-8938-C98689E3AC50}" dt="2025-02-14T18:29:25.818" v="519" actId="20577"/>
          <ac:spMkLst>
            <pc:docMk/>
            <pc:sldMk cId="361000383" sldId="326"/>
            <ac:spMk id="3" creationId="{C085B294-ED9B-3AA7-EA26-BEA8731980C7}"/>
          </ac:spMkLst>
        </pc:spChg>
        <pc:spChg chg="mod">
          <ac:chgData name="Jenny Díaz Ramírez" userId="df7d83af-54c1-43f9-a4ec-fea9744b3563" providerId="ADAL" clId="{3BBA35F7-7689-49C6-8938-C98689E3AC50}" dt="2025-02-14T18:29:16.272" v="515" actId="207"/>
          <ac:spMkLst>
            <pc:docMk/>
            <pc:sldMk cId="361000383" sldId="326"/>
            <ac:spMk id="5" creationId="{DF373F69-E6C6-5A3F-4C08-F779E67E0DB6}"/>
          </ac:spMkLst>
        </pc:spChg>
        <pc:spChg chg="mod">
          <ac:chgData name="Jenny Díaz Ramírez" userId="df7d83af-54c1-43f9-a4ec-fea9744b3563" providerId="ADAL" clId="{3BBA35F7-7689-49C6-8938-C98689E3AC50}" dt="2025-02-14T18:29:07.188" v="514" actId="207"/>
          <ac:spMkLst>
            <pc:docMk/>
            <pc:sldMk cId="361000383" sldId="326"/>
            <ac:spMk id="6" creationId="{692D4FDD-8C95-2266-A1F8-4D2470D0644B}"/>
          </ac:spMkLst>
        </pc:spChg>
      </pc:sldChg>
      <pc:sldChg chg="addSp delSp modSp add mod">
        <pc:chgData name="Jenny Díaz Ramírez" userId="df7d83af-54c1-43f9-a4ec-fea9744b3563" providerId="ADAL" clId="{3BBA35F7-7689-49C6-8938-C98689E3AC50}" dt="2025-02-14T18:38:24.124" v="753" actId="1076"/>
        <pc:sldMkLst>
          <pc:docMk/>
          <pc:sldMk cId="1078517728" sldId="327"/>
        </pc:sldMkLst>
        <pc:spChg chg="mod">
          <ac:chgData name="Jenny Díaz Ramírez" userId="df7d83af-54c1-43f9-a4ec-fea9744b3563" providerId="ADAL" clId="{3BBA35F7-7689-49C6-8938-C98689E3AC50}" dt="2025-02-14T18:29:43.332" v="532" actId="20577"/>
          <ac:spMkLst>
            <pc:docMk/>
            <pc:sldMk cId="1078517728" sldId="327"/>
            <ac:spMk id="2" creationId="{1ACCC289-0355-4D25-3F38-F5AECA78ADB4}"/>
          </ac:spMkLst>
        </pc:spChg>
        <pc:spChg chg="mod">
          <ac:chgData name="Jenny Díaz Ramírez" userId="df7d83af-54c1-43f9-a4ec-fea9744b3563" providerId="ADAL" clId="{3BBA35F7-7689-49C6-8938-C98689E3AC50}" dt="2025-02-14T18:31:26.179" v="542" actId="1076"/>
          <ac:spMkLst>
            <pc:docMk/>
            <pc:sldMk cId="1078517728" sldId="327"/>
            <ac:spMk id="3" creationId="{C085B294-ED9B-3AA7-EA26-BEA8731980C7}"/>
          </ac:spMkLst>
        </pc:spChg>
        <pc:spChg chg="mod">
          <ac:chgData name="Jenny Díaz Ramírez" userId="df7d83af-54c1-43f9-a4ec-fea9744b3563" providerId="ADAL" clId="{3BBA35F7-7689-49C6-8938-C98689E3AC50}" dt="2025-02-14T18:31:51.590" v="548" actId="1076"/>
          <ac:spMkLst>
            <pc:docMk/>
            <pc:sldMk cId="1078517728" sldId="327"/>
            <ac:spMk id="4" creationId="{25F8F9AD-9F0E-E5C1-0670-88AE2BDF98A1}"/>
          </ac:spMkLst>
        </pc:spChg>
        <pc:spChg chg="mod">
          <ac:chgData name="Jenny Díaz Ramírez" userId="df7d83af-54c1-43f9-a4ec-fea9744b3563" providerId="ADAL" clId="{3BBA35F7-7689-49C6-8938-C98689E3AC50}" dt="2025-02-14T18:31:51.590" v="548" actId="1076"/>
          <ac:spMkLst>
            <pc:docMk/>
            <pc:sldMk cId="1078517728" sldId="327"/>
            <ac:spMk id="5" creationId="{DF373F69-E6C6-5A3F-4C08-F779E67E0DB6}"/>
          </ac:spMkLst>
        </pc:spChg>
        <pc:spChg chg="mod">
          <ac:chgData name="Jenny Díaz Ramírez" userId="df7d83af-54c1-43f9-a4ec-fea9744b3563" providerId="ADAL" clId="{3BBA35F7-7689-49C6-8938-C98689E3AC50}" dt="2025-02-14T18:31:40.011" v="546" actId="1076"/>
          <ac:spMkLst>
            <pc:docMk/>
            <pc:sldMk cId="1078517728" sldId="327"/>
            <ac:spMk id="7" creationId="{632F61B7-F5E3-4717-3936-3164BB510DD2}"/>
          </ac:spMkLst>
        </pc:spChg>
        <pc:spChg chg="mod">
          <ac:chgData name="Jenny Díaz Ramírez" userId="df7d83af-54c1-43f9-a4ec-fea9744b3563" providerId="ADAL" clId="{3BBA35F7-7689-49C6-8938-C98689E3AC50}" dt="2025-02-14T18:31:40.011" v="546" actId="1076"/>
          <ac:spMkLst>
            <pc:docMk/>
            <pc:sldMk cId="1078517728" sldId="327"/>
            <ac:spMk id="9" creationId="{9FC2F907-657D-46B9-5CD1-E04C2A961291}"/>
          </ac:spMkLst>
        </pc:spChg>
        <pc:spChg chg="mod">
          <ac:chgData name="Jenny Díaz Ramírez" userId="df7d83af-54c1-43f9-a4ec-fea9744b3563" providerId="ADAL" clId="{3BBA35F7-7689-49C6-8938-C98689E3AC50}" dt="2025-02-14T18:31:40.011" v="546" actId="1076"/>
          <ac:spMkLst>
            <pc:docMk/>
            <pc:sldMk cId="1078517728" sldId="327"/>
            <ac:spMk id="10" creationId="{71710B37-D4EC-FB28-A21E-F3FEB8838B13}"/>
          </ac:spMkLst>
        </pc:spChg>
        <pc:spChg chg="mod">
          <ac:chgData name="Jenny Díaz Ramírez" userId="df7d83af-54c1-43f9-a4ec-fea9744b3563" providerId="ADAL" clId="{3BBA35F7-7689-49C6-8938-C98689E3AC50}" dt="2025-02-14T18:31:40.011" v="546" actId="1076"/>
          <ac:spMkLst>
            <pc:docMk/>
            <pc:sldMk cId="1078517728" sldId="327"/>
            <ac:spMk id="11" creationId="{FA3276B9-79D8-6118-D036-DB9CC20CC25D}"/>
          </ac:spMkLst>
        </pc:spChg>
        <pc:spChg chg="mod">
          <ac:chgData name="Jenny Díaz Ramírez" userId="df7d83af-54c1-43f9-a4ec-fea9744b3563" providerId="ADAL" clId="{3BBA35F7-7689-49C6-8938-C98689E3AC50}" dt="2025-02-14T18:31:59.658" v="550" actId="1076"/>
          <ac:spMkLst>
            <pc:docMk/>
            <pc:sldMk cId="1078517728" sldId="327"/>
            <ac:spMk id="13" creationId="{BB49E750-BE37-7085-A8BD-4E774757F221}"/>
          </ac:spMkLst>
        </pc:spChg>
        <pc:spChg chg="mod">
          <ac:chgData name="Jenny Díaz Ramírez" userId="df7d83af-54c1-43f9-a4ec-fea9744b3563" providerId="ADAL" clId="{3BBA35F7-7689-49C6-8938-C98689E3AC50}" dt="2025-02-14T18:31:51.590" v="548" actId="1076"/>
          <ac:spMkLst>
            <pc:docMk/>
            <pc:sldMk cId="1078517728" sldId="327"/>
            <ac:spMk id="17" creationId="{FA327237-D7E0-6C70-605F-23AA6C4319E6}"/>
          </ac:spMkLst>
        </pc:spChg>
        <pc:spChg chg="add mod">
          <ac:chgData name="Jenny Díaz Ramírez" userId="df7d83af-54c1-43f9-a4ec-fea9744b3563" providerId="ADAL" clId="{3BBA35F7-7689-49C6-8938-C98689E3AC50}" dt="2025-02-14T18:34:09.261" v="614" actId="14100"/>
          <ac:spMkLst>
            <pc:docMk/>
            <pc:sldMk cId="1078517728" sldId="327"/>
            <ac:spMk id="18" creationId="{856DA12E-DA01-E236-CE67-A24F6B90BB52}"/>
          </ac:spMkLst>
        </pc:spChg>
        <pc:spChg chg="add mod">
          <ac:chgData name="Jenny Díaz Ramírez" userId="df7d83af-54c1-43f9-a4ec-fea9744b3563" providerId="ADAL" clId="{3BBA35F7-7689-49C6-8938-C98689E3AC50}" dt="2025-02-14T18:38:24.124" v="753" actId="1076"/>
          <ac:spMkLst>
            <pc:docMk/>
            <pc:sldMk cId="1078517728" sldId="327"/>
            <ac:spMk id="19" creationId="{30C078D0-2A3D-B270-A799-3EE1B59CB68F}"/>
          </ac:spMkLst>
        </pc:spChg>
        <pc:spChg chg="mod">
          <ac:chgData name="Jenny Díaz Ramírez" userId="df7d83af-54c1-43f9-a4ec-fea9744b3563" providerId="ADAL" clId="{3BBA35F7-7689-49C6-8938-C98689E3AC50}" dt="2025-02-14T18:31:51.590" v="548" actId="1076"/>
          <ac:spMkLst>
            <pc:docMk/>
            <pc:sldMk cId="1078517728" sldId="327"/>
            <ac:spMk id="20" creationId="{1C0CE14C-EEFF-045B-72A7-A8291A8D65E6}"/>
          </ac:spMkLst>
        </pc:spChg>
        <pc:spChg chg="mod">
          <ac:chgData name="Jenny Díaz Ramírez" userId="df7d83af-54c1-43f9-a4ec-fea9744b3563" providerId="ADAL" clId="{3BBA35F7-7689-49C6-8938-C98689E3AC50}" dt="2025-02-14T18:31:51.590" v="548" actId="1076"/>
          <ac:spMkLst>
            <pc:docMk/>
            <pc:sldMk cId="1078517728" sldId="327"/>
            <ac:spMk id="21" creationId="{314EBBF6-8FB3-89E7-C74B-D38E6209A156}"/>
          </ac:spMkLst>
        </pc:spChg>
        <pc:spChg chg="mod">
          <ac:chgData name="Jenny Díaz Ramírez" userId="df7d83af-54c1-43f9-a4ec-fea9744b3563" providerId="ADAL" clId="{3BBA35F7-7689-49C6-8938-C98689E3AC50}" dt="2025-02-14T18:31:51.590" v="548" actId="1076"/>
          <ac:spMkLst>
            <pc:docMk/>
            <pc:sldMk cId="1078517728" sldId="327"/>
            <ac:spMk id="22" creationId="{823D32C4-503E-CBD4-3AA4-7270A388943A}"/>
          </ac:spMkLst>
        </pc:spChg>
        <pc:cxnChg chg="mod">
          <ac:chgData name="Jenny Díaz Ramírez" userId="df7d83af-54c1-43f9-a4ec-fea9744b3563" providerId="ADAL" clId="{3BBA35F7-7689-49C6-8938-C98689E3AC50}" dt="2025-02-14T18:31:51.590" v="548" actId="1076"/>
          <ac:cxnSpMkLst>
            <pc:docMk/>
            <pc:sldMk cId="1078517728" sldId="327"/>
            <ac:cxnSpMk id="15" creationId="{F7A19D54-F00C-7BEC-161C-D6F7ABCB12ED}"/>
          </ac:cxnSpMkLst>
        </pc:cxnChg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1335520051" sldId="329"/>
        </pc:sldMkLst>
      </pc:sldChg>
      <pc:sldChg chg="modSp add mod">
        <pc:chgData name="Jenny Díaz Ramírez" userId="df7d83af-54c1-43f9-a4ec-fea9744b3563" providerId="ADAL" clId="{3BBA35F7-7689-49C6-8938-C98689E3AC50}" dt="2025-02-14T18:26:29.338" v="490" actId="1076"/>
        <pc:sldMkLst>
          <pc:docMk/>
          <pc:sldMk cId="214513282" sldId="334"/>
        </pc:sldMkLst>
        <pc:spChg chg="mod">
          <ac:chgData name="Jenny Díaz Ramírez" userId="df7d83af-54c1-43f9-a4ec-fea9744b3563" providerId="ADAL" clId="{3BBA35F7-7689-49C6-8938-C98689E3AC50}" dt="2025-02-14T18:26:02.348" v="485" actId="207"/>
          <ac:spMkLst>
            <pc:docMk/>
            <pc:sldMk cId="214513282" sldId="334"/>
            <ac:spMk id="5" creationId="{12AD7142-422E-97FB-B380-E17DC36A9E26}"/>
          </ac:spMkLst>
        </pc:spChg>
        <pc:spChg chg="mod">
          <ac:chgData name="Jenny Díaz Ramírez" userId="df7d83af-54c1-43f9-a4ec-fea9744b3563" providerId="ADAL" clId="{3BBA35F7-7689-49C6-8938-C98689E3AC50}" dt="2025-02-14T18:26:02.348" v="485" actId="207"/>
          <ac:spMkLst>
            <pc:docMk/>
            <pc:sldMk cId="214513282" sldId="334"/>
            <ac:spMk id="6" creationId="{994FCC9B-914A-D5BB-5A1A-D66F4148AC56}"/>
          </ac:spMkLst>
        </pc:spChg>
        <pc:spChg chg="mod">
          <ac:chgData name="Jenny Díaz Ramírez" userId="df7d83af-54c1-43f9-a4ec-fea9744b3563" providerId="ADAL" clId="{3BBA35F7-7689-49C6-8938-C98689E3AC50}" dt="2025-02-14T18:26:14.946" v="487" actId="1076"/>
          <ac:spMkLst>
            <pc:docMk/>
            <pc:sldMk cId="214513282" sldId="334"/>
            <ac:spMk id="7" creationId="{D470D26C-A45D-9841-1382-C1C1B0E62725}"/>
          </ac:spMkLst>
        </pc:spChg>
        <pc:spChg chg="mod">
          <ac:chgData name="Jenny Díaz Ramírez" userId="df7d83af-54c1-43f9-a4ec-fea9744b3563" providerId="ADAL" clId="{3BBA35F7-7689-49C6-8938-C98689E3AC50}" dt="2025-02-14T18:26:14.946" v="487" actId="1076"/>
          <ac:spMkLst>
            <pc:docMk/>
            <pc:sldMk cId="214513282" sldId="334"/>
            <ac:spMk id="12" creationId="{3432B62F-BD9C-5F20-4EA8-27CD2F0DC144}"/>
          </ac:spMkLst>
        </pc:spChg>
        <pc:spChg chg="mod">
          <ac:chgData name="Jenny Díaz Ramírez" userId="df7d83af-54c1-43f9-a4ec-fea9744b3563" providerId="ADAL" clId="{3BBA35F7-7689-49C6-8938-C98689E3AC50}" dt="2025-02-14T18:26:02.348" v="485" actId="207"/>
          <ac:spMkLst>
            <pc:docMk/>
            <pc:sldMk cId="214513282" sldId="334"/>
            <ac:spMk id="14" creationId="{81713F2C-43A7-86BF-9CE1-BB363285319A}"/>
          </ac:spMkLst>
        </pc:spChg>
        <pc:spChg chg="mod">
          <ac:chgData name="Jenny Díaz Ramírez" userId="df7d83af-54c1-43f9-a4ec-fea9744b3563" providerId="ADAL" clId="{3BBA35F7-7689-49C6-8938-C98689E3AC50}" dt="2025-02-14T18:26:02.348" v="485" actId="207"/>
          <ac:spMkLst>
            <pc:docMk/>
            <pc:sldMk cId="214513282" sldId="334"/>
            <ac:spMk id="17" creationId="{2D943149-3060-6705-8CCA-C1E37EF405DA}"/>
          </ac:spMkLst>
        </pc:spChg>
        <pc:spChg chg="mod">
          <ac:chgData name="Jenny Díaz Ramírez" userId="df7d83af-54c1-43f9-a4ec-fea9744b3563" providerId="ADAL" clId="{3BBA35F7-7689-49C6-8938-C98689E3AC50}" dt="2025-02-14T18:26:14.946" v="487" actId="1076"/>
          <ac:spMkLst>
            <pc:docMk/>
            <pc:sldMk cId="214513282" sldId="334"/>
            <ac:spMk id="20" creationId="{7054A7EC-E440-C564-6CE3-927B2C46FB32}"/>
          </ac:spMkLst>
        </pc:spChg>
        <pc:spChg chg="mod">
          <ac:chgData name="Jenny Díaz Ramírez" userId="df7d83af-54c1-43f9-a4ec-fea9744b3563" providerId="ADAL" clId="{3BBA35F7-7689-49C6-8938-C98689E3AC50}" dt="2025-02-14T18:26:18.399" v="488" actId="1076"/>
          <ac:spMkLst>
            <pc:docMk/>
            <pc:sldMk cId="214513282" sldId="334"/>
            <ac:spMk id="23" creationId="{DCB7876E-DD79-5949-795F-940B738112C6}"/>
          </ac:spMkLst>
        </pc:spChg>
        <pc:spChg chg="mod">
          <ac:chgData name="Jenny Díaz Ramírez" userId="df7d83af-54c1-43f9-a4ec-fea9744b3563" providerId="ADAL" clId="{3BBA35F7-7689-49C6-8938-C98689E3AC50}" dt="2025-02-14T18:26:29.338" v="490" actId="1076"/>
          <ac:spMkLst>
            <pc:docMk/>
            <pc:sldMk cId="214513282" sldId="334"/>
            <ac:spMk id="32" creationId="{AFCE961B-9D8E-903A-0C9A-B1C6EB2D6836}"/>
          </ac:spMkLst>
        </pc:spChg>
      </pc:sldChg>
      <pc:sldChg chg="modSp mod">
        <pc:chgData name="Jenny Díaz Ramírez" userId="df7d83af-54c1-43f9-a4ec-fea9744b3563" providerId="ADAL" clId="{3BBA35F7-7689-49C6-8938-C98689E3AC50}" dt="2025-02-14T18:15:09.621" v="388" actId="14100"/>
        <pc:sldMkLst>
          <pc:docMk/>
          <pc:sldMk cId="529042108" sldId="346"/>
        </pc:sldMkLst>
        <pc:spChg chg="mod">
          <ac:chgData name="Jenny Díaz Ramírez" userId="df7d83af-54c1-43f9-a4ec-fea9744b3563" providerId="ADAL" clId="{3BBA35F7-7689-49C6-8938-C98689E3AC50}" dt="2025-02-14T18:13:09.537" v="347" actId="20577"/>
          <ac:spMkLst>
            <pc:docMk/>
            <pc:sldMk cId="529042108" sldId="346"/>
            <ac:spMk id="2" creationId="{00000000-0000-0000-0000-000000000000}"/>
          </ac:spMkLst>
        </pc:spChg>
        <pc:graphicFrameChg chg="mod">
          <ac:chgData name="Jenny Díaz Ramírez" userId="df7d83af-54c1-43f9-a4ec-fea9744b3563" providerId="ADAL" clId="{3BBA35F7-7689-49C6-8938-C98689E3AC50}" dt="2025-02-14T18:15:09.621" v="388" actId="14100"/>
          <ac:graphicFrameMkLst>
            <pc:docMk/>
            <pc:sldMk cId="529042108" sldId="346"/>
            <ac:graphicFrameMk id="5" creationId="{00000000-0000-0000-0000-000000000000}"/>
          </ac:graphicFrameMkLst>
        </pc:graphicFrameChg>
      </pc:sldChg>
      <pc:sldChg chg="modSp mod">
        <pc:chgData name="Jenny Díaz Ramírez" userId="df7d83af-54c1-43f9-a4ec-fea9744b3563" providerId="ADAL" clId="{3BBA35F7-7689-49C6-8938-C98689E3AC50}" dt="2025-02-14T18:04:38.912" v="68" actId="20577"/>
        <pc:sldMkLst>
          <pc:docMk/>
          <pc:sldMk cId="2960950710" sldId="350"/>
        </pc:sldMkLst>
        <pc:spChg chg="mod">
          <ac:chgData name="Jenny Díaz Ramírez" userId="df7d83af-54c1-43f9-a4ec-fea9744b3563" providerId="ADAL" clId="{3BBA35F7-7689-49C6-8938-C98689E3AC50}" dt="2025-02-14T18:04:28.724" v="47" actId="20577"/>
          <ac:spMkLst>
            <pc:docMk/>
            <pc:sldMk cId="2960950710" sldId="350"/>
            <ac:spMk id="2" creationId="{293E168C-8042-5B4E-A5A4-A5BF693AE2D6}"/>
          </ac:spMkLst>
        </pc:spChg>
        <pc:spChg chg="mod">
          <ac:chgData name="Jenny Díaz Ramírez" userId="df7d83af-54c1-43f9-a4ec-fea9744b3563" providerId="ADAL" clId="{3BBA35F7-7689-49C6-8938-C98689E3AC50}" dt="2025-02-14T18:04:38.912" v="68" actId="20577"/>
          <ac:spMkLst>
            <pc:docMk/>
            <pc:sldMk cId="2960950710" sldId="350"/>
            <ac:spMk id="3" creationId="{F18E61D8-31A3-2D45-8E25-CBE846E26E1C}"/>
          </ac:spMkLst>
        </pc:spChg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456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1247168403" sldId="457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3248655243" sldId="458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1535002486" sldId="459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1307388035" sldId="460"/>
        </pc:sldMkLst>
      </pc:sldChg>
      <pc:sldChg chg="del">
        <pc:chgData name="Jenny Díaz Ramírez" userId="df7d83af-54c1-43f9-a4ec-fea9744b3563" providerId="ADAL" clId="{3BBA35F7-7689-49C6-8938-C98689E3AC50}" dt="2025-02-14T18:39:25.347" v="761" actId="47"/>
        <pc:sldMkLst>
          <pc:docMk/>
          <pc:sldMk cId="4145466643" sldId="461"/>
        </pc:sldMkLst>
      </pc:sldChg>
      <pc:sldChg chg="addSp delSp modSp new mod modClrScheme chgLayout">
        <pc:chgData name="Jenny Díaz Ramírez" userId="df7d83af-54c1-43f9-a4ec-fea9744b3563" providerId="ADAL" clId="{3BBA35F7-7689-49C6-8938-C98689E3AC50}" dt="2025-02-14T18:39:45.800" v="765" actId="2711"/>
        <pc:sldMkLst>
          <pc:docMk/>
          <pc:sldMk cId="2807952444" sldId="462"/>
        </pc:sldMkLst>
        <pc:spChg chg="mod ord">
          <ac:chgData name="Jenny Díaz Ramírez" userId="df7d83af-54c1-43f9-a4ec-fea9744b3563" providerId="ADAL" clId="{3BBA35F7-7689-49C6-8938-C98689E3AC50}" dt="2025-02-14T18:17:05.847" v="392" actId="700"/>
          <ac:spMkLst>
            <pc:docMk/>
            <pc:sldMk cId="2807952444" sldId="462"/>
            <ac:spMk id="4" creationId="{F69A2326-D00D-DDDA-4E3F-F0CA5330ABF3}"/>
          </ac:spMkLst>
        </pc:spChg>
        <pc:spChg chg="mod ord">
          <ac:chgData name="Jenny Díaz Ramírez" userId="df7d83af-54c1-43f9-a4ec-fea9744b3563" providerId="ADAL" clId="{3BBA35F7-7689-49C6-8938-C98689E3AC50}" dt="2025-02-14T18:17:05.847" v="392" actId="700"/>
          <ac:spMkLst>
            <pc:docMk/>
            <pc:sldMk cId="2807952444" sldId="462"/>
            <ac:spMk id="5" creationId="{AEA61048-38A7-3258-96DE-B6A877EF5407}"/>
          </ac:spMkLst>
        </pc:spChg>
        <pc:spChg chg="add mod ord">
          <ac:chgData name="Jenny Díaz Ramírez" userId="df7d83af-54c1-43f9-a4ec-fea9744b3563" providerId="ADAL" clId="{3BBA35F7-7689-49C6-8938-C98689E3AC50}" dt="2025-02-14T18:39:45.800" v="765" actId="2711"/>
          <ac:spMkLst>
            <pc:docMk/>
            <pc:sldMk cId="2807952444" sldId="462"/>
            <ac:spMk id="8" creationId="{4BCCF252-7E9A-9780-5FF8-1DFF63FC5459}"/>
          </ac:spMkLst>
        </pc:spChg>
      </pc:sldChg>
      <pc:sldChg chg="modSp add mod">
        <pc:chgData name="Jenny Díaz Ramírez" userId="df7d83af-54c1-43f9-a4ec-fea9744b3563" providerId="ADAL" clId="{3BBA35F7-7689-49C6-8938-C98689E3AC50}" dt="2025-02-14T18:25:28.276" v="483" actId="6549"/>
        <pc:sldMkLst>
          <pc:docMk/>
          <pc:sldMk cId="4022233507" sldId="463"/>
        </pc:sldMkLst>
        <pc:spChg chg="mod">
          <ac:chgData name="Jenny Díaz Ramírez" userId="df7d83af-54c1-43f9-a4ec-fea9744b3563" providerId="ADAL" clId="{3BBA35F7-7689-49C6-8938-C98689E3AC50}" dt="2025-02-14T18:22:13.774" v="468" actId="207"/>
          <ac:spMkLst>
            <pc:docMk/>
            <pc:sldMk cId="4022233507" sldId="463"/>
            <ac:spMk id="5" creationId="{12AD7142-422E-97FB-B380-E17DC36A9E26}"/>
          </ac:spMkLst>
        </pc:spChg>
        <pc:spChg chg="mod">
          <ac:chgData name="Jenny Díaz Ramírez" userId="df7d83af-54c1-43f9-a4ec-fea9744b3563" providerId="ADAL" clId="{3BBA35F7-7689-49C6-8938-C98689E3AC50}" dt="2025-02-14T18:22:13.774" v="468" actId="207"/>
          <ac:spMkLst>
            <pc:docMk/>
            <pc:sldMk cId="4022233507" sldId="463"/>
            <ac:spMk id="6" creationId="{994FCC9B-914A-D5BB-5A1A-D66F4148AC56}"/>
          </ac:spMkLst>
        </pc:spChg>
        <pc:spChg chg="mod">
          <ac:chgData name="Jenny Díaz Ramírez" userId="df7d83af-54c1-43f9-a4ec-fea9744b3563" providerId="ADAL" clId="{3BBA35F7-7689-49C6-8938-C98689E3AC50}" dt="2025-02-14T18:22:13.774" v="468" actId="207"/>
          <ac:spMkLst>
            <pc:docMk/>
            <pc:sldMk cId="4022233507" sldId="463"/>
            <ac:spMk id="8" creationId="{5A1BFB01-B1B0-2295-266F-4BB953AEF575}"/>
          </ac:spMkLst>
        </pc:spChg>
        <pc:spChg chg="mod">
          <ac:chgData name="Jenny Díaz Ramírez" userId="df7d83af-54c1-43f9-a4ec-fea9744b3563" providerId="ADAL" clId="{3BBA35F7-7689-49C6-8938-C98689E3AC50}" dt="2025-02-14T18:22:13.774" v="468" actId="207"/>
          <ac:spMkLst>
            <pc:docMk/>
            <pc:sldMk cId="4022233507" sldId="463"/>
            <ac:spMk id="9" creationId="{E57C711B-FFEB-D106-8A11-5636C3851B25}"/>
          </ac:spMkLst>
        </pc:spChg>
        <pc:spChg chg="mod">
          <ac:chgData name="Jenny Díaz Ramírez" userId="df7d83af-54c1-43f9-a4ec-fea9744b3563" providerId="ADAL" clId="{3BBA35F7-7689-49C6-8938-C98689E3AC50}" dt="2025-02-14T18:22:28.243" v="469" actId="207"/>
          <ac:spMkLst>
            <pc:docMk/>
            <pc:sldMk cId="4022233507" sldId="463"/>
            <ac:spMk id="10" creationId="{5457BCC0-DE03-5AE2-5711-4B45D2536070}"/>
          </ac:spMkLst>
        </pc:spChg>
        <pc:spChg chg="mod">
          <ac:chgData name="Jenny Díaz Ramírez" userId="df7d83af-54c1-43f9-a4ec-fea9744b3563" providerId="ADAL" clId="{3BBA35F7-7689-49C6-8938-C98689E3AC50}" dt="2025-02-14T18:22:28.243" v="469" actId="207"/>
          <ac:spMkLst>
            <pc:docMk/>
            <pc:sldMk cId="4022233507" sldId="463"/>
            <ac:spMk id="11" creationId="{68111D8C-25A7-FD45-31CF-5792F0F2B492}"/>
          </ac:spMkLst>
        </pc:spChg>
        <pc:spChg chg="mod">
          <ac:chgData name="Jenny Díaz Ramírez" userId="df7d83af-54c1-43f9-a4ec-fea9744b3563" providerId="ADAL" clId="{3BBA35F7-7689-49C6-8938-C98689E3AC50}" dt="2025-02-14T18:22:13.774" v="468" actId="207"/>
          <ac:spMkLst>
            <pc:docMk/>
            <pc:sldMk cId="4022233507" sldId="463"/>
            <ac:spMk id="14" creationId="{81713F2C-43A7-86BF-9CE1-BB363285319A}"/>
          </ac:spMkLst>
        </pc:spChg>
        <pc:spChg chg="mod">
          <ac:chgData name="Jenny Díaz Ramírez" userId="df7d83af-54c1-43f9-a4ec-fea9744b3563" providerId="ADAL" clId="{3BBA35F7-7689-49C6-8938-C98689E3AC50}" dt="2025-02-14T18:22:13.774" v="468" actId="207"/>
          <ac:spMkLst>
            <pc:docMk/>
            <pc:sldMk cId="4022233507" sldId="463"/>
            <ac:spMk id="15" creationId="{DB490C02-5982-47E7-B1EF-553D481177E9}"/>
          </ac:spMkLst>
        </pc:spChg>
        <pc:spChg chg="mod">
          <ac:chgData name="Jenny Díaz Ramírez" userId="df7d83af-54c1-43f9-a4ec-fea9744b3563" providerId="ADAL" clId="{3BBA35F7-7689-49C6-8938-C98689E3AC50}" dt="2025-02-14T18:22:28.243" v="469" actId="207"/>
          <ac:spMkLst>
            <pc:docMk/>
            <pc:sldMk cId="4022233507" sldId="463"/>
            <ac:spMk id="16" creationId="{AB14FD43-0B88-CFB7-A59A-305A8AAEFC93}"/>
          </ac:spMkLst>
        </pc:spChg>
        <pc:spChg chg="mod">
          <ac:chgData name="Jenny Díaz Ramírez" userId="df7d83af-54c1-43f9-a4ec-fea9744b3563" providerId="ADAL" clId="{3BBA35F7-7689-49C6-8938-C98689E3AC50}" dt="2025-02-14T18:22:13.774" v="468" actId="207"/>
          <ac:spMkLst>
            <pc:docMk/>
            <pc:sldMk cId="4022233507" sldId="463"/>
            <ac:spMk id="17" creationId="{2D943149-3060-6705-8CCA-C1E37EF405DA}"/>
          </ac:spMkLst>
        </pc:spChg>
        <pc:spChg chg="mod">
          <ac:chgData name="Jenny Díaz Ramírez" userId="df7d83af-54c1-43f9-a4ec-fea9744b3563" providerId="ADAL" clId="{3BBA35F7-7689-49C6-8938-C98689E3AC50}" dt="2025-02-14T18:22:13.774" v="468" actId="207"/>
          <ac:spMkLst>
            <pc:docMk/>
            <pc:sldMk cId="4022233507" sldId="463"/>
            <ac:spMk id="18" creationId="{E14C81AC-BE17-BFEC-6AF5-72DBAD3C3AF6}"/>
          </ac:spMkLst>
        </pc:spChg>
        <pc:spChg chg="mod">
          <ac:chgData name="Jenny Díaz Ramírez" userId="df7d83af-54c1-43f9-a4ec-fea9744b3563" providerId="ADAL" clId="{3BBA35F7-7689-49C6-8938-C98689E3AC50}" dt="2025-02-14T18:25:28.276" v="483" actId="6549"/>
          <ac:spMkLst>
            <pc:docMk/>
            <pc:sldMk cId="4022233507" sldId="463"/>
            <ac:spMk id="19" creationId="{271630DE-D41B-BF00-3B35-5601FACC3FCF}"/>
          </ac:spMkLst>
        </pc:spChg>
      </pc:sldChg>
      <pc:sldMasterChg chg="modSp mod modSldLayout">
        <pc:chgData name="Jenny Díaz Ramírez" userId="df7d83af-54c1-43f9-a4ec-fea9744b3563" providerId="ADAL" clId="{3BBA35F7-7689-49C6-8938-C98689E3AC50}" dt="2025-02-14T18:20:34.866" v="450"/>
        <pc:sldMasterMkLst>
          <pc:docMk/>
          <pc:sldMasterMk cId="3515892240" sldId="2147483658"/>
        </pc:sldMasterMkLst>
        <pc:spChg chg="mod">
          <ac:chgData name="Jenny Díaz Ramírez" userId="df7d83af-54c1-43f9-a4ec-fea9744b3563" providerId="ADAL" clId="{3BBA35F7-7689-49C6-8938-C98689E3AC50}" dt="2025-02-14T18:19:17.083" v="430" actId="1076"/>
          <ac:spMkLst>
            <pc:docMk/>
            <pc:sldMasterMk cId="3515892240" sldId="2147483658"/>
            <ac:spMk id="31" creationId="{C9955F1C-C0B1-BA44-8905-6991FA0D1EF3}"/>
          </ac:spMkLst>
        </pc:spChg>
        <pc:spChg chg="mod">
          <ac:chgData name="Jenny Díaz Ramírez" userId="df7d83af-54c1-43f9-a4ec-fea9744b3563" providerId="ADAL" clId="{3BBA35F7-7689-49C6-8938-C98689E3AC50}" dt="2025-02-14T18:19:13.064" v="429" actId="1076"/>
          <ac:spMkLst>
            <pc:docMk/>
            <pc:sldMasterMk cId="3515892240" sldId="2147483658"/>
            <ac:spMk id="32" creationId="{C8ADA0DF-3751-9A48-8A21-59F01C782D7C}"/>
          </ac:spMkLst>
        </pc:spChg>
        <pc:sldLayoutChg chg="addSp delSp modSp mod">
          <pc:chgData name="Jenny Díaz Ramírez" userId="df7d83af-54c1-43f9-a4ec-fea9744b3563" providerId="ADAL" clId="{3BBA35F7-7689-49C6-8938-C98689E3AC50}" dt="2025-02-14T18:19:38.466" v="437"/>
          <pc:sldLayoutMkLst>
            <pc:docMk/>
            <pc:sldMasterMk cId="3515892240" sldId="2147483658"/>
            <pc:sldLayoutMk cId="2065862895" sldId="2147483673"/>
          </pc:sldLayoutMkLst>
          <pc:spChg chg="mod">
            <ac:chgData name="Jenny Díaz Ramírez" userId="df7d83af-54c1-43f9-a4ec-fea9744b3563" providerId="ADAL" clId="{3BBA35F7-7689-49C6-8938-C98689E3AC50}" dt="2025-02-14T18:19:29.106" v="433" actId="1076"/>
            <ac:spMkLst>
              <pc:docMk/>
              <pc:sldMasterMk cId="3515892240" sldId="2147483658"/>
              <pc:sldLayoutMk cId="2065862895" sldId="2147483673"/>
              <ac:spMk id="4" creationId="{0919432A-F8B5-4A96-AEE6-2E159658D5DD}"/>
            </ac:spMkLst>
          </pc:spChg>
          <pc:spChg chg="add mod">
            <ac:chgData name="Jenny Díaz Ramírez" userId="df7d83af-54c1-43f9-a4ec-fea9744b3563" providerId="ADAL" clId="{3BBA35F7-7689-49C6-8938-C98689E3AC50}" dt="2025-02-14T18:19:38.466" v="437"/>
            <ac:spMkLst>
              <pc:docMk/>
              <pc:sldMasterMk cId="3515892240" sldId="2147483658"/>
              <pc:sldLayoutMk cId="2065862895" sldId="2147483673"/>
              <ac:spMk id="7" creationId="{F88E2CE6-D902-5A33-C844-8A40B1779D5B}"/>
            </ac:spMkLst>
          </pc:spChg>
        </pc:sldLayoutChg>
        <pc:sldLayoutChg chg="delSp modSp mod">
          <pc:chgData name="Jenny Díaz Ramírez" userId="df7d83af-54c1-43f9-a4ec-fea9744b3563" providerId="ADAL" clId="{3BBA35F7-7689-49C6-8938-C98689E3AC50}" dt="2025-02-14T18:18:03.328" v="424" actId="207"/>
          <pc:sldLayoutMkLst>
            <pc:docMk/>
            <pc:sldMasterMk cId="3515892240" sldId="2147483658"/>
            <pc:sldLayoutMk cId="1447829211" sldId="2147483675"/>
          </pc:sldLayoutMkLst>
          <pc:spChg chg="mod">
            <ac:chgData name="Jenny Díaz Ramírez" userId="df7d83af-54c1-43f9-a4ec-fea9744b3563" providerId="ADAL" clId="{3BBA35F7-7689-49C6-8938-C98689E3AC50}" dt="2025-02-14T18:18:03.328" v="424" actId="207"/>
            <ac:spMkLst>
              <pc:docMk/>
              <pc:sldMasterMk cId="3515892240" sldId="2147483658"/>
              <pc:sldLayoutMk cId="1447829211" sldId="2147483675"/>
              <ac:spMk id="3" creationId="{9CFD7E6B-8BA7-35DB-BE61-5DF2483E56D9}"/>
            </ac:spMkLst>
          </pc:spChg>
          <pc:spChg chg="mod">
            <ac:chgData name="Jenny Díaz Ramírez" userId="df7d83af-54c1-43f9-a4ec-fea9744b3563" providerId="ADAL" clId="{3BBA35F7-7689-49C6-8938-C98689E3AC50}" dt="2025-02-14T18:17:44.265" v="420" actId="1076"/>
            <ac:spMkLst>
              <pc:docMk/>
              <pc:sldMasterMk cId="3515892240" sldId="2147483658"/>
              <pc:sldLayoutMk cId="1447829211" sldId="2147483675"/>
              <ac:spMk id="4" creationId="{43FD86DC-D2BD-AECC-1A0A-3CE74BEE57C9}"/>
            </ac:spMkLst>
          </pc:spChg>
        </pc:sldLayoutChg>
        <pc:sldLayoutChg chg="addSp delSp modSp mod">
          <pc:chgData name="Jenny Díaz Ramírez" userId="df7d83af-54c1-43f9-a4ec-fea9744b3563" providerId="ADAL" clId="{3BBA35F7-7689-49C6-8938-C98689E3AC50}" dt="2025-02-14T18:20:09.400" v="442"/>
          <pc:sldLayoutMkLst>
            <pc:docMk/>
            <pc:sldMasterMk cId="3515892240" sldId="2147483658"/>
            <pc:sldLayoutMk cId="2986155231" sldId="2147483677"/>
          </pc:sldLayoutMkLst>
          <pc:spChg chg="add mod">
            <ac:chgData name="Jenny Díaz Ramírez" userId="df7d83af-54c1-43f9-a4ec-fea9744b3563" providerId="ADAL" clId="{3BBA35F7-7689-49C6-8938-C98689E3AC50}" dt="2025-02-14T18:20:09.400" v="442"/>
            <ac:spMkLst>
              <pc:docMk/>
              <pc:sldMasterMk cId="3515892240" sldId="2147483658"/>
              <pc:sldLayoutMk cId="2986155231" sldId="2147483677"/>
              <ac:spMk id="5" creationId="{23F1A244-DFA6-8C44-BF95-8851B5A76AB8}"/>
            </ac:spMkLst>
          </pc:spChg>
          <pc:spChg chg="add mod">
            <ac:chgData name="Jenny Díaz Ramírez" userId="df7d83af-54c1-43f9-a4ec-fea9744b3563" providerId="ADAL" clId="{3BBA35F7-7689-49C6-8938-C98689E3AC50}" dt="2025-02-14T18:20:09.400" v="442"/>
            <ac:spMkLst>
              <pc:docMk/>
              <pc:sldMasterMk cId="3515892240" sldId="2147483658"/>
              <pc:sldLayoutMk cId="2986155231" sldId="2147483677"/>
              <ac:spMk id="6" creationId="{19E1CAB4-A60C-2959-8605-86F431A58C13}"/>
            </ac:spMkLst>
          </pc:spChg>
        </pc:sldLayoutChg>
        <pc:sldLayoutChg chg="addSp delSp modSp mod">
          <pc:chgData name="Jenny Díaz Ramírez" userId="df7d83af-54c1-43f9-a4ec-fea9744b3563" providerId="ADAL" clId="{3BBA35F7-7689-49C6-8938-C98689E3AC50}" dt="2025-02-14T18:20:15.435" v="444"/>
          <pc:sldLayoutMkLst>
            <pc:docMk/>
            <pc:sldMasterMk cId="3515892240" sldId="2147483658"/>
            <pc:sldLayoutMk cId="2550425395" sldId="2147483685"/>
          </pc:sldLayoutMkLst>
          <pc:spChg chg="add mod">
            <ac:chgData name="Jenny Díaz Ramírez" userId="df7d83af-54c1-43f9-a4ec-fea9744b3563" providerId="ADAL" clId="{3BBA35F7-7689-49C6-8938-C98689E3AC50}" dt="2025-02-14T18:20:15.435" v="444"/>
            <ac:spMkLst>
              <pc:docMk/>
              <pc:sldMasterMk cId="3515892240" sldId="2147483658"/>
              <pc:sldLayoutMk cId="2550425395" sldId="2147483685"/>
              <ac:spMk id="5" creationId="{F94C5751-D7B6-785B-559F-3B3AF0781146}"/>
            </ac:spMkLst>
          </pc:spChg>
          <pc:spChg chg="add mod">
            <ac:chgData name="Jenny Díaz Ramírez" userId="df7d83af-54c1-43f9-a4ec-fea9744b3563" providerId="ADAL" clId="{3BBA35F7-7689-49C6-8938-C98689E3AC50}" dt="2025-02-14T18:20:15.435" v="444"/>
            <ac:spMkLst>
              <pc:docMk/>
              <pc:sldMasterMk cId="3515892240" sldId="2147483658"/>
              <pc:sldLayoutMk cId="2550425395" sldId="2147483685"/>
              <ac:spMk id="6" creationId="{32D17B95-1D7F-FF57-3E13-0B36D861BAEE}"/>
            </ac:spMkLst>
          </pc:spChg>
        </pc:sldLayoutChg>
        <pc:sldLayoutChg chg="addSp delSp modSp mod">
          <pc:chgData name="Jenny Díaz Ramírez" userId="df7d83af-54c1-43f9-a4ec-fea9744b3563" providerId="ADAL" clId="{3BBA35F7-7689-49C6-8938-C98689E3AC50}" dt="2025-02-14T18:20:22.678" v="446"/>
          <pc:sldLayoutMkLst>
            <pc:docMk/>
            <pc:sldMasterMk cId="3515892240" sldId="2147483658"/>
            <pc:sldLayoutMk cId="4227948718" sldId="2147483688"/>
          </pc:sldLayoutMkLst>
          <pc:spChg chg="add mod">
            <ac:chgData name="Jenny Díaz Ramírez" userId="df7d83af-54c1-43f9-a4ec-fea9744b3563" providerId="ADAL" clId="{3BBA35F7-7689-49C6-8938-C98689E3AC50}" dt="2025-02-14T18:20:22.678" v="446"/>
            <ac:spMkLst>
              <pc:docMk/>
              <pc:sldMasterMk cId="3515892240" sldId="2147483658"/>
              <pc:sldLayoutMk cId="4227948718" sldId="2147483688"/>
              <ac:spMk id="5" creationId="{8CEC982C-CBC7-82F8-DD9C-CEC7134E4694}"/>
            </ac:spMkLst>
          </pc:spChg>
          <pc:spChg chg="add mod">
            <ac:chgData name="Jenny Díaz Ramírez" userId="df7d83af-54c1-43f9-a4ec-fea9744b3563" providerId="ADAL" clId="{3BBA35F7-7689-49C6-8938-C98689E3AC50}" dt="2025-02-14T18:20:22.678" v="446"/>
            <ac:spMkLst>
              <pc:docMk/>
              <pc:sldMasterMk cId="3515892240" sldId="2147483658"/>
              <pc:sldLayoutMk cId="4227948718" sldId="2147483688"/>
              <ac:spMk id="6" creationId="{4B831637-7548-7CD1-8B74-EAFCD709322A}"/>
            </ac:spMkLst>
          </pc:spChg>
        </pc:sldLayoutChg>
        <pc:sldLayoutChg chg="addSp delSp modSp mod">
          <pc:chgData name="Jenny Díaz Ramírez" userId="df7d83af-54c1-43f9-a4ec-fea9744b3563" providerId="ADAL" clId="{3BBA35F7-7689-49C6-8938-C98689E3AC50}" dt="2025-02-14T18:20:29.748" v="448"/>
          <pc:sldLayoutMkLst>
            <pc:docMk/>
            <pc:sldMasterMk cId="3515892240" sldId="2147483658"/>
            <pc:sldLayoutMk cId="161733636" sldId="2147483696"/>
          </pc:sldLayoutMkLst>
          <pc:spChg chg="mod">
            <ac:chgData name="Jenny Díaz Ramírez" userId="df7d83af-54c1-43f9-a4ec-fea9744b3563" providerId="ADAL" clId="{3BBA35F7-7689-49C6-8938-C98689E3AC50}" dt="2025-02-14T18:18:39.150" v="425"/>
            <ac:spMkLst>
              <pc:docMk/>
              <pc:sldMasterMk cId="3515892240" sldId="2147483658"/>
              <pc:sldLayoutMk cId="161733636" sldId="2147483696"/>
              <ac:spMk id="8" creationId="{5496AE8C-243D-51FB-0C04-AD61BF54A91A}"/>
            </ac:spMkLst>
          </pc:spChg>
          <pc:spChg chg="mod">
            <ac:chgData name="Jenny Díaz Ramírez" userId="df7d83af-54c1-43f9-a4ec-fea9744b3563" providerId="ADAL" clId="{3BBA35F7-7689-49C6-8938-C98689E3AC50}" dt="2025-02-14T18:18:39.150" v="425"/>
            <ac:spMkLst>
              <pc:docMk/>
              <pc:sldMasterMk cId="3515892240" sldId="2147483658"/>
              <pc:sldLayoutMk cId="161733636" sldId="2147483696"/>
              <ac:spMk id="9" creationId="{09E4E599-7F8B-49D2-2DCE-84D869514D04}"/>
            </ac:spMkLst>
          </pc:spChg>
          <pc:spChg chg="mod">
            <ac:chgData name="Jenny Díaz Ramírez" userId="df7d83af-54c1-43f9-a4ec-fea9744b3563" providerId="ADAL" clId="{3BBA35F7-7689-49C6-8938-C98689E3AC50}" dt="2025-02-14T18:18:39.150" v="425"/>
            <ac:spMkLst>
              <pc:docMk/>
              <pc:sldMasterMk cId="3515892240" sldId="2147483658"/>
              <pc:sldLayoutMk cId="161733636" sldId="2147483696"/>
              <ac:spMk id="10" creationId="{4751A3EB-8F63-63BB-C57E-B874C96C234A}"/>
            </ac:spMkLst>
          </pc:spChg>
          <pc:spChg chg="add mod">
            <ac:chgData name="Jenny Díaz Ramírez" userId="df7d83af-54c1-43f9-a4ec-fea9744b3563" providerId="ADAL" clId="{3BBA35F7-7689-49C6-8938-C98689E3AC50}" dt="2025-02-14T18:20:29.748" v="448"/>
            <ac:spMkLst>
              <pc:docMk/>
              <pc:sldMasterMk cId="3515892240" sldId="2147483658"/>
              <pc:sldLayoutMk cId="161733636" sldId="2147483696"/>
              <ac:spMk id="12" creationId="{13B9D4D1-A397-3EC4-0636-96BF1365720F}"/>
            </ac:spMkLst>
          </pc:spChg>
          <pc:spChg chg="add mod">
            <ac:chgData name="Jenny Díaz Ramírez" userId="df7d83af-54c1-43f9-a4ec-fea9744b3563" providerId="ADAL" clId="{3BBA35F7-7689-49C6-8938-C98689E3AC50}" dt="2025-02-14T18:20:29.748" v="448"/>
            <ac:spMkLst>
              <pc:docMk/>
              <pc:sldMasterMk cId="3515892240" sldId="2147483658"/>
              <pc:sldLayoutMk cId="161733636" sldId="2147483696"/>
              <ac:spMk id="13" creationId="{F35C82A1-D550-6836-FA0C-C385C7EE3F35}"/>
            </ac:spMkLst>
          </pc:spChg>
          <pc:grpChg chg="add mod">
            <ac:chgData name="Jenny Díaz Ramírez" userId="df7d83af-54c1-43f9-a4ec-fea9744b3563" providerId="ADAL" clId="{3BBA35F7-7689-49C6-8938-C98689E3AC50}" dt="2025-02-14T18:18:39.150" v="425"/>
            <ac:grpSpMkLst>
              <pc:docMk/>
              <pc:sldMasterMk cId="3515892240" sldId="2147483658"/>
              <pc:sldLayoutMk cId="161733636" sldId="2147483696"/>
              <ac:grpSpMk id="7" creationId="{4FB10897-F6E3-34ED-0BA7-D56216518B33}"/>
            </ac:grpSpMkLst>
          </pc:grpChg>
        </pc:sldLayoutChg>
        <pc:sldLayoutChg chg="addSp delSp modSp mod">
          <pc:chgData name="Jenny Díaz Ramírez" userId="df7d83af-54c1-43f9-a4ec-fea9744b3563" providerId="ADAL" clId="{3BBA35F7-7689-49C6-8938-C98689E3AC50}" dt="2025-02-14T18:20:34.866" v="450"/>
          <pc:sldLayoutMkLst>
            <pc:docMk/>
            <pc:sldMasterMk cId="3515892240" sldId="2147483658"/>
            <pc:sldLayoutMk cId="4161254587" sldId="2147483697"/>
          </pc:sldLayoutMkLst>
          <pc:spChg chg="add mod">
            <ac:chgData name="Jenny Díaz Ramírez" userId="df7d83af-54c1-43f9-a4ec-fea9744b3563" providerId="ADAL" clId="{3BBA35F7-7689-49C6-8938-C98689E3AC50}" dt="2025-02-14T18:20:34.866" v="450"/>
            <ac:spMkLst>
              <pc:docMk/>
              <pc:sldMasterMk cId="3515892240" sldId="2147483658"/>
              <pc:sldLayoutMk cId="4161254587" sldId="2147483697"/>
              <ac:spMk id="6" creationId="{D2277398-E71C-9E18-6FA2-AF0656698E4B}"/>
            </ac:spMkLst>
          </pc:spChg>
          <pc:spChg chg="add mod">
            <ac:chgData name="Jenny Díaz Ramírez" userId="df7d83af-54c1-43f9-a4ec-fea9744b3563" providerId="ADAL" clId="{3BBA35F7-7689-49C6-8938-C98689E3AC50}" dt="2025-02-14T18:20:34.866" v="450"/>
            <ac:spMkLst>
              <pc:docMk/>
              <pc:sldMasterMk cId="3515892240" sldId="2147483658"/>
              <pc:sldLayoutMk cId="4161254587" sldId="2147483697"/>
              <ac:spMk id="7" creationId="{B84FCA9A-3098-8020-E608-4F4F97405E44}"/>
            </ac:spMkLst>
          </pc:spChg>
        </pc:sldLayoutChg>
        <pc:sldLayoutChg chg="addSp delSp modSp mod">
          <pc:chgData name="Jenny Díaz Ramírez" userId="df7d83af-54c1-43f9-a4ec-fea9744b3563" providerId="ADAL" clId="{3BBA35F7-7689-49C6-8938-C98689E3AC50}" dt="2025-02-14T18:19:58.420" v="440"/>
          <pc:sldLayoutMkLst>
            <pc:docMk/>
            <pc:sldMasterMk cId="3515892240" sldId="2147483658"/>
            <pc:sldLayoutMk cId="779080894" sldId="2147483698"/>
          </pc:sldLayoutMkLst>
          <pc:spChg chg="add mod">
            <ac:chgData name="Jenny Díaz Ramírez" userId="df7d83af-54c1-43f9-a4ec-fea9744b3563" providerId="ADAL" clId="{3BBA35F7-7689-49C6-8938-C98689E3AC50}" dt="2025-02-14T18:19:51.659" v="439"/>
            <ac:spMkLst>
              <pc:docMk/>
              <pc:sldMasterMk cId="3515892240" sldId="2147483658"/>
              <pc:sldLayoutMk cId="779080894" sldId="2147483698"/>
              <ac:spMk id="5" creationId="{8B6548D6-A880-04F4-F832-A1B39206F240}"/>
            </ac:spMkLst>
          </pc:spChg>
          <pc:spChg chg="add mod">
            <ac:chgData name="Jenny Díaz Ramírez" userId="df7d83af-54c1-43f9-a4ec-fea9744b3563" providerId="ADAL" clId="{3BBA35F7-7689-49C6-8938-C98689E3AC50}" dt="2025-02-14T18:19:58.420" v="440"/>
            <ac:spMkLst>
              <pc:docMk/>
              <pc:sldMasterMk cId="3515892240" sldId="2147483658"/>
              <pc:sldLayoutMk cId="779080894" sldId="2147483698"/>
              <ac:spMk id="6" creationId="{8843598B-FC54-B745-3054-795FE6B8A9C1}"/>
            </ac:spMkLst>
          </pc:spChg>
        </pc:sldLayoutChg>
      </pc:sldMasterChg>
    </pc:docChg>
  </pc:docChgLst>
  <pc:docChgLst>
    <pc:chgData name="Jenny Díaz Ramírez" userId="df7d83af-54c1-43f9-a4ec-fea9744b3563" providerId="ADAL" clId="{A90CC3CA-8430-48C8-BAF6-B35AE80B35C6}"/>
    <pc:docChg chg="modMainMaster">
      <pc:chgData name="Jenny Díaz Ramírez" userId="df7d83af-54c1-43f9-a4ec-fea9744b3563" providerId="ADAL" clId="{A90CC3CA-8430-48C8-BAF6-B35AE80B35C6}" dt="2025-02-17T00:04:24.078" v="36" actId="6549"/>
      <pc:docMkLst>
        <pc:docMk/>
      </pc:docMkLst>
      <pc:sldMasterChg chg="modSp mod">
        <pc:chgData name="Jenny Díaz Ramírez" userId="df7d83af-54c1-43f9-a4ec-fea9744b3563" providerId="ADAL" clId="{A90CC3CA-8430-48C8-BAF6-B35AE80B35C6}" dt="2025-02-17T00:04:24.078" v="36" actId="6549"/>
        <pc:sldMasterMkLst>
          <pc:docMk/>
          <pc:sldMasterMk cId="3515892240" sldId="2147483658"/>
        </pc:sldMasterMkLst>
        <pc:spChg chg="mod">
          <ac:chgData name="Jenny Díaz Ramírez" userId="df7d83af-54c1-43f9-a4ec-fea9744b3563" providerId="ADAL" clId="{A90CC3CA-8430-48C8-BAF6-B35AE80B35C6}" dt="2025-02-17T00:04:24.078" v="36" actId="6549"/>
          <ac:spMkLst>
            <pc:docMk/>
            <pc:sldMasterMk cId="3515892240" sldId="2147483658"/>
            <ac:spMk id="4" creationId="{8AC6FE46-170E-0F6C-06F0-D7F69117A30F}"/>
          </ac:spMkLst>
        </pc:spChg>
      </pc:sldMasterChg>
    </pc:docChg>
  </pc:docChgLst>
  <pc:docChgLst>
    <pc:chgData name="Jenny Díaz Ramírez" userId="df7d83af-54c1-43f9-a4ec-fea9744b3563" providerId="ADAL" clId="{225523A6-6F73-41A0-8952-28FF3F5E5521}"/>
    <pc:docChg chg="custSel modSld modMainMaster">
      <pc:chgData name="Jenny Díaz Ramírez" userId="df7d83af-54c1-43f9-a4ec-fea9744b3563" providerId="ADAL" clId="{225523A6-6F73-41A0-8952-28FF3F5E5521}" dt="2025-02-14T18:00:04.160" v="165" actId="14100"/>
      <pc:docMkLst>
        <pc:docMk/>
      </pc:docMkLst>
      <pc:sldChg chg="modSp mod">
        <pc:chgData name="Jenny Díaz Ramírez" userId="df7d83af-54c1-43f9-a4ec-fea9744b3563" providerId="ADAL" clId="{225523A6-6F73-41A0-8952-28FF3F5E5521}" dt="2025-02-14T17:57:14.187" v="133" actId="27636"/>
        <pc:sldMkLst>
          <pc:docMk/>
          <pc:sldMk cId="0" sldId="260"/>
        </pc:sldMkLst>
      </pc:sldChg>
      <pc:sldChg chg="mod modShow">
        <pc:chgData name="Jenny Díaz Ramírez" userId="df7d83af-54c1-43f9-a4ec-fea9744b3563" providerId="ADAL" clId="{225523A6-6F73-41A0-8952-28FF3F5E5521}" dt="2025-02-14T17:57:55.713" v="139" actId="729"/>
        <pc:sldMkLst>
          <pc:docMk/>
          <pc:sldMk cId="0" sldId="261"/>
        </pc:sldMkLst>
      </pc:sldChg>
      <pc:sldChg chg="addSp delSp modSp mod">
        <pc:chgData name="Jenny Díaz Ramírez" userId="df7d83af-54c1-43f9-a4ec-fea9744b3563" providerId="ADAL" clId="{225523A6-6F73-41A0-8952-28FF3F5E5521}" dt="2025-02-14T18:00:04.160" v="165" actId="14100"/>
        <pc:sldMkLst>
          <pc:docMk/>
          <pc:sldMk cId="0" sldId="266"/>
        </pc:sldMkLst>
      </pc:sldChg>
      <pc:sldChg chg="modSp mod">
        <pc:chgData name="Jenny Díaz Ramírez" userId="df7d83af-54c1-43f9-a4ec-fea9744b3563" providerId="ADAL" clId="{225523A6-6F73-41A0-8952-28FF3F5E5521}" dt="2025-02-14T17:57:47.776" v="138" actId="1076"/>
        <pc:sldMkLst>
          <pc:docMk/>
          <pc:sldMk cId="1762163509" sldId="275"/>
        </pc:sldMkLst>
      </pc:sldChg>
      <pc:sldChg chg="modSp mod">
        <pc:chgData name="Jenny Díaz Ramírez" userId="df7d83af-54c1-43f9-a4ec-fea9744b3563" providerId="ADAL" clId="{225523A6-6F73-41A0-8952-28FF3F5E5521}" dt="2025-02-14T17:57:41.940" v="137" actId="1076"/>
        <pc:sldMkLst>
          <pc:docMk/>
          <pc:sldMk cId="1999810849" sldId="276"/>
        </pc:sldMkLst>
      </pc:sldChg>
      <pc:sldChg chg="modSp mod">
        <pc:chgData name="Jenny Díaz Ramírez" userId="df7d83af-54c1-43f9-a4ec-fea9744b3563" providerId="ADAL" clId="{225523A6-6F73-41A0-8952-28FF3F5E5521}" dt="2025-02-14T17:56:52.395" v="131" actId="14100"/>
        <pc:sldMkLst>
          <pc:docMk/>
          <pc:sldMk cId="2595540467" sldId="277"/>
        </pc:sldMkLst>
      </pc:sldChg>
      <pc:sldChg chg="modSp mod">
        <pc:chgData name="Jenny Díaz Ramírez" userId="df7d83af-54c1-43f9-a4ec-fea9744b3563" providerId="ADAL" clId="{225523A6-6F73-41A0-8952-28FF3F5E5521}" dt="2025-02-14T17:52:13.746" v="122" actId="1076"/>
        <pc:sldMkLst>
          <pc:docMk/>
          <pc:sldMk cId="2725073709" sldId="299"/>
        </pc:sldMkLst>
      </pc:sldChg>
      <pc:sldChg chg="modSp mod">
        <pc:chgData name="Jenny Díaz Ramírez" userId="df7d83af-54c1-43f9-a4ec-fea9744b3563" providerId="ADAL" clId="{225523A6-6F73-41A0-8952-28FF3F5E5521}" dt="2025-02-14T17:49:17.001" v="74" actId="20577"/>
        <pc:sldMkLst>
          <pc:docMk/>
          <pc:sldMk cId="2960950710" sldId="350"/>
        </pc:sldMkLst>
        <pc:spChg chg="mod">
          <ac:chgData name="Jenny Díaz Ramírez" userId="df7d83af-54c1-43f9-a4ec-fea9744b3563" providerId="ADAL" clId="{225523A6-6F73-41A0-8952-28FF3F5E5521}" dt="2025-02-14T17:49:17.001" v="74" actId="20577"/>
          <ac:spMkLst>
            <pc:docMk/>
            <pc:sldMk cId="2960950710" sldId="350"/>
            <ac:spMk id="2" creationId="{293E168C-8042-5B4E-A5A4-A5BF693AE2D6}"/>
          </ac:spMkLst>
        </pc:spChg>
      </pc:sldChg>
      <pc:sldMasterChg chg="delSp modSp mod modSldLayout">
        <pc:chgData name="Jenny Díaz Ramírez" userId="df7d83af-54c1-43f9-a4ec-fea9744b3563" providerId="ADAL" clId="{225523A6-6F73-41A0-8952-28FF3F5E5521}" dt="2025-02-14T17:57:30.055" v="135" actId="1076"/>
        <pc:sldMasterMkLst>
          <pc:docMk/>
          <pc:sldMasterMk cId="3515892240" sldId="2147483658"/>
        </pc:sldMasterMkLst>
        <pc:spChg chg="mod">
          <ac:chgData name="Jenny Díaz Ramírez" userId="df7d83af-54c1-43f9-a4ec-fea9744b3563" providerId="ADAL" clId="{225523A6-6F73-41A0-8952-28FF3F5E5521}" dt="2025-02-14T17:56:37.886" v="130" actId="207"/>
          <ac:spMkLst>
            <pc:docMk/>
            <pc:sldMasterMk cId="3515892240" sldId="2147483658"/>
            <ac:spMk id="31" creationId="{C9955F1C-C0B1-BA44-8905-6991FA0D1EF3}"/>
          </ac:spMkLst>
        </pc:spChg>
        <pc:spChg chg="mod">
          <ac:chgData name="Jenny Díaz Ramírez" userId="df7d83af-54c1-43f9-a4ec-fea9744b3563" providerId="ADAL" clId="{225523A6-6F73-41A0-8952-28FF3F5E5521}" dt="2025-02-14T17:55:47.055" v="123" actId="1076"/>
          <ac:spMkLst>
            <pc:docMk/>
            <pc:sldMasterMk cId="3515892240" sldId="2147483658"/>
            <ac:spMk id="32" creationId="{C8ADA0DF-3751-9A48-8A21-59F01C782D7C}"/>
          </ac:spMkLst>
        </pc:spChg>
        <pc:sldLayoutChg chg="modSp mod">
          <pc:chgData name="Jenny Díaz Ramírez" userId="df7d83af-54c1-43f9-a4ec-fea9744b3563" providerId="ADAL" clId="{225523A6-6F73-41A0-8952-28FF3F5E5521}" dt="2025-02-14T17:57:30.055" v="135" actId="1076"/>
          <pc:sldLayoutMkLst>
            <pc:docMk/>
            <pc:sldMasterMk cId="3515892240" sldId="2147483658"/>
            <pc:sldLayoutMk cId="3073769527" sldId="2147483671"/>
          </pc:sldLayoutMkLst>
          <pc:spChg chg="mod">
            <ac:chgData name="Jenny Díaz Ramírez" userId="df7d83af-54c1-43f9-a4ec-fea9744b3563" providerId="ADAL" clId="{225523A6-6F73-41A0-8952-28FF3F5E5521}" dt="2025-02-14T17:57:22.667" v="134" actId="1076"/>
            <ac:spMkLst>
              <pc:docMk/>
              <pc:sldMasterMk cId="3515892240" sldId="2147483658"/>
              <pc:sldLayoutMk cId="3073769527" sldId="2147483671"/>
              <ac:spMk id="3" creationId="{B7E0EC46-C626-4D58-AB64-0B3B850D1482}"/>
            </ac:spMkLst>
          </pc:spChg>
          <pc:spChg chg="mod">
            <ac:chgData name="Jenny Díaz Ramírez" userId="df7d83af-54c1-43f9-a4ec-fea9744b3563" providerId="ADAL" clId="{225523A6-6F73-41A0-8952-28FF3F5E5521}" dt="2025-02-14T17:57:30.055" v="135" actId="1076"/>
            <ac:spMkLst>
              <pc:docMk/>
              <pc:sldMasterMk cId="3515892240" sldId="2147483658"/>
              <pc:sldLayoutMk cId="3073769527" sldId="2147483671"/>
              <ac:spMk id="4" creationId="{8F25D00C-8F5C-4528-87FA-F9431D967555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95F2D1-9FFC-4DC9-9998-49E18EB751AF}" type="doc">
      <dgm:prSet loTypeId="urn:microsoft.com/office/officeart/2005/8/layout/l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20BA57C7-4969-4A90-AC51-24D0D83B1818}">
      <dgm:prSet phldrT="[Texto]"/>
      <dgm:spPr/>
      <dgm:t>
        <a:bodyPr/>
        <a:lstStyle/>
        <a:p>
          <a:r>
            <a:rPr lang="es-ES" dirty="0"/>
            <a:t>Notación</a:t>
          </a:r>
        </a:p>
      </dgm:t>
    </dgm:pt>
    <dgm:pt modelId="{C400F307-324D-48B7-ACBA-B44B4A852FFB}" type="parTrans" cxnId="{6925B54B-947D-4E6B-8F3D-2F3667C6CF5D}">
      <dgm:prSet/>
      <dgm:spPr/>
      <dgm:t>
        <a:bodyPr/>
        <a:lstStyle/>
        <a:p>
          <a:endParaRPr lang="es-ES"/>
        </a:p>
      </dgm:t>
    </dgm:pt>
    <dgm:pt modelId="{46C1E1BE-45C9-4FEC-BFE9-FA2F5D6D378A}" type="sibTrans" cxnId="{6925B54B-947D-4E6B-8F3D-2F3667C6CF5D}">
      <dgm:prSet/>
      <dgm:spPr/>
      <dgm:t>
        <a:bodyPr/>
        <a:lstStyle/>
        <a:p>
          <a:endParaRPr lang="es-ES"/>
        </a:p>
      </dgm:t>
    </dgm:pt>
    <dgm:pt modelId="{3F216AD1-6305-4FB0-941C-765A71D20FE7}">
      <dgm:prSet phldrT="[Texto]"/>
      <dgm:spPr/>
      <dgm:t>
        <a:bodyPr/>
        <a:lstStyle/>
        <a:p>
          <a:r>
            <a:rPr lang="es-ES" dirty="0"/>
            <a:t>Solución</a:t>
          </a:r>
        </a:p>
      </dgm:t>
    </dgm:pt>
    <dgm:pt modelId="{61F5B55A-00BC-4E37-B2D4-1F699F6A1615}" type="parTrans" cxnId="{6206D314-8669-4A6C-AC2D-2CBC14D8A8C9}">
      <dgm:prSet/>
      <dgm:spPr/>
      <dgm:t>
        <a:bodyPr/>
        <a:lstStyle/>
        <a:p>
          <a:endParaRPr lang="es-ES"/>
        </a:p>
      </dgm:t>
    </dgm:pt>
    <dgm:pt modelId="{9B5E24EE-5236-43F4-8C45-4C1954A50B7C}" type="sibTrans" cxnId="{6206D314-8669-4A6C-AC2D-2CBC14D8A8C9}">
      <dgm:prSet/>
      <dgm:spPr/>
      <dgm:t>
        <a:bodyPr/>
        <a:lstStyle/>
        <a:p>
          <a:endParaRPr lang="es-ES"/>
        </a:p>
      </dgm:t>
    </dgm:pt>
    <dgm:pt modelId="{5F1F5053-7867-437C-8772-6F909FABC426}">
      <dgm:prSet phldrT="[Texto]"/>
      <dgm:spPr/>
      <dgm:t>
        <a:bodyPr/>
        <a:lstStyle/>
        <a:p>
          <a:r>
            <a:rPr lang="es-ES" dirty="0"/>
            <a:t>Método de B&amp;B</a:t>
          </a:r>
        </a:p>
      </dgm:t>
    </dgm:pt>
    <dgm:pt modelId="{395CE6D9-3F3D-4FCE-A4FD-D5EE6B07AA3C}" type="parTrans" cxnId="{515B1B97-1B5C-4A96-BC9E-157589AEE0E5}">
      <dgm:prSet/>
      <dgm:spPr/>
      <dgm:t>
        <a:bodyPr/>
        <a:lstStyle/>
        <a:p>
          <a:endParaRPr lang="es-ES"/>
        </a:p>
      </dgm:t>
    </dgm:pt>
    <dgm:pt modelId="{D40438EA-4945-4D41-8374-1E800A96BD3F}" type="sibTrans" cxnId="{515B1B97-1B5C-4A96-BC9E-157589AEE0E5}">
      <dgm:prSet/>
      <dgm:spPr/>
      <dgm:t>
        <a:bodyPr/>
        <a:lstStyle/>
        <a:p>
          <a:endParaRPr lang="es-ES"/>
        </a:p>
      </dgm:t>
    </dgm:pt>
    <dgm:pt modelId="{55E69F3B-5077-42F4-BD47-3D396425F3F2}">
      <dgm:prSet phldrT="[Texto]"/>
      <dgm:spPr/>
      <dgm:t>
        <a:bodyPr/>
        <a:lstStyle/>
        <a:p>
          <a:r>
            <a:rPr lang="es-ES" dirty="0"/>
            <a:t>Algebraica</a:t>
          </a:r>
        </a:p>
      </dgm:t>
    </dgm:pt>
    <dgm:pt modelId="{54219654-28C6-4360-A738-956B3F3EB534}" type="parTrans" cxnId="{2D468B5B-1958-4B5B-AF2D-D059E6C35D86}">
      <dgm:prSet/>
      <dgm:spPr/>
      <dgm:t>
        <a:bodyPr/>
        <a:lstStyle/>
        <a:p>
          <a:endParaRPr lang="es-ES"/>
        </a:p>
      </dgm:t>
    </dgm:pt>
    <dgm:pt modelId="{7750E049-86CD-48A4-A808-B4801ADFF224}" type="sibTrans" cxnId="{2D468B5B-1958-4B5B-AF2D-D059E6C35D86}">
      <dgm:prSet/>
      <dgm:spPr/>
      <dgm:t>
        <a:bodyPr/>
        <a:lstStyle/>
        <a:p>
          <a:endParaRPr lang="es-ES"/>
        </a:p>
      </dgm:t>
    </dgm:pt>
    <dgm:pt modelId="{E8824C48-89F8-4E2D-B184-4E51DC7B58A6}">
      <dgm:prSet phldrT="[Texto]"/>
      <dgm:spPr/>
      <dgm:t>
        <a:bodyPr/>
        <a:lstStyle/>
        <a:p>
          <a:r>
            <a:rPr lang="es-ES" dirty="0"/>
            <a:t>Matricial</a:t>
          </a:r>
        </a:p>
      </dgm:t>
    </dgm:pt>
    <dgm:pt modelId="{97D717A4-71E3-4C42-83C9-CD0C15092AF7}" type="parTrans" cxnId="{FD67D657-5D19-437A-AD99-19266300C7EE}">
      <dgm:prSet/>
      <dgm:spPr/>
      <dgm:t>
        <a:bodyPr/>
        <a:lstStyle/>
        <a:p>
          <a:endParaRPr lang="es-ES"/>
        </a:p>
      </dgm:t>
    </dgm:pt>
    <dgm:pt modelId="{D2969FBB-94CE-4C9A-912E-D73F81F78D09}" type="sibTrans" cxnId="{FD67D657-5D19-437A-AD99-19266300C7EE}">
      <dgm:prSet/>
      <dgm:spPr/>
      <dgm:t>
        <a:bodyPr/>
        <a:lstStyle/>
        <a:p>
          <a:endParaRPr lang="es-ES"/>
        </a:p>
      </dgm:t>
    </dgm:pt>
    <dgm:pt modelId="{58C7CE55-3705-414C-A99D-6D5C6EF0625A}">
      <dgm:prSet phldrT="[Texto]"/>
      <dgm:spPr/>
      <dgm:t>
        <a:bodyPr/>
        <a:lstStyle/>
        <a:p>
          <a:r>
            <a:rPr lang="es-ES" dirty="0"/>
            <a:t>Espacios de solución</a:t>
          </a:r>
        </a:p>
      </dgm:t>
    </dgm:pt>
    <dgm:pt modelId="{E7470D9B-54C3-4CAC-BDB8-62C361F9CFA5}" type="parTrans" cxnId="{81BE24C9-F6AB-40E0-8BEA-10271A4C8969}">
      <dgm:prSet/>
      <dgm:spPr/>
      <dgm:t>
        <a:bodyPr/>
        <a:lstStyle/>
        <a:p>
          <a:endParaRPr lang="es-ES"/>
        </a:p>
      </dgm:t>
    </dgm:pt>
    <dgm:pt modelId="{1388855D-C69A-4F50-BA3A-19FB741F4314}" type="sibTrans" cxnId="{81BE24C9-F6AB-40E0-8BEA-10271A4C8969}">
      <dgm:prSet/>
      <dgm:spPr/>
      <dgm:t>
        <a:bodyPr/>
        <a:lstStyle/>
        <a:p>
          <a:endParaRPr lang="es-ES"/>
        </a:p>
      </dgm:t>
    </dgm:pt>
    <dgm:pt modelId="{277C10AB-1744-4421-BDF6-103B11EFEAB5}">
      <dgm:prSet phldrT="[Texto]"/>
      <dgm:spPr/>
      <dgm:t>
        <a:bodyPr/>
        <a:lstStyle/>
        <a:p>
          <a:r>
            <a:rPr lang="es-ES" dirty="0"/>
            <a:t>Tipos de solución</a:t>
          </a:r>
        </a:p>
      </dgm:t>
    </dgm:pt>
    <dgm:pt modelId="{697AEF14-9A35-4306-B1A3-1C71E9A583FC}" type="parTrans" cxnId="{AA01BE27-47FC-45CE-BE9F-CCAE91CABF64}">
      <dgm:prSet/>
      <dgm:spPr/>
      <dgm:t>
        <a:bodyPr/>
        <a:lstStyle/>
        <a:p>
          <a:endParaRPr lang="es-ES"/>
        </a:p>
      </dgm:t>
    </dgm:pt>
    <dgm:pt modelId="{5A703D59-6E1D-4640-92A8-AAC5024DFF9A}" type="sibTrans" cxnId="{AA01BE27-47FC-45CE-BE9F-CCAE91CABF64}">
      <dgm:prSet/>
      <dgm:spPr/>
      <dgm:t>
        <a:bodyPr/>
        <a:lstStyle/>
        <a:p>
          <a:endParaRPr lang="es-ES"/>
        </a:p>
      </dgm:t>
    </dgm:pt>
    <dgm:pt modelId="{372A84CE-0BBA-4EFE-8B2F-3650D408C9DD}">
      <dgm:prSet phldrT="[Texto]"/>
      <dgm:spPr/>
      <dgm:t>
        <a:bodyPr/>
        <a:lstStyle/>
        <a:p>
          <a:r>
            <a:rPr lang="es-ES" dirty="0"/>
            <a:t>Método Gráfico</a:t>
          </a:r>
        </a:p>
      </dgm:t>
    </dgm:pt>
    <dgm:pt modelId="{7C613DB5-43D4-4E91-A90B-882F1FE4AAAB}" type="parTrans" cxnId="{E03BFCE4-2E53-4351-969F-E8812B1671B7}">
      <dgm:prSet/>
      <dgm:spPr/>
      <dgm:t>
        <a:bodyPr/>
        <a:lstStyle/>
        <a:p>
          <a:endParaRPr lang="en-US"/>
        </a:p>
      </dgm:t>
    </dgm:pt>
    <dgm:pt modelId="{69C7C79E-1058-4AD7-89F3-63F00DA7A3FA}" type="sibTrans" cxnId="{E03BFCE4-2E53-4351-969F-E8812B1671B7}">
      <dgm:prSet/>
      <dgm:spPr/>
      <dgm:t>
        <a:bodyPr/>
        <a:lstStyle/>
        <a:p>
          <a:endParaRPr lang="en-US"/>
        </a:p>
      </dgm:t>
    </dgm:pt>
    <dgm:pt modelId="{215D5F0A-16E0-4272-823F-0C2384036CBE}">
      <dgm:prSet phldrT="[Texto]"/>
      <dgm:spPr/>
      <dgm:t>
        <a:bodyPr/>
        <a:lstStyle/>
        <a:p>
          <a:r>
            <a:rPr lang="es-ES" dirty="0"/>
            <a:t>Métodos Simplex</a:t>
          </a:r>
        </a:p>
      </dgm:t>
    </dgm:pt>
    <dgm:pt modelId="{4A4AEFB8-3EA8-4738-A25E-02FE69D51F40}" type="parTrans" cxnId="{6B4D3F3E-7473-4347-BA86-2FFFF5577065}">
      <dgm:prSet/>
      <dgm:spPr/>
      <dgm:t>
        <a:bodyPr/>
        <a:lstStyle/>
        <a:p>
          <a:endParaRPr lang="en-US"/>
        </a:p>
      </dgm:t>
    </dgm:pt>
    <dgm:pt modelId="{9CFC0607-9CFC-4548-8F52-BED8D73D763A}" type="sibTrans" cxnId="{6B4D3F3E-7473-4347-BA86-2FFFF5577065}">
      <dgm:prSet/>
      <dgm:spPr/>
      <dgm:t>
        <a:bodyPr/>
        <a:lstStyle/>
        <a:p>
          <a:endParaRPr lang="en-US"/>
        </a:p>
      </dgm:t>
    </dgm:pt>
    <dgm:pt modelId="{DEA047EF-5C57-4885-9D26-F0D90BF6F7B3}">
      <dgm:prSet phldrT="[Texto]"/>
      <dgm:spPr/>
      <dgm:t>
        <a:bodyPr/>
        <a:lstStyle/>
        <a:p>
          <a:r>
            <a:rPr lang="es-ES" dirty="0"/>
            <a:t>Para problemas enteros </a:t>
          </a:r>
        </a:p>
      </dgm:t>
    </dgm:pt>
    <dgm:pt modelId="{3303A7A1-F4FE-455C-B338-80FF4FB4EE64}" type="parTrans" cxnId="{52598A4E-6A96-43D4-ACFC-768B80478F0D}">
      <dgm:prSet/>
      <dgm:spPr/>
      <dgm:t>
        <a:bodyPr/>
        <a:lstStyle/>
        <a:p>
          <a:endParaRPr lang="en-US"/>
        </a:p>
      </dgm:t>
    </dgm:pt>
    <dgm:pt modelId="{5A4A898E-B530-43D0-80F1-13F49AE60AEB}" type="sibTrans" cxnId="{52598A4E-6A96-43D4-ACFC-768B80478F0D}">
      <dgm:prSet/>
      <dgm:spPr/>
      <dgm:t>
        <a:bodyPr/>
        <a:lstStyle/>
        <a:p>
          <a:endParaRPr lang="en-US"/>
        </a:p>
      </dgm:t>
    </dgm:pt>
    <dgm:pt modelId="{0007019D-BE48-4638-A758-11431E394BA5}">
      <dgm:prSet phldrT="[Texto]"/>
      <dgm:spPr/>
      <dgm:t>
        <a:bodyPr/>
        <a:lstStyle/>
        <a:p>
          <a:r>
            <a:rPr lang="es-ES" dirty="0"/>
            <a:t>Estructura de una iteración</a:t>
          </a:r>
        </a:p>
      </dgm:t>
    </dgm:pt>
    <dgm:pt modelId="{5E8FDF75-2D20-4CFB-BD80-353B46F7CE6B}" type="parTrans" cxnId="{7A6AADAD-1532-48A7-B758-6CBD8D8FCA7C}">
      <dgm:prSet/>
      <dgm:spPr/>
      <dgm:t>
        <a:bodyPr/>
        <a:lstStyle/>
        <a:p>
          <a:endParaRPr lang="en-US"/>
        </a:p>
      </dgm:t>
    </dgm:pt>
    <dgm:pt modelId="{5903D355-A23F-47EC-B7EF-60D5C3C924C7}" type="sibTrans" cxnId="{7A6AADAD-1532-48A7-B758-6CBD8D8FCA7C}">
      <dgm:prSet/>
      <dgm:spPr/>
      <dgm:t>
        <a:bodyPr/>
        <a:lstStyle/>
        <a:p>
          <a:endParaRPr lang="en-US"/>
        </a:p>
      </dgm:t>
    </dgm:pt>
    <dgm:pt modelId="{F879121B-3B6F-494F-A6B0-9D9D880A98F3}">
      <dgm:prSet phldrT="[Texto]"/>
      <dgm:spPr/>
      <dgm:t>
        <a:bodyPr/>
        <a:lstStyle/>
        <a:p>
          <a:r>
            <a:rPr lang="es-ES" dirty="0"/>
            <a:t>Complejidad matemática</a:t>
          </a:r>
        </a:p>
      </dgm:t>
    </dgm:pt>
    <dgm:pt modelId="{75924DA9-7DDA-431C-BD22-9C134871FF33}" type="parTrans" cxnId="{D8A9688E-5CEF-4228-AC53-8023404E2183}">
      <dgm:prSet/>
      <dgm:spPr/>
      <dgm:t>
        <a:bodyPr/>
        <a:lstStyle/>
        <a:p>
          <a:endParaRPr lang="en-US"/>
        </a:p>
      </dgm:t>
    </dgm:pt>
    <dgm:pt modelId="{11FA5C7F-B48D-4D3E-9B1F-36FC84C2149F}" type="sibTrans" cxnId="{D8A9688E-5CEF-4228-AC53-8023404E2183}">
      <dgm:prSet/>
      <dgm:spPr/>
      <dgm:t>
        <a:bodyPr/>
        <a:lstStyle/>
        <a:p>
          <a:endParaRPr lang="en-US"/>
        </a:p>
      </dgm:t>
    </dgm:pt>
    <dgm:pt modelId="{08FE693D-850A-4B40-8FF2-9445DA2D25AC}">
      <dgm:prSet phldrT="[Texto]"/>
      <dgm:spPr/>
      <dgm:t>
        <a:bodyPr/>
        <a:lstStyle/>
        <a:p>
          <a:r>
            <a:rPr lang="es-ES" dirty="0"/>
            <a:t>Para problemas pequeños (2 </a:t>
          </a:r>
          <a:r>
            <a:rPr lang="es-ES" dirty="0" err="1"/>
            <a:t>var</a:t>
          </a:r>
          <a:r>
            <a:rPr lang="es-ES" dirty="0"/>
            <a:t>)</a:t>
          </a:r>
        </a:p>
      </dgm:t>
    </dgm:pt>
    <dgm:pt modelId="{DA56D5DD-5750-4B8F-B4C8-C815BFB1C98E}" type="parTrans" cxnId="{F77112FB-379B-499F-88B0-EDB8DCF65A99}">
      <dgm:prSet/>
      <dgm:spPr/>
      <dgm:t>
        <a:bodyPr/>
        <a:lstStyle/>
        <a:p>
          <a:endParaRPr lang="en-US"/>
        </a:p>
      </dgm:t>
    </dgm:pt>
    <dgm:pt modelId="{D87FC6F8-6A74-4CA0-B5AF-6BFA148479D4}" type="sibTrans" cxnId="{F77112FB-379B-499F-88B0-EDB8DCF65A99}">
      <dgm:prSet/>
      <dgm:spPr/>
      <dgm:t>
        <a:bodyPr/>
        <a:lstStyle/>
        <a:p>
          <a:endParaRPr lang="en-US"/>
        </a:p>
      </dgm:t>
    </dgm:pt>
    <dgm:pt modelId="{6AD91508-2DB0-4F8F-A27C-D4504EE3C201}" type="pres">
      <dgm:prSet presAssocID="{5C95F2D1-9FFC-4DC9-9998-49E18EB751AF}" presName="Name0" presStyleCnt="0">
        <dgm:presLayoutVars>
          <dgm:dir/>
          <dgm:animLvl val="lvl"/>
          <dgm:resizeHandles val="exact"/>
        </dgm:presLayoutVars>
      </dgm:prSet>
      <dgm:spPr/>
    </dgm:pt>
    <dgm:pt modelId="{8E0F53AA-013A-4CDA-AFE3-4AC8257F5AE7}" type="pres">
      <dgm:prSet presAssocID="{20BA57C7-4969-4A90-AC51-24D0D83B1818}" presName="vertFlow" presStyleCnt="0"/>
      <dgm:spPr/>
    </dgm:pt>
    <dgm:pt modelId="{97199732-22D3-4D58-B7C8-962AB9606A85}" type="pres">
      <dgm:prSet presAssocID="{20BA57C7-4969-4A90-AC51-24D0D83B1818}" presName="header" presStyleLbl="node1" presStyleIdx="0" presStyleCnt="5"/>
      <dgm:spPr/>
    </dgm:pt>
    <dgm:pt modelId="{26BD821F-CD8E-40CE-AF95-EC5966F3B356}" type="pres">
      <dgm:prSet presAssocID="{54219654-28C6-4360-A738-956B3F3EB534}" presName="parTrans" presStyleLbl="sibTrans2D1" presStyleIdx="0" presStyleCnt="8"/>
      <dgm:spPr/>
    </dgm:pt>
    <dgm:pt modelId="{3D6BFEE7-2020-4FA5-9BAB-5A229DDECB65}" type="pres">
      <dgm:prSet presAssocID="{55E69F3B-5077-42F4-BD47-3D396425F3F2}" presName="child" presStyleLbl="alignAccFollowNode1" presStyleIdx="0" presStyleCnt="8">
        <dgm:presLayoutVars>
          <dgm:chMax val="0"/>
          <dgm:bulletEnabled val="1"/>
        </dgm:presLayoutVars>
      </dgm:prSet>
      <dgm:spPr/>
    </dgm:pt>
    <dgm:pt modelId="{B357538F-AA79-4CC6-BE79-302F1201BF7E}" type="pres">
      <dgm:prSet presAssocID="{7750E049-86CD-48A4-A808-B4801ADFF224}" presName="sibTrans" presStyleLbl="sibTrans2D1" presStyleIdx="1" presStyleCnt="8"/>
      <dgm:spPr/>
    </dgm:pt>
    <dgm:pt modelId="{AACA5BA9-33E9-4D22-B3BA-B0E28BE5D756}" type="pres">
      <dgm:prSet presAssocID="{E8824C48-89F8-4E2D-B184-4E51DC7B58A6}" presName="child" presStyleLbl="alignAccFollowNode1" presStyleIdx="1" presStyleCnt="8">
        <dgm:presLayoutVars>
          <dgm:chMax val="0"/>
          <dgm:bulletEnabled val="1"/>
        </dgm:presLayoutVars>
      </dgm:prSet>
      <dgm:spPr/>
    </dgm:pt>
    <dgm:pt modelId="{D881AE06-50DA-416E-A2E0-79BEEAC64ED8}" type="pres">
      <dgm:prSet presAssocID="{20BA57C7-4969-4A90-AC51-24D0D83B1818}" presName="hSp" presStyleCnt="0"/>
      <dgm:spPr/>
    </dgm:pt>
    <dgm:pt modelId="{697967CA-7870-4CD7-95A8-1FC39E3217D6}" type="pres">
      <dgm:prSet presAssocID="{3F216AD1-6305-4FB0-941C-765A71D20FE7}" presName="vertFlow" presStyleCnt="0"/>
      <dgm:spPr/>
    </dgm:pt>
    <dgm:pt modelId="{80A669FE-51D7-4237-8202-D9BC9B1E52CB}" type="pres">
      <dgm:prSet presAssocID="{3F216AD1-6305-4FB0-941C-765A71D20FE7}" presName="header" presStyleLbl="node1" presStyleIdx="1" presStyleCnt="5"/>
      <dgm:spPr/>
    </dgm:pt>
    <dgm:pt modelId="{59934E18-18FF-4689-9164-FDD519257429}" type="pres">
      <dgm:prSet presAssocID="{E7470D9B-54C3-4CAC-BDB8-62C361F9CFA5}" presName="parTrans" presStyleLbl="sibTrans2D1" presStyleIdx="2" presStyleCnt="8"/>
      <dgm:spPr/>
    </dgm:pt>
    <dgm:pt modelId="{C9CB6B0D-52AE-45C2-992F-F16D5A34857A}" type="pres">
      <dgm:prSet presAssocID="{58C7CE55-3705-414C-A99D-6D5C6EF0625A}" presName="child" presStyleLbl="alignAccFollowNode1" presStyleIdx="2" presStyleCnt="8">
        <dgm:presLayoutVars>
          <dgm:chMax val="0"/>
          <dgm:bulletEnabled val="1"/>
        </dgm:presLayoutVars>
      </dgm:prSet>
      <dgm:spPr/>
    </dgm:pt>
    <dgm:pt modelId="{84323F49-06A9-4F37-B1A6-DC832E2DC220}" type="pres">
      <dgm:prSet presAssocID="{1388855D-C69A-4F50-BA3A-19FB741F4314}" presName="sibTrans" presStyleLbl="sibTrans2D1" presStyleIdx="3" presStyleCnt="8"/>
      <dgm:spPr/>
    </dgm:pt>
    <dgm:pt modelId="{8021EFB3-77FD-42C2-90D1-C95C53596EF1}" type="pres">
      <dgm:prSet presAssocID="{277C10AB-1744-4421-BDF6-103B11EFEAB5}" presName="child" presStyleLbl="alignAccFollowNode1" presStyleIdx="3" presStyleCnt="8">
        <dgm:presLayoutVars>
          <dgm:chMax val="0"/>
          <dgm:bulletEnabled val="1"/>
        </dgm:presLayoutVars>
      </dgm:prSet>
      <dgm:spPr/>
    </dgm:pt>
    <dgm:pt modelId="{8D2ACAA9-DF79-45FC-9198-28CE51F6BA18}" type="pres">
      <dgm:prSet presAssocID="{3F216AD1-6305-4FB0-941C-765A71D20FE7}" presName="hSp" presStyleCnt="0"/>
      <dgm:spPr/>
    </dgm:pt>
    <dgm:pt modelId="{DDFB7E4C-0C5E-4953-A22B-CCF057F9FA0F}" type="pres">
      <dgm:prSet presAssocID="{372A84CE-0BBA-4EFE-8B2F-3650D408C9DD}" presName="vertFlow" presStyleCnt="0"/>
      <dgm:spPr/>
    </dgm:pt>
    <dgm:pt modelId="{E723AFB1-778C-49C2-894D-D418A663E930}" type="pres">
      <dgm:prSet presAssocID="{372A84CE-0BBA-4EFE-8B2F-3650D408C9DD}" presName="header" presStyleLbl="node1" presStyleIdx="2" presStyleCnt="5"/>
      <dgm:spPr/>
    </dgm:pt>
    <dgm:pt modelId="{3E02E781-5BE2-45AA-9143-2CC178FA455E}" type="pres">
      <dgm:prSet presAssocID="{DA56D5DD-5750-4B8F-B4C8-C815BFB1C98E}" presName="parTrans" presStyleLbl="sibTrans2D1" presStyleIdx="4" presStyleCnt="8"/>
      <dgm:spPr/>
    </dgm:pt>
    <dgm:pt modelId="{469E4D95-2117-4314-A3CF-FEA6FB9D18D0}" type="pres">
      <dgm:prSet presAssocID="{08FE693D-850A-4B40-8FF2-9445DA2D25AC}" presName="child" presStyleLbl="alignAccFollowNode1" presStyleIdx="4" presStyleCnt="8">
        <dgm:presLayoutVars>
          <dgm:chMax val="0"/>
          <dgm:bulletEnabled val="1"/>
        </dgm:presLayoutVars>
      </dgm:prSet>
      <dgm:spPr/>
    </dgm:pt>
    <dgm:pt modelId="{76B4F20C-0E3A-450C-8D6B-0BECFBC6B12D}" type="pres">
      <dgm:prSet presAssocID="{372A84CE-0BBA-4EFE-8B2F-3650D408C9DD}" presName="hSp" presStyleCnt="0"/>
      <dgm:spPr/>
    </dgm:pt>
    <dgm:pt modelId="{B322878A-3403-457F-84CE-139C17E8F8A3}" type="pres">
      <dgm:prSet presAssocID="{5F1F5053-7867-437C-8772-6F909FABC426}" presName="vertFlow" presStyleCnt="0"/>
      <dgm:spPr/>
    </dgm:pt>
    <dgm:pt modelId="{D3CA2416-1B43-4029-8B78-4CA665BCB691}" type="pres">
      <dgm:prSet presAssocID="{5F1F5053-7867-437C-8772-6F909FABC426}" presName="header" presStyleLbl="node1" presStyleIdx="3" presStyleCnt="5"/>
      <dgm:spPr/>
    </dgm:pt>
    <dgm:pt modelId="{F4A7FEC3-13E9-4073-8C3F-3CACFE2209DC}" type="pres">
      <dgm:prSet presAssocID="{3303A7A1-F4FE-455C-B338-80FF4FB4EE64}" presName="parTrans" presStyleLbl="sibTrans2D1" presStyleIdx="5" presStyleCnt="8"/>
      <dgm:spPr/>
    </dgm:pt>
    <dgm:pt modelId="{42FBB82F-2E67-45B4-841A-415A09821E25}" type="pres">
      <dgm:prSet presAssocID="{DEA047EF-5C57-4885-9D26-F0D90BF6F7B3}" presName="child" presStyleLbl="alignAccFollowNode1" presStyleIdx="5" presStyleCnt="8">
        <dgm:presLayoutVars>
          <dgm:chMax val="0"/>
          <dgm:bulletEnabled val="1"/>
        </dgm:presLayoutVars>
      </dgm:prSet>
      <dgm:spPr/>
    </dgm:pt>
    <dgm:pt modelId="{3CB3C43E-5D68-4959-AC49-5023ED88866D}" type="pres">
      <dgm:prSet presAssocID="{5F1F5053-7867-437C-8772-6F909FABC426}" presName="hSp" presStyleCnt="0"/>
      <dgm:spPr/>
    </dgm:pt>
    <dgm:pt modelId="{E438B12F-87B6-4D20-B676-1ED9BD1E71C4}" type="pres">
      <dgm:prSet presAssocID="{215D5F0A-16E0-4272-823F-0C2384036CBE}" presName="vertFlow" presStyleCnt="0"/>
      <dgm:spPr/>
    </dgm:pt>
    <dgm:pt modelId="{1F1E2FFF-DE45-4707-9C4E-DEF136024FEF}" type="pres">
      <dgm:prSet presAssocID="{215D5F0A-16E0-4272-823F-0C2384036CBE}" presName="header" presStyleLbl="node1" presStyleIdx="4" presStyleCnt="5"/>
      <dgm:spPr/>
    </dgm:pt>
    <dgm:pt modelId="{CF6AEAD6-B0B5-40A1-886E-349EAFCBF537}" type="pres">
      <dgm:prSet presAssocID="{5E8FDF75-2D20-4CFB-BD80-353B46F7CE6B}" presName="parTrans" presStyleLbl="sibTrans2D1" presStyleIdx="6" presStyleCnt="8"/>
      <dgm:spPr/>
    </dgm:pt>
    <dgm:pt modelId="{8B04FC04-5B0B-4532-B067-3A96B91B1A71}" type="pres">
      <dgm:prSet presAssocID="{0007019D-BE48-4638-A758-11431E394BA5}" presName="child" presStyleLbl="alignAccFollowNode1" presStyleIdx="6" presStyleCnt="8">
        <dgm:presLayoutVars>
          <dgm:chMax val="0"/>
          <dgm:bulletEnabled val="1"/>
        </dgm:presLayoutVars>
      </dgm:prSet>
      <dgm:spPr/>
    </dgm:pt>
    <dgm:pt modelId="{40CDE28E-6463-4F26-9A6E-6F6001E14359}" type="pres">
      <dgm:prSet presAssocID="{5903D355-A23F-47EC-B7EF-60D5C3C924C7}" presName="sibTrans" presStyleLbl="sibTrans2D1" presStyleIdx="7" presStyleCnt="8"/>
      <dgm:spPr/>
    </dgm:pt>
    <dgm:pt modelId="{3CEBE889-FAE6-4538-9DB6-FFDB9389BE19}" type="pres">
      <dgm:prSet presAssocID="{F879121B-3B6F-494F-A6B0-9D9D880A98F3}" presName="child" presStyleLbl="alignAccFollowNode1" presStyleIdx="7" presStyleCnt="8">
        <dgm:presLayoutVars>
          <dgm:chMax val="0"/>
          <dgm:bulletEnabled val="1"/>
        </dgm:presLayoutVars>
      </dgm:prSet>
      <dgm:spPr/>
    </dgm:pt>
  </dgm:ptLst>
  <dgm:cxnLst>
    <dgm:cxn modelId="{92B4A912-C6E9-4E00-8107-C4CF9E65E8FE}" type="presOf" srcId="{1388855D-C69A-4F50-BA3A-19FB741F4314}" destId="{84323F49-06A9-4F37-B1A6-DC832E2DC220}" srcOrd="0" destOrd="0" presId="urn:microsoft.com/office/officeart/2005/8/layout/lProcess1"/>
    <dgm:cxn modelId="{38AB1613-474C-492D-8600-9BC14C8293B9}" type="presOf" srcId="{3F216AD1-6305-4FB0-941C-765A71D20FE7}" destId="{80A669FE-51D7-4237-8202-D9BC9B1E52CB}" srcOrd="0" destOrd="0" presId="urn:microsoft.com/office/officeart/2005/8/layout/lProcess1"/>
    <dgm:cxn modelId="{6206D314-8669-4A6C-AC2D-2CBC14D8A8C9}" srcId="{5C95F2D1-9FFC-4DC9-9998-49E18EB751AF}" destId="{3F216AD1-6305-4FB0-941C-765A71D20FE7}" srcOrd="1" destOrd="0" parTransId="{61F5B55A-00BC-4E37-B2D4-1F699F6A1615}" sibTransId="{9B5E24EE-5236-43F4-8C45-4C1954A50B7C}"/>
    <dgm:cxn modelId="{F7DA411F-ADF0-4011-8C6D-3F335A21CC5F}" type="presOf" srcId="{E7470D9B-54C3-4CAC-BDB8-62C361F9CFA5}" destId="{59934E18-18FF-4689-9164-FDD519257429}" srcOrd="0" destOrd="0" presId="urn:microsoft.com/office/officeart/2005/8/layout/lProcess1"/>
    <dgm:cxn modelId="{381AD720-D0BB-4DB7-8192-BD60618DF4ED}" type="presOf" srcId="{58C7CE55-3705-414C-A99D-6D5C6EF0625A}" destId="{C9CB6B0D-52AE-45C2-992F-F16D5A34857A}" srcOrd="0" destOrd="0" presId="urn:microsoft.com/office/officeart/2005/8/layout/lProcess1"/>
    <dgm:cxn modelId="{FEDFD121-9EAC-42BA-A69A-A54B1F9AA57B}" type="presOf" srcId="{215D5F0A-16E0-4272-823F-0C2384036CBE}" destId="{1F1E2FFF-DE45-4707-9C4E-DEF136024FEF}" srcOrd="0" destOrd="0" presId="urn:microsoft.com/office/officeart/2005/8/layout/lProcess1"/>
    <dgm:cxn modelId="{AA01BE27-47FC-45CE-BE9F-CCAE91CABF64}" srcId="{3F216AD1-6305-4FB0-941C-765A71D20FE7}" destId="{277C10AB-1744-4421-BDF6-103B11EFEAB5}" srcOrd="1" destOrd="0" parTransId="{697AEF14-9A35-4306-B1A3-1C71E9A583FC}" sibTransId="{5A703D59-6E1D-4640-92A8-AAC5024DFF9A}"/>
    <dgm:cxn modelId="{6B4D3F3E-7473-4347-BA86-2FFFF5577065}" srcId="{5C95F2D1-9FFC-4DC9-9998-49E18EB751AF}" destId="{215D5F0A-16E0-4272-823F-0C2384036CBE}" srcOrd="4" destOrd="0" parTransId="{4A4AEFB8-3EA8-4738-A25E-02FE69D51F40}" sibTransId="{9CFC0607-9CFC-4548-8F52-BED8D73D763A}"/>
    <dgm:cxn modelId="{2D468B5B-1958-4B5B-AF2D-D059E6C35D86}" srcId="{20BA57C7-4969-4A90-AC51-24D0D83B1818}" destId="{55E69F3B-5077-42F4-BD47-3D396425F3F2}" srcOrd="0" destOrd="0" parTransId="{54219654-28C6-4360-A738-956B3F3EB534}" sibTransId="{7750E049-86CD-48A4-A808-B4801ADFF224}"/>
    <dgm:cxn modelId="{55A65E68-18E8-486B-BFC5-181A40BD38DC}" type="presOf" srcId="{E8824C48-89F8-4E2D-B184-4E51DC7B58A6}" destId="{AACA5BA9-33E9-4D22-B3BA-B0E28BE5D756}" srcOrd="0" destOrd="0" presId="urn:microsoft.com/office/officeart/2005/8/layout/lProcess1"/>
    <dgm:cxn modelId="{21E52E49-F5F8-44E5-8F61-256F0254501E}" type="presOf" srcId="{DA56D5DD-5750-4B8F-B4C8-C815BFB1C98E}" destId="{3E02E781-5BE2-45AA-9143-2CC178FA455E}" srcOrd="0" destOrd="0" presId="urn:microsoft.com/office/officeart/2005/8/layout/lProcess1"/>
    <dgm:cxn modelId="{6925B54B-947D-4E6B-8F3D-2F3667C6CF5D}" srcId="{5C95F2D1-9FFC-4DC9-9998-49E18EB751AF}" destId="{20BA57C7-4969-4A90-AC51-24D0D83B1818}" srcOrd="0" destOrd="0" parTransId="{C400F307-324D-48B7-ACBA-B44B4A852FFB}" sibTransId="{46C1E1BE-45C9-4FEC-BFE9-FA2F5D6D378A}"/>
    <dgm:cxn modelId="{DC6C7A4C-83B2-416E-9472-E4E6F6480508}" type="presOf" srcId="{DEA047EF-5C57-4885-9D26-F0D90BF6F7B3}" destId="{42FBB82F-2E67-45B4-841A-415A09821E25}" srcOrd="0" destOrd="0" presId="urn:microsoft.com/office/officeart/2005/8/layout/lProcess1"/>
    <dgm:cxn modelId="{B518F46C-A7A0-452F-8F78-4EB63BA8E749}" type="presOf" srcId="{5F1F5053-7867-437C-8772-6F909FABC426}" destId="{D3CA2416-1B43-4029-8B78-4CA665BCB691}" srcOrd="0" destOrd="0" presId="urn:microsoft.com/office/officeart/2005/8/layout/lProcess1"/>
    <dgm:cxn modelId="{52598A4E-6A96-43D4-ACFC-768B80478F0D}" srcId="{5F1F5053-7867-437C-8772-6F909FABC426}" destId="{DEA047EF-5C57-4885-9D26-F0D90BF6F7B3}" srcOrd="0" destOrd="0" parTransId="{3303A7A1-F4FE-455C-B338-80FF4FB4EE64}" sibTransId="{5A4A898E-B530-43D0-80F1-13F49AE60AEB}"/>
    <dgm:cxn modelId="{38DFFC6E-A3B9-4335-AD29-889149D4EFFE}" type="presOf" srcId="{54219654-28C6-4360-A738-956B3F3EB534}" destId="{26BD821F-CD8E-40CE-AF95-EC5966F3B356}" srcOrd="0" destOrd="0" presId="urn:microsoft.com/office/officeart/2005/8/layout/lProcess1"/>
    <dgm:cxn modelId="{DEAB854F-5391-48B8-9918-AC59996A3876}" type="presOf" srcId="{372A84CE-0BBA-4EFE-8B2F-3650D408C9DD}" destId="{E723AFB1-778C-49C2-894D-D418A663E930}" srcOrd="0" destOrd="0" presId="urn:microsoft.com/office/officeart/2005/8/layout/lProcess1"/>
    <dgm:cxn modelId="{8F580B72-6F54-4DD7-9469-F045DC1CC096}" type="presOf" srcId="{5E8FDF75-2D20-4CFB-BD80-353B46F7CE6B}" destId="{CF6AEAD6-B0B5-40A1-886E-349EAFCBF537}" srcOrd="0" destOrd="0" presId="urn:microsoft.com/office/officeart/2005/8/layout/lProcess1"/>
    <dgm:cxn modelId="{FD67D657-5D19-437A-AD99-19266300C7EE}" srcId="{20BA57C7-4969-4A90-AC51-24D0D83B1818}" destId="{E8824C48-89F8-4E2D-B184-4E51DC7B58A6}" srcOrd="1" destOrd="0" parTransId="{97D717A4-71E3-4C42-83C9-CD0C15092AF7}" sibTransId="{D2969FBB-94CE-4C9A-912E-D73F81F78D09}"/>
    <dgm:cxn modelId="{CA7D0C80-0E4A-49CE-AFFB-1C02ABEFDFE5}" type="presOf" srcId="{277C10AB-1744-4421-BDF6-103B11EFEAB5}" destId="{8021EFB3-77FD-42C2-90D1-C95C53596EF1}" srcOrd="0" destOrd="0" presId="urn:microsoft.com/office/officeart/2005/8/layout/lProcess1"/>
    <dgm:cxn modelId="{7B2A8D85-66EC-46E7-908A-B391A5EDAC95}" type="presOf" srcId="{20BA57C7-4969-4A90-AC51-24D0D83B1818}" destId="{97199732-22D3-4D58-B7C8-962AB9606A85}" srcOrd="0" destOrd="0" presId="urn:microsoft.com/office/officeart/2005/8/layout/lProcess1"/>
    <dgm:cxn modelId="{C00A018A-FDEA-414B-8081-F3534CDC4590}" type="presOf" srcId="{7750E049-86CD-48A4-A808-B4801ADFF224}" destId="{B357538F-AA79-4CC6-BE79-302F1201BF7E}" srcOrd="0" destOrd="0" presId="urn:microsoft.com/office/officeart/2005/8/layout/lProcess1"/>
    <dgm:cxn modelId="{D8A9688E-5CEF-4228-AC53-8023404E2183}" srcId="{215D5F0A-16E0-4272-823F-0C2384036CBE}" destId="{F879121B-3B6F-494F-A6B0-9D9D880A98F3}" srcOrd="1" destOrd="0" parTransId="{75924DA9-7DDA-431C-BD22-9C134871FF33}" sibTransId="{11FA5C7F-B48D-4D3E-9B1F-36FC84C2149F}"/>
    <dgm:cxn modelId="{515B1B97-1B5C-4A96-BC9E-157589AEE0E5}" srcId="{5C95F2D1-9FFC-4DC9-9998-49E18EB751AF}" destId="{5F1F5053-7867-437C-8772-6F909FABC426}" srcOrd="3" destOrd="0" parTransId="{395CE6D9-3F3D-4FCE-A4FD-D5EE6B07AA3C}" sibTransId="{D40438EA-4945-4D41-8374-1E800A96BD3F}"/>
    <dgm:cxn modelId="{7FD54EA3-5021-4E3E-9A5D-D6E55E1CC50F}" type="presOf" srcId="{0007019D-BE48-4638-A758-11431E394BA5}" destId="{8B04FC04-5B0B-4532-B067-3A96B91B1A71}" srcOrd="0" destOrd="0" presId="urn:microsoft.com/office/officeart/2005/8/layout/lProcess1"/>
    <dgm:cxn modelId="{2181C5AC-F614-48C6-9EFD-38D4867CABE0}" type="presOf" srcId="{08FE693D-850A-4B40-8FF2-9445DA2D25AC}" destId="{469E4D95-2117-4314-A3CF-FEA6FB9D18D0}" srcOrd="0" destOrd="0" presId="urn:microsoft.com/office/officeart/2005/8/layout/lProcess1"/>
    <dgm:cxn modelId="{7A6AADAD-1532-48A7-B758-6CBD8D8FCA7C}" srcId="{215D5F0A-16E0-4272-823F-0C2384036CBE}" destId="{0007019D-BE48-4638-A758-11431E394BA5}" srcOrd="0" destOrd="0" parTransId="{5E8FDF75-2D20-4CFB-BD80-353B46F7CE6B}" sibTransId="{5903D355-A23F-47EC-B7EF-60D5C3C924C7}"/>
    <dgm:cxn modelId="{5CA010BB-4B8F-43CB-B04B-9D510D3D4A7D}" type="presOf" srcId="{5903D355-A23F-47EC-B7EF-60D5C3C924C7}" destId="{40CDE28E-6463-4F26-9A6E-6F6001E14359}" srcOrd="0" destOrd="0" presId="urn:microsoft.com/office/officeart/2005/8/layout/lProcess1"/>
    <dgm:cxn modelId="{81EF45BF-AD37-4986-8D2A-E0A3D680462D}" type="presOf" srcId="{3303A7A1-F4FE-455C-B338-80FF4FB4EE64}" destId="{F4A7FEC3-13E9-4073-8C3F-3CACFE2209DC}" srcOrd="0" destOrd="0" presId="urn:microsoft.com/office/officeart/2005/8/layout/lProcess1"/>
    <dgm:cxn modelId="{81BE24C9-F6AB-40E0-8BEA-10271A4C8969}" srcId="{3F216AD1-6305-4FB0-941C-765A71D20FE7}" destId="{58C7CE55-3705-414C-A99D-6D5C6EF0625A}" srcOrd="0" destOrd="0" parTransId="{E7470D9B-54C3-4CAC-BDB8-62C361F9CFA5}" sibTransId="{1388855D-C69A-4F50-BA3A-19FB741F4314}"/>
    <dgm:cxn modelId="{AF643BD7-9BBA-49A7-9C65-78A8083E6593}" type="presOf" srcId="{F879121B-3B6F-494F-A6B0-9D9D880A98F3}" destId="{3CEBE889-FAE6-4538-9DB6-FFDB9389BE19}" srcOrd="0" destOrd="0" presId="urn:microsoft.com/office/officeart/2005/8/layout/lProcess1"/>
    <dgm:cxn modelId="{E03BFCE4-2E53-4351-969F-E8812B1671B7}" srcId="{5C95F2D1-9FFC-4DC9-9998-49E18EB751AF}" destId="{372A84CE-0BBA-4EFE-8B2F-3650D408C9DD}" srcOrd="2" destOrd="0" parTransId="{7C613DB5-43D4-4E91-A90B-882F1FE4AAAB}" sibTransId="{69C7C79E-1058-4AD7-89F3-63F00DA7A3FA}"/>
    <dgm:cxn modelId="{73499FED-7208-4005-A6EE-F1E56B9BF479}" type="presOf" srcId="{55E69F3B-5077-42F4-BD47-3D396425F3F2}" destId="{3D6BFEE7-2020-4FA5-9BAB-5A229DDECB65}" srcOrd="0" destOrd="0" presId="urn:microsoft.com/office/officeart/2005/8/layout/lProcess1"/>
    <dgm:cxn modelId="{A9224CF1-CEFE-4F5F-A95F-FC3D6F9C7112}" type="presOf" srcId="{5C95F2D1-9FFC-4DC9-9998-49E18EB751AF}" destId="{6AD91508-2DB0-4F8F-A27C-D4504EE3C201}" srcOrd="0" destOrd="0" presId="urn:microsoft.com/office/officeart/2005/8/layout/lProcess1"/>
    <dgm:cxn modelId="{F77112FB-379B-499F-88B0-EDB8DCF65A99}" srcId="{372A84CE-0BBA-4EFE-8B2F-3650D408C9DD}" destId="{08FE693D-850A-4B40-8FF2-9445DA2D25AC}" srcOrd="0" destOrd="0" parTransId="{DA56D5DD-5750-4B8F-B4C8-C815BFB1C98E}" sibTransId="{D87FC6F8-6A74-4CA0-B5AF-6BFA148479D4}"/>
    <dgm:cxn modelId="{5E229206-948A-4BDE-88D6-36652FA3793B}" type="presParOf" srcId="{6AD91508-2DB0-4F8F-A27C-D4504EE3C201}" destId="{8E0F53AA-013A-4CDA-AFE3-4AC8257F5AE7}" srcOrd="0" destOrd="0" presId="urn:microsoft.com/office/officeart/2005/8/layout/lProcess1"/>
    <dgm:cxn modelId="{624B74EC-C3DE-4B58-BE46-0F94E374EDE0}" type="presParOf" srcId="{8E0F53AA-013A-4CDA-AFE3-4AC8257F5AE7}" destId="{97199732-22D3-4D58-B7C8-962AB9606A85}" srcOrd="0" destOrd="0" presId="urn:microsoft.com/office/officeart/2005/8/layout/lProcess1"/>
    <dgm:cxn modelId="{245BBF7B-FB53-464A-A0A1-3EE50C54D6C2}" type="presParOf" srcId="{8E0F53AA-013A-4CDA-AFE3-4AC8257F5AE7}" destId="{26BD821F-CD8E-40CE-AF95-EC5966F3B356}" srcOrd="1" destOrd="0" presId="urn:microsoft.com/office/officeart/2005/8/layout/lProcess1"/>
    <dgm:cxn modelId="{1E6D22E1-2016-4A03-89D1-152B1BA9EB5D}" type="presParOf" srcId="{8E0F53AA-013A-4CDA-AFE3-4AC8257F5AE7}" destId="{3D6BFEE7-2020-4FA5-9BAB-5A229DDECB65}" srcOrd="2" destOrd="0" presId="urn:microsoft.com/office/officeart/2005/8/layout/lProcess1"/>
    <dgm:cxn modelId="{BC815E9B-12F1-4C4E-BB14-6118AD8E56EF}" type="presParOf" srcId="{8E0F53AA-013A-4CDA-AFE3-4AC8257F5AE7}" destId="{B357538F-AA79-4CC6-BE79-302F1201BF7E}" srcOrd="3" destOrd="0" presId="urn:microsoft.com/office/officeart/2005/8/layout/lProcess1"/>
    <dgm:cxn modelId="{CA19DBD2-B227-44A8-A3A4-45AB5A7D03F3}" type="presParOf" srcId="{8E0F53AA-013A-4CDA-AFE3-4AC8257F5AE7}" destId="{AACA5BA9-33E9-4D22-B3BA-B0E28BE5D756}" srcOrd="4" destOrd="0" presId="urn:microsoft.com/office/officeart/2005/8/layout/lProcess1"/>
    <dgm:cxn modelId="{8E28F73C-DDC1-4597-A030-37000C99610E}" type="presParOf" srcId="{6AD91508-2DB0-4F8F-A27C-D4504EE3C201}" destId="{D881AE06-50DA-416E-A2E0-79BEEAC64ED8}" srcOrd="1" destOrd="0" presId="urn:microsoft.com/office/officeart/2005/8/layout/lProcess1"/>
    <dgm:cxn modelId="{F0DB5894-80AC-4923-A72E-58A45B4A4399}" type="presParOf" srcId="{6AD91508-2DB0-4F8F-A27C-D4504EE3C201}" destId="{697967CA-7870-4CD7-95A8-1FC39E3217D6}" srcOrd="2" destOrd="0" presId="urn:microsoft.com/office/officeart/2005/8/layout/lProcess1"/>
    <dgm:cxn modelId="{B0F2A63E-97B3-4DCA-9E12-92307C4AC230}" type="presParOf" srcId="{697967CA-7870-4CD7-95A8-1FC39E3217D6}" destId="{80A669FE-51D7-4237-8202-D9BC9B1E52CB}" srcOrd="0" destOrd="0" presId="urn:microsoft.com/office/officeart/2005/8/layout/lProcess1"/>
    <dgm:cxn modelId="{EDCAB896-7318-44D2-A351-C453E90BCC60}" type="presParOf" srcId="{697967CA-7870-4CD7-95A8-1FC39E3217D6}" destId="{59934E18-18FF-4689-9164-FDD519257429}" srcOrd="1" destOrd="0" presId="urn:microsoft.com/office/officeart/2005/8/layout/lProcess1"/>
    <dgm:cxn modelId="{3674D6FC-384C-4C09-A099-46E26A7971EB}" type="presParOf" srcId="{697967CA-7870-4CD7-95A8-1FC39E3217D6}" destId="{C9CB6B0D-52AE-45C2-992F-F16D5A34857A}" srcOrd="2" destOrd="0" presId="urn:microsoft.com/office/officeart/2005/8/layout/lProcess1"/>
    <dgm:cxn modelId="{C7209D3F-925F-4CB5-9108-4869D45F312D}" type="presParOf" srcId="{697967CA-7870-4CD7-95A8-1FC39E3217D6}" destId="{84323F49-06A9-4F37-B1A6-DC832E2DC220}" srcOrd="3" destOrd="0" presId="urn:microsoft.com/office/officeart/2005/8/layout/lProcess1"/>
    <dgm:cxn modelId="{B8C83064-244D-434F-9CD2-97FD1602FD12}" type="presParOf" srcId="{697967CA-7870-4CD7-95A8-1FC39E3217D6}" destId="{8021EFB3-77FD-42C2-90D1-C95C53596EF1}" srcOrd="4" destOrd="0" presId="urn:microsoft.com/office/officeart/2005/8/layout/lProcess1"/>
    <dgm:cxn modelId="{26BC58F7-6B05-4548-BD5E-3E3430526F1E}" type="presParOf" srcId="{6AD91508-2DB0-4F8F-A27C-D4504EE3C201}" destId="{8D2ACAA9-DF79-45FC-9198-28CE51F6BA18}" srcOrd="3" destOrd="0" presId="urn:microsoft.com/office/officeart/2005/8/layout/lProcess1"/>
    <dgm:cxn modelId="{49416230-B29F-4C7A-B780-779422EEB185}" type="presParOf" srcId="{6AD91508-2DB0-4F8F-A27C-D4504EE3C201}" destId="{DDFB7E4C-0C5E-4953-A22B-CCF057F9FA0F}" srcOrd="4" destOrd="0" presId="urn:microsoft.com/office/officeart/2005/8/layout/lProcess1"/>
    <dgm:cxn modelId="{BEAC9E1C-E7C3-45FD-B2EE-24F08BB16B91}" type="presParOf" srcId="{DDFB7E4C-0C5E-4953-A22B-CCF057F9FA0F}" destId="{E723AFB1-778C-49C2-894D-D418A663E930}" srcOrd="0" destOrd="0" presId="urn:microsoft.com/office/officeart/2005/8/layout/lProcess1"/>
    <dgm:cxn modelId="{B7613617-B064-428B-BC8A-BFEEF1D3517A}" type="presParOf" srcId="{DDFB7E4C-0C5E-4953-A22B-CCF057F9FA0F}" destId="{3E02E781-5BE2-45AA-9143-2CC178FA455E}" srcOrd="1" destOrd="0" presId="urn:microsoft.com/office/officeart/2005/8/layout/lProcess1"/>
    <dgm:cxn modelId="{1457A1B9-D9D3-4E53-92D0-80E9E295780F}" type="presParOf" srcId="{DDFB7E4C-0C5E-4953-A22B-CCF057F9FA0F}" destId="{469E4D95-2117-4314-A3CF-FEA6FB9D18D0}" srcOrd="2" destOrd="0" presId="urn:microsoft.com/office/officeart/2005/8/layout/lProcess1"/>
    <dgm:cxn modelId="{63802FFC-77F2-4DFD-A5E1-B58B77698460}" type="presParOf" srcId="{6AD91508-2DB0-4F8F-A27C-D4504EE3C201}" destId="{76B4F20C-0E3A-450C-8D6B-0BECFBC6B12D}" srcOrd="5" destOrd="0" presId="urn:microsoft.com/office/officeart/2005/8/layout/lProcess1"/>
    <dgm:cxn modelId="{C05337A1-5087-4953-9F59-1E31015D49B9}" type="presParOf" srcId="{6AD91508-2DB0-4F8F-A27C-D4504EE3C201}" destId="{B322878A-3403-457F-84CE-139C17E8F8A3}" srcOrd="6" destOrd="0" presId="urn:microsoft.com/office/officeart/2005/8/layout/lProcess1"/>
    <dgm:cxn modelId="{7F9B30AB-742F-410A-8AF0-AD8073A669F4}" type="presParOf" srcId="{B322878A-3403-457F-84CE-139C17E8F8A3}" destId="{D3CA2416-1B43-4029-8B78-4CA665BCB691}" srcOrd="0" destOrd="0" presId="urn:microsoft.com/office/officeart/2005/8/layout/lProcess1"/>
    <dgm:cxn modelId="{F913468E-E4C9-47D5-A547-DD6F6EFF8B18}" type="presParOf" srcId="{B322878A-3403-457F-84CE-139C17E8F8A3}" destId="{F4A7FEC3-13E9-4073-8C3F-3CACFE2209DC}" srcOrd="1" destOrd="0" presId="urn:microsoft.com/office/officeart/2005/8/layout/lProcess1"/>
    <dgm:cxn modelId="{3D585B06-23F1-4AB4-B915-2D3AB8698008}" type="presParOf" srcId="{B322878A-3403-457F-84CE-139C17E8F8A3}" destId="{42FBB82F-2E67-45B4-841A-415A09821E25}" srcOrd="2" destOrd="0" presId="urn:microsoft.com/office/officeart/2005/8/layout/lProcess1"/>
    <dgm:cxn modelId="{5998C07F-C99B-4FBA-9E4A-53EB7B2194E3}" type="presParOf" srcId="{6AD91508-2DB0-4F8F-A27C-D4504EE3C201}" destId="{3CB3C43E-5D68-4959-AC49-5023ED88866D}" srcOrd="7" destOrd="0" presId="urn:microsoft.com/office/officeart/2005/8/layout/lProcess1"/>
    <dgm:cxn modelId="{863A71CC-04C9-4CFA-8C82-57D19F3C2B6A}" type="presParOf" srcId="{6AD91508-2DB0-4F8F-A27C-D4504EE3C201}" destId="{E438B12F-87B6-4D20-B676-1ED9BD1E71C4}" srcOrd="8" destOrd="0" presId="urn:microsoft.com/office/officeart/2005/8/layout/lProcess1"/>
    <dgm:cxn modelId="{72B75FA8-A2DC-4F9B-898A-DCABCD0A06F1}" type="presParOf" srcId="{E438B12F-87B6-4D20-B676-1ED9BD1E71C4}" destId="{1F1E2FFF-DE45-4707-9C4E-DEF136024FEF}" srcOrd="0" destOrd="0" presId="urn:microsoft.com/office/officeart/2005/8/layout/lProcess1"/>
    <dgm:cxn modelId="{5BFB8B88-3930-4BA9-9AFB-940105B32840}" type="presParOf" srcId="{E438B12F-87B6-4D20-B676-1ED9BD1E71C4}" destId="{CF6AEAD6-B0B5-40A1-886E-349EAFCBF537}" srcOrd="1" destOrd="0" presId="urn:microsoft.com/office/officeart/2005/8/layout/lProcess1"/>
    <dgm:cxn modelId="{E906FE5E-D0ED-4DDE-BB61-91F222F60281}" type="presParOf" srcId="{E438B12F-87B6-4D20-B676-1ED9BD1E71C4}" destId="{8B04FC04-5B0B-4532-B067-3A96B91B1A71}" srcOrd="2" destOrd="0" presId="urn:microsoft.com/office/officeart/2005/8/layout/lProcess1"/>
    <dgm:cxn modelId="{68D98F03-5650-4CF8-B3CE-F343D43C31E3}" type="presParOf" srcId="{E438B12F-87B6-4D20-B676-1ED9BD1E71C4}" destId="{40CDE28E-6463-4F26-9A6E-6F6001E14359}" srcOrd="3" destOrd="0" presId="urn:microsoft.com/office/officeart/2005/8/layout/lProcess1"/>
    <dgm:cxn modelId="{1730EDA4-0993-4F48-AAA5-E6CDAFBD3F91}" type="presParOf" srcId="{E438B12F-87B6-4D20-B676-1ED9BD1E71C4}" destId="{3CEBE889-FAE6-4538-9DB6-FFDB9389BE19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99732-22D3-4D58-B7C8-962AB9606A85}">
      <dsp:nvSpPr>
        <dsp:cNvPr id="0" name=""/>
        <dsp:cNvSpPr/>
      </dsp:nvSpPr>
      <dsp:spPr>
        <a:xfrm>
          <a:off x="3860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Notación</a:t>
          </a:r>
        </a:p>
      </dsp:txBody>
      <dsp:txXfrm>
        <a:off x="14282" y="1324370"/>
        <a:ext cx="1402477" cy="334986"/>
      </dsp:txXfrm>
    </dsp:sp>
    <dsp:sp modelId="{26BD821F-CD8E-40CE-AF95-EC5966F3B356}">
      <dsp:nvSpPr>
        <dsp:cNvPr id="0" name=""/>
        <dsp:cNvSpPr/>
      </dsp:nvSpPr>
      <dsp:spPr>
        <a:xfrm rot="5400000">
          <a:off x="684386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BFEE7-2020-4FA5-9BAB-5A229DDECB65}">
      <dsp:nvSpPr>
        <dsp:cNvPr id="0" name=""/>
        <dsp:cNvSpPr/>
      </dsp:nvSpPr>
      <dsp:spPr>
        <a:xfrm>
          <a:off x="3860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Algebraica</a:t>
          </a:r>
        </a:p>
      </dsp:txBody>
      <dsp:txXfrm>
        <a:off x="14282" y="1804741"/>
        <a:ext cx="1402477" cy="334986"/>
      </dsp:txXfrm>
    </dsp:sp>
    <dsp:sp modelId="{B357538F-AA79-4CC6-BE79-302F1201BF7E}">
      <dsp:nvSpPr>
        <dsp:cNvPr id="0" name=""/>
        <dsp:cNvSpPr/>
      </dsp:nvSpPr>
      <dsp:spPr>
        <a:xfrm rot="5400000">
          <a:off x="684386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A5BA9-33E9-4D22-B3BA-B0E28BE5D756}">
      <dsp:nvSpPr>
        <dsp:cNvPr id="0" name=""/>
        <dsp:cNvSpPr/>
      </dsp:nvSpPr>
      <dsp:spPr>
        <a:xfrm>
          <a:off x="3860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Matricial</a:t>
          </a:r>
        </a:p>
      </dsp:txBody>
      <dsp:txXfrm>
        <a:off x="14282" y="2285112"/>
        <a:ext cx="1402477" cy="334986"/>
      </dsp:txXfrm>
    </dsp:sp>
    <dsp:sp modelId="{80A669FE-51D7-4237-8202-D9BC9B1E52CB}">
      <dsp:nvSpPr>
        <dsp:cNvPr id="0" name=""/>
        <dsp:cNvSpPr/>
      </dsp:nvSpPr>
      <dsp:spPr>
        <a:xfrm>
          <a:off x="1626447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Solución</a:t>
          </a:r>
        </a:p>
      </dsp:txBody>
      <dsp:txXfrm>
        <a:off x="1636869" y="1324370"/>
        <a:ext cx="1402477" cy="334986"/>
      </dsp:txXfrm>
    </dsp:sp>
    <dsp:sp modelId="{59934E18-18FF-4689-9164-FDD519257429}">
      <dsp:nvSpPr>
        <dsp:cNvPr id="0" name=""/>
        <dsp:cNvSpPr/>
      </dsp:nvSpPr>
      <dsp:spPr>
        <a:xfrm rot="5400000">
          <a:off x="2306972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B6B0D-52AE-45C2-992F-F16D5A34857A}">
      <dsp:nvSpPr>
        <dsp:cNvPr id="0" name=""/>
        <dsp:cNvSpPr/>
      </dsp:nvSpPr>
      <dsp:spPr>
        <a:xfrm>
          <a:off x="1626447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Espacios de solución</a:t>
          </a:r>
        </a:p>
      </dsp:txBody>
      <dsp:txXfrm>
        <a:off x="1636869" y="1804741"/>
        <a:ext cx="1402477" cy="334986"/>
      </dsp:txXfrm>
    </dsp:sp>
    <dsp:sp modelId="{84323F49-06A9-4F37-B1A6-DC832E2DC220}">
      <dsp:nvSpPr>
        <dsp:cNvPr id="0" name=""/>
        <dsp:cNvSpPr/>
      </dsp:nvSpPr>
      <dsp:spPr>
        <a:xfrm rot="5400000">
          <a:off x="2306972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1EFB3-77FD-42C2-90D1-C95C53596EF1}">
      <dsp:nvSpPr>
        <dsp:cNvPr id="0" name=""/>
        <dsp:cNvSpPr/>
      </dsp:nvSpPr>
      <dsp:spPr>
        <a:xfrm>
          <a:off x="1626447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Tipos de solución</a:t>
          </a:r>
        </a:p>
      </dsp:txBody>
      <dsp:txXfrm>
        <a:off x="1636869" y="2285112"/>
        <a:ext cx="1402477" cy="334986"/>
      </dsp:txXfrm>
    </dsp:sp>
    <dsp:sp modelId="{E723AFB1-778C-49C2-894D-D418A663E930}">
      <dsp:nvSpPr>
        <dsp:cNvPr id="0" name=""/>
        <dsp:cNvSpPr/>
      </dsp:nvSpPr>
      <dsp:spPr>
        <a:xfrm>
          <a:off x="3249033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Gráfico</a:t>
          </a:r>
        </a:p>
      </dsp:txBody>
      <dsp:txXfrm>
        <a:off x="3259455" y="1324370"/>
        <a:ext cx="1402477" cy="334986"/>
      </dsp:txXfrm>
    </dsp:sp>
    <dsp:sp modelId="{3E02E781-5BE2-45AA-9143-2CC178FA455E}">
      <dsp:nvSpPr>
        <dsp:cNvPr id="0" name=""/>
        <dsp:cNvSpPr/>
      </dsp:nvSpPr>
      <dsp:spPr>
        <a:xfrm rot="5400000">
          <a:off x="3929559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E4D95-2117-4314-A3CF-FEA6FB9D18D0}">
      <dsp:nvSpPr>
        <dsp:cNvPr id="0" name=""/>
        <dsp:cNvSpPr/>
      </dsp:nvSpPr>
      <dsp:spPr>
        <a:xfrm>
          <a:off x="3249033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pequeños (2 </a:t>
          </a:r>
          <a:r>
            <a:rPr lang="es-ES" sz="1000" kern="1200" dirty="0" err="1"/>
            <a:t>var</a:t>
          </a:r>
          <a:r>
            <a:rPr lang="es-ES" sz="1000" kern="1200" dirty="0"/>
            <a:t>)</a:t>
          </a:r>
        </a:p>
      </dsp:txBody>
      <dsp:txXfrm>
        <a:off x="3259455" y="1804741"/>
        <a:ext cx="1402477" cy="334986"/>
      </dsp:txXfrm>
    </dsp:sp>
    <dsp:sp modelId="{D3CA2416-1B43-4029-8B78-4CA665BCB691}">
      <dsp:nvSpPr>
        <dsp:cNvPr id="0" name=""/>
        <dsp:cNvSpPr/>
      </dsp:nvSpPr>
      <dsp:spPr>
        <a:xfrm>
          <a:off x="4871620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de B&amp;B</a:t>
          </a:r>
        </a:p>
      </dsp:txBody>
      <dsp:txXfrm>
        <a:off x="4882042" y="1324370"/>
        <a:ext cx="1402477" cy="334986"/>
      </dsp:txXfrm>
    </dsp:sp>
    <dsp:sp modelId="{F4A7FEC3-13E9-4073-8C3F-3CACFE2209DC}">
      <dsp:nvSpPr>
        <dsp:cNvPr id="0" name=""/>
        <dsp:cNvSpPr/>
      </dsp:nvSpPr>
      <dsp:spPr>
        <a:xfrm rot="5400000">
          <a:off x="5552145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BB82F-2E67-45B4-841A-415A09821E25}">
      <dsp:nvSpPr>
        <dsp:cNvPr id="0" name=""/>
        <dsp:cNvSpPr/>
      </dsp:nvSpPr>
      <dsp:spPr>
        <a:xfrm>
          <a:off x="4871620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enteros </a:t>
          </a:r>
        </a:p>
      </dsp:txBody>
      <dsp:txXfrm>
        <a:off x="4882042" y="1804741"/>
        <a:ext cx="1402477" cy="334986"/>
      </dsp:txXfrm>
    </dsp:sp>
    <dsp:sp modelId="{1F1E2FFF-DE45-4707-9C4E-DEF136024FEF}">
      <dsp:nvSpPr>
        <dsp:cNvPr id="0" name=""/>
        <dsp:cNvSpPr/>
      </dsp:nvSpPr>
      <dsp:spPr>
        <a:xfrm>
          <a:off x="6494206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Métodos Simplex</a:t>
          </a:r>
        </a:p>
      </dsp:txBody>
      <dsp:txXfrm>
        <a:off x="6504628" y="1324370"/>
        <a:ext cx="1402477" cy="334986"/>
      </dsp:txXfrm>
    </dsp:sp>
    <dsp:sp modelId="{CF6AEAD6-B0B5-40A1-886E-349EAFCBF537}">
      <dsp:nvSpPr>
        <dsp:cNvPr id="0" name=""/>
        <dsp:cNvSpPr/>
      </dsp:nvSpPr>
      <dsp:spPr>
        <a:xfrm rot="5400000">
          <a:off x="7174732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4FC04-5B0B-4532-B067-3A96B91B1A71}">
      <dsp:nvSpPr>
        <dsp:cNvPr id="0" name=""/>
        <dsp:cNvSpPr/>
      </dsp:nvSpPr>
      <dsp:spPr>
        <a:xfrm>
          <a:off x="6494206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Estructura de una iteración</a:t>
          </a:r>
        </a:p>
      </dsp:txBody>
      <dsp:txXfrm>
        <a:off x="6504628" y="1804741"/>
        <a:ext cx="1402477" cy="334986"/>
      </dsp:txXfrm>
    </dsp:sp>
    <dsp:sp modelId="{40CDE28E-6463-4F26-9A6E-6F6001E14359}">
      <dsp:nvSpPr>
        <dsp:cNvPr id="0" name=""/>
        <dsp:cNvSpPr/>
      </dsp:nvSpPr>
      <dsp:spPr>
        <a:xfrm rot="5400000">
          <a:off x="7174732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BE889-FAE6-4538-9DB6-FFDB9389BE19}">
      <dsp:nvSpPr>
        <dsp:cNvPr id="0" name=""/>
        <dsp:cNvSpPr/>
      </dsp:nvSpPr>
      <dsp:spPr>
        <a:xfrm>
          <a:off x="6494206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Complejidad matemática</a:t>
          </a:r>
        </a:p>
      </dsp:txBody>
      <dsp:txXfrm>
        <a:off x="6504628" y="2285112"/>
        <a:ext cx="1402477" cy="334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16/02/2025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‹#›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Primera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 de </a:t>
            </a:r>
            <a:r>
              <a:rPr lang="en-US" dirty="0" err="1"/>
              <a:t>formulación</a:t>
            </a:r>
            <a:r>
              <a:rPr lang="en-US" dirty="0"/>
              <a:t>.</a:t>
            </a:r>
          </a:p>
          <a:p>
            <a:r>
              <a:rPr lang="en-US" dirty="0"/>
              <a:t>Primero individual, </a:t>
            </a:r>
            <a:r>
              <a:rPr lang="en-US" dirty="0" err="1"/>
              <a:t>luego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A7F30-9D1A-4F69-B462-041F90EFBD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87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029A217F-D76A-49DF-A17D-DFD53CAD5FA9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 dirty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745413" y="6610348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7D785354-D3F9-4F56-8BC7-7DFCD291EBB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1216" y="6632892"/>
            <a:ext cx="2324569" cy="247651"/>
          </a:xfrm>
        </p:spPr>
        <p:txBody>
          <a:bodyPr rtlCol="0"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68760" y="6610347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rtl="0"/>
            <a:r>
              <a:rPr lang="es-MX" noProof="0" dirty="0"/>
              <a:t>Haz clic para editar 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760" y="662458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>
              <a:latin typeface="+mn-lt"/>
            </a:endParaRPr>
          </a:p>
        </p:txBody>
      </p:sp>
      <p:sp>
        <p:nvSpPr>
          <p:cNvPr id="7" name="Marcador de posición de pie de página 4">
            <a:extLst>
              <a:ext uri="{FF2B5EF4-FFF2-40B4-BE49-F238E27FC236}">
                <a16:creationId xmlns:a16="http://schemas.microsoft.com/office/drawing/2014/main" id="{F88E2CE6-D902-5A33-C844-8A40B1779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1AF7F2CA-0EC8-471B-8885-070EE2CC5612}" type="datetimeyyyy">
              <a:rPr lang="es-MX" noProof="0" smtClean="0">
                <a:latin typeface="+mn-lt"/>
              </a:rPr>
              <a:t>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9CFD7E6B-8BA7-35DB-BE61-5DF2483E5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2113" y="6610347"/>
            <a:ext cx="2148534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 dirty="0"/>
              <a:t>OPTIMIZACIÓN DE OPERACIONES</a:t>
            </a:r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43FD86DC-D2BD-AECC-1A0A-3CE74BEE5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B6548D6-A880-04F4-F832-A1B39206F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8843598B-FC54-B745-3054-795FE6B8A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9080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872648EB-A801-47E7-B664-3AFE98633453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23F1A244-DFA6-8C44-BF95-8851B5A76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19E1CAB4-A60C-2959-8605-86F431A5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F94C5751-D7B6-785B-559F-3B3AF0781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2D17B95-1D7F-FF57-3E13-0B36D861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CEC982C-CBC7-82F8-DD9C-CEC7134E4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4B831637-7548-7CD1-8B74-EAFCD7093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756044" y="6610349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CFE3EC8D-01B2-4AEC-ABF0-D7812BDA46D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258715" y="6610349"/>
            <a:ext cx="1497330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4735475" y="661034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2" name="Marcador de posición de fecha 3">
            <a:extLst>
              <a:ext uri="{FF2B5EF4-FFF2-40B4-BE49-F238E27FC236}">
                <a16:creationId xmlns:a16="http://schemas.microsoft.com/office/drawing/2014/main" id="{B8E7A9BD-F162-7384-3111-26CE7D494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5272" y="6610349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3A46D4A6-4781-4A63-977A-75931475B334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D3659ACD-AA93-F09D-1EA3-C961DA2E2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7943" y="6610349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61A49C7E-58DD-E07A-BB14-2F2606BA9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04703" y="6610349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4673"/>
            <a:ext cx="10972800" cy="1252728"/>
          </a:xfrm>
        </p:spPr>
        <p:txBody>
          <a:bodyPr/>
          <a:lstStyle>
            <a:lvl1pPr>
              <a:defRPr>
                <a:latin typeface="Aptos Black" panose="020B0004020202020204" pitchFamily="34" charset="0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grpSp>
        <p:nvGrpSpPr>
          <p:cNvPr id="7" name="Grupo 36">
            <a:extLst>
              <a:ext uri="{FF2B5EF4-FFF2-40B4-BE49-F238E27FC236}">
                <a16:creationId xmlns:a16="http://schemas.microsoft.com/office/drawing/2014/main" id="{4FB10897-F6E3-34ED-0BA7-D56216518B33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8" name="Forma libre 37">
              <a:extLst>
                <a:ext uri="{FF2B5EF4-FFF2-40B4-BE49-F238E27FC236}">
                  <a16:creationId xmlns:a16="http://schemas.microsoft.com/office/drawing/2014/main" id="{5496AE8C-243D-51FB-0C04-AD61BF54A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38">
              <a:extLst>
                <a:ext uri="{FF2B5EF4-FFF2-40B4-BE49-F238E27FC236}">
                  <a16:creationId xmlns:a16="http://schemas.microsoft.com/office/drawing/2014/main" id="{09E4E599-7F8B-49D2-2DCE-84D869514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39">
              <a:extLst>
                <a:ext uri="{FF2B5EF4-FFF2-40B4-BE49-F238E27FC236}">
                  <a16:creationId xmlns:a16="http://schemas.microsoft.com/office/drawing/2014/main" id="{4751A3EB-8F63-63BB-C57E-B874C96C2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Marcador de posición de pie de página 4">
            <a:extLst>
              <a:ext uri="{FF2B5EF4-FFF2-40B4-BE49-F238E27FC236}">
                <a16:creationId xmlns:a16="http://schemas.microsoft.com/office/drawing/2014/main" id="{13B9D4D1-A397-3EC4-0636-96BF13657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13" name="Marcador de posición de número de diapositiva 5">
            <a:extLst>
              <a:ext uri="{FF2B5EF4-FFF2-40B4-BE49-F238E27FC236}">
                <a16:creationId xmlns:a16="http://schemas.microsoft.com/office/drawing/2014/main" id="{F35C82A1-D550-6836-FA0C-C385C7EE3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733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6" name="Marcador de posición de pie de página 4">
            <a:extLst>
              <a:ext uri="{FF2B5EF4-FFF2-40B4-BE49-F238E27FC236}">
                <a16:creationId xmlns:a16="http://schemas.microsoft.com/office/drawing/2014/main" id="{D2277398-E71C-9E18-6FA2-AF0656698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7" name="Marcador de posición de número de diapositiva 5">
            <a:extLst>
              <a:ext uri="{FF2B5EF4-FFF2-40B4-BE49-F238E27FC236}">
                <a16:creationId xmlns:a16="http://schemas.microsoft.com/office/drawing/2014/main" id="{B84FCA9A-3098-8020-E608-4F4F97405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125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8AC6FE46-170E-0F6C-06F0-D7F69117A30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 PhD</a:t>
            </a: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98" r:id="rId8"/>
    <p:sldLayoutId id="2147483676" r:id="rId9"/>
    <p:sldLayoutId id="2147483677" r:id="rId10"/>
    <p:sldLayoutId id="2147483685" r:id="rId11"/>
    <p:sldLayoutId id="2147483688" r:id="rId12"/>
    <p:sldLayoutId id="2147483692" r:id="rId13"/>
    <p:sldLayoutId id="2147483682" r:id="rId14"/>
    <p:sldLayoutId id="2147483696" r:id="rId15"/>
    <p:sldLayoutId id="214748369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100" baseline="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976" y="1483744"/>
            <a:ext cx="6320118" cy="2146458"/>
          </a:xfrm>
        </p:spPr>
        <p:txBody>
          <a:bodyPr rtlCol="0"/>
          <a:lstStyle/>
          <a:p>
            <a:pPr rtl="0"/>
            <a:r>
              <a:rPr lang="es-MX" sz="4000" dirty="0">
                <a:latin typeface="Abadi" panose="020B0604020104020204" pitchFamily="34" charset="0"/>
              </a:rPr>
              <a:t>Solución de un Problema de Programación Lineal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s-MX" dirty="0">
                <a:latin typeface="+mj-lt"/>
              </a:rPr>
              <a:t>Profesor </a:t>
            </a:r>
            <a:r>
              <a:rPr lang="es-MX" dirty="0" err="1">
                <a:latin typeface="+mj-lt"/>
              </a:rPr>
              <a:t>name</a:t>
            </a:r>
            <a:endParaRPr lang="es-MX" dirty="0">
              <a:latin typeface="+mj-lt"/>
            </a:endParaRPr>
          </a:p>
          <a:p>
            <a:pPr rtl="0"/>
            <a:r>
              <a:rPr lang="es-MX" dirty="0">
                <a:latin typeface="+mj-lt"/>
              </a:rPr>
              <a:t>Optimización de Procesos Industriales</a:t>
            </a:r>
          </a:p>
          <a:p>
            <a:pPr rtl="0"/>
            <a:r>
              <a:rPr lang="es-MX" dirty="0">
                <a:latin typeface="+mj-lt"/>
              </a:rPr>
              <a:t>Escuela de Ingeniería y Ciencias</a:t>
            </a:r>
          </a:p>
          <a:p>
            <a:pPr rtl="0"/>
            <a:r>
              <a:rPr lang="es-MX" dirty="0">
                <a:latin typeface="+mj-lt"/>
              </a:rPr>
              <a:t>Tecnológico de Monterrey</a:t>
            </a:r>
            <a:endParaRPr lang="es-MX" dirty="0"/>
          </a:p>
          <a:p>
            <a:pPr rtl="0"/>
            <a:endParaRPr lang="es-MX" dirty="0"/>
          </a:p>
        </p:txBody>
      </p:sp>
      <p:pic>
        <p:nvPicPr>
          <p:cNvPr id="1026" name="Picture 2" descr="ITESM + Tec de Monterrey Artwork – javier arturo rodríguez">
            <a:extLst>
              <a:ext uri="{FF2B5EF4-FFF2-40B4-BE49-F238E27FC236}">
                <a16:creationId xmlns:a16="http://schemas.microsoft.com/office/drawing/2014/main" id="{81EE2347-21B2-2241-0047-FCE86C38F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66" y="218795"/>
            <a:ext cx="1693319" cy="44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de </a:t>
            </a:r>
            <a:r>
              <a:rPr lang="en-US" dirty="0" err="1"/>
              <a:t>Solución</a:t>
            </a:r>
            <a:r>
              <a:rPr lang="en-US" dirty="0"/>
              <a:t> - </a:t>
            </a:r>
            <a:r>
              <a:rPr lang="en-US" dirty="0" err="1"/>
              <a:t>Contenido</a:t>
            </a:r>
            <a:endParaRPr lang="en-US" dirty="0"/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90216723"/>
              </p:ext>
            </p:extLst>
          </p:nvPr>
        </p:nvGraphicFramePr>
        <p:xfrm>
          <a:off x="2020469" y="1622612"/>
          <a:ext cx="7921389" cy="3944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BE39C-06CC-42B9-6A07-60E6A7446F4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/>
          <a:lstStyle/>
          <a:p>
            <a:pPr rtl="0"/>
            <a:fld id="{2C2668D5-CBFD-4351-8443-9E1705BAED96}" type="datetimeyyyy">
              <a:rPr lang="es-MX" noProof="0" smtClean="0"/>
              <a:t>2025</a:t>
            </a:fld>
            <a:endParaRPr lang="es-MX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49457-6A62-C110-0EAA-52AACAF1A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</p:spPr>
        <p:txBody>
          <a:bodyPr/>
          <a:lstStyle/>
          <a:p>
            <a:pPr rtl="0"/>
            <a:r>
              <a:rPr lang="es-MX" noProof="0"/>
              <a:t>OPTIMIZACIÓN DE OPERACIONES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19A9-68C9-543E-958B-21AED095E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2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52904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BCCF252-7E9A-9780-5FF8-1DFF63FC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Notación</a:t>
            </a:r>
            <a:r>
              <a:rPr lang="en-US" sz="4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40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matemática</a:t>
            </a:r>
            <a:r>
              <a:rPr lang="en-US" sz="4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A2326-D00D-DDDA-4E3F-F0CA5330A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s-MX" noProof="0"/>
              <a:t>OPTIMIZACIÓN DE OPERACIONES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61048-38A7-3258-96DE-B6A877EF5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MX" noProof="0" smtClean="0"/>
              <a:t>3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807952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47AF6-310B-3884-DDA6-81562F24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Notación de conjuntos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C8DAEA6-3580-73AD-7701-78E0863EE9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975555"/>
                <a:ext cx="10058400" cy="3778956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s-MX" b="1" dirty="0"/>
                  <a:t>Conjunto</a:t>
                </a:r>
                <a:r>
                  <a:rPr lang="es-MX" dirty="0"/>
                  <a:t>. Es una colección de elementos considerada en si misma como un objeto.</a:t>
                </a:r>
              </a:p>
              <a:p>
                <a:pPr marL="0" indent="0">
                  <a:buNone/>
                </a:pPr>
                <a:r>
                  <a:rPr lang="es-MX" i="1" dirty="0">
                    <a:latin typeface="Cambria Math" panose="02040503050406030204" pitchFamily="18" charset="0"/>
                  </a:rPr>
                  <a:t>Ejemplo: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1,2,3,4,5</m:t>
                        </m:r>
                      </m:e>
                    </m:d>
                  </m:oMath>
                </a14:m>
                <a:r>
                  <a:rPr lang="es-MX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s-MX" dirty="0"/>
                  <a:t>La expresión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b="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  </a:t>
                </a:r>
                <a:r>
                  <a:rPr lang="es-MX" b="0" dirty="0">
                    <a:ea typeface="Cambria Math" panose="02040503050406030204" pitchFamily="18" charset="0"/>
                  </a:rPr>
                  <a:t>se refiere a “</a:t>
                </a:r>
                <a:r>
                  <a:rPr lang="es-MX" b="0" i="1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para todo elemento de </a:t>
                </a:r>
                <a14:m>
                  <m:oMath xmlns:m="http://schemas.openxmlformats.org/officeDocument/2006/math">
                    <m:r>
                      <a:rPr lang="es-MX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b="0" dirty="0">
                    <a:ea typeface="Cambria Math" panose="02040503050406030204" pitchFamily="18" charset="0"/>
                  </a:rPr>
                  <a:t>”, es decir una acción se va a repetir para cada uno de los elementos de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b="0" dirty="0">
                    <a:ea typeface="Cambria Math" panose="02040503050406030204" pitchFamily="18" charset="0"/>
                  </a:rPr>
                  <a:t>. Es decir, para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MX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MX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MX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5.</m:t>
                    </m:r>
                  </m:oMath>
                </a14:m>
                <a:endParaRPr lang="es-MX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s-MX" dirty="0"/>
                  <a:t>El número de elementos se define por la cardinalidad del conjunto: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MX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s-MX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s-MX" dirty="0"/>
                  <a:t>.  En este ejemplo es 5, porque el conjunto tiene 5 elementos.</a:t>
                </a:r>
              </a:p>
              <a:p>
                <a:r>
                  <a:rPr lang="es-MX" dirty="0"/>
                  <a:t>Otro ejemplo: 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s-MX" dirty="0"/>
                  <a:t>, en este caso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s-MX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endParaRPr lang="es-MX" i="1" dirty="0">
                  <a:latin typeface="Cambria Math" panose="02040503050406030204" pitchFamily="18" charset="0"/>
                </a:endParaRPr>
              </a:p>
              <a:p>
                <a:r>
                  <a:rPr lang="es-MX" dirty="0"/>
                  <a:t>En la expresión  </a:t>
                </a:r>
                <a14:m>
                  <m:oMath xmlns:m="http://schemas.openxmlformats.org/officeDocument/2006/math">
                    <m:r>
                      <a:rPr lang="es-MX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MX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s-MX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dirty="0"/>
                  <a:t>,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dirty="0"/>
                  <a:t> es el valor del último elemento y el conjunto se representa como la secuencia de elementos enteros de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MX" dirty="0"/>
                  <a:t> hasta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dirty="0"/>
                  <a:t>. En este caso </a:t>
                </a:r>
                <a14:m>
                  <m:oMath xmlns:m="http://schemas.openxmlformats.org/officeDocument/2006/math">
                    <m:r>
                      <a:rPr lang="es-MX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dirty="0"/>
                  <a:t> no representa al conjunto.</a:t>
                </a:r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C8DAEA6-3580-73AD-7701-78E0863EE9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975555"/>
                <a:ext cx="10058400" cy="3778956"/>
              </a:xfrm>
              <a:blipFill>
                <a:blip r:embed="rId2"/>
                <a:stretch>
                  <a:fillRect l="-788" t="-3226" r="-545" b="-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2991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B2A1F-8C8A-9566-2607-6269DD6C2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Notación de conjuntos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831BD0A-0761-E126-AB7A-77833E0734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1550" y="1825625"/>
                <a:ext cx="7267015" cy="3481481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MX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s-MX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MX" sz="2400" dirty="0"/>
                  <a:t>, es la unión del conjunto A y B en uno solo. </a:t>
                </a:r>
              </a:p>
              <a:p>
                <a:pPr lvl="1"/>
                <a:r>
                  <a:rPr lang="es-MX" sz="2000" dirty="0"/>
                  <a:t>Ejem.  A={0,1} y B={2,3,4}. Si C= A</a:t>
                </a:r>
                <a:r>
                  <a:rPr lang="es-MX" sz="2000" b="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 </m:t>
                    </m:r>
                  </m:oMath>
                </a14:m>
                <a:r>
                  <a:rPr lang="es-MX" sz="2000" dirty="0"/>
                  <a:t>B entonces C= {0,1,2,3,4}</a:t>
                </a:r>
              </a:p>
              <a:p>
                <a:pPr marL="274320" lvl="1" indent="0">
                  <a:buNone/>
                </a:pPr>
                <a:endParaRPr lang="es-MX" sz="2000" dirty="0"/>
              </a:p>
              <a:p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MX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s-MX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MX" sz="2400" dirty="0"/>
                  <a:t>, es la intersección del conjunto A y B en uno solo. </a:t>
                </a:r>
              </a:p>
              <a:p>
                <a:pPr lvl="1"/>
                <a:r>
                  <a:rPr lang="es-MX" sz="2000" dirty="0"/>
                  <a:t>Ejem.  A={1,2,3} y B={3,4,5}. Si C= A</a:t>
                </a:r>
                <a14:m>
                  <m:oMath xmlns:m="http://schemas.openxmlformats.org/officeDocument/2006/math">
                    <m:r>
                      <a:rPr lang="es-MX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s-MX" sz="2000" dirty="0"/>
                  <a:t>B entonces C= {3}</a:t>
                </a:r>
              </a:p>
              <a:p>
                <a:pPr lvl="1"/>
                <a:endParaRPr lang="es-MX" sz="2000" dirty="0"/>
              </a:p>
              <a:p>
                <a:pPr marL="274320" lvl="1" indent="0">
                  <a:buNone/>
                </a:pPr>
                <a:endParaRPr lang="es-MX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MX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s-MX" sz="2400" dirty="0"/>
                  <a:t> significa conjunto vacío</a:t>
                </a:r>
              </a:p>
              <a:p>
                <a:pPr lvl="1"/>
                <a:endParaRPr lang="es-MX" sz="2000" dirty="0"/>
              </a:p>
              <a:p>
                <a:pPr lvl="1"/>
                <a:endParaRPr lang="es-MX" sz="2000" dirty="0"/>
              </a:p>
              <a:p>
                <a:pPr marL="274320" lvl="1" indent="0">
                  <a:buNone/>
                </a:pPr>
                <a:endParaRPr lang="es-MX" sz="2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831BD0A-0761-E126-AB7A-77833E0734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550" y="1825625"/>
                <a:ext cx="7267015" cy="3481481"/>
              </a:xfrm>
              <a:blipFill>
                <a:blip r:embed="rId2"/>
                <a:stretch>
                  <a:fillRect l="-1091" t="-2273" b="-8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EEAB7621-A0C9-1E99-2D64-E46B3868B0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82" y="4019662"/>
            <a:ext cx="2272070" cy="2586373"/>
          </a:xfrm>
          <a:prstGeom prst="rect">
            <a:avLst/>
          </a:prstGeom>
        </p:spPr>
      </p:pic>
      <p:pic>
        <p:nvPicPr>
          <p:cNvPr id="7" name="Imagen 6" descr="Forma&#10;&#10;Descripción generada automáticamente">
            <a:extLst>
              <a:ext uri="{FF2B5EF4-FFF2-40B4-BE49-F238E27FC236}">
                <a16:creationId xmlns:a16="http://schemas.microsoft.com/office/drawing/2014/main" id="{07C13288-D0C8-794C-CAB3-4993C5223A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147" y="1289304"/>
            <a:ext cx="1733940" cy="197452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B986BAC-A796-AFE2-DA63-E41973AEC324}"/>
              </a:ext>
            </a:extLst>
          </p:cNvPr>
          <p:cNvSpPr txBox="1"/>
          <p:nvPr/>
        </p:nvSpPr>
        <p:spPr>
          <a:xfrm>
            <a:off x="8984343" y="685800"/>
            <a:ext cx="2481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Representación de la unión de conjuntos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D63C665-0939-15C8-5462-4845ED34FF25}"/>
              </a:ext>
            </a:extLst>
          </p:cNvPr>
          <p:cNvSpPr txBox="1"/>
          <p:nvPr/>
        </p:nvSpPr>
        <p:spPr>
          <a:xfrm>
            <a:off x="8773885" y="3469010"/>
            <a:ext cx="2902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Representación de la intersección de conjuntos</a:t>
            </a:r>
          </a:p>
        </p:txBody>
      </p:sp>
    </p:spTree>
    <p:extLst>
      <p:ext uri="{BB962C8B-B14F-4D97-AF65-F5344CB8AC3E}">
        <p14:creationId xmlns:p14="http://schemas.microsoft.com/office/powerpoint/2010/main" val="4099253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B2A1F-8C8A-9566-2607-6269DD6C2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Notación de conjuntos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831BD0A-0761-E126-AB7A-77833E0734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1550" y="1825625"/>
                <a:ext cx="8387603" cy="4351338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MX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s-MX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MX" sz="2400" dirty="0"/>
                  <a:t>, significa que B es un subconjunto de A</a:t>
                </a:r>
              </a:p>
              <a:p>
                <a:pPr lvl="1"/>
                <a:r>
                  <a:rPr lang="es-MX" sz="2000" dirty="0"/>
                  <a:t>Ejem.  A={0,1,2,3,4,5}. Si B={2,3,4}, entonces B es subconjunto de A.</a:t>
                </a:r>
              </a:p>
              <a:p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MX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s-MX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MX" sz="2400" dirty="0"/>
                  <a:t>, significa que B puede ser un subconjunto de menor o igual tamaño que A.</a:t>
                </a:r>
              </a:p>
              <a:p>
                <a:pPr lvl="1"/>
                <a:r>
                  <a:rPr lang="es-MX" sz="2000" dirty="0"/>
                  <a:t>Ejem.  A={1,2,3}, B={1,2,3}, E={1,2}. </a:t>
                </a:r>
              </a:p>
              <a:p>
                <a:pPr lvl="1"/>
                <a:r>
                  <a:rPr lang="es-MX" sz="2000" dirty="0"/>
                  <a:t>En este caso B</a:t>
                </a:r>
                <a:r>
                  <a:rPr lang="es-MX" sz="200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s-MX" sz="2000" dirty="0"/>
                  <a:t>A, pero </a:t>
                </a:r>
                <a:r>
                  <a:rPr lang="es-MX" sz="2000" dirty="0" err="1"/>
                  <a:t>asu</a:t>
                </a:r>
                <a:r>
                  <a:rPr lang="es-MX" sz="2000" dirty="0"/>
                  <a:t> vez A</a:t>
                </a:r>
                <a14:m>
                  <m:oMath xmlns:m="http://schemas.openxmlformats.org/officeDocument/2006/math">
                    <m:r>
                      <a:rPr lang="es-MX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s-MX" sz="2000" dirty="0"/>
                  <a:t>B. </a:t>
                </a:r>
              </a:p>
              <a:p>
                <a:pPr lvl="1"/>
                <a:r>
                  <a:rPr lang="es-MX" sz="2000" dirty="0"/>
                  <a:t>Por otro lado, E</a:t>
                </a:r>
                <a:r>
                  <a:rPr lang="es-MX" sz="200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s-MX" sz="2000" dirty="0"/>
                  <a:t>A y E</a:t>
                </a:r>
                <a14:m>
                  <m:oMath xmlns:m="http://schemas.openxmlformats.org/officeDocument/2006/math">
                    <m:r>
                      <a:rPr lang="es-MX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s-MX" sz="2000" dirty="0"/>
                  <a:t>B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MX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s-MX" sz="2400" dirty="0"/>
                  <a:t> significa conjunto vacío</a:t>
                </a:r>
              </a:p>
              <a:p>
                <a:pPr lvl="1"/>
                <a:endParaRPr lang="es-MX" sz="2000" dirty="0"/>
              </a:p>
              <a:p>
                <a:pPr lvl="1"/>
                <a:endParaRPr lang="es-MX" sz="2000" dirty="0"/>
              </a:p>
              <a:p>
                <a:pPr marL="274320" lvl="1" indent="0">
                  <a:buNone/>
                </a:pPr>
                <a:endParaRPr lang="es-MX" sz="2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831BD0A-0761-E126-AB7A-77833E0734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550" y="1825625"/>
                <a:ext cx="8387603" cy="4351338"/>
              </a:xfrm>
              <a:blipFill>
                <a:blip r:embed="rId2"/>
                <a:stretch>
                  <a:fillRect l="-945" t="-1821" r="-8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>
            <a:extLst>
              <a:ext uri="{FF2B5EF4-FFF2-40B4-BE49-F238E27FC236}">
                <a16:creationId xmlns:a16="http://schemas.microsoft.com/office/drawing/2014/main" id="{AC0090BD-2358-0C8A-306C-55F124BB3059}"/>
              </a:ext>
            </a:extLst>
          </p:cNvPr>
          <p:cNvSpPr/>
          <p:nvPr/>
        </p:nvSpPr>
        <p:spPr>
          <a:xfrm>
            <a:off x="6921500" y="4000500"/>
            <a:ext cx="2235200" cy="2171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s-MX" dirty="0"/>
              <a:t>A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B4B51F9-6B39-C0AB-8D30-11EFC1B0D738}"/>
              </a:ext>
            </a:extLst>
          </p:cNvPr>
          <p:cNvSpPr/>
          <p:nvPr/>
        </p:nvSpPr>
        <p:spPr>
          <a:xfrm>
            <a:off x="7569200" y="5041900"/>
            <a:ext cx="939800" cy="8001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829381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6F17F-71AE-7BCC-0774-BB991E286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Notación matemática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2AD7142-422E-97FB-B380-E17DC36A9E26}"/>
                  </a:ext>
                </a:extLst>
              </p:cNvPr>
              <p:cNvSpPr txBox="1"/>
              <p:nvPr/>
            </p:nvSpPr>
            <p:spPr>
              <a:xfrm>
                <a:off x="1270000" y="2646285"/>
                <a:ext cx="597984" cy="782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2AD7142-422E-97FB-B380-E17DC36A9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2646285"/>
                <a:ext cx="597984" cy="7827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94FCC9B-914A-D5BB-5A1A-D66F4148AC56}"/>
                  </a:ext>
                </a:extLst>
              </p:cNvPr>
              <p:cNvSpPr txBox="1"/>
              <p:nvPr/>
            </p:nvSpPr>
            <p:spPr>
              <a:xfrm>
                <a:off x="3142342" y="2899142"/>
                <a:ext cx="2297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94FCC9B-914A-D5BB-5A1A-D66F4148A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342" y="2899142"/>
                <a:ext cx="2297873" cy="276999"/>
              </a:xfrm>
              <a:prstGeom prst="rect">
                <a:avLst/>
              </a:prstGeom>
              <a:blipFill>
                <a:blip r:embed="rId3"/>
                <a:stretch>
                  <a:fillRect l="-1061" r="-53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A1BFB01-B1B0-2295-266F-4BB953AEF575}"/>
                  </a:ext>
                </a:extLst>
              </p:cNvPr>
              <p:cNvSpPr txBox="1"/>
              <p:nvPr/>
            </p:nvSpPr>
            <p:spPr>
              <a:xfrm>
                <a:off x="1270000" y="4234166"/>
                <a:ext cx="1069908" cy="808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A1BFB01-B1B0-2295-266F-4BB953AEF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4234166"/>
                <a:ext cx="1069908" cy="8080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57C711B-FFEB-D106-8A11-5636C3851B25}"/>
                  </a:ext>
                </a:extLst>
              </p:cNvPr>
              <p:cNvSpPr txBox="1"/>
              <p:nvPr/>
            </p:nvSpPr>
            <p:spPr>
              <a:xfrm>
                <a:off x="3142342" y="4487023"/>
                <a:ext cx="22658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57C711B-FFEB-D106-8A11-5636C3851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342" y="4487023"/>
                <a:ext cx="2265813" cy="276999"/>
              </a:xfrm>
              <a:prstGeom prst="rect">
                <a:avLst/>
              </a:prstGeom>
              <a:blipFill>
                <a:blip r:embed="rId5"/>
                <a:stretch>
                  <a:fillRect l="-1075" r="-538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457BCC0-DE03-5AE2-5711-4B45D2536070}"/>
                  </a:ext>
                </a:extLst>
              </p:cNvPr>
              <p:cNvSpPr txBox="1"/>
              <p:nvPr/>
            </p:nvSpPr>
            <p:spPr>
              <a:xfrm>
                <a:off x="8567076" y="1818668"/>
                <a:ext cx="793807" cy="782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457BCC0-DE03-5AE2-5711-4B45D2536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076" y="1818668"/>
                <a:ext cx="793807" cy="7827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8111D8C-25A7-FD45-31CF-5792F0F2B492}"/>
                  </a:ext>
                </a:extLst>
              </p:cNvPr>
              <p:cNvSpPr txBox="1"/>
              <p:nvPr/>
            </p:nvSpPr>
            <p:spPr>
              <a:xfrm>
                <a:off x="7453085" y="3429000"/>
                <a:ext cx="36371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8111D8C-25A7-FD45-31CF-5792F0F2B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085" y="3429000"/>
                <a:ext cx="3637150" cy="276999"/>
              </a:xfrm>
              <a:prstGeom prst="rect">
                <a:avLst/>
              </a:prstGeom>
              <a:blipFill>
                <a:blip r:embed="rId7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64008259-994C-D018-85DC-80307FDAF8D9}"/>
              </a:ext>
            </a:extLst>
          </p:cNvPr>
          <p:cNvCxnSpPr/>
          <p:nvPr/>
        </p:nvCxnSpPr>
        <p:spPr>
          <a:xfrm>
            <a:off x="6429829" y="2380343"/>
            <a:ext cx="0" cy="40494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81713F2C-43A7-86BF-9CE1-BB363285319A}"/>
              </a:ext>
            </a:extLst>
          </p:cNvPr>
          <p:cNvSpPr/>
          <p:nvPr/>
        </p:nvSpPr>
        <p:spPr>
          <a:xfrm>
            <a:off x="2452154" y="2957166"/>
            <a:ext cx="464457" cy="160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DB490C02-5982-47E7-B1EF-553D481177E9}"/>
              </a:ext>
            </a:extLst>
          </p:cNvPr>
          <p:cNvSpPr/>
          <p:nvPr/>
        </p:nvSpPr>
        <p:spPr>
          <a:xfrm>
            <a:off x="2458165" y="4584734"/>
            <a:ext cx="464457" cy="1174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AB14FD43-0B88-CFB7-A59A-305A8AAEFC93}"/>
              </a:ext>
            </a:extLst>
          </p:cNvPr>
          <p:cNvSpPr/>
          <p:nvPr/>
        </p:nvSpPr>
        <p:spPr>
          <a:xfrm rot="5400000">
            <a:off x="8611450" y="2991373"/>
            <a:ext cx="464457" cy="160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D943149-3060-6705-8CCA-C1E37EF405DA}"/>
              </a:ext>
            </a:extLst>
          </p:cNvPr>
          <p:cNvSpPr txBox="1"/>
          <p:nvPr/>
        </p:nvSpPr>
        <p:spPr>
          <a:xfrm>
            <a:off x="1069848" y="2220686"/>
            <a:ext cx="1317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Sumatoria: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14C81AC-BE17-BFEC-6AF5-72DBAD3C3AF6}"/>
              </a:ext>
            </a:extLst>
          </p:cNvPr>
          <p:cNvSpPr txBox="1"/>
          <p:nvPr/>
        </p:nvSpPr>
        <p:spPr>
          <a:xfrm>
            <a:off x="1069848" y="3788142"/>
            <a:ext cx="120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Producto: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71630DE-D41B-BF00-3B35-5601FACC3FCF}"/>
                  </a:ext>
                </a:extLst>
              </p:cNvPr>
              <p:cNvSpPr txBox="1"/>
              <p:nvPr/>
            </p:nvSpPr>
            <p:spPr>
              <a:xfrm>
                <a:off x="8429354" y="4131694"/>
                <a:ext cx="1009764" cy="810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MX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s-MX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71630DE-D41B-BF00-3B35-5601FACC3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354" y="4131694"/>
                <a:ext cx="1009764" cy="8100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6F51FFF-AABD-5F04-90FC-B6A57869F74E}"/>
                  </a:ext>
                </a:extLst>
              </p:cNvPr>
              <p:cNvSpPr txBox="1"/>
              <p:nvPr/>
            </p:nvSpPr>
            <p:spPr>
              <a:xfrm>
                <a:off x="7274894" y="5494301"/>
                <a:ext cx="3378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MX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MX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MX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MX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MX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MX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6F51FFF-AABD-5F04-90FC-B6A57869F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894" y="5494301"/>
                <a:ext cx="3378169" cy="276999"/>
              </a:xfrm>
              <a:prstGeom prst="rect">
                <a:avLst/>
              </a:prstGeom>
              <a:blipFill>
                <a:blip r:embed="rId9"/>
                <a:stretch>
                  <a:fillRect l="-541" r="-180" b="-1739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581241F-67A6-FD88-40B4-E4BA045F8F14}"/>
              </a:ext>
            </a:extLst>
          </p:cNvPr>
          <p:cNvCxnSpPr>
            <a:cxnSpLocks/>
          </p:cNvCxnSpPr>
          <p:nvPr/>
        </p:nvCxnSpPr>
        <p:spPr>
          <a:xfrm flipH="1">
            <a:off x="974054" y="3788142"/>
            <a:ext cx="51219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7136429D-39F5-FCA9-FC96-EDB98FC84759}"/>
              </a:ext>
            </a:extLst>
          </p:cNvPr>
          <p:cNvCxnSpPr>
            <a:cxnSpLocks/>
          </p:cNvCxnSpPr>
          <p:nvPr/>
        </p:nvCxnSpPr>
        <p:spPr>
          <a:xfrm flipH="1">
            <a:off x="6799910" y="3788142"/>
            <a:ext cx="51219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D1EBB1B2-8AFA-55BD-389B-B3280628C50B}"/>
              </a:ext>
            </a:extLst>
          </p:cNvPr>
          <p:cNvSpPr/>
          <p:nvPr/>
        </p:nvSpPr>
        <p:spPr>
          <a:xfrm rot="5400000">
            <a:off x="8611450" y="5208774"/>
            <a:ext cx="464457" cy="160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2233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6F17F-71AE-7BCC-0774-BB991E286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Notación matemática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2AD7142-422E-97FB-B380-E17DC36A9E26}"/>
                  </a:ext>
                </a:extLst>
              </p:cNvPr>
              <p:cNvSpPr txBox="1"/>
              <p:nvPr/>
            </p:nvSpPr>
            <p:spPr>
              <a:xfrm>
                <a:off x="1401485" y="2800700"/>
                <a:ext cx="612860" cy="67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2AD7142-422E-97FB-B380-E17DC36A9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485" y="2800700"/>
                <a:ext cx="612860" cy="6722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94FCC9B-914A-D5BB-5A1A-D66F4148AC56}"/>
                  </a:ext>
                </a:extLst>
              </p:cNvPr>
              <p:cNvSpPr txBox="1"/>
              <p:nvPr/>
            </p:nvSpPr>
            <p:spPr>
              <a:xfrm>
                <a:off x="3266711" y="2899142"/>
                <a:ext cx="2297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94FCC9B-914A-D5BB-5A1A-D66F4148A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711" y="2899142"/>
                <a:ext cx="2297873" cy="276999"/>
              </a:xfrm>
              <a:prstGeom prst="rect">
                <a:avLst/>
              </a:prstGeom>
              <a:blipFill>
                <a:blip r:embed="rId3"/>
                <a:stretch>
                  <a:fillRect l="-1061" r="-53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81713F2C-43A7-86BF-9CE1-BB363285319A}"/>
              </a:ext>
            </a:extLst>
          </p:cNvPr>
          <p:cNvSpPr/>
          <p:nvPr/>
        </p:nvSpPr>
        <p:spPr>
          <a:xfrm>
            <a:off x="2481268" y="2957166"/>
            <a:ext cx="464457" cy="160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D943149-3060-6705-8CCA-C1E37EF405DA}"/>
              </a:ext>
            </a:extLst>
          </p:cNvPr>
          <p:cNvSpPr txBox="1"/>
          <p:nvPr/>
        </p:nvSpPr>
        <p:spPr>
          <a:xfrm>
            <a:off x="1069848" y="2220686"/>
            <a:ext cx="2624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Sumatoria de conjuntos: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D58C5E9-443D-AAC8-8231-43C3E7A2DE01}"/>
                  </a:ext>
                </a:extLst>
              </p:cNvPr>
              <p:cNvSpPr txBox="1"/>
              <p:nvPr/>
            </p:nvSpPr>
            <p:spPr>
              <a:xfrm>
                <a:off x="1401485" y="3686543"/>
                <a:ext cx="28544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s-MX" b="0" i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Donde: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d>
                      <m:dPr>
                        <m:begChr m:val="{"/>
                        <m:endChr m:val="}"/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1,2,3,4,5</m:t>
                        </m:r>
                      </m:e>
                    </m:d>
                  </m:oMath>
                </a14:m>
                <a:r>
                  <a:rPr lang="es-MX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D58C5E9-443D-AAC8-8231-43C3E7A2D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485" y="3686543"/>
                <a:ext cx="2854452" cy="369332"/>
              </a:xfrm>
              <a:prstGeom prst="rect">
                <a:avLst/>
              </a:prstGeom>
              <a:blipFill>
                <a:blip r:embed="rId4"/>
                <a:stretch>
                  <a:fillRect l="-1923" t="-11667" b="-25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470D26C-A45D-9841-1382-C1C1B0E62725}"/>
                  </a:ext>
                </a:extLst>
              </p:cNvPr>
              <p:cNvSpPr txBox="1"/>
              <p:nvPr/>
            </p:nvSpPr>
            <p:spPr>
              <a:xfrm>
                <a:off x="2192644" y="4995934"/>
                <a:ext cx="612860" cy="67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470D26C-A45D-9841-1382-C1C1B0E62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644" y="4995934"/>
                <a:ext cx="612860" cy="672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432B62F-BD9C-5F20-4EA8-27CD2F0DC144}"/>
                  </a:ext>
                </a:extLst>
              </p:cNvPr>
              <p:cNvSpPr txBox="1"/>
              <p:nvPr/>
            </p:nvSpPr>
            <p:spPr>
              <a:xfrm>
                <a:off x="4057870" y="5094376"/>
                <a:ext cx="13320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432B62F-BD9C-5F20-4EA8-27CD2F0DC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870" y="5094376"/>
                <a:ext cx="1332031" cy="276999"/>
              </a:xfrm>
              <a:prstGeom prst="rect">
                <a:avLst/>
              </a:prstGeom>
              <a:blipFill>
                <a:blip r:embed="rId6"/>
                <a:stretch>
                  <a:fillRect l="-1835" r="-91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4A7EC-E440-C564-6CE3-927B2C46FB32}"/>
              </a:ext>
            </a:extLst>
          </p:cNvPr>
          <p:cNvSpPr/>
          <p:nvPr/>
        </p:nvSpPr>
        <p:spPr>
          <a:xfrm>
            <a:off x="3272427" y="5152400"/>
            <a:ext cx="464457" cy="160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CB7876E-DD79-5949-795F-940B738112C6}"/>
                  </a:ext>
                </a:extLst>
              </p:cNvPr>
              <p:cNvSpPr txBox="1"/>
              <p:nvPr/>
            </p:nvSpPr>
            <p:spPr>
              <a:xfrm>
                <a:off x="2828711" y="6006178"/>
                <a:ext cx="28544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s-MX" b="0" i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Donde: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d>
                      <m:dPr>
                        <m:begChr m:val="{"/>
                        <m:endChr m:val="}"/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s-MX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CB7876E-DD79-5949-795F-940B73811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711" y="6006178"/>
                <a:ext cx="2854452" cy="369332"/>
              </a:xfrm>
              <a:prstGeom prst="rect">
                <a:avLst/>
              </a:prstGeom>
              <a:blipFill>
                <a:blip r:embed="rId7"/>
                <a:stretch>
                  <a:fillRect l="-1709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0EED639-42FA-766F-F0C2-9F7E70D58A87}"/>
              </a:ext>
            </a:extLst>
          </p:cNvPr>
          <p:cNvCxnSpPr>
            <a:cxnSpLocks/>
          </p:cNvCxnSpPr>
          <p:nvPr/>
        </p:nvCxnSpPr>
        <p:spPr>
          <a:xfrm flipH="1">
            <a:off x="1069848" y="4683492"/>
            <a:ext cx="51219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7A07103-1169-3DE1-FFBA-3DE5BCC2A15C}"/>
              </a:ext>
            </a:extLst>
          </p:cNvPr>
          <p:cNvCxnSpPr>
            <a:cxnSpLocks/>
          </p:cNvCxnSpPr>
          <p:nvPr/>
        </p:nvCxnSpPr>
        <p:spPr>
          <a:xfrm>
            <a:off x="6415088" y="2093976"/>
            <a:ext cx="0" cy="4313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5A56FEA0-1397-49FC-7E2B-C31C87084D39}"/>
                  </a:ext>
                </a:extLst>
              </p:cNvPr>
              <p:cNvSpPr txBox="1"/>
              <p:nvPr/>
            </p:nvSpPr>
            <p:spPr>
              <a:xfrm>
                <a:off x="6612308" y="2061516"/>
                <a:ext cx="28544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s-MX" b="0" i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Dado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d>
                      <m:dPr>
                        <m:begChr m:val="{"/>
                        <m:endChr m:val="}"/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1,2,3,4,5</m:t>
                        </m:r>
                      </m:e>
                    </m:d>
                  </m:oMath>
                </a14:m>
                <a:r>
                  <a:rPr lang="es-MX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5A56FEA0-1397-49FC-7E2B-C31C87084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308" y="2061516"/>
                <a:ext cx="2854452" cy="369332"/>
              </a:xfrm>
              <a:prstGeom prst="rect">
                <a:avLst/>
              </a:prstGeom>
              <a:blipFill>
                <a:blip r:embed="rId8"/>
                <a:stretch>
                  <a:fillRect l="-1923" t="-9836" b="-2295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90E460C5-BACD-D84F-15F2-5B0314763EEE}"/>
                  </a:ext>
                </a:extLst>
              </p:cNvPr>
              <p:cNvSpPr txBox="1"/>
              <p:nvPr/>
            </p:nvSpPr>
            <p:spPr>
              <a:xfrm>
                <a:off x="7265593" y="2590018"/>
                <a:ext cx="28544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s-MX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d>
                      <m:dPr>
                        <m:begChr m:val="{"/>
                        <m:endChr m:val="}"/>
                        <m:ctrlP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1,2,6,7</m:t>
                        </m:r>
                      </m:e>
                    </m:d>
                  </m:oMath>
                </a14:m>
                <a:r>
                  <a:rPr lang="es-MX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90E460C5-BACD-D84F-15F2-5B0314763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593" y="2590018"/>
                <a:ext cx="285445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AFCE961B-9D8E-903A-0C9A-B1C6EB2D6836}"/>
                  </a:ext>
                </a:extLst>
              </p:cNvPr>
              <p:cNvSpPr txBox="1"/>
              <p:nvPr/>
            </p:nvSpPr>
            <p:spPr>
              <a:xfrm>
                <a:off x="7367593" y="3429000"/>
                <a:ext cx="1598803" cy="11950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s-MX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s-MX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s-MX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s-MX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MX" sz="3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AFCE961B-9D8E-903A-0C9A-B1C6EB2D6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593" y="3429000"/>
                <a:ext cx="1598803" cy="119500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51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47AF6-310B-3884-DDA6-81562F24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Notación matemática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C8DAEA6-3580-73AD-7701-78E0863EE9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393244"/>
                <a:ext cx="10058400" cy="3778956"/>
              </a:xfrm>
            </p:spPr>
            <p:txBody>
              <a:bodyPr/>
              <a:lstStyle/>
              <a:p>
                <a:r>
                  <a:rPr lang="es-MX" dirty="0"/>
                  <a:t>Variables de decisión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       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       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       </m:t>
                    </m:r>
                    <m:r>
                      <m:rPr>
                        <m:nor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para</m:t>
                    </m:r>
                    <m:r>
                      <m:rPr>
                        <m:nor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todo</m:t>
                    </m:r>
                    <m:r>
                      <m:rPr>
                        <m:nor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sz="2000" dirty="0"/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         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sz="2000" dirty="0">
                    <a:ea typeface="Cambria Math" panose="02040503050406030204" pitchFamily="18" charset="0"/>
                  </a:rPr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      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:pPr marL="457200" lvl="1" indent="0">
                  <a:buNone/>
                </a:pPr>
                <a:endParaRPr lang="es-MX" sz="2000" b="0" dirty="0">
                  <a:ea typeface="Cambria Math" panose="02040503050406030204" pitchFamily="18" charset="0"/>
                </a:endParaRPr>
              </a:p>
              <a:p>
                <a:r>
                  <a:rPr lang="es-MX" dirty="0"/>
                  <a:t>Restricciones</a:t>
                </a:r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C8DAEA6-3580-73AD-7701-78E0863EE9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393244"/>
                <a:ext cx="10058400" cy="3778956"/>
              </a:xfrm>
              <a:blipFill>
                <a:blip r:embed="rId2"/>
                <a:stretch>
                  <a:fillRect l="-1091" t="-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85FE28A-C7EC-A08B-F73E-CCDA579FFDF9}"/>
                  </a:ext>
                </a:extLst>
              </p:cNvPr>
              <p:cNvSpPr txBox="1"/>
              <p:nvPr/>
            </p:nvSpPr>
            <p:spPr>
              <a:xfrm>
                <a:off x="2110966" y="5422848"/>
                <a:ext cx="2032000" cy="769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85FE28A-C7EC-A08B-F73E-CCDA579FF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966" y="5422848"/>
                <a:ext cx="2032000" cy="7693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A3FF13D-2ED3-7410-A057-9659965AED0C}"/>
                  </a:ext>
                </a:extLst>
              </p:cNvPr>
              <p:cNvSpPr txBox="1"/>
              <p:nvPr/>
            </p:nvSpPr>
            <p:spPr>
              <a:xfrm>
                <a:off x="3353285" y="5797219"/>
                <a:ext cx="1987658" cy="90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A3FF13D-2ED3-7410-A057-9659965AE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85" y="5797219"/>
                <a:ext cx="1987658" cy="9003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017B7078-30CC-79AF-A4B3-F41AD44DEFBA}"/>
              </a:ext>
            </a:extLst>
          </p:cNvPr>
          <p:cNvSpPr txBox="1"/>
          <p:nvPr/>
        </p:nvSpPr>
        <p:spPr>
          <a:xfrm>
            <a:off x="3181026" y="600749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8" name="Cerrar llave 7">
            <a:extLst>
              <a:ext uri="{FF2B5EF4-FFF2-40B4-BE49-F238E27FC236}">
                <a16:creationId xmlns:a16="http://schemas.microsoft.com/office/drawing/2014/main" id="{4C08793D-6AF2-714F-3EE6-B804ADE3FAFA}"/>
              </a:ext>
            </a:extLst>
          </p:cNvPr>
          <p:cNvSpPr/>
          <p:nvPr/>
        </p:nvSpPr>
        <p:spPr>
          <a:xfrm>
            <a:off x="5147733" y="2822222"/>
            <a:ext cx="338667" cy="174617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649D9E4-C034-20DC-16AF-AF9ABD6FE2E5}"/>
                  </a:ext>
                </a:extLst>
              </p:cNvPr>
              <p:cNvSpPr txBox="1"/>
              <p:nvPr/>
            </p:nvSpPr>
            <p:spPr>
              <a:xfrm>
                <a:off x="5486400" y="2881868"/>
                <a:ext cx="3318933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 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 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 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 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 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649D9E4-C034-20DC-16AF-AF9ABD6FE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881868"/>
                <a:ext cx="3318933" cy="17543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038C8A9-17BD-90DD-E993-7463490652BB}"/>
                  </a:ext>
                </a:extLst>
              </p:cNvPr>
              <p:cNvSpPr txBox="1"/>
              <p:nvPr/>
            </p:nvSpPr>
            <p:spPr>
              <a:xfrm>
                <a:off x="5937955" y="2452890"/>
                <a:ext cx="2757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solidFill>
                      <a:schemeClr val="bg1"/>
                    </a:solidFill>
                  </a:rPr>
                  <a:t>Ejemplo para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MX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=1,2,3,4,5</m:t>
                    </m:r>
                  </m:oMath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038C8A9-17BD-90DD-E993-746349065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955" y="2452890"/>
                <a:ext cx="2757934" cy="369332"/>
              </a:xfrm>
              <a:prstGeom prst="rect">
                <a:avLst/>
              </a:prstGeom>
              <a:blipFill>
                <a:blip r:embed="rId6"/>
                <a:stretch>
                  <a:fillRect l="-1770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BA59223-95CC-BBEE-75F3-1FDB6C74E318}"/>
                  </a:ext>
                </a:extLst>
              </p:cNvPr>
              <p:cNvSpPr txBox="1"/>
              <p:nvPr/>
            </p:nvSpPr>
            <p:spPr>
              <a:xfrm>
                <a:off x="5960533" y="5645697"/>
                <a:ext cx="33189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BA59223-95CC-BBEE-75F3-1FDB6C74E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533" y="5645697"/>
                <a:ext cx="331893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errar llave 12">
            <a:extLst>
              <a:ext uri="{FF2B5EF4-FFF2-40B4-BE49-F238E27FC236}">
                <a16:creationId xmlns:a16="http://schemas.microsoft.com/office/drawing/2014/main" id="{9159016B-1333-AA3D-9672-795460C892F8}"/>
              </a:ext>
            </a:extLst>
          </p:cNvPr>
          <p:cNvSpPr/>
          <p:nvPr/>
        </p:nvSpPr>
        <p:spPr>
          <a:xfrm>
            <a:off x="5195485" y="5434747"/>
            <a:ext cx="290915" cy="9386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445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CC289-0355-4D25-3F38-F5AECA78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Matrices y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085B294-ED9B-3AA7-EA26-BEA8731980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dirty="0"/>
                  <a:t>Suponga el siguiente vector: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dirty="0"/>
              </a:p>
              <a:p>
                <a:endParaRPr lang="es-MX" sz="2000" dirty="0"/>
              </a:p>
              <a:p>
                <a:pPr marL="0" indent="0">
                  <a:buNone/>
                </a:pPr>
                <a:r>
                  <a:rPr lang="es-MX" sz="2000" dirty="0"/>
                  <a:t>Para representar un elemento especifico se puede usar: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s-MX" sz="2000" dirty="0"/>
                  <a:t>, donde el subíndice representa la posición del elemento a consular.</a:t>
                </a:r>
              </a:p>
              <a:p>
                <a:pPr marL="0" indent="0">
                  <a:buNone/>
                </a:pPr>
                <a:endParaRPr lang="es-MX" sz="2000" dirty="0"/>
              </a:p>
              <a:p>
                <a:pPr marL="0" indent="0">
                  <a:buNone/>
                </a:pPr>
                <a:r>
                  <a:rPr lang="es-MX" sz="2000" dirty="0"/>
                  <a:t>La siguiente expresión representa la sumatoria de todos los elementos del vector: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085B294-ED9B-3AA7-EA26-BEA8731980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7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9C965FA-0752-68C9-2B67-EC6BA9FF7EEE}"/>
                  </a:ext>
                </a:extLst>
              </p:cNvPr>
              <p:cNvSpPr txBox="1"/>
              <p:nvPr/>
            </p:nvSpPr>
            <p:spPr>
              <a:xfrm>
                <a:off x="3414888" y="5087086"/>
                <a:ext cx="5616602" cy="10597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=4+3+6+2+8=23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9C965FA-0752-68C9-2B67-EC6BA9FF7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888" y="5087086"/>
                <a:ext cx="5616602" cy="10597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993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CC289-0355-4D25-3F38-F5AECA78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Matrices y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085B294-ED9B-3AA7-EA26-BEA8731980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dirty="0"/>
                  <a:t>Suponga la siguiente matriz: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dirty="0"/>
              </a:p>
              <a:p>
                <a:endParaRPr lang="es-MX" sz="2000" dirty="0"/>
              </a:p>
              <a:p>
                <a:r>
                  <a:rPr lang="es-MX" sz="2000" dirty="0"/>
                  <a:t>Sus dimensiones son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MX" sz="2000" dirty="0"/>
                  <a:t>. Donde m es el número de renglones y n el número de columnas. En este caso es de dimensión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s-MX" sz="2000" dirty="0"/>
                  <a:t>.</a:t>
                </a:r>
              </a:p>
              <a:p>
                <a:pPr marL="0" indent="0">
                  <a:buNone/>
                </a:pPr>
                <a:r>
                  <a:rPr lang="es-MX" sz="2000" dirty="0"/>
                  <a:t>Para representar un elemento especifico se puede usar: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s-MX" sz="2000" dirty="0"/>
                  <a:t>, donde el subíndice representa la posición del elemento a consular.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085B294-ED9B-3AA7-EA26-BEA8731980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7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F373F69-E6C6-5A3F-4C08-F779E67E0DB6}"/>
                  </a:ext>
                </a:extLst>
              </p:cNvPr>
              <p:cNvSpPr txBox="1"/>
              <p:nvPr/>
            </p:nvSpPr>
            <p:spPr>
              <a:xfrm>
                <a:off x="3133806" y="5722141"/>
                <a:ext cx="1775230" cy="900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s-MX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MX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20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s-MX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r>
                            <a:rPr lang="es-MX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=37</m:t>
                          </m:r>
                        </m:e>
                      </m:nary>
                    </m:oMath>
                  </m:oMathPara>
                </a14:m>
                <a:endParaRPr lang="es-MX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F373F69-E6C6-5A3F-4C08-F779E67E0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806" y="5722141"/>
                <a:ext cx="1775230" cy="9001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82064E84-C1F5-0CCA-AB31-032638C4C425}"/>
              </a:ext>
            </a:extLst>
          </p:cNvPr>
          <p:cNvSpPr txBox="1"/>
          <p:nvPr/>
        </p:nvSpPr>
        <p:spPr>
          <a:xfrm>
            <a:off x="832248" y="4956066"/>
            <a:ext cx="4697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2000" dirty="0">
                <a:solidFill>
                  <a:schemeClr val="bg1"/>
                </a:solidFill>
              </a:rPr>
              <a:t>La sumatoria de todos los elementos de esta matriz se representa: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13261A-978B-3EF9-70D4-8931C80A5478}"/>
              </a:ext>
            </a:extLst>
          </p:cNvPr>
          <p:cNvSpPr txBox="1"/>
          <p:nvPr/>
        </p:nvSpPr>
        <p:spPr>
          <a:xfrm>
            <a:off x="6043693" y="4956066"/>
            <a:ext cx="54291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2000" dirty="0">
                <a:solidFill>
                  <a:schemeClr val="bg1"/>
                </a:solidFill>
              </a:rPr>
              <a:t>La sumatoria de todos los elementos del renglón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0FC88D1-1B89-0332-E649-4931C359B94E}"/>
                  </a:ext>
                </a:extLst>
              </p:cNvPr>
              <p:cNvSpPr txBox="1"/>
              <p:nvPr/>
            </p:nvSpPr>
            <p:spPr>
              <a:xfrm>
                <a:off x="6972994" y="5722141"/>
                <a:ext cx="1429750" cy="898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MX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s-MX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MX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s-MX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s-MX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0FC88D1-1B89-0332-E649-4931C359B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994" y="5722141"/>
                <a:ext cx="1429750" cy="8988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488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CC289-0355-4D25-3F38-F5AECA78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Matrices y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085B294-ED9B-3AA7-EA26-BEA8731980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400" dirty="0"/>
                  <a:t>Se pueden representar sumatorias de elementos de un vector con una </a:t>
                </a:r>
                <a:r>
                  <a:rPr lang="es-MX" sz="2400" dirty="0" err="1"/>
                  <a:t>matrix</a:t>
                </a:r>
                <a:r>
                  <a:rPr lang="es-MX" sz="2400" dirty="0"/>
                  <a:t>. Ejemplo:</a:t>
                </a:r>
              </a:p>
              <a:p>
                <a:pPr marL="0" indent="0">
                  <a:buNone/>
                </a:pPr>
                <a:endParaRPr lang="es-MX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MX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s-MX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400" dirty="0"/>
                  <a:t>     y     </a:t>
                </a:r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s-MX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s-MX" sz="2400" dirty="0"/>
                  <a:t>  </a:t>
                </a:r>
              </a:p>
              <a:p>
                <a:pPr marL="0" indent="0">
                  <a:buNone/>
                </a:pPr>
                <a:endParaRPr lang="es-MX" sz="2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085B294-ED9B-3AA7-EA26-BEA8731980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0" t="-1821" r="-1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F373F69-E6C6-5A3F-4C08-F779E67E0DB6}"/>
                  </a:ext>
                </a:extLst>
              </p:cNvPr>
              <p:cNvSpPr txBox="1"/>
              <p:nvPr/>
            </p:nvSpPr>
            <p:spPr>
              <a:xfrm>
                <a:off x="1949530" y="4385113"/>
                <a:ext cx="1414362" cy="900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s-MX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MX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20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s-MX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s-MX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F373F69-E6C6-5A3F-4C08-F779E67E0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530" y="4385113"/>
                <a:ext cx="1414362" cy="9001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25F8F9AD-9F0E-E5C1-0670-88AE2BDF98A1}"/>
              </a:ext>
            </a:extLst>
          </p:cNvPr>
          <p:cNvSpPr/>
          <p:nvPr/>
        </p:nvSpPr>
        <p:spPr>
          <a:xfrm>
            <a:off x="3648777" y="4754697"/>
            <a:ext cx="464457" cy="160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92D4FDD-8C95-2266-A1F8-4D2470D0644B}"/>
                  </a:ext>
                </a:extLst>
              </p:cNvPr>
              <p:cNvSpPr txBox="1"/>
              <p:nvPr/>
            </p:nvSpPr>
            <p:spPr>
              <a:xfrm>
                <a:off x="4398119" y="4638648"/>
                <a:ext cx="73557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92D4FDD-8C95-2266-A1F8-4D2470D06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119" y="4638648"/>
                <a:ext cx="7355796" cy="276999"/>
              </a:xfrm>
              <a:prstGeom prst="rect">
                <a:avLst/>
              </a:prstGeom>
              <a:blipFill>
                <a:blip r:embed="rId4"/>
                <a:stretch>
                  <a:fillRect l="-249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00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CC289-0355-4D25-3F38-F5AECA78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Restricciones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85B294-ED9B-3AA7-EA26-BEA873198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78" y="1293066"/>
            <a:ext cx="103822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/>
              <a:t>Una restricción se puede representar con notación matemática: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 dirty="0"/>
              <a:t>Un conjunto de restricciones también se puede representar con notación matemática:</a:t>
            </a:r>
          </a:p>
          <a:p>
            <a:pPr marL="0" indent="0">
              <a:buNone/>
            </a:pPr>
            <a:endParaRPr lang="es-MX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F373F69-E6C6-5A3F-4C08-F779E67E0DB6}"/>
                  </a:ext>
                </a:extLst>
              </p:cNvPr>
              <p:cNvSpPr txBox="1"/>
              <p:nvPr/>
            </p:nvSpPr>
            <p:spPr>
              <a:xfrm>
                <a:off x="1860207" y="4090863"/>
                <a:ext cx="4659865" cy="898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MX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s-MX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s-MX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s-MX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s-MX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MX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</m:t>
                      </m:r>
                      <m:r>
                        <m:rPr>
                          <m:nor/>
                        </m:rPr>
                        <a:rPr lang="es-MX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(</m:t>
                      </m:r>
                      <m:r>
                        <m:rPr>
                          <m:nor/>
                        </m:rPr>
                        <a:rPr lang="es-MX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para</m:t>
                      </m:r>
                      <m:r>
                        <m:rPr>
                          <m:nor/>
                        </m:rPr>
                        <a:rPr lang="es-MX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todo</m:t>
                      </m:r>
                      <m:r>
                        <m:rPr>
                          <m:nor/>
                        </m:rPr>
                        <a:rPr lang="es-MX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s-MX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MX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=1,…,3</m:t>
                      </m:r>
                    </m:oMath>
                  </m:oMathPara>
                </a14:m>
                <a:endParaRPr lang="es-MX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F373F69-E6C6-5A3F-4C08-F779E67E0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207" y="4090863"/>
                <a:ext cx="4659865" cy="8988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25F8F9AD-9F0E-E5C1-0670-88AE2BDF98A1}"/>
              </a:ext>
            </a:extLst>
          </p:cNvPr>
          <p:cNvSpPr/>
          <p:nvPr/>
        </p:nvSpPr>
        <p:spPr>
          <a:xfrm>
            <a:off x="6646189" y="4612161"/>
            <a:ext cx="464457" cy="160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32F61B7-F5E3-4717-3936-3164BB510DD2}"/>
                  </a:ext>
                </a:extLst>
              </p:cNvPr>
              <p:cNvSpPr txBox="1"/>
              <p:nvPr/>
            </p:nvSpPr>
            <p:spPr>
              <a:xfrm>
                <a:off x="2943502" y="2280225"/>
                <a:ext cx="1525289" cy="10597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32F61B7-F5E3-4717-3936-3164BB510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502" y="2280225"/>
                <a:ext cx="1525289" cy="10597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FC2F907-657D-46B9-5CD1-E04C2A961291}"/>
                  </a:ext>
                </a:extLst>
              </p:cNvPr>
              <p:cNvSpPr txBox="1"/>
              <p:nvPr/>
            </p:nvSpPr>
            <p:spPr>
              <a:xfrm>
                <a:off x="1860207" y="1901899"/>
                <a:ext cx="91073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s-MX" b="0" dirty="0">
                    <a:solidFill>
                      <a:schemeClr val="bg1"/>
                    </a:solidFill>
                  </a:rPr>
                  <a:t>Dado el siguiente vector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dirty="0">
                    <a:solidFill>
                      <a:schemeClr val="bg1"/>
                    </a:solidFill>
                  </a:rPr>
                  <a:t> y la siguiente restricción: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FC2F907-657D-46B9-5CD1-E04C2A961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207" y="1901899"/>
                <a:ext cx="9107388" cy="369332"/>
              </a:xfrm>
              <a:prstGeom prst="rect">
                <a:avLst/>
              </a:prstGeom>
              <a:blipFill>
                <a:blip r:embed="rId4"/>
                <a:stretch>
                  <a:fillRect l="-535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71710B37-D4EC-FB28-A21E-F3FEB8838B13}"/>
              </a:ext>
            </a:extLst>
          </p:cNvPr>
          <p:cNvSpPr/>
          <p:nvPr/>
        </p:nvSpPr>
        <p:spPr>
          <a:xfrm>
            <a:off x="4692897" y="2625416"/>
            <a:ext cx="464457" cy="160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A3276B9-79D8-6118-D036-DB9CC20CC25D}"/>
                  </a:ext>
                </a:extLst>
              </p:cNvPr>
              <p:cNvSpPr txBox="1"/>
              <p:nvPr/>
            </p:nvSpPr>
            <p:spPr>
              <a:xfrm>
                <a:off x="5473620" y="2509367"/>
                <a:ext cx="349691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A3276B9-79D8-6118-D036-DB9CC20CC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620" y="2509367"/>
                <a:ext cx="3496919" cy="553998"/>
              </a:xfrm>
              <a:prstGeom prst="rect">
                <a:avLst/>
              </a:prstGeom>
              <a:blipFill>
                <a:blip r:embed="rId5"/>
                <a:stretch>
                  <a:fillRect l="-1220" r="-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BB49E750-BE37-7085-A8BD-4E774757F221}"/>
                  </a:ext>
                </a:extLst>
              </p:cNvPr>
              <p:cNvSpPr txBox="1"/>
              <p:nvPr/>
            </p:nvSpPr>
            <p:spPr>
              <a:xfrm>
                <a:off x="1864781" y="5133876"/>
                <a:ext cx="2320457" cy="824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BB49E750-BE37-7085-A8BD-4E774757F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781" y="5133876"/>
                <a:ext cx="2320457" cy="8249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7A19D54-F00C-7BEC-161C-D6F7ABCB12ED}"/>
              </a:ext>
            </a:extLst>
          </p:cNvPr>
          <p:cNvCxnSpPr>
            <a:cxnSpLocks/>
          </p:cNvCxnSpPr>
          <p:nvPr/>
        </p:nvCxnSpPr>
        <p:spPr>
          <a:xfrm>
            <a:off x="1618121" y="5020685"/>
            <a:ext cx="48003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A327237-D7E0-6C70-605F-23AA6C4319E6}"/>
                  </a:ext>
                </a:extLst>
              </p:cNvPr>
              <p:cNvSpPr txBox="1"/>
              <p:nvPr/>
            </p:nvSpPr>
            <p:spPr>
              <a:xfrm>
                <a:off x="4185238" y="5282933"/>
                <a:ext cx="31135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A327237-D7E0-6C70-605F-23AA6C431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238" y="5282933"/>
                <a:ext cx="311352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1C0CE14C-EEFF-045B-72A7-A8291A8D65E6}"/>
                  </a:ext>
                </a:extLst>
              </p:cNvPr>
              <p:cNvSpPr txBox="1"/>
              <p:nvPr/>
            </p:nvSpPr>
            <p:spPr>
              <a:xfrm>
                <a:off x="7209431" y="4019255"/>
                <a:ext cx="30028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1C0CE14C-EEFF-045B-72A7-A8291A8D6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431" y="4019255"/>
                <a:ext cx="300284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14EBBF6-8FB3-89E7-C74B-D38E6209A156}"/>
                  </a:ext>
                </a:extLst>
              </p:cNvPr>
              <p:cNvSpPr txBox="1"/>
              <p:nvPr/>
            </p:nvSpPr>
            <p:spPr>
              <a:xfrm>
                <a:off x="7209431" y="4504515"/>
                <a:ext cx="30028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14EBBF6-8FB3-89E7-C74B-D38E6209A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431" y="4504515"/>
                <a:ext cx="300284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823D32C4-503E-CBD4-3AA4-7270A388943A}"/>
                  </a:ext>
                </a:extLst>
              </p:cNvPr>
              <p:cNvSpPr txBox="1"/>
              <p:nvPr/>
            </p:nvSpPr>
            <p:spPr>
              <a:xfrm>
                <a:off x="7209431" y="5020685"/>
                <a:ext cx="30028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823D32C4-503E-CBD4-3AA4-7270A3889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431" y="5020685"/>
                <a:ext cx="300284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56DA12E-DA01-E236-CE67-A24F6B90BB52}"/>
              </a:ext>
            </a:extLst>
          </p:cNvPr>
          <p:cNvSpPr txBox="1"/>
          <p:nvPr/>
        </p:nvSpPr>
        <p:spPr>
          <a:xfrm>
            <a:off x="3360601" y="6333750"/>
            <a:ext cx="254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>
                <a:solidFill>
                  <a:schemeClr val="bg1"/>
                </a:solidFill>
              </a:rPr>
              <a:t>Son equivalentes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C078D0-2A3D-B270-A799-3EE1B59CB68F}"/>
                  </a:ext>
                </a:extLst>
              </p:cNvPr>
              <p:cNvSpPr txBox="1"/>
              <p:nvPr/>
            </p:nvSpPr>
            <p:spPr>
              <a:xfrm>
                <a:off x="5374639" y="6144175"/>
                <a:ext cx="3007556" cy="5492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=1,…,3        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      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</m:t>
                                </m:r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nor/>
                                  </m:rP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</m:t>
                                </m:r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𝐼</m:t>
                                </m:r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, 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donde</m:t>
                                </m:r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 </m:t>
                                </m:r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𝐼</m:t>
                                </m:r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1, 2, 3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s-MX" sz="16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 </m:t>
                                </m:r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(</m:t>
                                </m:r>
                                <m:r>
                                  <a:rPr lang="es-MX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</m:t>
                                </m:r>
                                <m:r>
                                  <m:rPr>
                                    <m:nor/>
                                  </m:rP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se</m:t>
                                </m:r>
                                <m:r>
                                  <m:rPr>
                                    <m:nor/>
                                  </m:rP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lee</m:t>
                                </m:r>
                                <m:r>
                                  <m:rPr>
                                    <m:nor/>
                                  </m:rP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 "</m:t>
                                </m:r>
                                <m:r>
                                  <m:rPr>
                                    <m:nor/>
                                  </m:rP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para</m:t>
                                </m:r>
                                <m:r>
                                  <m:rPr>
                                    <m:nor/>
                                  </m:rP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todo</m:t>
                                </m:r>
                                <m:r>
                                  <m:rPr>
                                    <m:nor/>
                                  </m:rPr>
                                  <a:rPr lang="es-MX" sz="16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")</m:t>
                                </m:r>
                                <m:r>
                                  <m:rPr>
                                    <m:nor/>
                                  </m:rPr>
                                  <a:rPr lang="en-US" sz="1600" dirty="0"/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C078D0-2A3D-B270-A799-3EE1B59CB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639" y="6144175"/>
                <a:ext cx="3007556" cy="549253"/>
              </a:xfrm>
              <a:prstGeom prst="rect">
                <a:avLst/>
              </a:prstGeom>
              <a:blipFill>
                <a:blip r:embed="rId11"/>
                <a:stretch>
                  <a:fillRect r="-58012"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517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2524E-E164-DBD4-DC8A-D92DA9237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Programación entera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2A0B253-49D1-D66A-4101-F07A5CD12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314222"/>
                <a:ext cx="10058400" cy="3857978"/>
              </a:xfrm>
            </p:spPr>
            <p:txBody>
              <a:bodyPr>
                <a:normAutofit fontScale="92500"/>
              </a:bodyPr>
              <a:lstStyle/>
              <a:p>
                <a:r>
                  <a:rPr lang="es-MX" sz="2000" b="1" dirty="0">
                    <a:solidFill>
                      <a:srgbClr val="0070C0"/>
                    </a:solidFill>
                  </a:rPr>
                  <a:t>Programación entera pura (IP). </a:t>
                </a:r>
                <a:r>
                  <a:rPr lang="es-MX" sz="2000" dirty="0"/>
                  <a:t>Todas las variables tienen valores enteros.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s-MX" sz="2000" dirty="0"/>
                  <a:t>          |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MX" sz="2000" b="0" i="0" smtClean="0">
                        <a:latin typeface="Cambria Math" panose="02040503050406030204" pitchFamily="18" charset="0"/>
                      </a:rPr>
                      <m:t>entera</m:t>
                    </m:r>
                  </m:oMath>
                </a14:m>
                <a:r>
                  <a:rPr lang="es-MX" sz="2000" dirty="0"/>
                  <a:t>       |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MX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s-MX" sz="2000" dirty="0"/>
              </a:p>
              <a:p>
                <a:pPr marL="0" indent="0" algn="ctr">
                  <a:buNone/>
                </a:pPr>
                <a:endParaRPr lang="es-MX" sz="2000" dirty="0"/>
              </a:p>
              <a:p>
                <a:r>
                  <a:rPr lang="es-MX" sz="2000" b="1" dirty="0">
                    <a:solidFill>
                      <a:srgbClr val="0070C0"/>
                    </a:solidFill>
                  </a:rPr>
                  <a:t>Programación binaria (BP). </a:t>
                </a:r>
                <a:r>
                  <a:rPr lang="es-MX" sz="2000" dirty="0"/>
                  <a:t>Las variables de decisión deben tener valores enteros de 0 o 1.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MX" sz="2000" dirty="0"/>
                  <a:t>     |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MX" sz="2000" b="0" i="0" smtClean="0">
                        <a:latin typeface="Cambria Math" panose="02040503050406030204" pitchFamily="18" charset="0"/>
                      </a:rPr>
                      <m:t>binaria</m:t>
                    </m:r>
                  </m:oMath>
                </a14:m>
                <a:r>
                  <a:rPr lang="es-MX" sz="2000" dirty="0"/>
                  <a:t>    |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= 0 </m:t>
                    </m:r>
                    <m:r>
                      <m:rPr>
                        <m:nor/>
                      </m:rPr>
                      <a:rPr lang="es-MX" sz="200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1</m:t>
                    </m:r>
                  </m:oMath>
                </a14:m>
                <a:endParaRPr lang="es-MX" sz="2000" dirty="0"/>
              </a:p>
              <a:p>
                <a:pPr marL="0" indent="0" algn="ctr">
                  <a:buNone/>
                </a:pPr>
                <a:endParaRPr lang="es-MX" sz="2000" dirty="0"/>
              </a:p>
              <a:p>
                <a:r>
                  <a:rPr lang="es-MX" sz="2000" b="1" dirty="0">
                    <a:solidFill>
                      <a:srgbClr val="0070C0"/>
                    </a:solidFill>
                  </a:rPr>
                  <a:t>Programación entera mixta (</a:t>
                </a:r>
                <a:r>
                  <a:rPr lang="es-MX" sz="2000" b="1" dirty="0" err="1">
                    <a:solidFill>
                      <a:srgbClr val="0070C0"/>
                    </a:solidFill>
                  </a:rPr>
                  <a:t>MIP</a:t>
                </a:r>
                <a:r>
                  <a:rPr lang="es-MX" sz="2000" b="1" dirty="0">
                    <a:solidFill>
                      <a:srgbClr val="0070C0"/>
                    </a:solidFill>
                  </a:rPr>
                  <a:t>). </a:t>
                </a:r>
                <a:r>
                  <a:rPr lang="es-MX" sz="2000" dirty="0"/>
                  <a:t>Algunas variables son enteras y algunas otras pueden ser variables continuas.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2000" b="0" i="0" smtClean="0">
                          <a:latin typeface="Cambria Math" panose="02040503050406030204" pitchFamily="18" charset="0"/>
                        </a:rPr>
                        <m:t>entera</m:t>
                      </m:r>
                    </m:oMath>
                  </m:oMathPara>
                </a14:m>
                <a:endParaRPr lang="es-MX" sz="20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s-MX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MX" sz="2000" b="0" i="0" smtClean="0">
                        <a:latin typeface="Cambria Math" panose="02040503050406030204" pitchFamily="18" charset="0"/>
                      </a:rPr>
                      <m:t>binaria</m:t>
                    </m:r>
                  </m:oMath>
                </a14:m>
                <a:r>
                  <a:rPr lang="es-MX" sz="2000" dirty="0"/>
                  <a:t>  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2A0B253-49D1-D66A-4101-F07A5CD12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314222"/>
                <a:ext cx="10058400" cy="3857978"/>
              </a:xfrm>
              <a:blipFill>
                <a:blip r:embed="rId2"/>
                <a:stretch>
                  <a:fillRect l="-485" t="-1580" r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0040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{C3E9E1D6-00E4-460C-9279-E60217618BD0}tf78853419_win32</Template>
  <TotalTime>1780</TotalTime>
  <Words>1003</Words>
  <Application>Microsoft Office PowerPoint</Application>
  <PresentationFormat>Widescreen</PresentationFormat>
  <Paragraphs>156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Abadi</vt:lpstr>
      <vt:lpstr>ADLaM Display</vt:lpstr>
      <vt:lpstr>Aptos</vt:lpstr>
      <vt:lpstr>Aptos Black</vt:lpstr>
      <vt:lpstr>Aptos Display</vt:lpstr>
      <vt:lpstr>Arial</vt:lpstr>
      <vt:lpstr>Calibri</vt:lpstr>
      <vt:lpstr>Cambria Math</vt:lpstr>
      <vt:lpstr>Wingdings</vt:lpstr>
      <vt:lpstr>Tema1</vt:lpstr>
      <vt:lpstr>Solución de un Problema de Programación Lineal</vt:lpstr>
      <vt:lpstr>Métodos de Solución - Contenido</vt:lpstr>
      <vt:lpstr>Notación matemática”</vt:lpstr>
      <vt:lpstr>Notación de conjuntos</vt:lpstr>
      <vt:lpstr>Notación de conjuntos</vt:lpstr>
      <vt:lpstr>Notación de conjuntos</vt:lpstr>
      <vt:lpstr>Notación matemática</vt:lpstr>
      <vt:lpstr>Notación matemática</vt:lpstr>
      <vt:lpstr>Notación matemática</vt:lpstr>
      <vt:lpstr>Matrices y vectores</vt:lpstr>
      <vt:lpstr>Matrices y vectores</vt:lpstr>
      <vt:lpstr>Matrices y vectores</vt:lpstr>
      <vt:lpstr>Restricciones</vt:lpstr>
      <vt:lpstr>Programación entera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 Linear programming problem</dc:title>
  <dc:creator>Jenny Díaz Ramírez</dc:creator>
  <cp:lastModifiedBy>Jenny Díaz Ramírez</cp:lastModifiedBy>
  <cp:revision>2</cp:revision>
  <dcterms:created xsi:type="dcterms:W3CDTF">2023-10-30T18:22:20Z</dcterms:created>
  <dcterms:modified xsi:type="dcterms:W3CDTF">2025-02-17T00:04:32Z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