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35"/>
  </p:notesMasterIdLst>
  <p:handoutMasterIdLst>
    <p:handoutMasterId r:id="rId36"/>
  </p:handoutMasterIdLst>
  <p:sldIdLst>
    <p:sldId id="350" r:id="rId5"/>
    <p:sldId id="273" r:id="rId6"/>
    <p:sldId id="292" r:id="rId7"/>
    <p:sldId id="393" r:id="rId8"/>
    <p:sldId id="329" r:id="rId9"/>
    <p:sldId id="464" r:id="rId10"/>
    <p:sldId id="260" r:id="rId11"/>
    <p:sldId id="283" r:id="rId12"/>
    <p:sldId id="299" r:id="rId13"/>
    <p:sldId id="456" r:id="rId14"/>
    <p:sldId id="285" r:id="rId15"/>
    <p:sldId id="286" r:id="rId16"/>
    <p:sldId id="287" r:id="rId17"/>
    <p:sldId id="288" r:id="rId18"/>
    <p:sldId id="289" r:id="rId19"/>
    <p:sldId id="290" r:id="rId20"/>
    <p:sldId id="460" r:id="rId21"/>
    <p:sldId id="294" r:id="rId22"/>
    <p:sldId id="266" r:id="rId23"/>
    <p:sldId id="457" r:id="rId24"/>
    <p:sldId id="458" r:id="rId25"/>
    <p:sldId id="459" r:id="rId26"/>
    <p:sldId id="272" r:id="rId27"/>
    <p:sldId id="461" r:id="rId28"/>
    <p:sldId id="275" r:id="rId29"/>
    <p:sldId id="462" r:id="rId30"/>
    <p:sldId id="463" r:id="rId31"/>
    <p:sldId id="276" r:id="rId32"/>
    <p:sldId id="277" r:id="rId33"/>
    <p:sldId id="261" r:id="rId34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523A6-6F73-41A0-8952-28FF3F5E5521}" v="2376" dt="2025-02-18T17:54:24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3" d="100"/>
        <a:sy n="83" d="100"/>
      </p:scale>
      <p:origin x="0" y="-5988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y Díaz Ramírez" userId="df7d83af-54c1-43f9-a4ec-fea9744b3563" providerId="ADAL" clId="{225523A6-6F73-41A0-8952-28FF3F5E5521}"/>
    <pc:docChg chg="undo custSel addSld delSld modSld sldOrd modMainMaster">
      <pc:chgData name="Jenny Díaz Ramírez" userId="df7d83af-54c1-43f9-a4ec-fea9744b3563" providerId="ADAL" clId="{225523A6-6F73-41A0-8952-28FF3F5E5521}" dt="2025-02-18T17:54:49.271" v="3859" actId="14100"/>
      <pc:docMkLst>
        <pc:docMk/>
      </pc:docMkLst>
      <pc:sldChg chg="modSp mod">
        <pc:chgData name="Jenny Díaz Ramírez" userId="df7d83af-54c1-43f9-a4ec-fea9744b3563" providerId="ADAL" clId="{225523A6-6F73-41A0-8952-28FF3F5E5521}" dt="2025-02-18T16:33:33.297" v="2374" actId="20577"/>
        <pc:sldMkLst>
          <pc:docMk/>
          <pc:sldMk cId="0" sldId="260"/>
        </pc:sldMkLst>
        <pc:spChg chg="mod">
          <ac:chgData name="Jenny Díaz Ramírez" userId="df7d83af-54c1-43f9-a4ec-fea9744b3563" providerId="ADAL" clId="{225523A6-6F73-41A0-8952-28FF3F5E5521}" dt="2025-02-18T16:32:13.392" v="2164" actId="20577"/>
          <ac:spMkLst>
            <pc:docMk/>
            <pc:sldMk cId="0" sldId="260"/>
            <ac:spMk id="2" creationId="{00000000-0000-0000-0000-000000000000}"/>
          </ac:spMkLst>
        </pc:spChg>
        <pc:graphicFrameChg chg="mod">
          <ac:chgData name="Jenny Díaz Ramírez" userId="df7d83af-54c1-43f9-a4ec-fea9744b3563" providerId="ADAL" clId="{225523A6-6F73-41A0-8952-28FF3F5E5521}" dt="2025-02-18T16:33:33.297" v="2374" actId="20577"/>
          <ac:graphicFrameMkLst>
            <pc:docMk/>
            <pc:sldMk cId="0" sldId="260"/>
            <ac:graphicFrameMk id="9" creationId="{FF19FB27-7F20-4B6C-E5AC-6247BE96FA7C}"/>
          </ac:graphicFrameMkLst>
        </pc:graphicFrameChg>
      </pc:sldChg>
      <pc:sldChg chg="mod modShow">
        <pc:chgData name="Jenny Díaz Ramírez" userId="df7d83af-54c1-43f9-a4ec-fea9744b3563" providerId="ADAL" clId="{225523A6-6F73-41A0-8952-28FF3F5E5521}" dt="2025-02-18T16:50:12.202" v="3805" actId="729"/>
        <pc:sldMkLst>
          <pc:docMk/>
          <pc:sldMk cId="0" sldId="261"/>
        </pc:sldMkLst>
      </pc:sldChg>
      <pc:sldChg chg="modSp mod">
        <pc:chgData name="Jenny Díaz Ramírez" userId="df7d83af-54c1-43f9-a4ec-fea9744b3563" providerId="ADAL" clId="{225523A6-6F73-41A0-8952-28FF3F5E5521}" dt="2025-02-18T16:46:45.177" v="3742" actId="404"/>
        <pc:sldMkLst>
          <pc:docMk/>
          <pc:sldMk cId="0" sldId="266"/>
        </pc:sldMkLst>
        <pc:spChg chg="mod">
          <ac:chgData name="Jenny Díaz Ramírez" userId="df7d83af-54c1-43f9-a4ec-fea9744b3563" providerId="ADAL" clId="{225523A6-6F73-41A0-8952-28FF3F5E5521}" dt="2025-02-18T16:46:07.050" v="3677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46:45.177" v="3742" actId="404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mod modAnim">
        <pc:chgData name="Jenny Díaz Ramírez" userId="df7d83af-54c1-43f9-a4ec-fea9744b3563" providerId="ADAL" clId="{225523A6-6F73-41A0-8952-28FF3F5E5521}" dt="2025-02-18T16:11:17.354" v="819" actId="20577"/>
        <pc:sldMkLst>
          <pc:docMk/>
          <pc:sldMk cId="0" sldId="273"/>
        </pc:sldMkLst>
        <pc:spChg chg="mod">
          <ac:chgData name="Jenny Díaz Ramírez" userId="df7d83af-54c1-43f9-a4ec-fea9744b3563" providerId="ADAL" clId="{225523A6-6F73-41A0-8952-28FF3F5E5521}" dt="2025-02-18T16:11:17.354" v="819" actId="20577"/>
          <ac:spMkLst>
            <pc:docMk/>
            <pc:sldMk cId="0" sldId="273"/>
            <ac:spMk id="3" creationId="{00000000-0000-0000-0000-000000000000}"/>
          </ac:spMkLst>
        </pc:spChg>
        <pc:spChg chg="add del">
          <ac:chgData name="Jenny Díaz Ramírez" userId="df7d83af-54c1-43f9-a4ec-fea9744b3563" providerId="ADAL" clId="{225523A6-6F73-41A0-8952-28FF3F5E5521}" dt="2025-02-18T16:10:28.595" v="734" actId="478"/>
          <ac:spMkLst>
            <pc:docMk/>
            <pc:sldMk cId="0" sldId="273"/>
            <ac:spMk id="6" creationId="{F448F6C6-332E-A9B6-3374-A6D0B1004A9A}"/>
          </ac:spMkLst>
        </pc:spChg>
        <pc:spChg chg="add del mod">
          <ac:chgData name="Jenny Díaz Ramírez" userId="df7d83af-54c1-43f9-a4ec-fea9744b3563" providerId="ADAL" clId="{225523A6-6F73-41A0-8952-28FF3F5E5521}" dt="2025-02-18T16:10:24.816" v="731" actId="478"/>
          <ac:spMkLst>
            <pc:docMk/>
            <pc:sldMk cId="0" sldId="273"/>
            <ac:spMk id="7" creationId="{8A579273-AD48-B065-D5DA-8EABA92F3C92}"/>
          </ac:spMkLst>
        </pc:spChg>
        <pc:spChg chg="add del mod">
          <ac:chgData name="Jenny Díaz Ramírez" userId="df7d83af-54c1-43f9-a4ec-fea9744b3563" providerId="ADAL" clId="{225523A6-6F73-41A0-8952-28FF3F5E5521}" dt="2025-02-18T16:10:27.012" v="733" actId="478"/>
          <ac:spMkLst>
            <pc:docMk/>
            <pc:sldMk cId="0" sldId="273"/>
            <ac:spMk id="8" creationId="{FDD252AD-DB2A-329D-74F9-AAA8C532D2AD}"/>
          </ac:spMkLst>
        </pc:spChg>
        <pc:spChg chg="add mod">
          <ac:chgData name="Jenny Díaz Ramírez" userId="df7d83af-54c1-43f9-a4ec-fea9744b3563" providerId="ADAL" clId="{225523A6-6F73-41A0-8952-28FF3F5E5521}" dt="2025-02-18T16:10:11.181" v="726"/>
          <ac:spMkLst>
            <pc:docMk/>
            <pc:sldMk cId="0" sldId="273"/>
            <ac:spMk id="9" creationId="{E997F3B8-7134-0D63-DFB3-FBE1AA9FC67D}"/>
          </ac:spMkLst>
        </pc:spChg>
      </pc:sldChg>
      <pc:sldChg chg="addSp delSp modSp mod modAnim chgLayout">
        <pc:chgData name="Jenny Díaz Ramírez" userId="df7d83af-54c1-43f9-a4ec-fea9744b3563" providerId="ADAL" clId="{225523A6-6F73-41A0-8952-28FF3F5E5521}" dt="2025-02-18T16:35:32.021" v="2445" actId="20577"/>
        <pc:sldMkLst>
          <pc:docMk/>
          <pc:sldMk cId="0" sldId="283"/>
        </pc:sldMkLst>
        <pc:spChg chg="mod ord">
          <ac:chgData name="Jenny Díaz Ramírez" userId="df7d83af-54c1-43f9-a4ec-fea9744b3563" providerId="ADAL" clId="{225523A6-6F73-41A0-8952-28FF3F5E5521}" dt="2025-02-18T16:06:28.758" v="696" actId="700"/>
          <ac:spMkLst>
            <pc:docMk/>
            <pc:sldMk cId="0" sldId="283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06:28.758" v="696" actId="700"/>
          <ac:spMkLst>
            <pc:docMk/>
            <pc:sldMk cId="0" sldId="283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34:51.293" v="2425" actId="27636"/>
          <ac:spMkLst>
            <pc:docMk/>
            <pc:sldMk cId="0" sldId="283"/>
            <ac:spMk id="4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34:41.470" v="2419" actId="1076"/>
          <ac:spMkLst>
            <pc:docMk/>
            <pc:sldMk cId="0" sldId="283"/>
            <ac:spMk id="5" creationId="{00000000-0000-0000-0000-000000000000}"/>
          </ac:spMkLst>
        </pc:spChg>
        <pc:spChg chg="add del mod ord">
          <ac:chgData name="Jenny Díaz Ramírez" userId="df7d83af-54c1-43f9-a4ec-fea9744b3563" providerId="ADAL" clId="{225523A6-6F73-41A0-8952-28FF3F5E5521}" dt="2025-02-18T16:35:20.831" v="2435" actId="478"/>
          <ac:spMkLst>
            <pc:docMk/>
            <pc:sldMk cId="0" sldId="283"/>
            <ac:spMk id="6" creationId="{615F1E8E-3C23-AD77-3C26-11D2A6E8268E}"/>
          </ac:spMkLst>
        </pc:spChg>
        <pc:spChg chg="add del mod ord">
          <ac:chgData name="Jenny Díaz Ramírez" userId="df7d83af-54c1-43f9-a4ec-fea9744b3563" providerId="ADAL" clId="{225523A6-6F73-41A0-8952-28FF3F5E5521}" dt="2025-02-18T16:35:17.858" v="2434"/>
          <ac:spMkLst>
            <pc:docMk/>
            <pc:sldMk cId="0" sldId="283"/>
            <ac:spMk id="7" creationId="{04E642AA-9617-9EAD-B1B4-C3182F5101E2}"/>
          </ac:spMkLst>
        </pc:spChg>
        <pc:spChg chg="add del mod ord">
          <ac:chgData name="Jenny Díaz Ramírez" userId="df7d83af-54c1-43f9-a4ec-fea9744b3563" providerId="ADAL" clId="{225523A6-6F73-41A0-8952-28FF3F5E5521}" dt="2025-02-18T16:35:32.021" v="2445" actId="20577"/>
          <ac:spMkLst>
            <pc:docMk/>
            <pc:sldMk cId="0" sldId="283"/>
            <ac:spMk id="9" creationId="{8C121328-D874-925B-8C86-ED6E836A48BA}"/>
          </ac:spMkLst>
        </pc:spChg>
        <pc:spChg chg="mod ord">
          <ac:chgData name="Jenny Díaz Ramírez" userId="df7d83af-54c1-43f9-a4ec-fea9744b3563" providerId="ADAL" clId="{225523A6-6F73-41A0-8952-28FF3F5E5521}" dt="2025-02-18T16:06:28.758" v="696" actId="700"/>
          <ac:spMkLst>
            <pc:docMk/>
            <pc:sldMk cId="0" sldId="283"/>
            <ac:spMk id="12" creationId="{E656F575-5C17-0EE2-0EDB-592AD7506D64}"/>
          </ac:spMkLst>
        </pc:spChg>
        <pc:picChg chg="add del">
          <ac:chgData name="Jenny Díaz Ramírez" userId="df7d83af-54c1-43f9-a4ec-fea9744b3563" providerId="ADAL" clId="{225523A6-6F73-41A0-8952-28FF3F5E5521}" dt="2025-02-18T16:35:15.811" v="2433" actId="21"/>
          <ac:picMkLst>
            <pc:docMk/>
            <pc:sldMk cId="0" sldId="283"/>
            <ac:picMk id="8" creationId="{9D75D1D5-C48F-A307-E405-4B0D6E471C88}"/>
          </ac:picMkLst>
        </pc:picChg>
        <pc:picChg chg="add mod">
          <ac:chgData name="Jenny Díaz Ramírez" userId="df7d83af-54c1-43f9-a4ec-fea9744b3563" providerId="ADAL" clId="{225523A6-6F73-41A0-8952-28FF3F5E5521}" dt="2025-02-18T16:35:17.858" v="2434"/>
          <ac:picMkLst>
            <pc:docMk/>
            <pc:sldMk cId="0" sldId="283"/>
            <ac:picMk id="10" creationId="{9D75D1D5-C48F-A307-E405-4B0D6E471C88}"/>
          </ac:picMkLst>
        </pc:picChg>
      </pc:sldChg>
      <pc:sldChg chg="addSp delSp modSp mod addAnim delAnim modAnim chgLayout">
        <pc:chgData name="Jenny Díaz Ramírez" userId="df7d83af-54c1-43f9-a4ec-fea9744b3563" providerId="ADAL" clId="{225523A6-6F73-41A0-8952-28FF3F5E5521}" dt="2025-02-18T16:36:15.090" v="2500" actId="6549"/>
        <pc:sldMkLst>
          <pc:docMk/>
          <pc:sldMk cId="0" sldId="285"/>
        </pc:sldMkLst>
        <pc:spChg chg="add mod ord">
          <ac:chgData name="Jenny Díaz Ramírez" userId="df7d83af-54c1-43f9-a4ec-fea9744b3563" providerId="ADAL" clId="{225523A6-6F73-41A0-8952-28FF3F5E5521}" dt="2025-02-18T16:35:50.932" v="2452" actId="20577"/>
          <ac:spMkLst>
            <pc:docMk/>
            <pc:sldMk cId="0" sldId="285"/>
            <ac:spMk id="2" creationId="{2959969C-3CD8-F610-FE60-8E973BEE5711}"/>
          </ac:spMkLst>
        </pc:spChg>
        <pc:spChg chg="add del mod ord">
          <ac:chgData name="Jenny Díaz Ramírez" userId="df7d83af-54c1-43f9-a4ec-fea9744b3563" providerId="ADAL" clId="{225523A6-6F73-41A0-8952-28FF3F5E5521}" dt="2025-02-18T16:36:15.090" v="2500" actId="6549"/>
          <ac:spMkLst>
            <pc:docMk/>
            <pc:sldMk cId="0" sldId="285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07:12.771" v="709" actId="700"/>
          <ac:spMkLst>
            <pc:docMk/>
            <pc:sldMk cId="0" sldId="285"/>
            <ac:spMk id="4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07:12.771" v="709" actId="700"/>
          <ac:spMkLst>
            <pc:docMk/>
            <pc:sldMk cId="0" sldId="285"/>
            <ac:spMk id="5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07:12.771" v="709" actId="700"/>
          <ac:spMkLst>
            <pc:docMk/>
            <pc:sldMk cId="0" sldId="285"/>
            <ac:spMk id="6" creationId="{877C18D9-2E24-960B-C2B2-D3371D19967A}"/>
          </ac:spMkLst>
        </pc:spChg>
        <pc:spChg chg="mod">
          <ac:chgData name="Jenny Díaz Ramírez" userId="df7d83af-54c1-43f9-a4ec-fea9744b3563" providerId="ADAL" clId="{225523A6-6F73-41A0-8952-28FF3F5E5521}" dt="2025-02-18T16:35:43.267" v="2447" actId="20577"/>
          <ac:spMkLst>
            <pc:docMk/>
            <pc:sldMk cId="0" sldId="285"/>
            <ac:spMk id="18" creationId="{03A71F8C-8586-DA90-C4F2-0FB84CC4B014}"/>
          </ac:spMkLst>
        </pc:spChg>
      </pc:sldChg>
      <pc:sldChg chg="modSp mod">
        <pc:chgData name="Jenny Díaz Ramírez" userId="df7d83af-54c1-43f9-a4ec-fea9744b3563" providerId="ADAL" clId="{225523A6-6F73-41A0-8952-28FF3F5E5521}" dt="2025-02-18T16:37:34.710" v="2599" actId="108"/>
        <pc:sldMkLst>
          <pc:docMk/>
          <pc:sldMk cId="0" sldId="286"/>
        </pc:sldMkLst>
        <pc:spChg chg="mod">
          <ac:chgData name="Jenny Díaz Ramírez" userId="df7d83af-54c1-43f9-a4ec-fea9744b3563" providerId="ADAL" clId="{225523A6-6F73-41A0-8952-28FF3F5E5521}" dt="2025-02-18T16:36:29.833" v="2524" actId="20577"/>
          <ac:spMkLst>
            <pc:docMk/>
            <pc:sldMk cId="0" sldId="286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36:21.119" v="2502" actId="20577"/>
          <ac:spMkLst>
            <pc:docMk/>
            <pc:sldMk cId="0" sldId="286"/>
            <ac:spMk id="9" creationId="{B706621C-ACCF-32EE-9A90-22F0A7DE50E0}"/>
          </ac:spMkLst>
        </pc:spChg>
        <pc:graphicFrameChg chg="mod modGraphic">
          <ac:chgData name="Jenny Díaz Ramírez" userId="df7d83af-54c1-43f9-a4ec-fea9744b3563" providerId="ADAL" clId="{225523A6-6F73-41A0-8952-28FF3F5E5521}" dt="2025-02-18T16:37:34.710" v="2599" actId="108"/>
          <ac:graphicFrameMkLst>
            <pc:docMk/>
            <pc:sldMk cId="0" sldId="286"/>
            <ac:graphicFrameMk id="4" creationId="{00000000-0000-0000-0000-000000000000}"/>
          </ac:graphicFrameMkLst>
        </pc:graphicFrameChg>
      </pc:sldChg>
      <pc:sldChg chg="modSp mod modClrScheme chgLayout">
        <pc:chgData name="Jenny Díaz Ramírez" userId="df7d83af-54c1-43f9-a4ec-fea9744b3563" providerId="ADAL" clId="{225523A6-6F73-41A0-8952-28FF3F5E5521}" dt="2025-02-18T16:38:04.646" v="2654" actId="20577"/>
        <pc:sldMkLst>
          <pc:docMk/>
          <pc:sldMk cId="0" sldId="287"/>
        </pc:sldMkLst>
        <pc:spChg chg="mod ord">
          <ac:chgData name="Jenny Díaz Ramírez" userId="df7d83af-54c1-43f9-a4ec-fea9744b3563" providerId="ADAL" clId="{225523A6-6F73-41A0-8952-28FF3F5E5521}" dt="2025-02-18T16:37:54.405" v="2636" actId="20577"/>
          <ac:spMkLst>
            <pc:docMk/>
            <pc:sldMk cId="0" sldId="287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38:04.646" v="2654" actId="20577"/>
          <ac:spMkLst>
            <pc:docMk/>
            <pc:sldMk cId="0" sldId="287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08:07.446" v="715" actId="700"/>
          <ac:spMkLst>
            <pc:docMk/>
            <pc:sldMk cId="0" sldId="287"/>
            <ac:spMk id="4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08:07.446" v="715" actId="700"/>
          <ac:spMkLst>
            <pc:docMk/>
            <pc:sldMk cId="0" sldId="287"/>
            <ac:spMk id="5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08:07.446" v="715" actId="700"/>
          <ac:spMkLst>
            <pc:docMk/>
            <pc:sldMk cId="0" sldId="287"/>
            <ac:spMk id="6" creationId="{3600EB09-C5DC-BB16-D0BE-82126454976F}"/>
          </ac:spMkLst>
        </pc:spChg>
      </pc:sldChg>
      <pc:sldChg chg="modSp mod modAnim">
        <pc:chgData name="Jenny Díaz Ramírez" userId="df7d83af-54c1-43f9-a4ec-fea9744b3563" providerId="ADAL" clId="{225523A6-6F73-41A0-8952-28FF3F5E5521}" dt="2025-02-18T16:42:04.321" v="3210" actId="20577"/>
        <pc:sldMkLst>
          <pc:docMk/>
          <pc:sldMk cId="0" sldId="288"/>
        </pc:sldMkLst>
        <pc:spChg chg="mod">
          <ac:chgData name="Jenny Díaz Ramírez" userId="df7d83af-54c1-43f9-a4ec-fea9744b3563" providerId="ADAL" clId="{225523A6-6F73-41A0-8952-28FF3F5E5521}" dt="2025-02-18T16:42:04.321" v="3210" actId="20577"/>
          <ac:spMkLst>
            <pc:docMk/>
            <pc:sldMk cId="0" sldId="288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40:53.115" v="3034" actId="14100"/>
          <ac:spMkLst>
            <pc:docMk/>
            <pc:sldMk cId="0" sldId="288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41:54.373" v="3190" actId="6549"/>
          <ac:spMkLst>
            <pc:docMk/>
            <pc:sldMk cId="0" sldId="288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41:20.089" v="3093" actId="6549"/>
          <ac:spMkLst>
            <pc:docMk/>
            <pc:sldMk cId="0" sldId="288"/>
            <ac:spMk id="8" creationId="{9FB7EE58-AD59-CA1E-BDFC-FFDE21C062D1}"/>
          </ac:spMkLst>
        </pc:spChg>
      </pc:sldChg>
      <pc:sldChg chg="modSp mod modAnim">
        <pc:chgData name="Jenny Díaz Ramírez" userId="df7d83af-54c1-43f9-a4ec-fea9744b3563" providerId="ADAL" clId="{225523A6-6F73-41A0-8952-28FF3F5E5521}" dt="2025-02-18T16:43:43.526" v="3497" actId="6549"/>
        <pc:sldMkLst>
          <pc:docMk/>
          <pc:sldMk cId="0" sldId="289"/>
        </pc:sldMkLst>
        <pc:spChg chg="mod">
          <ac:chgData name="Jenny Díaz Ramírez" userId="df7d83af-54c1-43f9-a4ec-fea9744b3563" providerId="ADAL" clId="{225523A6-6F73-41A0-8952-28FF3F5E5521}" dt="2025-02-18T16:42:15.689" v="3238" actId="20577"/>
          <ac:spMkLst>
            <pc:docMk/>
            <pc:sldMk cId="0" sldId="289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43:43.526" v="3497" actId="6549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Jenny Díaz Ramírez" userId="df7d83af-54c1-43f9-a4ec-fea9744b3563" providerId="ADAL" clId="{225523A6-6F73-41A0-8952-28FF3F5E5521}" dt="2025-02-18T16:43:58.057" v="3498"/>
        <pc:sldMkLst>
          <pc:docMk/>
          <pc:sldMk cId="0" sldId="290"/>
        </pc:sldMkLst>
        <pc:spChg chg="mod">
          <ac:chgData name="Jenny Díaz Ramírez" userId="df7d83af-54c1-43f9-a4ec-fea9744b3563" providerId="ADAL" clId="{225523A6-6F73-41A0-8952-28FF3F5E5521}" dt="2025-02-18T16:43:58.057" v="3498"/>
          <ac:spMkLst>
            <pc:docMk/>
            <pc:sldMk cId="0" sldId="290"/>
            <ac:spMk id="2" creationId="{00000000-0000-0000-0000-000000000000}"/>
          </ac:spMkLst>
        </pc:spChg>
      </pc:sldChg>
      <pc:sldChg chg="addSp delSp modSp mod modAnim">
        <pc:chgData name="Jenny Díaz Ramírez" userId="df7d83af-54c1-43f9-a4ec-fea9744b3563" providerId="ADAL" clId="{225523A6-6F73-41A0-8952-28FF3F5E5521}" dt="2025-02-18T16:13:09.825" v="1170" actId="207"/>
        <pc:sldMkLst>
          <pc:docMk/>
          <pc:sldMk cId="0" sldId="292"/>
        </pc:sldMkLst>
        <pc:spChg chg="mod">
          <ac:chgData name="Jenny Díaz Ramírez" userId="df7d83af-54c1-43f9-a4ec-fea9744b3563" providerId="ADAL" clId="{225523A6-6F73-41A0-8952-28FF3F5E5521}" dt="2025-02-18T16:11:28.883" v="846" actId="20577"/>
          <ac:spMkLst>
            <pc:docMk/>
            <pc:sldMk cId="0" sldId="292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12:02.054" v="954" actId="20577"/>
          <ac:spMkLst>
            <pc:docMk/>
            <pc:sldMk cId="0" sldId="292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12:27.024" v="1048" actId="6549"/>
          <ac:spMkLst>
            <pc:docMk/>
            <pc:sldMk cId="0" sldId="292"/>
            <ac:spMk id="4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13:09.825" v="1170" actId="207"/>
          <ac:spMkLst>
            <pc:docMk/>
            <pc:sldMk cId="0" sldId="292"/>
            <ac:spMk id="5" creationId="{00000000-0000-0000-0000-000000000000}"/>
          </ac:spMkLst>
        </pc:spChg>
        <pc:spChg chg="del">
          <ac:chgData name="Jenny Díaz Ramírez" userId="df7d83af-54c1-43f9-a4ec-fea9744b3563" providerId="ADAL" clId="{225523A6-6F73-41A0-8952-28FF3F5E5521}" dt="2025-02-18T16:03:48.840" v="664" actId="478"/>
          <ac:spMkLst>
            <pc:docMk/>
            <pc:sldMk cId="0" sldId="292"/>
            <ac:spMk id="6" creationId="{00000000-0000-0000-0000-000000000000}"/>
          </ac:spMkLst>
        </pc:spChg>
        <pc:spChg chg="del">
          <ac:chgData name="Jenny Díaz Ramírez" userId="df7d83af-54c1-43f9-a4ec-fea9744b3563" providerId="ADAL" clId="{225523A6-6F73-41A0-8952-28FF3F5E5521}" dt="2025-02-18T16:03:48.840" v="664" actId="478"/>
          <ac:spMkLst>
            <pc:docMk/>
            <pc:sldMk cId="0" sldId="292"/>
            <ac:spMk id="7" creationId="{00000000-0000-0000-0000-000000000000}"/>
          </ac:spMkLst>
        </pc:spChg>
        <pc:spChg chg="del mod">
          <ac:chgData name="Jenny Díaz Ramírez" userId="df7d83af-54c1-43f9-a4ec-fea9744b3563" providerId="ADAL" clId="{225523A6-6F73-41A0-8952-28FF3F5E5521}" dt="2025-02-18T16:04:02.827" v="667" actId="478"/>
          <ac:spMkLst>
            <pc:docMk/>
            <pc:sldMk cId="0" sldId="292"/>
            <ac:spMk id="8" creationId="{3458B81B-B15C-9F5D-2DAF-7D274E2009A4}"/>
          </ac:spMkLst>
        </pc:spChg>
        <pc:spChg chg="add del mod">
          <ac:chgData name="Jenny Díaz Ramírez" userId="df7d83af-54c1-43f9-a4ec-fea9744b3563" providerId="ADAL" clId="{225523A6-6F73-41A0-8952-28FF3F5E5521}" dt="2025-02-18T16:04:02.827" v="667" actId="478"/>
          <ac:spMkLst>
            <pc:docMk/>
            <pc:sldMk cId="0" sldId="292"/>
            <ac:spMk id="9" creationId="{AB2CE92D-798B-AFA2-35F9-51AB7A1CC359}"/>
          </ac:spMkLst>
        </pc:spChg>
        <pc:spChg chg="add del mod">
          <ac:chgData name="Jenny Díaz Ramírez" userId="df7d83af-54c1-43f9-a4ec-fea9744b3563" providerId="ADAL" clId="{225523A6-6F73-41A0-8952-28FF3F5E5521}" dt="2025-02-18T16:04:02.827" v="667" actId="478"/>
          <ac:spMkLst>
            <pc:docMk/>
            <pc:sldMk cId="0" sldId="292"/>
            <ac:spMk id="10" creationId="{13286CEF-7F09-C536-69C4-728AD603FC61}"/>
          </ac:spMkLst>
        </pc:spChg>
        <pc:spChg chg="add del mod">
          <ac:chgData name="Jenny Díaz Ramírez" userId="df7d83af-54c1-43f9-a4ec-fea9744b3563" providerId="ADAL" clId="{225523A6-6F73-41A0-8952-28FF3F5E5521}" dt="2025-02-18T16:04:02.827" v="667" actId="478"/>
          <ac:spMkLst>
            <pc:docMk/>
            <pc:sldMk cId="0" sldId="292"/>
            <ac:spMk id="11" creationId="{67ACF637-8EB9-C29E-1202-12958204E621}"/>
          </ac:spMkLst>
        </pc:spChg>
        <pc:spChg chg="add mod">
          <ac:chgData name="Jenny Díaz Ramírez" userId="df7d83af-54c1-43f9-a4ec-fea9744b3563" providerId="ADAL" clId="{225523A6-6F73-41A0-8952-28FF3F5E5521}" dt="2025-02-18T16:04:22.436" v="672" actId="404"/>
          <ac:spMkLst>
            <pc:docMk/>
            <pc:sldMk cId="0" sldId="292"/>
            <ac:spMk id="12" creationId="{E6DC574C-5EE1-751E-3817-C15FDE571B92}"/>
          </ac:spMkLst>
        </pc:spChg>
        <pc:spChg chg="add mod">
          <ac:chgData name="Jenny Díaz Ramírez" userId="df7d83af-54c1-43f9-a4ec-fea9744b3563" providerId="ADAL" clId="{225523A6-6F73-41A0-8952-28FF3F5E5521}" dt="2025-02-18T16:04:22.436" v="672" actId="404"/>
          <ac:spMkLst>
            <pc:docMk/>
            <pc:sldMk cId="0" sldId="292"/>
            <ac:spMk id="13" creationId="{EA49C9A7-34F7-1102-2AF8-18E2FB33645F}"/>
          </ac:spMkLst>
        </pc:spChg>
      </pc:sldChg>
      <pc:sldChg chg="modSp mod">
        <pc:chgData name="Jenny Díaz Ramírez" userId="df7d83af-54c1-43f9-a4ec-fea9744b3563" providerId="ADAL" clId="{225523A6-6F73-41A0-8952-28FF3F5E5521}" dt="2025-02-18T16:45:52.056" v="3643" actId="6549"/>
        <pc:sldMkLst>
          <pc:docMk/>
          <pc:sldMk cId="0" sldId="294"/>
        </pc:sldMkLst>
        <pc:spChg chg="mod">
          <ac:chgData name="Jenny Díaz Ramírez" userId="df7d83af-54c1-43f9-a4ec-fea9744b3563" providerId="ADAL" clId="{225523A6-6F73-41A0-8952-28FF3F5E5521}" dt="2025-02-18T16:44:07.793" v="3499"/>
          <ac:spMkLst>
            <pc:docMk/>
            <pc:sldMk cId="0" sldId="294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45:52.056" v="3643" actId="6549"/>
          <ac:spMkLst>
            <pc:docMk/>
            <pc:sldMk cId="0" sldId="294"/>
            <ac:spMk id="3" creationId="{00000000-0000-0000-0000-000000000000}"/>
          </ac:spMkLst>
        </pc:spChg>
      </pc:sldChg>
      <pc:sldChg chg="addSp delSp modSp mod ord">
        <pc:chgData name="Jenny Díaz Ramírez" userId="df7d83af-54c1-43f9-a4ec-fea9744b3563" providerId="ADAL" clId="{225523A6-6F73-41A0-8952-28FF3F5E5521}" dt="2025-02-18T16:35:26.975" v="2437"/>
        <pc:sldMkLst>
          <pc:docMk/>
          <pc:sldMk cId="2725073709" sldId="299"/>
        </pc:sldMkLst>
        <pc:spChg chg="del">
          <ac:chgData name="Jenny Díaz Ramírez" userId="df7d83af-54c1-43f9-a4ec-fea9744b3563" providerId="ADAL" clId="{225523A6-6F73-41A0-8952-28FF3F5E5521}" dt="2025-02-18T16:06:45.973" v="702" actId="478"/>
          <ac:spMkLst>
            <pc:docMk/>
            <pc:sldMk cId="2725073709" sldId="299"/>
            <ac:spMk id="4" creationId="{00000000-0000-0000-0000-000000000000}"/>
          </ac:spMkLst>
        </pc:spChg>
        <pc:spChg chg="del">
          <ac:chgData name="Jenny Díaz Ramírez" userId="df7d83af-54c1-43f9-a4ec-fea9744b3563" providerId="ADAL" clId="{225523A6-6F73-41A0-8952-28FF3F5E5521}" dt="2025-02-18T16:06:45.973" v="702" actId="478"/>
          <ac:spMkLst>
            <pc:docMk/>
            <pc:sldMk cId="2725073709" sldId="299"/>
            <ac:spMk id="5" creationId="{00000000-0000-0000-0000-000000000000}"/>
          </ac:spMkLst>
        </pc:spChg>
        <pc:spChg chg="del">
          <ac:chgData name="Jenny Díaz Ramírez" userId="df7d83af-54c1-43f9-a4ec-fea9744b3563" providerId="ADAL" clId="{225523A6-6F73-41A0-8952-28FF3F5E5521}" dt="2025-02-18T16:06:45.973" v="702" actId="478"/>
          <ac:spMkLst>
            <pc:docMk/>
            <pc:sldMk cId="2725073709" sldId="299"/>
            <ac:spMk id="13" creationId="{AB7953A0-099D-32C6-F8A2-F378EDC38986}"/>
          </ac:spMkLst>
        </pc:spChg>
        <pc:spChg chg="add mod">
          <ac:chgData name="Jenny Díaz Ramírez" userId="df7d83af-54c1-43f9-a4ec-fea9744b3563" providerId="ADAL" clId="{225523A6-6F73-41A0-8952-28FF3F5E5521}" dt="2025-02-18T16:06:56.881" v="707" actId="207"/>
          <ac:spMkLst>
            <pc:docMk/>
            <pc:sldMk cId="2725073709" sldId="299"/>
            <ac:spMk id="14" creationId="{3D992DE3-1626-69AF-DA00-1910EBF723B1}"/>
          </ac:spMkLst>
        </pc:spChg>
        <pc:spChg chg="add mod">
          <ac:chgData name="Jenny Díaz Ramírez" userId="df7d83af-54c1-43f9-a4ec-fea9744b3563" providerId="ADAL" clId="{225523A6-6F73-41A0-8952-28FF3F5E5521}" dt="2025-02-18T16:06:56.881" v="707" actId="207"/>
          <ac:spMkLst>
            <pc:docMk/>
            <pc:sldMk cId="2725073709" sldId="299"/>
            <ac:spMk id="16" creationId="{6B2264FA-75AA-648C-5D82-97C2DB275790}"/>
          </ac:spMkLst>
        </pc:spChg>
      </pc:sldChg>
      <pc:sldChg chg="addSp delSp modSp mod modClrScheme delAnim chgLayout">
        <pc:chgData name="Jenny Díaz Ramírez" userId="df7d83af-54c1-43f9-a4ec-fea9744b3563" providerId="ADAL" clId="{225523A6-6F73-41A0-8952-28FF3F5E5521}" dt="2025-02-18T16:20:31.385" v="1990" actId="14100"/>
        <pc:sldMkLst>
          <pc:docMk/>
          <pc:sldMk cId="1335520051" sldId="329"/>
        </pc:sldMkLst>
        <pc:spChg chg="mod ord">
          <ac:chgData name="Jenny Díaz Ramírez" userId="df7d83af-54c1-43f9-a4ec-fea9744b3563" providerId="ADAL" clId="{225523A6-6F73-41A0-8952-28FF3F5E5521}" dt="2025-02-18T16:19:39.963" v="1954" actId="700"/>
          <ac:spMkLst>
            <pc:docMk/>
            <pc:sldMk cId="1335520051" sldId="329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19:39.963" v="1954" actId="700"/>
          <ac:spMkLst>
            <pc:docMk/>
            <pc:sldMk cId="1335520051" sldId="329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19:39.963" v="1954" actId="700"/>
          <ac:spMkLst>
            <pc:docMk/>
            <pc:sldMk cId="1335520051" sldId="329"/>
            <ac:spMk id="4" creationId="{A6E4637A-AEE5-7C38-A436-DBC41098321B}"/>
          </ac:spMkLst>
        </pc:spChg>
        <pc:spChg chg="mod ord">
          <ac:chgData name="Jenny Díaz Ramírez" userId="df7d83af-54c1-43f9-a4ec-fea9744b3563" providerId="ADAL" clId="{225523A6-6F73-41A0-8952-28FF3F5E5521}" dt="2025-02-18T16:19:39.963" v="1954" actId="700"/>
          <ac:spMkLst>
            <pc:docMk/>
            <pc:sldMk cId="1335520051" sldId="329"/>
            <ac:spMk id="5" creationId="{40EA7FFB-B578-4B2B-EE9D-E589F1856B9E}"/>
          </ac:spMkLst>
        </pc:spChg>
        <pc:spChg chg="mod ord">
          <ac:chgData name="Jenny Díaz Ramírez" userId="df7d83af-54c1-43f9-a4ec-fea9744b3563" providerId="ADAL" clId="{225523A6-6F73-41A0-8952-28FF3F5E5521}" dt="2025-02-18T16:20:06.184" v="1972" actId="27636"/>
          <ac:spMkLst>
            <pc:docMk/>
            <pc:sldMk cId="1335520051" sldId="329"/>
            <ac:spMk id="6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20:13.781" v="1985" actId="20577"/>
          <ac:spMkLst>
            <pc:docMk/>
            <pc:sldMk cId="1335520051" sldId="329"/>
            <ac:spMk id="7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20:31.385" v="1990" actId="14100"/>
          <ac:spMkLst>
            <pc:docMk/>
            <pc:sldMk cId="1335520051" sldId="329"/>
            <ac:spMk id="8" creationId="{00000000-0000-0000-0000-000000000000}"/>
          </ac:spMkLst>
        </pc:spChg>
        <pc:spChg chg="del mod">
          <ac:chgData name="Jenny Díaz Ramírez" userId="df7d83af-54c1-43f9-a4ec-fea9744b3563" providerId="ADAL" clId="{225523A6-6F73-41A0-8952-28FF3F5E5521}" dt="2025-02-18T16:20:26.175" v="1989" actId="478"/>
          <ac:spMkLst>
            <pc:docMk/>
            <pc:sldMk cId="1335520051" sldId="329"/>
            <ac:spMk id="9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16:08.494" v="1694" actId="1076"/>
          <ac:spMkLst>
            <pc:docMk/>
            <pc:sldMk cId="1335520051" sldId="329"/>
            <ac:spMk id="10" creationId="{00000000-0000-0000-0000-000000000000}"/>
          </ac:spMkLst>
        </pc:spChg>
        <pc:spChg chg="mod ord">
          <ac:chgData name="Jenny Díaz Ramírez" userId="df7d83af-54c1-43f9-a4ec-fea9744b3563" providerId="ADAL" clId="{225523A6-6F73-41A0-8952-28FF3F5E5521}" dt="2025-02-18T16:19:39.963" v="1954" actId="700"/>
          <ac:spMkLst>
            <pc:docMk/>
            <pc:sldMk cId="1335520051" sldId="329"/>
            <ac:spMk id="11" creationId="{1FD45008-0011-603A-8A17-05BC07612B8B}"/>
          </ac:spMkLst>
        </pc:spChg>
        <pc:spChg chg="add mod ord">
          <ac:chgData name="Jenny Díaz Ramírez" userId="df7d83af-54c1-43f9-a4ec-fea9744b3563" providerId="ADAL" clId="{225523A6-6F73-41A0-8952-28FF3F5E5521}" dt="2025-02-18T16:19:59.417" v="1969" actId="403"/>
          <ac:spMkLst>
            <pc:docMk/>
            <pc:sldMk cId="1335520051" sldId="329"/>
            <ac:spMk id="12" creationId="{D4E3CB47-C4F3-A5AA-39B6-1DA4F8389C88}"/>
          </ac:spMkLst>
        </pc:spChg>
        <pc:spChg chg="add mod ord">
          <ac:chgData name="Jenny Díaz Ramírez" userId="df7d83af-54c1-43f9-a4ec-fea9744b3563" providerId="ADAL" clId="{225523A6-6F73-41A0-8952-28FF3F5E5521}" dt="2025-02-18T16:20:19.438" v="1988" actId="27636"/>
          <ac:spMkLst>
            <pc:docMk/>
            <pc:sldMk cId="1335520051" sldId="329"/>
            <ac:spMk id="13" creationId="{DEC06913-D572-5ABC-96CE-03524CE1C900}"/>
          </ac:spMkLst>
        </pc:spChg>
      </pc:sldChg>
      <pc:sldChg chg="del">
        <pc:chgData name="Jenny Díaz Ramírez" userId="df7d83af-54c1-43f9-a4ec-fea9744b3563" providerId="ADAL" clId="{225523A6-6F73-41A0-8952-28FF3F5E5521}" dt="2025-02-14T18:09:37.639" v="1" actId="47"/>
        <pc:sldMkLst>
          <pc:docMk/>
          <pc:sldMk cId="529042108" sldId="346"/>
        </pc:sldMkLst>
      </pc:sldChg>
      <pc:sldChg chg="modSp mod">
        <pc:chgData name="Jenny Díaz Ramírez" userId="df7d83af-54c1-43f9-a4ec-fea9744b3563" providerId="ADAL" clId="{225523A6-6F73-41A0-8952-28FF3F5E5521}" dt="2025-02-14T18:09:34.543" v="0" actId="20577"/>
        <pc:sldMkLst>
          <pc:docMk/>
          <pc:sldMk cId="2960950710" sldId="350"/>
        </pc:sldMkLst>
        <pc:spChg chg="mod">
          <ac:chgData name="Jenny Díaz Ramírez" userId="df7d83af-54c1-43f9-a4ec-fea9744b3563" providerId="ADAL" clId="{225523A6-6F73-41A0-8952-28FF3F5E5521}" dt="2025-02-14T18:09:34.543" v="0" actId="20577"/>
          <ac:spMkLst>
            <pc:docMk/>
            <pc:sldMk cId="2960950710" sldId="350"/>
            <ac:spMk id="3" creationId="{F18E61D8-31A3-2D45-8E25-CBE846E26E1C}"/>
          </ac:spMkLst>
        </pc:spChg>
      </pc:sldChg>
      <pc:sldChg chg="addSp delSp modSp add mod ord">
        <pc:chgData name="Jenny Díaz Ramírez" userId="df7d83af-54c1-43f9-a4ec-fea9744b3563" providerId="ADAL" clId="{225523A6-6F73-41A0-8952-28FF3F5E5521}" dt="2025-02-18T17:54:49.271" v="3859" actId="14100"/>
        <pc:sldMkLst>
          <pc:docMk/>
          <pc:sldMk cId="0" sldId="393"/>
        </pc:sldMkLst>
        <pc:spChg chg="add del mod">
          <ac:chgData name="Jenny Díaz Ramírez" userId="df7d83af-54c1-43f9-a4ec-fea9744b3563" providerId="ADAL" clId="{225523A6-6F73-41A0-8952-28FF3F5E5521}" dt="2025-02-18T17:54:27.669" v="3855" actId="478"/>
          <ac:spMkLst>
            <pc:docMk/>
            <pc:sldMk cId="0" sldId="393"/>
            <ac:spMk id="2" creationId="{F74C8306-FF7D-CB72-1B74-67C4DE82EAB6}"/>
          </ac:spMkLst>
        </pc:spChg>
        <pc:spChg chg="add mod">
          <ac:chgData name="Jenny Díaz Ramírez" userId="df7d83af-54c1-43f9-a4ec-fea9744b3563" providerId="ADAL" clId="{225523A6-6F73-41A0-8952-28FF3F5E5521}" dt="2025-02-18T17:54:49.271" v="3859" actId="14100"/>
          <ac:spMkLst>
            <pc:docMk/>
            <pc:sldMk cId="0" sldId="393"/>
            <ac:spMk id="3" creationId="{3AE152A5-768B-3AE5-0F13-A6BA6C5B63D4}"/>
          </ac:spMkLst>
        </pc:spChg>
        <pc:spChg chg="mod">
          <ac:chgData name="Jenny Díaz Ramírez" userId="df7d83af-54c1-43f9-a4ec-fea9744b3563" providerId="ADAL" clId="{225523A6-6F73-41A0-8952-28FF3F5E5521}" dt="2025-02-18T17:49:13.695" v="3811" actId="1076"/>
          <ac:spMkLst>
            <pc:docMk/>
            <pc:sldMk cId="0" sldId="393"/>
            <ac:spMk id="6146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7:49:59.630" v="3815" actId="207"/>
          <ac:spMkLst>
            <pc:docMk/>
            <pc:sldMk cId="0" sldId="393"/>
            <ac:spMk id="6148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7:53:04.152" v="3840" actId="1076"/>
          <ac:spMkLst>
            <pc:docMk/>
            <pc:sldMk cId="0" sldId="393"/>
            <ac:spMk id="6149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7:53:09.670" v="3842" actId="1076"/>
          <ac:spMkLst>
            <pc:docMk/>
            <pc:sldMk cId="0" sldId="393"/>
            <ac:spMk id="6150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7:54:06.258" v="3853" actId="1076"/>
          <ac:spMkLst>
            <pc:docMk/>
            <pc:sldMk cId="0" sldId="393"/>
            <ac:spMk id="6151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7:53:51.338" v="3851" actId="255"/>
          <ac:spMkLst>
            <pc:docMk/>
            <pc:sldMk cId="0" sldId="393"/>
            <ac:spMk id="6152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7:54:00.968" v="3852" actId="404"/>
          <ac:spMkLst>
            <pc:docMk/>
            <pc:sldMk cId="0" sldId="393"/>
            <ac:spMk id="6153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7:53:37.492" v="3850" actId="1076"/>
          <ac:spMkLst>
            <pc:docMk/>
            <pc:sldMk cId="0" sldId="393"/>
            <ac:spMk id="6154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7:52:37.173" v="3838" actId="1076"/>
          <ac:spMkLst>
            <pc:docMk/>
            <pc:sldMk cId="0" sldId="393"/>
            <ac:spMk id="6155" creationId="{00000000-0000-0000-0000-000000000000}"/>
          </ac:spMkLst>
        </pc:spChg>
        <pc:picChg chg="mod">
          <ac:chgData name="Jenny Díaz Ramírez" userId="df7d83af-54c1-43f9-a4ec-fea9744b3563" providerId="ADAL" clId="{225523A6-6F73-41A0-8952-28FF3F5E5521}" dt="2025-02-18T17:51:58.545" v="3834" actId="1076"/>
          <ac:picMkLst>
            <pc:docMk/>
            <pc:sldMk cId="0" sldId="393"/>
            <ac:picMk id="6147" creationId="{00000000-0000-0000-0000-000000000000}"/>
          </ac:picMkLst>
        </pc:picChg>
      </pc:sldChg>
      <pc:sldChg chg="addSp modSp mod chgLayout">
        <pc:chgData name="Jenny Díaz Ramírez" userId="df7d83af-54c1-43f9-a4ec-fea9744b3563" providerId="ADAL" clId="{225523A6-6F73-41A0-8952-28FF3F5E5521}" dt="2025-02-18T16:07:04.360" v="708" actId="700"/>
        <pc:sldMkLst>
          <pc:docMk/>
          <pc:sldMk cId="0" sldId="456"/>
        </pc:sldMkLst>
        <pc:spChg chg="mod ord">
          <ac:chgData name="Jenny Díaz Ramírez" userId="df7d83af-54c1-43f9-a4ec-fea9744b3563" providerId="ADAL" clId="{225523A6-6F73-41A0-8952-28FF3F5E5521}" dt="2025-02-18T16:07:04.360" v="708" actId="700"/>
          <ac:spMkLst>
            <pc:docMk/>
            <pc:sldMk cId="0" sldId="456"/>
            <ac:spMk id="5" creationId="{AED84D41-FFD4-A872-B47D-E39155F599B2}"/>
          </ac:spMkLst>
        </pc:spChg>
        <pc:spChg chg="mod ord">
          <ac:chgData name="Jenny Díaz Ramírez" userId="df7d83af-54c1-43f9-a4ec-fea9744b3563" providerId="ADAL" clId="{225523A6-6F73-41A0-8952-28FF3F5E5521}" dt="2025-02-18T16:07:04.360" v="708" actId="700"/>
          <ac:spMkLst>
            <pc:docMk/>
            <pc:sldMk cId="0" sldId="456"/>
            <ac:spMk id="6" creationId="{D00A1068-C8FC-8C4A-145D-14EB78C120C5}"/>
          </ac:spMkLst>
        </pc:spChg>
        <pc:spChg chg="mod ord">
          <ac:chgData name="Jenny Díaz Ramírez" userId="df7d83af-54c1-43f9-a4ec-fea9744b3563" providerId="ADAL" clId="{225523A6-6F73-41A0-8952-28FF3F5E5521}" dt="2025-02-18T16:07:04.360" v="708" actId="700"/>
          <ac:spMkLst>
            <pc:docMk/>
            <pc:sldMk cId="0" sldId="456"/>
            <ac:spMk id="7" creationId="{FC304E10-2E80-B241-BEC8-93A01B87A432}"/>
          </ac:spMkLst>
        </pc:spChg>
        <pc:spChg chg="add mod ord">
          <ac:chgData name="Jenny Díaz Ramírez" userId="df7d83af-54c1-43f9-a4ec-fea9744b3563" providerId="ADAL" clId="{225523A6-6F73-41A0-8952-28FF3F5E5521}" dt="2025-02-18T16:07:04.360" v="708" actId="700"/>
          <ac:spMkLst>
            <pc:docMk/>
            <pc:sldMk cId="0" sldId="456"/>
            <ac:spMk id="8" creationId="{CB10E89A-A5DB-B152-EFEF-36F94CD3EC21}"/>
          </ac:spMkLst>
        </pc:spChg>
        <pc:spChg chg="mod ord">
          <ac:chgData name="Jenny Díaz Ramírez" userId="df7d83af-54c1-43f9-a4ec-fea9744b3563" providerId="ADAL" clId="{225523A6-6F73-41A0-8952-28FF3F5E5521}" dt="2025-02-18T16:07:04.360" v="708" actId="700"/>
          <ac:spMkLst>
            <pc:docMk/>
            <pc:sldMk cId="0" sldId="456"/>
            <ac:spMk id="21" creationId="{00000000-0000-0000-0000-000000000000}"/>
          </ac:spMkLst>
        </pc:spChg>
      </pc:sldChg>
      <pc:sldChg chg="modSp mod">
        <pc:chgData name="Jenny Díaz Ramírez" userId="df7d83af-54c1-43f9-a4ec-fea9744b3563" providerId="ADAL" clId="{225523A6-6F73-41A0-8952-28FF3F5E5521}" dt="2025-02-18T16:46:59.982" v="3760" actId="20577"/>
        <pc:sldMkLst>
          <pc:docMk/>
          <pc:sldMk cId="1247168403" sldId="457"/>
        </pc:sldMkLst>
        <pc:spChg chg="mod">
          <ac:chgData name="Jenny Díaz Ramírez" userId="df7d83af-54c1-43f9-a4ec-fea9744b3563" providerId="ADAL" clId="{225523A6-6F73-41A0-8952-28FF3F5E5521}" dt="2025-02-18T16:46:59.982" v="3760" actId="20577"/>
          <ac:spMkLst>
            <pc:docMk/>
            <pc:sldMk cId="1247168403" sldId="457"/>
            <ac:spMk id="8" creationId="{238A2F30-8909-72CF-A539-244525EF02AA}"/>
          </ac:spMkLst>
        </pc:spChg>
      </pc:sldChg>
      <pc:sldChg chg="modSp mod">
        <pc:chgData name="Jenny Díaz Ramírez" userId="df7d83af-54c1-43f9-a4ec-fea9744b3563" providerId="ADAL" clId="{225523A6-6F73-41A0-8952-28FF3F5E5521}" dt="2025-02-18T16:47:08.449" v="3776" actId="20577"/>
        <pc:sldMkLst>
          <pc:docMk/>
          <pc:sldMk cId="3248655243" sldId="458"/>
        </pc:sldMkLst>
        <pc:spChg chg="mod">
          <ac:chgData name="Jenny Díaz Ramírez" userId="df7d83af-54c1-43f9-a4ec-fea9744b3563" providerId="ADAL" clId="{225523A6-6F73-41A0-8952-28FF3F5E5521}" dt="2025-02-18T16:47:08.449" v="3776" actId="20577"/>
          <ac:spMkLst>
            <pc:docMk/>
            <pc:sldMk cId="3248655243" sldId="458"/>
            <ac:spMk id="2" creationId="{E86A8633-FD7B-2AB8-7EDB-8DF5C5B3F57A}"/>
          </ac:spMkLst>
        </pc:spChg>
      </pc:sldChg>
      <pc:sldChg chg="modSp mod chgLayout">
        <pc:chgData name="Jenny Díaz Ramírez" userId="df7d83af-54c1-43f9-a4ec-fea9744b3563" providerId="ADAL" clId="{225523A6-6F73-41A0-8952-28FF3F5E5521}" dt="2025-02-18T16:49:06.816" v="3799" actId="700"/>
        <pc:sldMkLst>
          <pc:docMk/>
          <pc:sldMk cId="1535002486" sldId="459"/>
        </pc:sldMkLst>
        <pc:spChg chg="mod ord">
          <ac:chgData name="Jenny Díaz Ramírez" userId="df7d83af-54c1-43f9-a4ec-fea9744b3563" providerId="ADAL" clId="{225523A6-6F73-41A0-8952-28FF3F5E5521}" dt="2025-02-18T16:49:06.816" v="3799" actId="700"/>
          <ac:spMkLst>
            <pc:docMk/>
            <pc:sldMk cId="1535002486" sldId="459"/>
            <ac:spMk id="2" creationId="{02CC0E19-4956-3333-E954-EED13138D2CD}"/>
          </ac:spMkLst>
        </pc:spChg>
        <pc:spChg chg="mod ord">
          <ac:chgData name="Jenny Díaz Ramírez" userId="df7d83af-54c1-43f9-a4ec-fea9744b3563" providerId="ADAL" clId="{225523A6-6F73-41A0-8952-28FF3F5E5521}" dt="2025-02-18T16:49:06.816" v="3799" actId="700"/>
          <ac:spMkLst>
            <pc:docMk/>
            <pc:sldMk cId="1535002486" sldId="459"/>
            <ac:spMk id="4" creationId="{D6CA638B-6113-56D4-8F7E-D5A4E81C2AB5}"/>
          </ac:spMkLst>
        </pc:spChg>
        <pc:spChg chg="mod ord">
          <ac:chgData name="Jenny Díaz Ramírez" userId="df7d83af-54c1-43f9-a4ec-fea9744b3563" providerId="ADAL" clId="{225523A6-6F73-41A0-8952-28FF3F5E5521}" dt="2025-02-18T16:49:06.816" v="3799" actId="700"/>
          <ac:spMkLst>
            <pc:docMk/>
            <pc:sldMk cId="1535002486" sldId="459"/>
            <ac:spMk id="5" creationId="{DEDF1B12-CA3B-A8FA-2043-7FBE123734FB}"/>
          </ac:spMkLst>
        </pc:spChg>
        <pc:spChg chg="mod ord">
          <ac:chgData name="Jenny Díaz Ramírez" userId="df7d83af-54c1-43f9-a4ec-fea9744b3563" providerId="ADAL" clId="{225523A6-6F73-41A0-8952-28FF3F5E5521}" dt="2025-02-18T16:49:06.816" v="3799" actId="700"/>
          <ac:spMkLst>
            <pc:docMk/>
            <pc:sldMk cId="1535002486" sldId="459"/>
            <ac:spMk id="6" creationId="{34187AA3-748C-475F-6D15-CB1F78478F6D}"/>
          </ac:spMkLst>
        </pc:spChg>
        <pc:picChg chg="mod">
          <ac:chgData name="Jenny Díaz Ramírez" userId="df7d83af-54c1-43f9-a4ec-fea9744b3563" providerId="ADAL" clId="{225523A6-6F73-41A0-8952-28FF3F5E5521}" dt="2025-02-18T16:48:43.182" v="3794" actId="1076"/>
          <ac:picMkLst>
            <pc:docMk/>
            <pc:sldMk cId="1535002486" sldId="459"/>
            <ac:picMk id="8" creationId="{0EB89CF7-8371-2533-2BAB-16525A99C392}"/>
          </ac:picMkLst>
        </pc:picChg>
        <pc:picChg chg="mod ord">
          <ac:chgData name="Jenny Díaz Ramírez" userId="df7d83af-54c1-43f9-a4ec-fea9744b3563" providerId="ADAL" clId="{225523A6-6F73-41A0-8952-28FF3F5E5521}" dt="2025-02-18T16:49:06.816" v="3799" actId="700"/>
          <ac:picMkLst>
            <pc:docMk/>
            <pc:sldMk cId="1535002486" sldId="459"/>
            <ac:picMk id="10" creationId="{4FF80784-DABF-6140-6B1F-CBE02CE8EB8A}"/>
          </ac:picMkLst>
        </pc:picChg>
      </pc:sldChg>
      <pc:sldChg chg="modSp mod">
        <pc:chgData name="Jenny Díaz Ramírez" userId="df7d83af-54c1-43f9-a4ec-fea9744b3563" providerId="ADAL" clId="{225523A6-6F73-41A0-8952-28FF3F5E5521}" dt="2025-02-18T16:45:33.142" v="3632" actId="20577"/>
        <pc:sldMkLst>
          <pc:docMk/>
          <pc:sldMk cId="1307388035" sldId="460"/>
        </pc:sldMkLst>
        <pc:spChg chg="mod">
          <ac:chgData name="Jenny Díaz Ramírez" userId="df7d83af-54c1-43f9-a4ec-fea9744b3563" providerId="ADAL" clId="{225523A6-6F73-41A0-8952-28FF3F5E5521}" dt="2025-02-18T16:45:19.890" v="3625" actId="6549"/>
          <ac:spMkLst>
            <pc:docMk/>
            <pc:sldMk cId="1307388035" sldId="460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225523A6-6F73-41A0-8952-28FF3F5E5521}" dt="2025-02-18T16:45:26.297" v="3626" actId="1076"/>
          <ac:spMkLst>
            <pc:docMk/>
            <pc:sldMk cId="1307388035" sldId="460"/>
            <ac:spMk id="7" creationId="{8F35BCFE-5917-A3A2-22CD-464125658385}"/>
          </ac:spMkLst>
        </pc:spChg>
        <pc:spChg chg="mod">
          <ac:chgData name="Jenny Díaz Ramírez" userId="df7d83af-54c1-43f9-a4ec-fea9744b3563" providerId="ADAL" clId="{225523A6-6F73-41A0-8952-28FF3F5E5521}" dt="2025-02-18T16:45:33.142" v="3632" actId="20577"/>
          <ac:spMkLst>
            <pc:docMk/>
            <pc:sldMk cId="1307388035" sldId="460"/>
            <ac:spMk id="9" creationId="{51E15E3C-5622-F45F-7A44-B1E570DD25F8}"/>
          </ac:spMkLst>
        </pc:spChg>
      </pc:sldChg>
      <pc:sldChg chg="modSp mod">
        <pc:chgData name="Jenny Díaz Ramírez" userId="df7d83af-54c1-43f9-a4ec-fea9744b3563" providerId="ADAL" clId="{225523A6-6F73-41A0-8952-28FF3F5E5521}" dt="2025-02-18T15:38:03.688" v="49" actId="108"/>
        <pc:sldMkLst>
          <pc:docMk/>
          <pc:sldMk cId="4145466643" sldId="461"/>
        </pc:sldMkLst>
        <pc:spChg chg="mod">
          <ac:chgData name="Jenny Díaz Ramírez" userId="df7d83af-54c1-43f9-a4ec-fea9744b3563" providerId="ADAL" clId="{225523A6-6F73-41A0-8952-28FF3F5E5521}" dt="2025-02-18T15:38:03.688" v="49" actId="108"/>
          <ac:spMkLst>
            <pc:docMk/>
            <pc:sldMk cId="4145466643" sldId="461"/>
            <ac:spMk id="9" creationId="{00000000-0000-0000-0000-000000000000}"/>
          </ac:spMkLst>
        </pc:spChg>
      </pc:sldChg>
      <pc:sldChg chg="addSp delSp modSp add mod">
        <pc:chgData name="Jenny Díaz Ramírez" userId="df7d83af-54c1-43f9-a4ec-fea9744b3563" providerId="ADAL" clId="{225523A6-6F73-41A0-8952-28FF3F5E5521}" dt="2025-02-18T16:49:48.229" v="3804" actId="1076"/>
        <pc:sldMkLst>
          <pc:docMk/>
          <pc:sldMk cId="2703932166" sldId="462"/>
        </pc:sldMkLst>
        <pc:spChg chg="mod">
          <ac:chgData name="Jenny Díaz Ramírez" userId="df7d83af-54c1-43f9-a4ec-fea9744b3563" providerId="ADAL" clId="{225523A6-6F73-41A0-8952-28FF3F5E5521}" dt="2025-02-18T15:38:20.392" v="80" actId="20577"/>
          <ac:spMkLst>
            <pc:docMk/>
            <pc:sldMk cId="2703932166" sldId="462"/>
            <ac:spMk id="4" creationId="{FB50BA9A-B367-ED7A-D2C7-11C63ECF9208}"/>
          </ac:spMkLst>
        </pc:spChg>
        <pc:spChg chg="add mod">
          <ac:chgData name="Jenny Díaz Ramírez" userId="df7d83af-54c1-43f9-a4ec-fea9744b3563" providerId="ADAL" clId="{225523A6-6F73-41A0-8952-28FF3F5E5521}" dt="2025-02-18T15:55:18.046" v="657" actId="1076"/>
          <ac:spMkLst>
            <pc:docMk/>
            <pc:sldMk cId="2703932166" sldId="462"/>
            <ac:spMk id="7" creationId="{0559D483-1B50-CA65-C6CB-DBBF2D999F79}"/>
          </ac:spMkLst>
        </pc:spChg>
        <pc:spChg chg="add del mod">
          <ac:chgData name="Jenny Díaz Ramírez" userId="df7d83af-54c1-43f9-a4ec-fea9744b3563" providerId="ADAL" clId="{225523A6-6F73-41A0-8952-28FF3F5E5521}" dt="2025-02-18T15:44:15.469" v="84"/>
          <ac:spMkLst>
            <pc:docMk/>
            <pc:sldMk cId="2703932166" sldId="462"/>
            <ac:spMk id="8" creationId="{BEC1FE8C-2145-EC89-B764-CDC815EA3954}"/>
          </ac:spMkLst>
        </pc:spChg>
        <pc:spChg chg="add mod">
          <ac:chgData name="Jenny Díaz Ramírez" userId="df7d83af-54c1-43f9-a4ec-fea9744b3563" providerId="ADAL" clId="{225523A6-6F73-41A0-8952-28FF3F5E5521}" dt="2025-02-18T15:45:56.080" v="211" actId="20577"/>
          <ac:spMkLst>
            <pc:docMk/>
            <pc:sldMk cId="2703932166" sldId="462"/>
            <ac:spMk id="13" creationId="{7208CB21-E994-89E5-63EE-108A6064821B}"/>
          </ac:spMkLst>
        </pc:spChg>
        <pc:spChg chg="add mod">
          <ac:chgData name="Jenny Díaz Ramírez" userId="df7d83af-54c1-43f9-a4ec-fea9744b3563" providerId="ADAL" clId="{225523A6-6F73-41A0-8952-28FF3F5E5521}" dt="2025-02-18T15:55:20.338" v="658" actId="1076"/>
          <ac:spMkLst>
            <pc:docMk/>
            <pc:sldMk cId="2703932166" sldId="462"/>
            <ac:spMk id="14" creationId="{CDEF3AA7-7BD3-7584-3541-BF0E8913FC7B}"/>
          </ac:spMkLst>
        </pc:spChg>
        <pc:picChg chg="add mod">
          <ac:chgData name="Jenny Díaz Ramírez" userId="df7d83af-54c1-43f9-a4ec-fea9744b3563" providerId="ADAL" clId="{225523A6-6F73-41A0-8952-28FF3F5E5521}" dt="2025-02-18T16:49:48.229" v="3804" actId="1076"/>
          <ac:picMkLst>
            <pc:docMk/>
            <pc:sldMk cId="2703932166" sldId="462"/>
            <ac:picMk id="6" creationId="{29B9C765-63BB-1D7B-E950-E21DF2828DB8}"/>
          </ac:picMkLst>
        </pc:picChg>
        <pc:picChg chg="del mod modCrop">
          <ac:chgData name="Jenny Díaz Ramírez" userId="df7d83af-54c1-43f9-a4ec-fea9744b3563" providerId="ADAL" clId="{225523A6-6F73-41A0-8952-28FF3F5E5521}" dt="2025-02-18T15:44:15.460" v="82" actId="478"/>
          <ac:picMkLst>
            <pc:docMk/>
            <pc:sldMk cId="2703932166" sldId="462"/>
            <ac:picMk id="11" creationId="{6A5710AC-9695-37AA-CCE0-20428872FF30}"/>
          </ac:picMkLst>
        </pc:picChg>
        <pc:picChg chg="add mod ord">
          <ac:chgData name="Jenny Díaz Ramírez" userId="df7d83af-54c1-43f9-a4ec-fea9744b3563" providerId="ADAL" clId="{225523A6-6F73-41A0-8952-28FF3F5E5521}" dt="2025-02-18T16:49:48.229" v="3804" actId="1076"/>
          <ac:picMkLst>
            <pc:docMk/>
            <pc:sldMk cId="2703932166" sldId="462"/>
            <ac:picMk id="12" creationId="{62528C4A-6311-0175-9857-A4A70B9E8E3C}"/>
          </ac:picMkLst>
        </pc:picChg>
        <pc:picChg chg="add del mod">
          <ac:chgData name="Jenny Díaz Ramírez" userId="df7d83af-54c1-43f9-a4ec-fea9744b3563" providerId="ADAL" clId="{225523A6-6F73-41A0-8952-28FF3F5E5521}" dt="2025-02-18T15:44:31.020" v="91" actId="478"/>
          <ac:picMkLst>
            <pc:docMk/>
            <pc:sldMk cId="2703932166" sldId="462"/>
            <ac:picMk id="1026" creationId="{C7CB2876-16B7-07DD-B9CD-D8E7C3FA7D28}"/>
          </ac:picMkLst>
        </pc:picChg>
      </pc:sldChg>
      <pc:sldChg chg="addSp delSp modSp add mod">
        <pc:chgData name="Jenny Díaz Ramírez" userId="df7d83af-54c1-43f9-a4ec-fea9744b3563" providerId="ADAL" clId="{225523A6-6F73-41A0-8952-28FF3F5E5521}" dt="2025-02-18T15:55:00.259" v="656" actId="1076"/>
        <pc:sldMkLst>
          <pc:docMk/>
          <pc:sldMk cId="1906332327" sldId="463"/>
        </pc:sldMkLst>
        <pc:spChg chg="del">
          <ac:chgData name="Jenny Díaz Ramírez" userId="df7d83af-54c1-43f9-a4ec-fea9744b3563" providerId="ADAL" clId="{225523A6-6F73-41A0-8952-28FF3F5E5521}" dt="2025-02-18T15:50:06.255" v="589" actId="478"/>
          <ac:spMkLst>
            <pc:docMk/>
            <pc:sldMk cId="1906332327" sldId="463"/>
            <ac:spMk id="7" creationId="{133E154F-DECE-8AC6-EBA2-1F464F93B0A7}"/>
          </ac:spMkLst>
        </pc:spChg>
        <pc:spChg chg="add del mod">
          <ac:chgData name="Jenny Díaz Ramírez" userId="df7d83af-54c1-43f9-a4ec-fea9744b3563" providerId="ADAL" clId="{225523A6-6F73-41A0-8952-28FF3F5E5521}" dt="2025-02-18T15:46:45.137" v="248" actId="21"/>
          <ac:spMkLst>
            <pc:docMk/>
            <pc:sldMk cId="1906332327" sldId="463"/>
            <ac:spMk id="8" creationId="{CDEF3AA7-7BD3-7584-3541-BF0E8913FC7B}"/>
          </ac:spMkLst>
        </pc:spChg>
        <pc:spChg chg="add mod">
          <ac:chgData name="Jenny Díaz Ramírez" userId="df7d83af-54c1-43f9-a4ec-fea9744b3563" providerId="ADAL" clId="{225523A6-6F73-41A0-8952-28FF3F5E5521}" dt="2025-02-18T15:55:00.259" v="656" actId="1076"/>
          <ac:spMkLst>
            <pc:docMk/>
            <pc:sldMk cId="1906332327" sldId="463"/>
            <ac:spMk id="9" creationId="{9EB3C290-0268-B54C-02DF-7A09100D4374}"/>
          </ac:spMkLst>
        </pc:spChg>
        <pc:spChg chg="add mod">
          <ac:chgData name="Jenny Díaz Ramírez" userId="df7d83af-54c1-43f9-a4ec-fea9744b3563" providerId="ADAL" clId="{225523A6-6F73-41A0-8952-28FF3F5E5521}" dt="2025-02-18T15:54:37.430" v="654" actId="20577"/>
          <ac:spMkLst>
            <pc:docMk/>
            <pc:sldMk cId="1906332327" sldId="463"/>
            <ac:spMk id="11" creationId="{DA3FE2F0-3B17-F54F-4F6F-34E83EA03272}"/>
          </ac:spMkLst>
        </pc:spChg>
        <pc:spChg chg="mod">
          <ac:chgData name="Jenny Díaz Ramírez" userId="df7d83af-54c1-43f9-a4ec-fea9744b3563" providerId="ADAL" clId="{225523A6-6F73-41A0-8952-28FF3F5E5521}" dt="2025-02-18T15:53:36.026" v="641" actId="1076"/>
          <ac:spMkLst>
            <pc:docMk/>
            <pc:sldMk cId="1906332327" sldId="463"/>
            <ac:spMk id="13" creationId="{366BA1F5-3911-7483-031E-CE3BE0A6FA26}"/>
          </ac:spMkLst>
        </pc:spChg>
        <pc:spChg chg="add mod">
          <ac:chgData name="Jenny Díaz Ramírez" userId="df7d83af-54c1-43f9-a4ec-fea9744b3563" providerId="ADAL" clId="{225523A6-6F73-41A0-8952-28FF3F5E5521}" dt="2025-02-18T15:54:34.631" v="652" actId="1076"/>
          <ac:spMkLst>
            <pc:docMk/>
            <pc:sldMk cId="1906332327" sldId="463"/>
            <ac:spMk id="14" creationId="{85C75A67-BF17-75F4-6D62-AA6C2BEC6351}"/>
          </ac:spMkLst>
        </pc:spChg>
        <pc:picChg chg="mod">
          <ac:chgData name="Jenny Díaz Ramírez" userId="df7d83af-54c1-43f9-a4ec-fea9744b3563" providerId="ADAL" clId="{225523A6-6F73-41A0-8952-28FF3F5E5521}" dt="2025-02-18T15:54:00.987" v="648" actId="14100"/>
          <ac:picMkLst>
            <pc:docMk/>
            <pc:sldMk cId="1906332327" sldId="463"/>
            <ac:picMk id="6" creationId="{55ABE4A2-5FD3-05CA-F19E-3C53C20E3D9B}"/>
          </ac:picMkLst>
        </pc:picChg>
        <pc:picChg chg="del mod">
          <ac:chgData name="Jenny Díaz Ramírez" userId="df7d83af-54c1-43f9-a4ec-fea9744b3563" providerId="ADAL" clId="{225523A6-6F73-41A0-8952-28FF3F5E5521}" dt="2025-02-18T15:50:08.653" v="590" actId="478"/>
          <ac:picMkLst>
            <pc:docMk/>
            <pc:sldMk cId="1906332327" sldId="463"/>
            <ac:picMk id="12" creationId="{CBABCCEC-37F5-BF28-4721-322A6AEA3C88}"/>
          </ac:picMkLst>
        </pc:picChg>
        <pc:picChg chg="add mod modCrop">
          <ac:chgData name="Jenny Díaz Ramírez" userId="df7d83af-54c1-43f9-a4ec-fea9744b3563" providerId="ADAL" clId="{225523A6-6F73-41A0-8952-28FF3F5E5521}" dt="2025-02-18T15:53:53.579" v="646" actId="14100"/>
          <ac:picMkLst>
            <pc:docMk/>
            <pc:sldMk cId="1906332327" sldId="463"/>
            <ac:picMk id="16" creationId="{A84393F5-6DED-B69A-296F-FC5889374922}"/>
          </ac:picMkLst>
        </pc:picChg>
      </pc:sldChg>
      <pc:sldChg chg="addSp delSp modSp add mod delAnim modAnim">
        <pc:chgData name="Jenny Díaz Ramírez" userId="df7d83af-54c1-43f9-a4ec-fea9744b3563" providerId="ADAL" clId="{225523A6-6F73-41A0-8952-28FF3F5E5521}" dt="2025-02-18T16:31:35.855" v="2120"/>
        <pc:sldMkLst>
          <pc:docMk/>
          <pc:sldMk cId="2065668036" sldId="464"/>
        </pc:sldMkLst>
        <pc:spChg chg="del">
          <ac:chgData name="Jenny Díaz Ramírez" userId="df7d83af-54c1-43f9-a4ec-fea9744b3563" providerId="ADAL" clId="{225523A6-6F73-41A0-8952-28FF3F5E5521}" dt="2025-02-18T16:16:29.455" v="1699" actId="478"/>
          <ac:spMkLst>
            <pc:docMk/>
            <pc:sldMk cId="2065668036" sldId="464"/>
            <ac:spMk id="3" creationId="{3990CAB6-D7A4-1800-4D09-16C175FFF089}"/>
          </ac:spMkLst>
        </pc:spChg>
        <pc:spChg chg="mod">
          <ac:chgData name="Jenny Díaz Ramírez" userId="df7d83af-54c1-43f9-a4ec-fea9744b3563" providerId="ADAL" clId="{225523A6-6F73-41A0-8952-28FF3F5E5521}" dt="2025-02-18T16:16:59.870" v="1707" actId="1076"/>
          <ac:spMkLst>
            <pc:docMk/>
            <pc:sldMk cId="2065668036" sldId="464"/>
            <ac:spMk id="6" creationId="{BF9072A2-DF01-8D0C-74DF-45190184477A}"/>
          </ac:spMkLst>
        </pc:spChg>
        <pc:spChg chg="mod">
          <ac:chgData name="Jenny Díaz Ramírez" userId="df7d83af-54c1-43f9-a4ec-fea9744b3563" providerId="ADAL" clId="{225523A6-6F73-41A0-8952-28FF3F5E5521}" dt="2025-02-18T16:28:07.684" v="2082" actId="207"/>
          <ac:spMkLst>
            <pc:docMk/>
            <pc:sldMk cId="2065668036" sldId="464"/>
            <ac:spMk id="7" creationId="{C0BE74CF-D2A7-C034-4198-B1329196B6B5}"/>
          </ac:spMkLst>
        </pc:spChg>
        <pc:spChg chg="del">
          <ac:chgData name="Jenny Díaz Ramírez" userId="df7d83af-54c1-43f9-a4ec-fea9744b3563" providerId="ADAL" clId="{225523A6-6F73-41A0-8952-28FF3F5E5521}" dt="2025-02-18T16:16:31.128" v="1700" actId="478"/>
          <ac:spMkLst>
            <pc:docMk/>
            <pc:sldMk cId="2065668036" sldId="464"/>
            <ac:spMk id="8" creationId="{C4E11017-41ED-0928-5756-FA689224F9AD}"/>
          </ac:spMkLst>
        </pc:spChg>
        <pc:spChg chg="del">
          <ac:chgData name="Jenny Díaz Ramírez" userId="df7d83af-54c1-43f9-a4ec-fea9744b3563" providerId="ADAL" clId="{225523A6-6F73-41A0-8952-28FF3F5E5521}" dt="2025-02-18T16:16:33.061" v="1701" actId="478"/>
          <ac:spMkLst>
            <pc:docMk/>
            <pc:sldMk cId="2065668036" sldId="464"/>
            <ac:spMk id="9" creationId="{C012E5C8-4F18-5755-4DAF-097879F59D4E}"/>
          </ac:spMkLst>
        </pc:spChg>
        <pc:spChg chg="mod">
          <ac:chgData name="Jenny Díaz Ramírez" userId="df7d83af-54c1-43f9-a4ec-fea9744b3563" providerId="ADAL" clId="{225523A6-6F73-41A0-8952-28FF3F5E5521}" dt="2025-02-18T16:16:27.353" v="1698" actId="1076"/>
          <ac:spMkLst>
            <pc:docMk/>
            <pc:sldMk cId="2065668036" sldId="464"/>
            <ac:spMk id="10" creationId="{60031FF4-1C0D-1A11-4B19-8994844B2F00}"/>
          </ac:spMkLst>
        </pc:spChg>
        <pc:spChg chg="add del mod">
          <ac:chgData name="Jenny Díaz Ramírez" userId="df7d83af-54c1-43f9-a4ec-fea9744b3563" providerId="ADAL" clId="{225523A6-6F73-41A0-8952-28FF3F5E5521}" dt="2025-02-18T16:16:40.048" v="1703" actId="478"/>
          <ac:spMkLst>
            <pc:docMk/>
            <pc:sldMk cId="2065668036" sldId="464"/>
            <ac:spMk id="13" creationId="{0A904092-5B47-BE25-0DF7-F86BB761D804}"/>
          </ac:spMkLst>
        </pc:spChg>
        <pc:spChg chg="add mod">
          <ac:chgData name="Jenny Díaz Ramírez" userId="df7d83af-54c1-43f9-a4ec-fea9744b3563" providerId="ADAL" clId="{225523A6-6F73-41A0-8952-28FF3F5E5521}" dt="2025-02-18T16:25:46.075" v="2059" actId="207"/>
          <ac:spMkLst>
            <pc:docMk/>
            <pc:sldMk cId="2065668036" sldId="464"/>
            <ac:spMk id="14" creationId="{B42701F5-C863-012B-2240-147C97BB9E6A}"/>
          </ac:spMkLst>
        </pc:spChg>
        <pc:spChg chg="add del mod">
          <ac:chgData name="Jenny Díaz Ramírez" userId="df7d83af-54c1-43f9-a4ec-fea9744b3563" providerId="ADAL" clId="{225523A6-6F73-41A0-8952-28FF3F5E5521}" dt="2025-02-18T16:16:37.164" v="1702" actId="478"/>
          <ac:spMkLst>
            <pc:docMk/>
            <pc:sldMk cId="2065668036" sldId="464"/>
            <ac:spMk id="15" creationId="{64B86B51-5BD2-6944-BD1F-C12F3E96FDCF}"/>
          </ac:spMkLst>
        </pc:spChg>
        <pc:spChg chg="add mod">
          <ac:chgData name="Jenny Díaz Ramírez" userId="df7d83af-54c1-43f9-a4ec-fea9744b3563" providerId="ADAL" clId="{225523A6-6F73-41A0-8952-28FF3F5E5521}" dt="2025-02-18T16:25:02.530" v="2043" actId="207"/>
          <ac:spMkLst>
            <pc:docMk/>
            <pc:sldMk cId="2065668036" sldId="464"/>
            <ac:spMk id="16" creationId="{735D2684-DDE2-430D-9FF9-4D472C50F48C}"/>
          </ac:spMkLst>
        </pc:spChg>
        <pc:picChg chg="add mod">
          <ac:chgData name="Jenny Díaz Ramírez" userId="df7d83af-54c1-43f9-a4ec-fea9744b3563" providerId="ADAL" clId="{225523A6-6F73-41A0-8952-28FF3F5E5521}" dt="2025-02-18T16:28:27.631" v="2083"/>
          <ac:picMkLst>
            <pc:docMk/>
            <pc:sldMk cId="2065668036" sldId="464"/>
            <ac:picMk id="3" creationId="{29B9C765-63BB-1D7B-E950-E21DF2828DB8}"/>
          </ac:picMkLst>
        </pc:picChg>
        <pc:picChg chg="add mod">
          <ac:chgData name="Jenny Díaz Ramírez" userId="df7d83af-54c1-43f9-a4ec-fea9744b3563" providerId="ADAL" clId="{225523A6-6F73-41A0-8952-28FF3F5E5521}" dt="2025-02-18T16:28:27.631" v="2083"/>
          <ac:picMkLst>
            <pc:docMk/>
            <pc:sldMk cId="2065668036" sldId="464"/>
            <ac:picMk id="8" creationId="{37CEB8EE-CC59-9CF4-E46A-46C9E133FE26}"/>
          </ac:picMkLst>
        </pc:picChg>
        <pc:picChg chg="add mod">
          <ac:chgData name="Jenny Díaz Ramírez" userId="df7d83af-54c1-43f9-a4ec-fea9744b3563" providerId="ADAL" clId="{225523A6-6F73-41A0-8952-28FF3F5E5521}" dt="2025-02-18T16:28:27.631" v="2083"/>
          <ac:picMkLst>
            <pc:docMk/>
            <pc:sldMk cId="2065668036" sldId="464"/>
            <ac:picMk id="9" creationId="{22B65015-2954-CC91-3577-282E6E55E5C5}"/>
          </ac:picMkLst>
        </pc:picChg>
        <pc:picChg chg="add mod">
          <ac:chgData name="Jenny Díaz Ramírez" userId="df7d83af-54c1-43f9-a4ec-fea9744b3563" providerId="ADAL" clId="{225523A6-6F73-41A0-8952-28FF3F5E5521}" dt="2025-02-18T16:24:03.073" v="2014" actId="1076"/>
          <ac:picMkLst>
            <pc:docMk/>
            <pc:sldMk cId="2065668036" sldId="464"/>
            <ac:picMk id="12" creationId="{5E29B755-A0A4-7064-AFBD-A40FF71EDB47}"/>
          </ac:picMkLst>
        </pc:picChg>
        <pc:picChg chg="add mod">
          <ac:chgData name="Jenny Díaz Ramírez" userId="df7d83af-54c1-43f9-a4ec-fea9744b3563" providerId="ADAL" clId="{225523A6-6F73-41A0-8952-28FF3F5E5521}" dt="2025-02-18T16:25:08.813" v="2044"/>
          <ac:picMkLst>
            <pc:docMk/>
            <pc:sldMk cId="2065668036" sldId="464"/>
            <ac:picMk id="13" creationId="{EFCB2FDF-C9E0-9E63-5FAB-E3F785A6B11E}"/>
          </ac:picMkLst>
        </pc:picChg>
        <pc:picChg chg="add mod">
          <ac:chgData name="Jenny Díaz Ramírez" userId="df7d83af-54c1-43f9-a4ec-fea9744b3563" providerId="ADAL" clId="{225523A6-6F73-41A0-8952-28FF3F5E5521}" dt="2025-02-18T16:25:59.101" v="2062"/>
          <ac:picMkLst>
            <pc:docMk/>
            <pc:sldMk cId="2065668036" sldId="464"/>
            <ac:picMk id="15" creationId="{F2139288-D3A0-2B7B-1F6C-8AA462630163}"/>
          </ac:picMkLst>
        </pc:picChg>
      </pc:sldChg>
      <pc:sldChg chg="modSp new del mod">
        <pc:chgData name="Jenny Díaz Ramírez" userId="df7d83af-54c1-43f9-a4ec-fea9744b3563" providerId="ADAL" clId="{225523A6-6F73-41A0-8952-28FF3F5E5521}" dt="2025-02-18T15:54:11.973" v="649" actId="47"/>
        <pc:sldMkLst>
          <pc:docMk/>
          <pc:sldMk cId="2655673824" sldId="464"/>
        </pc:sldMkLst>
        <pc:spChg chg="mod">
          <ac:chgData name="Jenny Díaz Ramírez" userId="df7d83af-54c1-43f9-a4ec-fea9744b3563" providerId="ADAL" clId="{225523A6-6F73-41A0-8952-28FF3F5E5521}" dt="2025-02-18T15:47:44.752" v="258" actId="20577"/>
          <ac:spMkLst>
            <pc:docMk/>
            <pc:sldMk cId="2655673824" sldId="464"/>
            <ac:spMk id="3" creationId="{BA53C389-A863-F5FD-7451-5658A8B1F3EB}"/>
          </ac:spMkLst>
        </pc:spChg>
      </pc:sldChg>
      <pc:sldChg chg="addSp delSp modSp new del mod chgLayout">
        <pc:chgData name="Jenny Díaz Ramírez" userId="df7d83af-54c1-43f9-a4ec-fea9744b3563" providerId="ADAL" clId="{225523A6-6F73-41A0-8952-28FF3F5E5521}" dt="2025-02-18T17:50:06.175" v="3816" actId="47"/>
        <pc:sldMkLst>
          <pc:docMk/>
          <pc:sldMk cId="3623849871" sldId="465"/>
        </pc:sldMkLst>
        <pc:spChg chg="del mod ord">
          <ac:chgData name="Jenny Díaz Ramírez" userId="df7d83af-54c1-43f9-a4ec-fea9744b3563" providerId="ADAL" clId="{225523A6-6F73-41A0-8952-28FF3F5E5521}" dt="2025-02-18T17:48:55.425" v="3807" actId="700"/>
          <ac:spMkLst>
            <pc:docMk/>
            <pc:sldMk cId="3623849871" sldId="465"/>
            <ac:spMk id="2" creationId="{A70A55BA-8A05-71A8-DB29-BDDFA3F8152B}"/>
          </ac:spMkLst>
        </pc:spChg>
        <pc:spChg chg="del">
          <ac:chgData name="Jenny Díaz Ramírez" userId="df7d83af-54c1-43f9-a4ec-fea9744b3563" providerId="ADAL" clId="{225523A6-6F73-41A0-8952-28FF3F5E5521}" dt="2025-02-18T17:48:55.425" v="3807" actId="700"/>
          <ac:spMkLst>
            <pc:docMk/>
            <pc:sldMk cId="3623849871" sldId="465"/>
            <ac:spMk id="3" creationId="{D9C68958-C711-F2DD-0F46-4706243BFC9B}"/>
          </ac:spMkLst>
        </pc:spChg>
        <pc:spChg chg="del">
          <ac:chgData name="Jenny Díaz Ramírez" userId="df7d83af-54c1-43f9-a4ec-fea9744b3563" providerId="ADAL" clId="{225523A6-6F73-41A0-8952-28FF3F5E5521}" dt="2025-02-18T17:48:55.425" v="3807" actId="700"/>
          <ac:spMkLst>
            <pc:docMk/>
            <pc:sldMk cId="3623849871" sldId="465"/>
            <ac:spMk id="4" creationId="{E658AC1E-DC86-3DB8-8B41-289DA3D4A2AE}"/>
          </ac:spMkLst>
        </pc:spChg>
        <pc:spChg chg="del mod ord">
          <ac:chgData name="Jenny Díaz Ramírez" userId="df7d83af-54c1-43f9-a4ec-fea9744b3563" providerId="ADAL" clId="{225523A6-6F73-41A0-8952-28FF3F5E5521}" dt="2025-02-18T17:48:55.425" v="3807" actId="700"/>
          <ac:spMkLst>
            <pc:docMk/>
            <pc:sldMk cId="3623849871" sldId="465"/>
            <ac:spMk id="5" creationId="{9C398173-52ED-58B2-AFAB-EF7C07285B01}"/>
          </ac:spMkLst>
        </pc:spChg>
        <pc:spChg chg="del">
          <ac:chgData name="Jenny Díaz Ramírez" userId="df7d83af-54c1-43f9-a4ec-fea9744b3563" providerId="ADAL" clId="{225523A6-6F73-41A0-8952-28FF3F5E5521}" dt="2025-02-18T17:48:55.425" v="3807" actId="700"/>
          <ac:spMkLst>
            <pc:docMk/>
            <pc:sldMk cId="3623849871" sldId="465"/>
            <ac:spMk id="6" creationId="{91131793-AE25-3459-3C94-5A2D0641AB4F}"/>
          </ac:spMkLst>
        </pc:spChg>
        <pc:spChg chg="mod ord">
          <ac:chgData name="Jenny Díaz Ramírez" userId="df7d83af-54c1-43f9-a4ec-fea9744b3563" providerId="ADAL" clId="{225523A6-6F73-41A0-8952-28FF3F5E5521}" dt="2025-02-18T17:48:55.425" v="3807" actId="700"/>
          <ac:spMkLst>
            <pc:docMk/>
            <pc:sldMk cId="3623849871" sldId="465"/>
            <ac:spMk id="7" creationId="{CC26D95B-7A1A-D465-A692-1E041E65703B}"/>
          </ac:spMkLst>
        </pc:spChg>
        <pc:spChg chg="mod ord">
          <ac:chgData name="Jenny Díaz Ramírez" userId="df7d83af-54c1-43f9-a4ec-fea9744b3563" providerId="ADAL" clId="{225523A6-6F73-41A0-8952-28FF3F5E5521}" dt="2025-02-18T17:48:55.425" v="3807" actId="700"/>
          <ac:spMkLst>
            <pc:docMk/>
            <pc:sldMk cId="3623849871" sldId="465"/>
            <ac:spMk id="8" creationId="{6C3296E2-0CDC-542C-06F2-39C90061D4CF}"/>
          </ac:spMkLst>
        </pc:spChg>
        <pc:spChg chg="add mod ord">
          <ac:chgData name="Jenny Díaz Ramírez" userId="df7d83af-54c1-43f9-a4ec-fea9744b3563" providerId="ADAL" clId="{225523A6-6F73-41A0-8952-28FF3F5E5521}" dt="2025-02-18T17:48:55.425" v="3807" actId="700"/>
          <ac:spMkLst>
            <pc:docMk/>
            <pc:sldMk cId="3623849871" sldId="465"/>
            <ac:spMk id="9" creationId="{808294C3-680B-2F03-1F05-D1F659AE8172}"/>
          </ac:spMkLst>
        </pc:spChg>
        <pc:spChg chg="add mod ord">
          <ac:chgData name="Jenny Díaz Ramírez" userId="df7d83af-54c1-43f9-a4ec-fea9744b3563" providerId="ADAL" clId="{225523A6-6F73-41A0-8952-28FF3F5E5521}" dt="2025-02-18T17:48:55.425" v="3807" actId="700"/>
          <ac:spMkLst>
            <pc:docMk/>
            <pc:sldMk cId="3623849871" sldId="465"/>
            <ac:spMk id="10" creationId="{C893A673-FEA4-0DD3-E5EE-5B692C88DAAF}"/>
          </ac:spMkLst>
        </pc:spChg>
      </pc:sldChg>
      <pc:sldMasterChg chg="modSldLayout">
        <pc:chgData name="Jenny Díaz Ramírez" userId="df7d83af-54c1-43f9-a4ec-fea9744b3563" providerId="ADAL" clId="{225523A6-6F73-41A0-8952-28FF3F5E5521}" dt="2025-02-18T16:07:56.946" v="714"/>
        <pc:sldMasterMkLst>
          <pc:docMk/>
          <pc:sldMasterMk cId="3515892240" sldId="2147483658"/>
        </pc:sldMasterMkLst>
        <pc:sldLayoutChg chg="addSp delSp modSp mod">
          <pc:chgData name="Jenny Díaz Ramírez" userId="df7d83af-54c1-43f9-a4ec-fea9744b3563" providerId="ADAL" clId="{225523A6-6F73-41A0-8952-28FF3F5E5521}" dt="2025-02-18T16:05:52.043" v="695"/>
          <pc:sldLayoutMkLst>
            <pc:docMk/>
            <pc:sldMasterMk cId="3515892240" sldId="2147483658"/>
            <pc:sldLayoutMk cId="2065862895" sldId="2147483673"/>
          </pc:sldLayoutMkLst>
          <pc:spChg chg="del">
            <ac:chgData name="Jenny Díaz Ramírez" userId="df7d83af-54c1-43f9-a4ec-fea9744b3563" providerId="ADAL" clId="{225523A6-6F73-41A0-8952-28FF3F5E5521}" dt="2025-02-18T16:05:51.590" v="694" actId="478"/>
            <ac:spMkLst>
              <pc:docMk/>
              <pc:sldMasterMk cId="3515892240" sldId="2147483658"/>
              <pc:sldLayoutMk cId="2065862895" sldId="2147483673"/>
              <ac:spMk id="2" creationId="{371012B1-809A-45CE-9FED-46D08DC8C42B}"/>
            </ac:spMkLst>
          </pc:spChg>
          <pc:spChg chg="del">
            <ac:chgData name="Jenny Díaz Ramírez" userId="df7d83af-54c1-43f9-a4ec-fea9744b3563" providerId="ADAL" clId="{225523A6-6F73-41A0-8952-28FF3F5E5521}" dt="2025-02-18T16:05:51.590" v="694" actId="478"/>
            <ac:spMkLst>
              <pc:docMk/>
              <pc:sldMasterMk cId="3515892240" sldId="2147483658"/>
              <pc:sldLayoutMk cId="2065862895" sldId="2147483673"/>
              <ac:spMk id="3" creationId="{3FB6FA27-6601-4107-A3C9-808CB4430246}"/>
            </ac:spMkLst>
          </pc:spChg>
          <pc:spChg chg="del">
            <ac:chgData name="Jenny Díaz Ramírez" userId="df7d83af-54c1-43f9-a4ec-fea9744b3563" providerId="ADAL" clId="{225523A6-6F73-41A0-8952-28FF3F5E5521}" dt="2025-02-18T16:05:51.590" v="694" actId="478"/>
            <ac:spMkLst>
              <pc:docMk/>
              <pc:sldMasterMk cId="3515892240" sldId="2147483658"/>
              <pc:sldLayoutMk cId="2065862895" sldId="2147483673"/>
              <ac:spMk id="4" creationId="{0919432A-F8B5-4A96-AEE6-2E159658D5DD}"/>
            </ac:spMkLst>
          </pc:spChg>
          <pc:spChg chg="add mod">
            <ac:chgData name="Jenny Díaz Ramírez" userId="df7d83af-54c1-43f9-a4ec-fea9744b3563" providerId="ADAL" clId="{225523A6-6F73-41A0-8952-28FF3F5E5521}" dt="2025-02-18T16:05:52.043" v="695"/>
            <ac:spMkLst>
              <pc:docMk/>
              <pc:sldMasterMk cId="3515892240" sldId="2147483658"/>
              <pc:sldLayoutMk cId="2065862895" sldId="2147483673"/>
              <ac:spMk id="5" creationId="{07ED84B2-8D8B-7233-E02D-4C3487E68CF7}"/>
            </ac:spMkLst>
          </pc:spChg>
          <pc:spChg chg="add mod">
            <ac:chgData name="Jenny Díaz Ramírez" userId="df7d83af-54c1-43f9-a4ec-fea9744b3563" providerId="ADAL" clId="{225523A6-6F73-41A0-8952-28FF3F5E5521}" dt="2025-02-18T16:05:52.043" v="695"/>
            <ac:spMkLst>
              <pc:docMk/>
              <pc:sldMasterMk cId="3515892240" sldId="2147483658"/>
              <pc:sldLayoutMk cId="2065862895" sldId="2147483673"/>
              <ac:spMk id="7" creationId="{9E6B6A1F-72F8-AAF9-AEA2-FE15E2BBEA36}"/>
            </ac:spMkLst>
          </pc:spChg>
        </pc:sldLayoutChg>
        <pc:sldLayoutChg chg="addSp delSp modSp mod">
          <pc:chgData name="Jenny Díaz Ramírez" userId="df7d83af-54c1-43f9-a4ec-fea9744b3563" providerId="ADAL" clId="{225523A6-6F73-41A0-8952-28FF3F5E5521}" dt="2025-02-18T16:05:43.544" v="691"/>
          <pc:sldLayoutMkLst>
            <pc:docMk/>
            <pc:sldMasterMk cId="3515892240" sldId="2147483658"/>
            <pc:sldLayoutMk cId="1447829211" sldId="2147483675"/>
          </pc:sldLayoutMkLst>
          <pc:spChg chg="del">
            <ac:chgData name="Jenny Díaz Ramírez" userId="df7d83af-54c1-43f9-a4ec-fea9744b3563" providerId="ADAL" clId="{225523A6-6F73-41A0-8952-28FF3F5E5521}" dt="2025-02-18T16:05:43.112" v="690" actId="478"/>
            <ac:spMkLst>
              <pc:docMk/>
              <pc:sldMasterMk cId="3515892240" sldId="2147483658"/>
              <pc:sldLayoutMk cId="1447829211" sldId="2147483675"/>
              <ac:spMk id="2" creationId="{8BB8B4FD-EE11-A5E2-8662-629979C3BD27}"/>
            </ac:spMkLst>
          </pc:spChg>
          <pc:spChg chg="del">
            <ac:chgData name="Jenny Díaz Ramírez" userId="df7d83af-54c1-43f9-a4ec-fea9744b3563" providerId="ADAL" clId="{225523A6-6F73-41A0-8952-28FF3F5E5521}" dt="2025-02-18T16:05:43.112" v="690" actId="478"/>
            <ac:spMkLst>
              <pc:docMk/>
              <pc:sldMasterMk cId="3515892240" sldId="2147483658"/>
              <pc:sldLayoutMk cId="1447829211" sldId="2147483675"/>
              <ac:spMk id="3" creationId="{9CFD7E6B-8BA7-35DB-BE61-5DF2483E56D9}"/>
            </ac:spMkLst>
          </pc:spChg>
          <pc:spChg chg="del">
            <ac:chgData name="Jenny Díaz Ramírez" userId="df7d83af-54c1-43f9-a4ec-fea9744b3563" providerId="ADAL" clId="{225523A6-6F73-41A0-8952-28FF3F5E5521}" dt="2025-02-18T16:05:43.112" v="690" actId="478"/>
            <ac:spMkLst>
              <pc:docMk/>
              <pc:sldMasterMk cId="3515892240" sldId="2147483658"/>
              <pc:sldLayoutMk cId="1447829211" sldId="2147483675"/>
              <ac:spMk id="4" creationId="{43FD86DC-D2BD-AECC-1A0A-3CE74BEE57C9}"/>
            </ac:spMkLst>
          </pc:spChg>
          <pc:spChg chg="add mod">
            <ac:chgData name="Jenny Díaz Ramírez" userId="df7d83af-54c1-43f9-a4ec-fea9744b3563" providerId="ADAL" clId="{225523A6-6F73-41A0-8952-28FF3F5E5521}" dt="2025-02-18T16:05:43.544" v="691"/>
            <ac:spMkLst>
              <pc:docMk/>
              <pc:sldMasterMk cId="3515892240" sldId="2147483658"/>
              <pc:sldLayoutMk cId="1447829211" sldId="2147483675"/>
              <ac:spMk id="5" creationId="{41BA1774-C98A-E186-A2DF-9DC9706F7F20}"/>
            </ac:spMkLst>
          </pc:spChg>
          <pc:spChg chg="add mod">
            <ac:chgData name="Jenny Díaz Ramírez" userId="df7d83af-54c1-43f9-a4ec-fea9744b3563" providerId="ADAL" clId="{225523A6-6F73-41A0-8952-28FF3F5E5521}" dt="2025-02-18T16:05:43.544" v="691"/>
            <ac:spMkLst>
              <pc:docMk/>
              <pc:sldMasterMk cId="3515892240" sldId="2147483658"/>
              <pc:sldLayoutMk cId="1447829211" sldId="2147483675"/>
              <ac:spMk id="6" creationId="{A0FF576D-9029-8634-B98B-684ADBAB1B53}"/>
            </ac:spMkLst>
          </pc:spChg>
        </pc:sldLayoutChg>
        <pc:sldLayoutChg chg="addSp delSp modSp mod">
          <pc:chgData name="Jenny Díaz Ramírez" userId="df7d83af-54c1-43f9-a4ec-fea9744b3563" providerId="ADAL" clId="{225523A6-6F73-41A0-8952-28FF3F5E5521}" dt="2025-02-18T16:05:11.160" v="681"/>
          <pc:sldLayoutMkLst>
            <pc:docMk/>
            <pc:sldMasterMk cId="3515892240" sldId="2147483658"/>
            <pc:sldLayoutMk cId="999130720" sldId="2147483682"/>
          </pc:sldLayoutMkLst>
          <pc:spChg chg="del">
            <ac:chgData name="Jenny Díaz Ramírez" userId="df7d83af-54c1-43f9-a4ec-fea9744b3563" providerId="ADAL" clId="{225523A6-6F73-41A0-8952-28FF3F5E5521}" dt="2025-02-18T16:05:10.717" v="680" actId="478"/>
            <ac:spMkLst>
              <pc:docMk/>
              <pc:sldMasterMk cId="3515892240" sldId="2147483658"/>
              <pc:sldLayoutMk cId="999130720" sldId="2147483682"/>
              <ac:spMk id="2" creationId="{B8E7A9BD-F162-7384-3111-26CE7D4945AF}"/>
            </ac:spMkLst>
          </pc:spChg>
          <pc:spChg chg="del">
            <ac:chgData name="Jenny Díaz Ramírez" userId="df7d83af-54c1-43f9-a4ec-fea9744b3563" providerId="ADAL" clId="{225523A6-6F73-41A0-8952-28FF3F5E5521}" dt="2025-02-18T16:05:10.717" v="680" actId="478"/>
            <ac:spMkLst>
              <pc:docMk/>
              <pc:sldMasterMk cId="3515892240" sldId="2147483658"/>
              <pc:sldLayoutMk cId="999130720" sldId="2147483682"/>
              <ac:spMk id="3" creationId="{D3659ACD-AA93-F09D-1EA3-C961DA2E29D5}"/>
            </ac:spMkLst>
          </pc:spChg>
          <pc:spChg chg="del">
            <ac:chgData name="Jenny Díaz Ramírez" userId="df7d83af-54c1-43f9-a4ec-fea9744b3563" providerId="ADAL" clId="{225523A6-6F73-41A0-8952-28FF3F5E5521}" dt="2025-02-18T16:05:10.717" v="680" actId="478"/>
            <ac:spMkLst>
              <pc:docMk/>
              <pc:sldMasterMk cId="3515892240" sldId="2147483658"/>
              <pc:sldLayoutMk cId="999130720" sldId="2147483682"/>
              <ac:spMk id="4" creationId="{61A49C7E-58DD-E07A-BB14-2F2606BA9D67}"/>
            </ac:spMkLst>
          </pc:spChg>
          <pc:spChg chg="add mod">
            <ac:chgData name="Jenny Díaz Ramírez" userId="df7d83af-54c1-43f9-a4ec-fea9744b3563" providerId="ADAL" clId="{225523A6-6F73-41A0-8952-28FF3F5E5521}" dt="2025-02-18T16:05:11.160" v="681"/>
            <ac:spMkLst>
              <pc:docMk/>
              <pc:sldMasterMk cId="3515892240" sldId="2147483658"/>
              <pc:sldLayoutMk cId="999130720" sldId="2147483682"/>
              <ac:spMk id="5" creationId="{08C2119F-6A34-7C77-85A1-A7BF66FDA4EE}"/>
            </ac:spMkLst>
          </pc:spChg>
          <pc:spChg chg="add mod">
            <ac:chgData name="Jenny Díaz Ramírez" userId="df7d83af-54c1-43f9-a4ec-fea9744b3563" providerId="ADAL" clId="{225523A6-6F73-41A0-8952-28FF3F5E5521}" dt="2025-02-18T16:05:11.160" v="681"/>
            <ac:spMkLst>
              <pc:docMk/>
              <pc:sldMasterMk cId="3515892240" sldId="2147483658"/>
              <pc:sldLayoutMk cId="999130720" sldId="2147483682"/>
              <ac:spMk id="6" creationId="{5C511E8B-C39A-CE1B-539D-53E00468EFAB}"/>
            </ac:spMkLst>
          </pc:spChg>
        </pc:sldLayoutChg>
        <pc:sldLayoutChg chg="addSp delSp modSp mod">
          <pc:chgData name="Jenny Díaz Ramírez" userId="df7d83af-54c1-43f9-a4ec-fea9744b3563" providerId="ADAL" clId="{225523A6-6F73-41A0-8952-28FF3F5E5521}" dt="2025-02-18T16:05:47.659" v="693"/>
          <pc:sldLayoutMkLst>
            <pc:docMk/>
            <pc:sldMasterMk cId="3515892240" sldId="2147483658"/>
            <pc:sldLayoutMk cId="3401310734" sldId="2147483684"/>
          </pc:sldLayoutMkLst>
          <pc:spChg chg="del">
            <ac:chgData name="Jenny Díaz Ramírez" userId="df7d83af-54c1-43f9-a4ec-fea9744b3563" providerId="ADAL" clId="{225523A6-6F73-41A0-8952-28FF3F5E5521}" dt="2025-02-18T16:05:47.142" v="692" actId="478"/>
            <ac:spMkLst>
              <pc:docMk/>
              <pc:sldMasterMk cId="3515892240" sldId="2147483658"/>
              <pc:sldLayoutMk cId="3401310734" sldId="2147483684"/>
              <ac:spMk id="2" creationId="{9B2411D2-78FE-46C1-9EA9-C6A882903B53}"/>
            </ac:spMkLst>
          </pc:spChg>
          <pc:spChg chg="del">
            <ac:chgData name="Jenny Díaz Ramírez" userId="df7d83af-54c1-43f9-a4ec-fea9744b3563" providerId="ADAL" clId="{225523A6-6F73-41A0-8952-28FF3F5E5521}" dt="2025-02-18T16:05:47.142" v="692" actId="478"/>
            <ac:spMkLst>
              <pc:docMk/>
              <pc:sldMasterMk cId="3515892240" sldId="2147483658"/>
              <pc:sldLayoutMk cId="3401310734" sldId="2147483684"/>
              <ac:spMk id="3" creationId="{C04DAF8F-82DB-4DBE-9041-71217A4516CB}"/>
            </ac:spMkLst>
          </pc:spChg>
          <pc:spChg chg="del">
            <ac:chgData name="Jenny Díaz Ramírez" userId="df7d83af-54c1-43f9-a4ec-fea9744b3563" providerId="ADAL" clId="{225523A6-6F73-41A0-8952-28FF3F5E5521}" dt="2025-02-18T16:05:47.142" v="692" actId="478"/>
            <ac:spMkLst>
              <pc:docMk/>
              <pc:sldMasterMk cId="3515892240" sldId="2147483658"/>
              <pc:sldLayoutMk cId="3401310734" sldId="2147483684"/>
              <ac:spMk id="4" creationId="{782F761B-6706-439D-9C75-43E751AB195C}"/>
            </ac:spMkLst>
          </pc:spChg>
          <pc:spChg chg="add mod">
            <ac:chgData name="Jenny Díaz Ramírez" userId="df7d83af-54c1-43f9-a4ec-fea9744b3563" providerId="ADAL" clId="{225523A6-6F73-41A0-8952-28FF3F5E5521}" dt="2025-02-18T16:05:47.659" v="693"/>
            <ac:spMkLst>
              <pc:docMk/>
              <pc:sldMasterMk cId="3515892240" sldId="2147483658"/>
              <pc:sldLayoutMk cId="3401310734" sldId="2147483684"/>
              <ac:spMk id="5" creationId="{E866562F-CF57-7E9B-9B0E-0E36F9CF15AA}"/>
            </ac:spMkLst>
          </pc:spChg>
          <pc:spChg chg="add mod">
            <ac:chgData name="Jenny Díaz Ramírez" userId="df7d83af-54c1-43f9-a4ec-fea9744b3563" providerId="ADAL" clId="{225523A6-6F73-41A0-8952-28FF3F5E5521}" dt="2025-02-18T16:05:47.659" v="693"/>
            <ac:spMkLst>
              <pc:docMk/>
              <pc:sldMasterMk cId="3515892240" sldId="2147483658"/>
              <pc:sldLayoutMk cId="3401310734" sldId="2147483684"/>
              <ac:spMk id="6" creationId="{0FB0463E-BD5E-AFFF-B9FE-5C46220CC5F6}"/>
            </ac:spMkLst>
          </pc:spChg>
        </pc:sldLayoutChg>
        <pc:sldLayoutChg chg="addSp delSp modSp mod">
          <pc:chgData name="Jenny Díaz Ramírez" userId="df7d83af-54c1-43f9-a4ec-fea9744b3563" providerId="ADAL" clId="{225523A6-6F73-41A0-8952-28FF3F5E5521}" dt="2025-02-18T16:05:38.896" v="689"/>
          <pc:sldLayoutMkLst>
            <pc:docMk/>
            <pc:sldMasterMk cId="3515892240" sldId="2147483658"/>
            <pc:sldLayoutMk cId="2550425395" sldId="2147483685"/>
          </pc:sldLayoutMkLst>
          <pc:spChg chg="del">
            <ac:chgData name="Jenny Díaz Ramírez" userId="df7d83af-54c1-43f9-a4ec-fea9744b3563" providerId="ADAL" clId="{225523A6-6F73-41A0-8952-28FF3F5E5521}" dt="2025-02-18T16:04:49.281" v="676" actId="478"/>
            <ac:spMkLst>
              <pc:docMk/>
              <pc:sldMasterMk cId="3515892240" sldId="2147483658"/>
              <pc:sldLayoutMk cId="2550425395" sldId="2147483685"/>
              <ac:spMk id="2" creationId="{4914D182-A7DD-4F7B-B207-262854316EDA}"/>
            </ac:spMkLst>
          </pc:spChg>
          <pc:spChg chg="del">
            <ac:chgData name="Jenny Díaz Ramírez" userId="df7d83af-54c1-43f9-a4ec-fea9744b3563" providerId="ADAL" clId="{225523A6-6F73-41A0-8952-28FF3F5E5521}" dt="2025-02-18T16:04:41.467" v="673" actId="478"/>
            <ac:spMkLst>
              <pc:docMk/>
              <pc:sldMasterMk cId="3515892240" sldId="2147483658"/>
              <pc:sldLayoutMk cId="2550425395" sldId="2147483685"/>
              <ac:spMk id="3" creationId="{10B29252-5D0B-4B9D-9FBD-8EC0929FE096}"/>
            </ac:spMkLst>
          </pc:spChg>
          <pc:spChg chg="del">
            <ac:chgData name="Jenny Díaz Ramírez" userId="df7d83af-54c1-43f9-a4ec-fea9744b3563" providerId="ADAL" clId="{225523A6-6F73-41A0-8952-28FF3F5E5521}" dt="2025-02-18T16:04:42.656" v="674" actId="478"/>
            <ac:spMkLst>
              <pc:docMk/>
              <pc:sldMasterMk cId="3515892240" sldId="2147483658"/>
              <pc:sldLayoutMk cId="2550425395" sldId="2147483685"/>
              <ac:spMk id="4" creationId="{5BB4FEF6-E217-4110-BBF5-C4B77ADC8457}"/>
            </ac:spMkLst>
          </pc:spChg>
          <pc:spChg chg="add del mod">
            <ac:chgData name="Jenny Díaz Ramírez" userId="df7d83af-54c1-43f9-a4ec-fea9744b3563" providerId="ADAL" clId="{225523A6-6F73-41A0-8952-28FF3F5E5521}" dt="2025-02-18T16:05:38.279" v="688" actId="478"/>
            <ac:spMkLst>
              <pc:docMk/>
              <pc:sldMasterMk cId="3515892240" sldId="2147483658"/>
              <pc:sldLayoutMk cId="2550425395" sldId="2147483685"/>
              <ac:spMk id="5" creationId="{DB005311-388A-5ADF-C5C7-EC5CC7EED42F}"/>
            </ac:spMkLst>
          </pc:spChg>
          <pc:spChg chg="add del mod">
            <ac:chgData name="Jenny Díaz Ramírez" userId="df7d83af-54c1-43f9-a4ec-fea9744b3563" providerId="ADAL" clId="{225523A6-6F73-41A0-8952-28FF3F5E5521}" dt="2025-02-18T16:05:38.279" v="688" actId="478"/>
            <ac:spMkLst>
              <pc:docMk/>
              <pc:sldMasterMk cId="3515892240" sldId="2147483658"/>
              <pc:sldLayoutMk cId="2550425395" sldId="2147483685"/>
              <ac:spMk id="6" creationId="{1432351B-BFE0-E04B-C414-A75DB08F4598}"/>
            </ac:spMkLst>
          </pc:spChg>
          <pc:spChg chg="add mod">
            <ac:chgData name="Jenny Díaz Ramírez" userId="df7d83af-54c1-43f9-a4ec-fea9744b3563" providerId="ADAL" clId="{225523A6-6F73-41A0-8952-28FF3F5E5521}" dt="2025-02-18T16:05:38.896" v="689"/>
            <ac:spMkLst>
              <pc:docMk/>
              <pc:sldMasterMk cId="3515892240" sldId="2147483658"/>
              <pc:sldLayoutMk cId="2550425395" sldId="2147483685"/>
              <ac:spMk id="7" creationId="{E351A506-2DE6-1BE4-A027-190498653D51}"/>
            </ac:spMkLst>
          </pc:spChg>
          <pc:spChg chg="add mod">
            <ac:chgData name="Jenny Díaz Ramírez" userId="df7d83af-54c1-43f9-a4ec-fea9744b3563" providerId="ADAL" clId="{225523A6-6F73-41A0-8952-28FF3F5E5521}" dt="2025-02-18T16:05:38.896" v="689"/>
            <ac:spMkLst>
              <pc:docMk/>
              <pc:sldMasterMk cId="3515892240" sldId="2147483658"/>
              <pc:sldLayoutMk cId="2550425395" sldId="2147483685"/>
              <ac:spMk id="8" creationId="{57E4D5CC-AFB2-0FAA-9D8E-FF7B77173789}"/>
            </ac:spMkLst>
          </pc:spChg>
        </pc:sldLayoutChg>
        <pc:sldLayoutChg chg="delSp mod">
          <pc:chgData name="Jenny Díaz Ramírez" userId="df7d83af-54c1-43f9-a4ec-fea9744b3563" providerId="ADAL" clId="{225523A6-6F73-41A0-8952-28FF3F5E5521}" dt="2025-02-18T16:05:00.383" v="677" actId="478"/>
          <pc:sldLayoutMkLst>
            <pc:docMk/>
            <pc:sldMasterMk cId="3515892240" sldId="2147483658"/>
            <pc:sldLayoutMk cId="4227948718" sldId="2147483688"/>
          </pc:sldLayoutMkLst>
          <pc:spChg chg="del">
            <ac:chgData name="Jenny Díaz Ramírez" userId="df7d83af-54c1-43f9-a4ec-fea9744b3563" providerId="ADAL" clId="{225523A6-6F73-41A0-8952-28FF3F5E5521}" dt="2025-02-18T16:05:00.383" v="677" actId="478"/>
            <ac:spMkLst>
              <pc:docMk/>
              <pc:sldMasterMk cId="3515892240" sldId="2147483658"/>
              <pc:sldLayoutMk cId="4227948718" sldId="2147483688"/>
              <ac:spMk id="2" creationId="{F0FA07F3-F8E4-4505-85EC-22734AC68792}"/>
            </ac:spMkLst>
          </pc:spChg>
        </pc:sldLayoutChg>
        <pc:sldLayoutChg chg="addSp delSp modSp mod">
          <pc:chgData name="Jenny Díaz Ramírez" userId="df7d83af-54c1-43f9-a4ec-fea9744b3563" providerId="ADAL" clId="{225523A6-6F73-41A0-8952-28FF3F5E5521}" dt="2025-02-18T16:05:07.064" v="679"/>
          <pc:sldLayoutMkLst>
            <pc:docMk/>
            <pc:sldMasterMk cId="3515892240" sldId="2147483658"/>
            <pc:sldLayoutMk cId="306013587" sldId="2147483692"/>
          </pc:sldLayoutMkLst>
          <pc:spChg chg="del">
            <ac:chgData name="Jenny Díaz Ramírez" userId="df7d83af-54c1-43f9-a4ec-fea9744b3563" providerId="ADAL" clId="{225523A6-6F73-41A0-8952-28FF3F5E5521}" dt="2025-02-18T16:05:06.565" v="678" actId="478"/>
            <ac:spMkLst>
              <pc:docMk/>
              <pc:sldMasterMk cId="3515892240" sldId="2147483658"/>
              <pc:sldLayoutMk cId="306013587" sldId="2147483692"/>
              <ac:spMk id="2" creationId="{EC45E38A-5516-4C3E-88FC-0DCBD876054B}"/>
            </ac:spMkLst>
          </pc:spChg>
          <pc:spChg chg="del">
            <ac:chgData name="Jenny Díaz Ramírez" userId="df7d83af-54c1-43f9-a4ec-fea9744b3563" providerId="ADAL" clId="{225523A6-6F73-41A0-8952-28FF3F5E5521}" dt="2025-02-18T16:05:06.565" v="678" actId="478"/>
            <ac:spMkLst>
              <pc:docMk/>
              <pc:sldMasterMk cId="3515892240" sldId="2147483658"/>
              <pc:sldLayoutMk cId="306013587" sldId="2147483692"/>
              <ac:spMk id="5" creationId="{14225273-038D-4F51-A093-83D80104F21A}"/>
            </ac:spMkLst>
          </pc:spChg>
          <pc:spChg chg="del">
            <ac:chgData name="Jenny Díaz Ramírez" userId="df7d83af-54c1-43f9-a4ec-fea9744b3563" providerId="ADAL" clId="{225523A6-6F73-41A0-8952-28FF3F5E5521}" dt="2025-02-18T16:05:06.565" v="678" actId="478"/>
            <ac:spMkLst>
              <pc:docMk/>
              <pc:sldMasterMk cId="3515892240" sldId="2147483658"/>
              <pc:sldLayoutMk cId="306013587" sldId="2147483692"/>
              <ac:spMk id="6" creationId="{C7F24E14-E0E0-44FA-A4AA-FA63A858730C}"/>
            </ac:spMkLst>
          </pc:spChg>
          <pc:spChg chg="add mod">
            <ac:chgData name="Jenny Díaz Ramírez" userId="df7d83af-54c1-43f9-a4ec-fea9744b3563" providerId="ADAL" clId="{225523A6-6F73-41A0-8952-28FF3F5E5521}" dt="2025-02-18T16:05:07.064" v="679"/>
            <ac:spMkLst>
              <pc:docMk/>
              <pc:sldMasterMk cId="3515892240" sldId="2147483658"/>
              <pc:sldLayoutMk cId="306013587" sldId="2147483692"/>
              <ac:spMk id="7" creationId="{377971B6-2B51-6E6C-7DAA-8F22F984568B}"/>
            </ac:spMkLst>
          </pc:spChg>
          <pc:spChg chg="add mod">
            <ac:chgData name="Jenny Díaz Ramírez" userId="df7d83af-54c1-43f9-a4ec-fea9744b3563" providerId="ADAL" clId="{225523A6-6F73-41A0-8952-28FF3F5E5521}" dt="2025-02-18T16:05:07.064" v="679"/>
            <ac:spMkLst>
              <pc:docMk/>
              <pc:sldMasterMk cId="3515892240" sldId="2147483658"/>
              <pc:sldLayoutMk cId="306013587" sldId="2147483692"/>
              <ac:spMk id="8" creationId="{F768339B-7146-0418-03C4-BB1AFA16E74E}"/>
            </ac:spMkLst>
          </pc:spChg>
        </pc:sldLayoutChg>
        <pc:sldLayoutChg chg="addSp delSp modSp mod">
          <pc:chgData name="Jenny Díaz Ramírez" userId="df7d83af-54c1-43f9-a4ec-fea9744b3563" providerId="ADAL" clId="{225523A6-6F73-41A0-8952-28FF3F5E5521}" dt="2025-02-18T16:07:56.946" v="714"/>
          <pc:sldLayoutMkLst>
            <pc:docMk/>
            <pc:sldMasterMk cId="3515892240" sldId="2147483658"/>
            <pc:sldLayoutMk cId="161733636" sldId="2147483696"/>
          </pc:sldLayoutMkLst>
          <pc:spChg chg="del">
            <ac:chgData name="Jenny Díaz Ramírez" userId="df7d83af-54c1-43f9-a4ec-fea9744b3563" providerId="ADAL" clId="{225523A6-6F73-41A0-8952-28FF3F5E5521}" dt="2025-02-18T16:05:16.432" v="682" actId="478"/>
            <ac:spMkLst>
              <pc:docMk/>
              <pc:sldMasterMk cId="3515892240" sldId="2147483658"/>
              <pc:sldLayoutMk cId="161733636" sldId="2147483696"/>
              <ac:spMk id="4" creationId="{00000000-0000-0000-0000-000000000000}"/>
            </ac:spMkLst>
          </pc:spChg>
          <pc:spChg chg="del">
            <ac:chgData name="Jenny Díaz Ramírez" userId="df7d83af-54c1-43f9-a4ec-fea9744b3563" providerId="ADAL" clId="{225523A6-6F73-41A0-8952-28FF3F5E5521}" dt="2025-02-18T16:05:16.432" v="682" actId="478"/>
            <ac:spMkLst>
              <pc:docMk/>
              <pc:sldMasterMk cId="3515892240" sldId="2147483658"/>
              <pc:sldLayoutMk cId="161733636" sldId="2147483696"/>
              <ac:spMk id="5" creationId="{00000000-0000-0000-0000-000000000000}"/>
            </ac:spMkLst>
          </pc:spChg>
          <pc:spChg chg="del">
            <ac:chgData name="Jenny Díaz Ramírez" userId="df7d83af-54c1-43f9-a4ec-fea9744b3563" providerId="ADAL" clId="{225523A6-6F73-41A0-8952-28FF3F5E5521}" dt="2025-02-18T16:05:16.432" v="682" actId="478"/>
            <ac:spMkLst>
              <pc:docMk/>
              <pc:sldMasterMk cId="3515892240" sldId="2147483658"/>
              <pc:sldLayoutMk cId="161733636" sldId="2147483696"/>
              <ac:spMk id="6" creationId="{00000000-0000-0000-0000-000000000000}"/>
            </ac:spMkLst>
          </pc:spChg>
          <pc:spChg chg="add mod">
            <ac:chgData name="Jenny Díaz Ramírez" userId="df7d83af-54c1-43f9-a4ec-fea9744b3563" providerId="ADAL" clId="{225523A6-6F73-41A0-8952-28FF3F5E5521}" dt="2025-02-18T16:05:16.930" v="683"/>
            <ac:spMkLst>
              <pc:docMk/>
              <pc:sldMasterMk cId="3515892240" sldId="2147483658"/>
              <pc:sldLayoutMk cId="161733636" sldId="2147483696"/>
              <ac:spMk id="7" creationId="{44E204E6-68EA-4874-1E52-AB0B2BB0AB74}"/>
            </ac:spMkLst>
          </pc:spChg>
          <pc:spChg chg="add mod">
            <ac:chgData name="Jenny Díaz Ramírez" userId="df7d83af-54c1-43f9-a4ec-fea9744b3563" providerId="ADAL" clId="{225523A6-6F73-41A0-8952-28FF3F5E5521}" dt="2025-02-18T16:05:16.930" v="683"/>
            <ac:spMkLst>
              <pc:docMk/>
              <pc:sldMasterMk cId="3515892240" sldId="2147483658"/>
              <pc:sldLayoutMk cId="161733636" sldId="2147483696"/>
              <ac:spMk id="8" creationId="{50424AAC-6138-BFF1-04F6-F28E49736F33}"/>
            </ac:spMkLst>
          </pc:spChg>
          <pc:spChg chg="mod">
            <ac:chgData name="Jenny Díaz Ramírez" userId="df7d83af-54c1-43f9-a4ec-fea9744b3563" providerId="ADAL" clId="{225523A6-6F73-41A0-8952-28FF3F5E5521}" dt="2025-02-18T16:07:56.946" v="714"/>
            <ac:spMkLst>
              <pc:docMk/>
              <pc:sldMasterMk cId="3515892240" sldId="2147483658"/>
              <pc:sldLayoutMk cId="161733636" sldId="2147483696"/>
              <ac:spMk id="10" creationId="{F1AE2762-D6C9-84E7-3984-E9F40B8ABAFE}"/>
            </ac:spMkLst>
          </pc:spChg>
          <pc:spChg chg="mod">
            <ac:chgData name="Jenny Díaz Ramírez" userId="df7d83af-54c1-43f9-a4ec-fea9744b3563" providerId="ADAL" clId="{225523A6-6F73-41A0-8952-28FF3F5E5521}" dt="2025-02-18T16:07:56.946" v="714"/>
            <ac:spMkLst>
              <pc:docMk/>
              <pc:sldMasterMk cId="3515892240" sldId="2147483658"/>
              <pc:sldLayoutMk cId="161733636" sldId="2147483696"/>
              <ac:spMk id="11" creationId="{BE1B31A1-9843-E866-5B34-64EA9EFAF238}"/>
            </ac:spMkLst>
          </pc:spChg>
          <pc:spChg chg="mod">
            <ac:chgData name="Jenny Díaz Ramírez" userId="df7d83af-54c1-43f9-a4ec-fea9744b3563" providerId="ADAL" clId="{225523A6-6F73-41A0-8952-28FF3F5E5521}" dt="2025-02-18T16:07:56.946" v="714"/>
            <ac:spMkLst>
              <pc:docMk/>
              <pc:sldMasterMk cId="3515892240" sldId="2147483658"/>
              <pc:sldLayoutMk cId="161733636" sldId="2147483696"/>
              <ac:spMk id="12" creationId="{525E9B94-1209-184D-EE0D-05E45C51FFE4}"/>
            </ac:spMkLst>
          </pc:spChg>
          <pc:grpChg chg="add mod">
            <ac:chgData name="Jenny Díaz Ramírez" userId="df7d83af-54c1-43f9-a4ec-fea9744b3563" providerId="ADAL" clId="{225523A6-6F73-41A0-8952-28FF3F5E5521}" dt="2025-02-18T16:07:56.946" v="714"/>
            <ac:grpSpMkLst>
              <pc:docMk/>
              <pc:sldMasterMk cId="3515892240" sldId="2147483658"/>
              <pc:sldLayoutMk cId="161733636" sldId="2147483696"/>
              <ac:grpSpMk id="9" creationId="{1BC00EA1-213D-C637-4EF1-241025593C9F}"/>
            </ac:grpSpMkLst>
          </pc:grpChg>
        </pc:sldLayoutChg>
        <pc:sldLayoutChg chg="addSp delSp modSp mod">
          <pc:chgData name="Jenny Díaz Ramírez" userId="df7d83af-54c1-43f9-a4ec-fea9744b3563" providerId="ADAL" clId="{225523A6-6F73-41A0-8952-28FF3F5E5521}" dt="2025-02-18T16:05:21.401" v="685"/>
          <pc:sldLayoutMkLst>
            <pc:docMk/>
            <pc:sldMasterMk cId="3515892240" sldId="2147483658"/>
            <pc:sldLayoutMk cId="4161254587" sldId="2147483697"/>
          </pc:sldLayoutMkLst>
          <pc:spChg chg="del">
            <ac:chgData name="Jenny Díaz Ramírez" userId="df7d83af-54c1-43f9-a4ec-fea9744b3563" providerId="ADAL" clId="{225523A6-6F73-41A0-8952-28FF3F5E5521}" dt="2025-02-18T16:05:20.880" v="684" actId="478"/>
            <ac:spMkLst>
              <pc:docMk/>
              <pc:sldMasterMk cId="3515892240" sldId="2147483658"/>
              <pc:sldLayoutMk cId="4161254587" sldId="2147483697"/>
              <ac:spMk id="3" creationId="{9CAF00A3-1058-4FA9-A985-03711701054C}"/>
            </ac:spMkLst>
          </pc:spChg>
          <pc:spChg chg="del">
            <ac:chgData name="Jenny Díaz Ramírez" userId="df7d83af-54c1-43f9-a4ec-fea9744b3563" providerId="ADAL" clId="{225523A6-6F73-41A0-8952-28FF3F5E5521}" dt="2025-02-18T16:05:20.880" v="684" actId="478"/>
            <ac:spMkLst>
              <pc:docMk/>
              <pc:sldMasterMk cId="3515892240" sldId="2147483658"/>
              <pc:sldLayoutMk cId="4161254587" sldId="2147483697"/>
              <ac:spMk id="4" creationId="{A00F60BE-20E1-40C5-85E7-AEAABD0C0DE6}"/>
            </ac:spMkLst>
          </pc:spChg>
          <pc:spChg chg="del">
            <ac:chgData name="Jenny Díaz Ramírez" userId="df7d83af-54c1-43f9-a4ec-fea9744b3563" providerId="ADAL" clId="{225523A6-6F73-41A0-8952-28FF3F5E5521}" dt="2025-02-18T16:05:20.880" v="684" actId="478"/>
            <ac:spMkLst>
              <pc:docMk/>
              <pc:sldMasterMk cId="3515892240" sldId="2147483658"/>
              <pc:sldLayoutMk cId="4161254587" sldId="2147483697"/>
              <ac:spMk id="5" creationId="{05DC939B-94C9-4FF9-B0C8-1149DEFA6CF8}"/>
            </ac:spMkLst>
          </pc:spChg>
          <pc:spChg chg="add mod">
            <ac:chgData name="Jenny Díaz Ramírez" userId="df7d83af-54c1-43f9-a4ec-fea9744b3563" providerId="ADAL" clId="{225523A6-6F73-41A0-8952-28FF3F5E5521}" dt="2025-02-18T16:05:21.401" v="685"/>
            <ac:spMkLst>
              <pc:docMk/>
              <pc:sldMasterMk cId="3515892240" sldId="2147483658"/>
              <pc:sldLayoutMk cId="4161254587" sldId="2147483697"/>
              <ac:spMk id="6" creationId="{91179740-C0E4-6440-BB9C-C2FFB234F4E8}"/>
            </ac:spMkLst>
          </pc:spChg>
          <pc:spChg chg="add mod">
            <ac:chgData name="Jenny Díaz Ramírez" userId="df7d83af-54c1-43f9-a4ec-fea9744b3563" providerId="ADAL" clId="{225523A6-6F73-41A0-8952-28FF3F5E5521}" dt="2025-02-18T16:05:21.401" v="685"/>
            <ac:spMkLst>
              <pc:docMk/>
              <pc:sldMasterMk cId="3515892240" sldId="2147483658"/>
              <pc:sldLayoutMk cId="4161254587" sldId="2147483697"/>
              <ac:spMk id="7" creationId="{4DD0F138-6D91-E514-22F2-1575794430BC}"/>
            </ac:spMkLst>
          </pc:spChg>
        </pc:sldLayoutChg>
        <pc:sldLayoutChg chg="addSp delSp modSp mod">
          <pc:chgData name="Jenny Díaz Ramírez" userId="df7d83af-54c1-43f9-a4ec-fea9744b3563" providerId="ADAL" clId="{225523A6-6F73-41A0-8952-28FF3F5E5521}" dt="2025-02-18T16:05:33.204" v="687"/>
          <pc:sldLayoutMkLst>
            <pc:docMk/>
            <pc:sldMasterMk cId="3515892240" sldId="2147483658"/>
            <pc:sldLayoutMk cId="779080894" sldId="2147483698"/>
          </pc:sldLayoutMkLst>
          <pc:spChg chg="del">
            <ac:chgData name="Jenny Díaz Ramírez" userId="df7d83af-54c1-43f9-a4ec-fea9744b3563" providerId="ADAL" clId="{225523A6-6F73-41A0-8952-28FF3F5E5521}" dt="2025-02-18T16:05:32.675" v="686" actId="478"/>
            <ac:spMkLst>
              <pc:docMk/>
              <pc:sldMasterMk cId="3515892240" sldId="2147483658"/>
              <pc:sldLayoutMk cId="779080894" sldId="2147483698"/>
              <ac:spMk id="2" creationId="{8BB8B4FD-EE11-A5E2-8662-629979C3BD27}"/>
            </ac:spMkLst>
          </pc:spChg>
          <pc:spChg chg="del">
            <ac:chgData name="Jenny Díaz Ramírez" userId="df7d83af-54c1-43f9-a4ec-fea9744b3563" providerId="ADAL" clId="{225523A6-6F73-41A0-8952-28FF3F5E5521}" dt="2025-02-18T16:05:32.675" v="686" actId="478"/>
            <ac:spMkLst>
              <pc:docMk/>
              <pc:sldMasterMk cId="3515892240" sldId="2147483658"/>
              <pc:sldLayoutMk cId="779080894" sldId="2147483698"/>
              <ac:spMk id="3" creationId="{9CFD7E6B-8BA7-35DB-BE61-5DF2483E56D9}"/>
            </ac:spMkLst>
          </pc:spChg>
          <pc:spChg chg="del">
            <ac:chgData name="Jenny Díaz Ramírez" userId="df7d83af-54c1-43f9-a4ec-fea9744b3563" providerId="ADAL" clId="{225523A6-6F73-41A0-8952-28FF3F5E5521}" dt="2025-02-18T16:05:32.675" v="686" actId="478"/>
            <ac:spMkLst>
              <pc:docMk/>
              <pc:sldMasterMk cId="3515892240" sldId="2147483658"/>
              <pc:sldLayoutMk cId="779080894" sldId="2147483698"/>
              <ac:spMk id="4" creationId="{43FD86DC-D2BD-AECC-1A0A-3CE74BEE57C9}"/>
            </ac:spMkLst>
          </pc:spChg>
          <pc:spChg chg="add mod">
            <ac:chgData name="Jenny Díaz Ramírez" userId="df7d83af-54c1-43f9-a4ec-fea9744b3563" providerId="ADAL" clId="{225523A6-6F73-41A0-8952-28FF3F5E5521}" dt="2025-02-18T16:05:33.204" v="687"/>
            <ac:spMkLst>
              <pc:docMk/>
              <pc:sldMasterMk cId="3515892240" sldId="2147483658"/>
              <pc:sldLayoutMk cId="779080894" sldId="2147483698"/>
              <ac:spMk id="5" creationId="{82BAE0B6-A1BF-7836-E3F9-2682969B912A}"/>
            </ac:spMkLst>
          </pc:spChg>
          <pc:spChg chg="add mod">
            <ac:chgData name="Jenny Díaz Ramírez" userId="df7d83af-54c1-43f9-a4ec-fea9744b3563" providerId="ADAL" clId="{225523A6-6F73-41A0-8952-28FF3F5E5521}" dt="2025-02-18T16:05:33.204" v="687"/>
            <ac:spMkLst>
              <pc:docMk/>
              <pc:sldMasterMk cId="3515892240" sldId="2147483658"/>
              <pc:sldLayoutMk cId="779080894" sldId="2147483698"/>
              <ac:spMk id="6" creationId="{6D8D671D-9B0E-1BDE-C4CD-656F732908E7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10F7B-1915-42CA-B220-50376FC19720}" type="doc">
      <dgm:prSet loTypeId="urn:microsoft.com/office/officeart/2008/layout/PictureStrip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5B5D258-C2FD-4375-8ABD-7890F4463431}">
      <dgm:prSet/>
      <dgm:spPr/>
      <dgm:t>
        <a:bodyPr/>
        <a:lstStyle/>
        <a:p>
          <a:r>
            <a:rPr lang="en-US" dirty="0" err="1">
              <a:latin typeface="Aptos" panose="020B0004020202020204" pitchFamily="34" charset="0"/>
            </a:rPr>
            <a:t>Proporcionalidad</a:t>
          </a:r>
          <a:endParaRPr lang="en-US" dirty="0">
            <a:latin typeface="Aptos" panose="020B0004020202020204" pitchFamily="34" charset="0"/>
          </a:endParaRPr>
        </a:p>
      </dgm:t>
    </dgm:pt>
    <dgm:pt modelId="{EE20D771-705E-43DF-882C-D00E5879BADD}" type="parTrans" cxnId="{52FD7141-D2EB-4E7F-AD68-4A03D4C408EB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F7DEBC6A-4496-433B-B2BD-D648CCCCEEAE}" type="sibTrans" cxnId="{52FD7141-D2EB-4E7F-AD68-4A03D4C408EB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56A6B6C-99CE-4BE4-8BBA-61EE7B836328}">
      <dgm:prSet custT="1"/>
      <dgm:spPr/>
      <dgm:t>
        <a:bodyPr/>
        <a:lstStyle/>
        <a:p>
          <a:r>
            <a:rPr lang="en-US" sz="2000" dirty="0" err="1">
              <a:latin typeface="Aptos" panose="020B0004020202020204" pitchFamily="34" charset="0"/>
            </a:rPr>
            <a:t>Único</a:t>
          </a:r>
          <a:r>
            <a:rPr lang="en-US" sz="2000" dirty="0">
              <a:latin typeface="Aptos" panose="020B0004020202020204" pitchFamily="34" charset="0"/>
            </a:rPr>
            <a:t> exponent </a:t>
          </a:r>
          <a:r>
            <a:rPr lang="en-US" sz="2000" dirty="0" err="1">
              <a:latin typeface="Aptos" panose="020B0004020202020204" pitchFamily="34" charset="0"/>
            </a:rPr>
            <a:t>permitido</a:t>
          </a:r>
          <a:r>
            <a:rPr lang="en-US" sz="2000" dirty="0">
              <a:latin typeface="Aptos" panose="020B0004020202020204" pitchFamily="34" charset="0"/>
            </a:rPr>
            <a:t> </a:t>
          </a:r>
          <a:r>
            <a:rPr lang="en-US" sz="2000" dirty="0" err="1">
              <a:latin typeface="Aptos" panose="020B0004020202020204" pitchFamily="34" charset="0"/>
            </a:rPr>
            <a:t>en</a:t>
          </a:r>
          <a:r>
            <a:rPr lang="en-US" sz="2000" dirty="0">
              <a:latin typeface="Aptos" panose="020B0004020202020204" pitchFamily="34" charset="0"/>
            </a:rPr>
            <a:t> las variables: 1</a:t>
          </a:r>
        </a:p>
      </dgm:t>
    </dgm:pt>
    <dgm:pt modelId="{004A2091-7435-4D9E-ABDF-DBC70E15330A}" type="parTrans" cxnId="{5D0A7CBB-23FF-46BB-9B5E-A25BE9D0ADC2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4F48195-CF4E-4B80-8706-C90BF4D86062}" type="sibTrans" cxnId="{5D0A7CBB-23FF-46BB-9B5E-A25BE9D0ADC2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5A7FE3F4-29C4-4DD4-85CA-6DB52FB07FD5}">
      <dgm:prSet/>
      <dgm:spPr/>
      <dgm:t>
        <a:bodyPr/>
        <a:lstStyle/>
        <a:p>
          <a:r>
            <a:rPr lang="en-US" dirty="0" err="1">
              <a:latin typeface="Aptos" panose="020B0004020202020204" pitchFamily="34" charset="0"/>
            </a:rPr>
            <a:t>Additividad</a:t>
          </a:r>
          <a:endParaRPr lang="en-US" dirty="0">
            <a:latin typeface="Aptos" panose="020B0004020202020204" pitchFamily="34" charset="0"/>
          </a:endParaRPr>
        </a:p>
      </dgm:t>
    </dgm:pt>
    <dgm:pt modelId="{AFB87A70-211B-44BF-9772-033DC3CA37EA}" type="parTrans" cxnId="{6E924ED1-0CAA-4E5B-BDCD-DC39A7D2E4C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42A37553-9A20-47AF-9111-BE1A57F4BDCF}" type="sibTrans" cxnId="{6E924ED1-0CAA-4E5B-BDCD-DC39A7D2E4C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265C419-13AA-43D1-9AA9-96816CFC2C6D}">
      <dgm:prSet custT="1"/>
      <dgm:spPr/>
      <dgm:t>
        <a:bodyPr/>
        <a:lstStyle/>
        <a:p>
          <a:r>
            <a:rPr lang="en-US" sz="2000" dirty="0">
              <a:latin typeface="Aptos" panose="020B0004020202020204" pitchFamily="34" charset="0"/>
            </a:rPr>
            <a:t>Las variables </a:t>
          </a:r>
          <a:r>
            <a:rPr lang="en-US" sz="2000" dirty="0" err="1">
              <a:latin typeface="Aptos" panose="020B0004020202020204" pitchFamily="34" charset="0"/>
            </a:rPr>
            <a:t>sólo</a:t>
          </a:r>
          <a:r>
            <a:rPr lang="en-US" sz="2000" dirty="0">
              <a:latin typeface="Aptos" panose="020B0004020202020204" pitchFamily="34" charset="0"/>
            </a:rPr>
            <a:t> se </a:t>
          </a:r>
          <a:r>
            <a:rPr lang="en-US" sz="2000" dirty="0" err="1">
              <a:latin typeface="Aptos" panose="020B0004020202020204" pitchFamily="34" charset="0"/>
            </a:rPr>
            <a:t>pueden</a:t>
          </a:r>
          <a:r>
            <a:rPr lang="en-US" sz="2000" dirty="0">
              <a:latin typeface="Aptos" panose="020B0004020202020204" pitchFamily="34" charset="0"/>
            </a:rPr>
            <a:t> </a:t>
          </a:r>
          <a:r>
            <a:rPr lang="en-US" sz="2000" dirty="0" err="1">
              <a:latin typeface="Aptos" panose="020B0004020202020204" pitchFamily="34" charset="0"/>
            </a:rPr>
            <a:t>sumar</a:t>
          </a:r>
          <a:r>
            <a:rPr lang="en-US" sz="2000" dirty="0">
              <a:latin typeface="Aptos" panose="020B0004020202020204" pitchFamily="34" charset="0"/>
            </a:rPr>
            <a:t> o </a:t>
          </a:r>
          <a:r>
            <a:rPr lang="en-US" sz="2000" dirty="0" err="1">
              <a:latin typeface="Aptos" panose="020B0004020202020204" pitchFamily="34" charset="0"/>
            </a:rPr>
            <a:t>restar</a:t>
          </a:r>
          <a:endParaRPr lang="en-US" sz="2000" dirty="0">
            <a:latin typeface="Aptos" panose="020B0004020202020204" pitchFamily="34" charset="0"/>
          </a:endParaRPr>
        </a:p>
      </dgm:t>
    </dgm:pt>
    <dgm:pt modelId="{C582CB1A-71F4-445D-A455-3B05293B8CFA}" type="parTrans" cxnId="{259F3734-BC72-43B2-9075-DDBBF5ACEA8F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48085DCE-8D73-4229-8B0C-83026429BADE}" type="sibTrans" cxnId="{259F3734-BC72-43B2-9075-DDBBF5ACEA8F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B0AEF463-6F8E-4E24-9E2D-3CCD9046D3E3}">
      <dgm:prSet/>
      <dgm:spPr/>
      <dgm:t>
        <a:bodyPr/>
        <a:lstStyle/>
        <a:p>
          <a:r>
            <a:rPr lang="en-US" dirty="0" err="1">
              <a:latin typeface="Aptos" panose="020B0004020202020204" pitchFamily="34" charset="0"/>
            </a:rPr>
            <a:t>Divisibilidad</a:t>
          </a:r>
          <a:r>
            <a:rPr lang="en-US" dirty="0">
              <a:latin typeface="Aptos" panose="020B0004020202020204" pitchFamily="34" charset="0"/>
            </a:rPr>
            <a:t> </a:t>
          </a:r>
        </a:p>
      </dgm:t>
    </dgm:pt>
    <dgm:pt modelId="{24CFC7FC-E9D3-4E10-9A41-AEF675846F2F}" type="parTrans" cxnId="{97D7C445-E517-49AA-BBF1-633066FE5CFA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C0DC76EC-A6E7-4B4A-A4B6-5F7701370D43}" type="sibTrans" cxnId="{97D7C445-E517-49AA-BBF1-633066FE5CFA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84292F1-A96F-40F5-A3BE-424E1EA23B0A}">
      <dgm:prSet custT="1"/>
      <dgm:spPr/>
      <dgm:t>
        <a:bodyPr/>
        <a:lstStyle/>
        <a:p>
          <a:r>
            <a:rPr lang="en-US" sz="2000" dirty="0">
              <a:latin typeface="Aptos" panose="020B0004020202020204" pitchFamily="34" charset="0"/>
            </a:rPr>
            <a:t>Las variables son </a:t>
          </a:r>
          <a:r>
            <a:rPr lang="en-US" sz="2000" dirty="0" err="1">
              <a:latin typeface="Aptos" panose="020B0004020202020204" pitchFamily="34" charset="0"/>
            </a:rPr>
            <a:t>continuas</a:t>
          </a:r>
          <a:endParaRPr lang="en-US" sz="2000" dirty="0">
            <a:latin typeface="Aptos" panose="020B0004020202020204" pitchFamily="34" charset="0"/>
          </a:endParaRPr>
        </a:p>
      </dgm:t>
    </dgm:pt>
    <dgm:pt modelId="{659D4D89-3A75-482A-B962-64D9B27ED028}" type="parTrans" cxnId="{5D3FF433-247C-4635-99A9-A1EC2BD5469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E3501418-F22F-40A9-8E30-C3D578FB1847}" type="sibTrans" cxnId="{5D3FF433-247C-4635-99A9-A1EC2BD5469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F29F3026-EEB2-43D0-A076-5B48591FD4BB}">
      <dgm:prSet/>
      <dgm:spPr/>
      <dgm:t>
        <a:bodyPr/>
        <a:lstStyle/>
        <a:p>
          <a:r>
            <a:rPr lang="en-US" dirty="0" err="1">
              <a:latin typeface="Aptos" panose="020B0004020202020204" pitchFamily="34" charset="0"/>
            </a:rPr>
            <a:t>Certidumbre</a:t>
          </a:r>
          <a:endParaRPr lang="en-US" dirty="0">
            <a:latin typeface="Aptos" panose="020B0004020202020204" pitchFamily="34" charset="0"/>
          </a:endParaRPr>
        </a:p>
      </dgm:t>
    </dgm:pt>
    <dgm:pt modelId="{E1677049-E532-4E80-9CC2-3CC525D57465}" type="parTrans" cxnId="{C74DF55D-0F62-4C6A-91C4-DD2B7A3B1898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DDB3BA1-E881-4D13-A13D-95EE257D8FBD}" type="sibTrans" cxnId="{C74DF55D-0F62-4C6A-91C4-DD2B7A3B1898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CCD3C7B0-BE8A-401C-AB7F-AE6718019008}">
      <dgm:prSet custT="1"/>
      <dgm:spPr/>
      <dgm:t>
        <a:bodyPr/>
        <a:lstStyle/>
        <a:p>
          <a:r>
            <a:rPr lang="en-US" sz="2000" dirty="0">
              <a:latin typeface="Aptos" panose="020B0004020202020204" pitchFamily="34" charset="0"/>
            </a:rPr>
            <a:t>Los </a:t>
          </a:r>
          <a:r>
            <a:rPr lang="en-US" sz="2000" dirty="0" err="1">
              <a:latin typeface="Aptos" panose="020B0004020202020204" pitchFamily="34" charset="0"/>
            </a:rPr>
            <a:t>parámetros</a:t>
          </a:r>
          <a:r>
            <a:rPr lang="en-US" sz="2000" dirty="0">
              <a:latin typeface="Aptos" panose="020B0004020202020204" pitchFamily="34" charset="0"/>
            </a:rPr>
            <a:t> son </a:t>
          </a:r>
          <a:r>
            <a:rPr lang="en-US" sz="2000" dirty="0" err="1">
              <a:latin typeface="Aptos" panose="020B0004020202020204" pitchFamily="34" charset="0"/>
            </a:rPr>
            <a:t>conocidos</a:t>
          </a:r>
          <a:r>
            <a:rPr lang="en-US" sz="2000" dirty="0">
              <a:latin typeface="Aptos" panose="020B0004020202020204" pitchFamily="34" charset="0"/>
            </a:rPr>
            <a:t> y </a:t>
          </a:r>
          <a:r>
            <a:rPr lang="en-US" sz="2000" dirty="0" err="1">
              <a:latin typeface="Aptos" panose="020B0004020202020204" pitchFamily="34" charset="0"/>
            </a:rPr>
            <a:t>fijos</a:t>
          </a:r>
          <a:endParaRPr lang="en-US" sz="2000" dirty="0">
            <a:latin typeface="Aptos" panose="020B0004020202020204" pitchFamily="34" charset="0"/>
          </a:endParaRPr>
        </a:p>
      </dgm:t>
    </dgm:pt>
    <dgm:pt modelId="{DC45BD6B-C2D0-4645-82A8-ADAA156A8FF0}" type="parTrans" cxnId="{C370A26B-53BA-416D-B545-9CD514DFB62E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7458A63-33D8-4A71-935E-68B36E6FA6B5}" type="sibTrans" cxnId="{C370A26B-53BA-416D-B545-9CD514DFB62E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A4BA19E-EE1D-413D-8569-9F695621DAD9}" type="pres">
      <dgm:prSet presAssocID="{D9E10F7B-1915-42CA-B220-50376FC19720}" presName="Name0" presStyleCnt="0">
        <dgm:presLayoutVars>
          <dgm:dir/>
          <dgm:resizeHandles val="exact"/>
        </dgm:presLayoutVars>
      </dgm:prSet>
      <dgm:spPr/>
    </dgm:pt>
    <dgm:pt modelId="{D0CFA689-10C6-419A-9F27-1B31781CB478}" type="pres">
      <dgm:prSet presAssocID="{05B5D258-C2FD-4375-8ABD-7890F4463431}" presName="composite" presStyleCnt="0"/>
      <dgm:spPr/>
    </dgm:pt>
    <dgm:pt modelId="{EC3F6086-3F47-4771-A0CB-6F009E71F13E}" type="pres">
      <dgm:prSet presAssocID="{05B5D258-C2FD-4375-8ABD-7890F4463431}" presName="rect1" presStyleLbl="trAlignAcc1" presStyleIdx="0" presStyleCnt="4">
        <dgm:presLayoutVars>
          <dgm:bulletEnabled val="1"/>
        </dgm:presLayoutVars>
      </dgm:prSet>
      <dgm:spPr/>
    </dgm:pt>
    <dgm:pt modelId="{4123A296-7BE6-48F6-B2A1-C565DF4D87FD}" type="pres">
      <dgm:prSet presAssocID="{05B5D258-C2FD-4375-8ABD-7890F4463431}" presName="rect2" presStyleLbl="fgImgPlace1" presStyleIdx="0" presStyleCnt="4"/>
      <dgm:spPr/>
    </dgm:pt>
    <dgm:pt modelId="{9714A4B7-5159-4825-99F3-6EF3ABC7937A}" type="pres">
      <dgm:prSet presAssocID="{F7DEBC6A-4496-433B-B2BD-D648CCCCEEAE}" presName="sibTrans" presStyleCnt="0"/>
      <dgm:spPr/>
    </dgm:pt>
    <dgm:pt modelId="{58EF9D2F-78C7-4D67-B1F4-FD0BEFFD010E}" type="pres">
      <dgm:prSet presAssocID="{5A7FE3F4-29C4-4DD4-85CA-6DB52FB07FD5}" presName="composite" presStyleCnt="0"/>
      <dgm:spPr/>
    </dgm:pt>
    <dgm:pt modelId="{4B0E394B-F1ED-4575-9754-CFC79E66808B}" type="pres">
      <dgm:prSet presAssocID="{5A7FE3F4-29C4-4DD4-85CA-6DB52FB07FD5}" presName="rect1" presStyleLbl="trAlignAcc1" presStyleIdx="1" presStyleCnt="4">
        <dgm:presLayoutVars>
          <dgm:bulletEnabled val="1"/>
        </dgm:presLayoutVars>
      </dgm:prSet>
      <dgm:spPr/>
    </dgm:pt>
    <dgm:pt modelId="{518B0DAF-EE57-431C-8FE6-CF119F9107D9}" type="pres">
      <dgm:prSet presAssocID="{5A7FE3F4-29C4-4DD4-85CA-6DB52FB07FD5}" presName="rect2" presStyleLbl="fgImgPlace1" presStyleIdx="1" presStyleCnt="4"/>
      <dgm:spPr/>
    </dgm:pt>
    <dgm:pt modelId="{1AA89821-67A5-4C7F-92B7-C0ABE6E72546}" type="pres">
      <dgm:prSet presAssocID="{42A37553-9A20-47AF-9111-BE1A57F4BDCF}" presName="sibTrans" presStyleCnt="0"/>
      <dgm:spPr/>
    </dgm:pt>
    <dgm:pt modelId="{D709C7EC-07BD-4348-8C7C-D2CD1844797E}" type="pres">
      <dgm:prSet presAssocID="{B0AEF463-6F8E-4E24-9E2D-3CCD9046D3E3}" presName="composite" presStyleCnt="0"/>
      <dgm:spPr/>
    </dgm:pt>
    <dgm:pt modelId="{2B95D8D3-54C0-4362-9F36-EE80CAAEB7A5}" type="pres">
      <dgm:prSet presAssocID="{B0AEF463-6F8E-4E24-9E2D-3CCD9046D3E3}" presName="rect1" presStyleLbl="trAlignAcc1" presStyleIdx="2" presStyleCnt="4">
        <dgm:presLayoutVars>
          <dgm:bulletEnabled val="1"/>
        </dgm:presLayoutVars>
      </dgm:prSet>
      <dgm:spPr/>
    </dgm:pt>
    <dgm:pt modelId="{2FC66DC2-78EB-4E39-9AAC-6CB8EDE4143A}" type="pres">
      <dgm:prSet presAssocID="{B0AEF463-6F8E-4E24-9E2D-3CCD9046D3E3}" presName="rect2" presStyleLbl="fgImgPlace1" presStyleIdx="2" presStyleCnt="4"/>
      <dgm:spPr/>
    </dgm:pt>
    <dgm:pt modelId="{5C630476-601A-4AA8-AB46-6B00872B2E94}" type="pres">
      <dgm:prSet presAssocID="{C0DC76EC-A6E7-4B4A-A4B6-5F7701370D43}" presName="sibTrans" presStyleCnt="0"/>
      <dgm:spPr/>
    </dgm:pt>
    <dgm:pt modelId="{6D4E4EB6-97F3-491D-AA98-870FA43EBCFF}" type="pres">
      <dgm:prSet presAssocID="{F29F3026-EEB2-43D0-A076-5B48591FD4BB}" presName="composite" presStyleCnt="0"/>
      <dgm:spPr/>
    </dgm:pt>
    <dgm:pt modelId="{768BE010-744A-4C21-957A-536807BB6985}" type="pres">
      <dgm:prSet presAssocID="{F29F3026-EEB2-43D0-A076-5B48591FD4BB}" presName="rect1" presStyleLbl="trAlignAcc1" presStyleIdx="3" presStyleCnt="4">
        <dgm:presLayoutVars>
          <dgm:bulletEnabled val="1"/>
        </dgm:presLayoutVars>
      </dgm:prSet>
      <dgm:spPr/>
    </dgm:pt>
    <dgm:pt modelId="{51AD9825-9C8E-4B4E-BC23-B5BC2831FAEF}" type="pres">
      <dgm:prSet presAssocID="{F29F3026-EEB2-43D0-A076-5B48591FD4BB}" presName="rect2" presStyleLbl="fgImgPlace1" presStyleIdx="3" presStyleCnt="4"/>
      <dgm:spPr/>
    </dgm:pt>
  </dgm:ptLst>
  <dgm:cxnLst>
    <dgm:cxn modelId="{C74DB52F-130E-431E-9B40-449957D027CA}" type="presOf" srcId="{356A6B6C-99CE-4BE4-8BBA-61EE7B836328}" destId="{EC3F6086-3F47-4771-A0CB-6F009E71F13E}" srcOrd="0" destOrd="1" presId="urn:microsoft.com/office/officeart/2008/layout/PictureStrips"/>
    <dgm:cxn modelId="{5D3FF433-247C-4635-99A9-A1EC2BD54696}" srcId="{B0AEF463-6F8E-4E24-9E2D-3CCD9046D3E3}" destId="{384292F1-A96F-40F5-A3BE-424E1EA23B0A}" srcOrd="0" destOrd="0" parTransId="{659D4D89-3A75-482A-B962-64D9B27ED028}" sibTransId="{E3501418-F22F-40A9-8E30-C3D578FB1847}"/>
    <dgm:cxn modelId="{259F3734-BC72-43B2-9075-DDBBF5ACEA8F}" srcId="{5A7FE3F4-29C4-4DD4-85CA-6DB52FB07FD5}" destId="{3265C419-13AA-43D1-9AA9-96816CFC2C6D}" srcOrd="0" destOrd="0" parTransId="{C582CB1A-71F4-445D-A455-3B05293B8CFA}" sibTransId="{48085DCE-8D73-4229-8B0C-83026429BADE}"/>
    <dgm:cxn modelId="{C74DF55D-0F62-4C6A-91C4-DD2B7A3B1898}" srcId="{D9E10F7B-1915-42CA-B220-50376FC19720}" destId="{F29F3026-EEB2-43D0-A076-5B48591FD4BB}" srcOrd="3" destOrd="0" parTransId="{E1677049-E532-4E80-9CC2-3CC525D57465}" sibTransId="{DDDB3BA1-E881-4D13-A13D-95EE257D8FBD}"/>
    <dgm:cxn modelId="{0833D65F-0F11-4281-9EDB-9F14AF7793A7}" type="presOf" srcId="{5A7FE3F4-29C4-4DD4-85CA-6DB52FB07FD5}" destId="{4B0E394B-F1ED-4575-9754-CFC79E66808B}" srcOrd="0" destOrd="0" presId="urn:microsoft.com/office/officeart/2008/layout/PictureStrips"/>
    <dgm:cxn modelId="{52FD7141-D2EB-4E7F-AD68-4A03D4C408EB}" srcId="{D9E10F7B-1915-42CA-B220-50376FC19720}" destId="{05B5D258-C2FD-4375-8ABD-7890F4463431}" srcOrd="0" destOrd="0" parTransId="{EE20D771-705E-43DF-882C-D00E5879BADD}" sibTransId="{F7DEBC6A-4496-433B-B2BD-D648CCCCEEAE}"/>
    <dgm:cxn modelId="{97D7C445-E517-49AA-BBF1-633066FE5CFA}" srcId="{D9E10F7B-1915-42CA-B220-50376FC19720}" destId="{B0AEF463-6F8E-4E24-9E2D-3CCD9046D3E3}" srcOrd="2" destOrd="0" parTransId="{24CFC7FC-E9D3-4E10-9A41-AEF675846F2F}" sibTransId="{C0DC76EC-A6E7-4B4A-A4B6-5F7701370D43}"/>
    <dgm:cxn modelId="{4835C746-C2F8-4C94-A54C-3D31784160B5}" type="presOf" srcId="{3265C419-13AA-43D1-9AA9-96816CFC2C6D}" destId="{4B0E394B-F1ED-4575-9754-CFC79E66808B}" srcOrd="0" destOrd="1" presId="urn:microsoft.com/office/officeart/2008/layout/PictureStrips"/>
    <dgm:cxn modelId="{4A832E47-03C8-44AA-A588-BDC38787488B}" type="presOf" srcId="{CCD3C7B0-BE8A-401C-AB7F-AE6718019008}" destId="{768BE010-744A-4C21-957A-536807BB6985}" srcOrd="0" destOrd="1" presId="urn:microsoft.com/office/officeart/2008/layout/PictureStrips"/>
    <dgm:cxn modelId="{C370A26B-53BA-416D-B545-9CD514DFB62E}" srcId="{F29F3026-EEB2-43D0-A076-5B48591FD4BB}" destId="{CCD3C7B0-BE8A-401C-AB7F-AE6718019008}" srcOrd="0" destOrd="0" parTransId="{DC45BD6B-C2D0-4645-82A8-ADAA156A8FF0}" sibTransId="{37458A63-33D8-4A71-935E-68B36E6FA6B5}"/>
    <dgm:cxn modelId="{584C4873-AB3C-4927-982A-52CCAEC40CA0}" type="presOf" srcId="{D9E10F7B-1915-42CA-B220-50376FC19720}" destId="{DA4BA19E-EE1D-413D-8569-9F695621DAD9}" srcOrd="0" destOrd="0" presId="urn:microsoft.com/office/officeart/2008/layout/PictureStrips"/>
    <dgm:cxn modelId="{DE493C99-4E04-4774-B2D7-BB479642834C}" type="presOf" srcId="{B0AEF463-6F8E-4E24-9E2D-3CCD9046D3E3}" destId="{2B95D8D3-54C0-4362-9F36-EE80CAAEB7A5}" srcOrd="0" destOrd="0" presId="urn:microsoft.com/office/officeart/2008/layout/PictureStrips"/>
    <dgm:cxn modelId="{6D50D89F-F4D0-4C94-9528-8860D4D5DF08}" type="presOf" srcId="{F29F3026-EEB2-43D0-A076-5B48591FD4BB}" destId="{768BE010-744A-4C21-957A-536807BB6985}" srcOrd="0" destOrd="0" presId="urn:microsoft.com/office/officeart/2008/layout/PictureStrips"/>
    <dgm:cxn modelId="{5D0A7CBB-23FF-46BB-9B5E-A25BE9D0ADC2}" srcId="{05B5D258-C2FD-4375-8ABD-7890F4463431}" destId="{356A6B6C-99CE-4BE4-8BBA-61EE7B836328}" srcOrd="0" destOrd="0" parTransId="{004A2091-7435-4D9E-ABDF-DBC70E15330A}" sibTransId="{34F48195-CF4E-4B80-8706-C90BF4D86062}"/>
    <dgm:cxn modelId="{6E924ED1-0CAA-4E5B-BDCD-DC39A7D2E4C5}" srcId="{D9E10F7B-1915-42CA-B220-50376FC19720}" destId="{5A7FE3F4-29C4-4DD4-85CA-6DB52FB07FD5}" srcOrd="1" destOrd="0" parTransId="{AFB87A70-211B-44BF-9772-033DC3CA37EA}" sibTransId="{42A37553-9A20-47AF-9111-BE1A57F4BDCF}"/>
    <dgm:cxn modelId="{1DE0EAE5-6FC8-4F32-960F-96B48FA72C0B}" type="presOf" srcId="{384292F1-A96F-40F5-A3BE-424E1EA23B0A}" destId="{2B95D8D3-54C0-4362-9F36-EE80CAAEB7A5}" srcOrd="0" destOrd="1" presId="urn:microsoft.com/office/officeart/2008/layout/PictureStrips"/>
    <dgm:cxn modelId="{461482EF-84F8-4EFE-BA28-692FACED3014}" type="presOf" srcId="{05B5D258-C2FD-4375-8ABD-7890F4463431}" destId="{EC3F6086-3F47-4771-A0CB-6F009E71F13E}" srcOrd="0" destOrd="0" presId="urn:microsoft.com/office/officeart/2008/layout/PictureStrips"/>
    <dgm:cxn modelId="{08457805-2368-471B-93CC-A56CB753BE2D}" type="presParOf" srcId="{DA4BA19E-EE1D-413D-8569-9F695621DAD9}" destId="{D0CFA689-10C6-419A-9F27-1B31781CB478}" srcOrd="0" destOrd="0" presId="urn:microsoft.com/office/officeart/2008/layout/PictureStrips"/>
    <dgm:cxn modelId="{07305AED-7CE8-443D-915C-872FAFB43776}" type="presParOf" srcId="{D0CFA689-10C6-419A-9F27-1B31781CB478}" destId="{EC3F6086-3F47-4771-A0CB-6F009E71F13E}" srcOrd="0" destOrd="0" presId="urn:microsoft.com/office/officeart/2008/layout/PictureStrips"/>
    <dgm:cxn modelId="{FAD5C346-23C4-4BDC-AB8C-74A2CDD646A4}" type="presParOf" srcId="{D0CFA689-10C6-419A-9F27-1B31781CB478}" destId="{4123A296-7BE6-48F6-B2A1-C565DF4D87FD}" srcOrd="1" destOrd="0" presId="urn:microsoft.com/office/officeart/2008/layout/PictureStrips"/>
    <dgm:cxn modelId="{689B76E4-6B5A-4900-B0AF-81082975692F}" type="presParOf" srcId="{DA4BA19E-EE1D-413D-8569-9F695621DAD9}" destId="{9714A4B7-5159-4825-99F3-6EF3ABC7937A}" srcOrd="1" destOrd="0" presId="urn:microsoft.com/office/officeart/2008/layout/PictureStrips"/>
    <dgm:cxn modelId="{681EE3A2-391F-4407-8A1D-BFAC2DD6CA64}" type="presParOf" srcId="{DA4BA19E-EE1D-413D-8569-9F695621DAD9}" destId="{58EF9D2F-78C7-4D67-B1F4-FD0BEFFD010E}" srcOrd="2" destOrd="0" presId="urn:microsoft.com/office/officeart/2008/layout/PictureStrips"/>
    <dgm:cxn modelId="{4F3A2CAB-1585-4FA1-B5C1-C3772C12E363}" type="presParOf" srcId="{58EF9D2F-78C7-4D67-B1F4-FD0BEFFD010E}" destId="{4B0E394B-F1ED-4575-9754-CFC79E66808B}" srcOrd="0" destOrd="0" presId="urn:microsoft.com/office/officeart/2008/layout/PictureStrips"/>
    <dgm:cxn modelId="{BD20F017-3AAB-4D9B-A3F3-4C3CA3D1791E}" type="presParOf" srcId="{58EF9D2F-78C7-4D67-B1F4-FD0BEFFD010E}" destId="{518B0DAF-EE57-431C-8FE6-CF119F9107D9}" srcOrd="1" destOrd="0" presId="urn:microsoft.com/office/officeart/2008/layout/PictureStrips"/>
    <dgm:cxn modelId="{12ED0ECF-16BC-4220-BAAE-6B738980E9A2}" type="presParOf" srcId="{DA4BA19E-EE1D-413D-8569-9F695621DAD9}" destId="{1AA89821-67A5-4C7F-92B7-C0ABE6E72546}" srcOrd="3" destOrd="0" presId="urn:microsoft.com/office/officeart/2008/layout/PictureStrips"/>
    <dgm:cxn modelId="{9F6EE99E-0794-4F34-BEA8-BAC4ECF2D2FB}" type="presParOf" srcId="{DA4BA19E-EE1D-413D-8569-9F695621DAD9}" destId="{D709C7EC-07BD-4348-8C7C-D2CD1844797E}" srcOrd="4" destOrd="0" presId="urn:microsoft.com/office/officeart/2008/layout/PictureStrips"/>
    <dgm:cxn modelId="{2185A680-F77B-43A9-BDD1-BE956DB896FB}" type="presParOf" srcId="{D709C7EC-07BD-4348-8C7C-D2CD1844797E}" destId="{2B95D8D3-54C0-4362-9F36-EE80CAAEB7A5}" srcOrd="0" destOrd="0" presId="urn:microsoft.com/office/officeart/2008/layout/PictureStrips"/>
    <dgm:cxn modelId="{D084633B-8A77-4649-92FF-8F16B9C581A2}" type="presParOf" srcId="{D709C7EC-07BD-4348-8C7C-D2CD1844797E}" destId="{2FC66DC2-78EB-4E39-9AAC-6CB8EDE4143A}" srcOrd="1" destOrd="0" presId="urn:microsoft.com/office/officeart/2008/layout/PictureStrips"/>
    <dgm:cxn modelId="{0C1D2A7C-F511-4EB6-85C6-3ED719344570}" type="presParOf" srcId="{DA4BA19E-EE1D-413D-8569-9F695621DAD9}" destId="{5C630476-601A-4AA8-AB46-6B00872B2E94}" srcOrd="5" destOrd="0" presId="urn:microsoft.com/office/officeart/2008/layout/PictureStrips"/>
    <dgm:cxn modelId="{F5E570A5-8929-4096-B3C8-E6DA84734ED6}" type="presParOf" srcId="{DA4BA19E-EE1D-413D-8569-9F695621DAD9}" destId="{6D4E4EB6-97F3-491D-AA98-870FA43EBCFF}" srcOrd="6" destOrd="0" presId="urn:microsoft.com/office/officeart/2008/layout/PictureStrips"/>
    <dgm:cxn modelId="{A4C8A1E3-FF80-4D66-8C9C-D55FB34FCD79}" type="presParOf" srcId="{6D4E4EB6-97F3-491D-AA98-870FA43EBCFF}" destId="{768BE010-744A-4C21-957A-536807BB6985}" srcOrd="0" destOrd="0" presId="urn:microsoft.com/office/officeart/2008/layout/PictureStrips"/>
    <dgm:cxn modelId="{56B94B50-ED42-4AD0-B728-85D7E63EB245}" type="presParOf" srcId="{6D4E4EB6-97F3-491D-AA98-870FA43EBCFF}" destId="{51AD9825-9C8E-4B4E-BC23-B5BC2831FAEF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F6086-3F47-4771-A0CB-6F009E71F13E}">
      <dsp:nvSpPr>
        <dsp:cNvPr id="0" name=""/>
        <dsp:cNvSpPr/>
      </dsp:nvSpPr>
      <dsp:spPr>
        <a:xfrm>
          <a:off x="190015" y="526532"/>
          <a:ext cx="4460650" cy="139395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4171" tIns="76200" rIns="76200" bIns="76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>
              <a:latin typeface="Aptos" panose="020B0004020202020204" pitchFamily="34" charset="0"/>
            </a:rPr>
            <a:t>Proporcionalidad</a:t>
          </a:r>
          <a:endParaRPr lang="en-US" sz="3600" kern="1200" dirty="0">
            <a:latin typeface="Aptos" panose="020B00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latin typeface="Aptos" panose="020B0004020202020204" pitchFamily="34" charset="0"/>
            </a:rPr>
            <a:t>Único</a:t>
          </a:r>
          <a:r>
            <a:rPr lang="en-US" sz="2000" kern="1200" dirty="0">
              <a:latin typeface="Aptos" panose="020B0004020202020204" pitchFamily="34" charset="0"/>
            </a:rPr>
            <a:t> exponent </a:t>
          </a:r>
          <a:r>
            <a:rPr lang="en-US" sz="2000" kern="1200" dirty="0" err="1">
              <a:latin typeface="Aptos" panose="020B0004020202020204" pitchFamily="34" charset="0"/>
            </a:rPr>
            <a:t>permitido</a:t>
          </a:r>
          <a:r>
            <a:rPr lang="en-US" sz="2000" kern="1200" dirty="0">
              <a:latin typeface="Aptos" panose="020B0004020202020204" pitchFamily="34" charset="0"/>
            </a:rPr>
            <a:t> </a:t>
          </a:r>
          <a:r>
            <a:rPr lang="en-US" sz="2000" kern="1200" dirty="0" err="1">
              <a:latin typeface="Aptos" panose="020B0004020202020204" pitchFamily="34" charset="0"/>
            </a:rPr>
            <a:t>en</a:t>
          </a:r>
          <a:r>
            <a:rPr lang="en-US" sz="2000" kern="1200" dirty="0">
              <a:latin typeface="Aptos" panose="020B0004020202020204" pitchFamily="34" charset="0"/>
            </a:rPr>
            <a:t> las variables: 1</a:t>
          </a:r>
        </a:p>
      </dsp:txBody>
      <dsp:txXfrm>
        <a:off x="190015" y="526532"/>
        <a:ext cx="4460650" cy="1393953"/>
      </dsp:txXfrm>
    </dsp:sp>
    <dsp:sp modelId="{4123A296-7BE6-48F6-B2A1-C565DF4D87FD}">
      <dsp:nvSpPr>
        <dsp:cNvPr id="0" name=""/>
        <dsp:cNvSpPr/>
      </dsp:nvSpPr>
      <dsp:spPr>
        <a:xfrm>
          <a:off x="4155" y="325183"/>
          <a:ext cx="975767" cy="1463650"/>
        </a:xfrm>
        <a:prstGeom prst="rect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0E394B-F1ED-4575-9754-CFC79E66808B}">
      <dsp:nvSpPr>
        <dsp:cNvPr id="0" name=""/>
        <dsp:cNvSpPr/>
      </dsp:nvSpPr>
      <dsp:spPr>
        <a:xfrm>
          <a:off x="5032254" y="526532"/>
          <a:ext cx="4460650" cy="139395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4171" tIns="76200" rIns="76200" bIns="76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>
              <a:latin typeface="Aptos" panose="020B0004020202020204" pitchFamily="34" charset="0"/>
            </a:rPr>
            <a:t>Additividad</a:t>
          </a:r>
          <a:endParaRPr lang="en-US" sz="3600" kern="1200" dirty="0">
            <a:latin typeface="Aptos" panose="020B00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ptos" panose="020B0004020202020204" pitchFamily="34" charset="0"/>
            </a:rPr>
            <a:t>Las variables </a:t>
          </a:r>
          <a:r>
            <a:rPr lang="en-US" sz="2000" kern="1200" dirty="0" err="1">
              <a:latin typeface="Aptos" panose="020B0004020202020204" pitchFamily="34" charset="0"/>
            </a:rPr>
            <a:t>sólo</a:t>
          </a:r>
          <a:r>
            <a:rPr lang="en-US" sz="2000" kern="1200" dirty="0">
              <a:latin typeface="Aptos" panose="020B0004020202020204" pitchFamily="34" charset="0"/>
            </a:rPr>
            <a:t> se </a:t>
          </a:r>
          <a:r>
            <a:rPr lang="en-US" sz="2000" kern="1200" dirty="0" err="1">
              <a:latin typeface="Aptos" panose="020B0004020202020204" pitchFamily="34" charset="0"/>
            </a:rPr>
            <a:t>pueden</a:t>
          </a:r>
          <a:r>
            <a:rPr lang="en-US" sz="2000" kern="1200" dirty="0">
              <a:latin typeface="Aptos" panose="020B0004020202020204" pitchFamily="34" charset="0"/>
            </a:rPr>
            <a:t> </a:t>
          </a:r>
          <a:r>
            <a:rPr lang="en-US" sz="2000" kern="1200" dirty="0" err="1">
              <a:latin typeface="Aptos" panose="020B0004020202020204" pitchFamily="34" charset="0"/>
            </a:rPr>
            <a:t>sumar</a:t>
          </a:r>
          <a:r>
            <a:rPr lang="en-US" sz="2000" kern="1200" dirty="0">
              <a:latin typeface="Aptos" panose="020B0004020202020204" pitchFamily="34" charset="0"/>
            </a:rPr>
            <a:t> o </a:t>
          </a:r>
          <a:r>
            <a:rPr lang="en-US" sz="2000" kern="1200" dirty="0" err="1">
              <a:latin typeface="Aptos" panose="020B0004020202020204" pitchFamily="34" charset="0"/>
            </a:rPr>
            <a:t>restar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5032254" y="526532"/>
        <a:ext cx="4460650" cy="1393953"/>
      </dsp:txXfrm>
    </dsp:sp>
    <dsp:sp modelId="{518B0DAF-EE57-431C-8FE6-CF119F9107D9}">
      <dsp:nvSpPr>
        <dsp:cNvPr id="0" name=""/>
        <dsp:cNvSpPr/>
      </dsp:nvSpPr>
      <dsp:spPr>
        <a:xfrm>
          <a:off x="4846393" y="325183"/>
          <a:ext cx="975767" cy="1463650"/>
        </a:xfrm>
        <a:prstGeom prst="rect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5D8D3-54C0-4362-9F36-EE80CAAEB7A5}">
      <dsp:nvSpPr>
        <dsp:cNvPr id="0" name=""/>
        <dsp:cNvSpPr/>
      </dsp:nvSpPr>
      <dsp:spPr>
        <a:xfrm>
          <a:off x="190015" y="2281364"/>
          <a:ext cx="4460650" cy="139395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4171" tIns="76200" rIns="76200" bIns="76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>
              <a:latin typeface="Aptos" panose="020B0004020202020204" pitchFamily="34" charset="0"/>
            </a:rPr>
            <a:t>Divisibilidad</a:t>
          </a:r>
          <a:r>
            <a:rPr lang="en-US" sz="3600" kern="1200" dirty="0">
              <a:latin typeface="Aptos" panose="020B0004020202020204" pitchFamily="34" charset="0"/>
            </a:rPr>
            <a:t>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ptos" panose="020B0004020202020204" pitchFamily="34" charset="0"/>
            </a:rPr>
            <a:t>Las variables son </a:t>
          </a:r>
          <a:r>
            <a:rPr lang="en-US" sz="2000" kern="1200" dirty="0" err="1">
              <a:latin typeface="Aptos" panose="020B0004020202020204" pitchFamily="34" charset="0"/>
            </a:rPr>
            <a:t>continuas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190015" y="2281364"/>
        <a:ext cx="4460650" cy="1393953"/>
      </dsp:txXfrm>
    </dsp:sp>
    <dsp:sp modelId="{2FC66DC2-78EB-4E39-9AAC-6CB8EDE4143A}">
      <dsp:nvSpPr>
        <dsp:cNvPr id="0" name=""/>
        <dsp:cNvSpPr/>
      </dsp:nvSpPr>
      <dsp:spPr>
        <a:xfrm>
          <a:off x="4155" y="2080015"/>
          <a:ext cx="975767" cy="1463650"/>
        </a:xfrm>
        <a:prstGeom prst="rect">
          <a:avLst/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8BE010-744A-4C21-957A-536807BB6985}">
      <dsp:nvSpPr>
        <dsp:cNvPr id="0" name=""/>
        <dsp:cNvSpPr/>
      </dsp:nvSpPr>
      <dsp:spPr>
        <a:xfrm>
          <a:off x="5032254" y="2281364"/>
          <a:ext cx="4460650" cy="139395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4171" tIns="76200" rIns="76200" bIns="76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>
              <a:latin typeface="Aptos" panose="020B0004020202020204" pitchFamily="34" charset="0"/>
            </a:rPr>
            <a:t>Certidumbre</a:t>
          </a:r>
          <a:endParaRPr lang="en-US" sz="3600" kern="1200" dirty="0">
            <a:latin typeface="Aptos" panose="020B00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ptos" panose="020B0004020202020204" pitchFamily="34" charset="0"/>
            </a:rPr>
            <a:t>Los </a:t>
          </a:r>
          <a:r>
            <a:rPr lang="en-US" sz="2000" kern="1200" dirty="0" err="1">
              <a:latin typeface="Aptos" panose="020B0004020202020204" pitchFamily="34" charset="0"/>
            </a:rPr>
            <a:t>parámetros</a:t>
          </a:r>
          <a:r>
            <a:rPr lang="en-US" sz="2000" kern="1200" dirty="0">
              <a:latin typeface="Aptos" panose="020B0004020202020204" pitchFamily="34" charset="0"/>
            </a:rPr>
            <a:t> son </a:t>
          </a:r>
          <a:r>
            <a:rPr lang="en-US" sz="2000" kern="1200" dirty="0" err="1">
              <a:latin typeface="Aptos" panose="020B0004020202020204" pitchFamily="34" charset="0"/>
            </a:rPr>
            <a:t>conocidos</a:t>
          </a:r>
          <a:r>
            <a:rPr lang="en-US" sz="2000" kern="1200" dirty="0">
              <a:latin typeface="Aptos" panose="020B0004020202020204" pitchFamily="34" charset="0"/>
            </a:rPr>
            <a:t> y </a:t>
          </a:r>
          <a:r>
            <a:rPr lang="en-US" sz="2000" kern="1200" dirty="0" err="1">
              <a:latin typeface="Aptos" panose="020B0004020202020204" pitchFamily="34" charset="0"/>
            </a:rPr>
            <a:t>fijos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5032254" y="2281364"/>
        <a:ext cx="4460650" cy="1393953"/>
      </dsp:txXfrm>
    </dsp:sp>
    <dsp:sp modelId="{51AD9825-9C8E-4B4E-BC23-B5BC2831FAEF}">
      <dsp:nvSpPr>
        <dsp:cNvPr id="0" name=""/>
        <dsp:cNvSpPr/>
      </dsp:nvSpPr>
      <dsp:spPr>
        <a:xfrm>
          <a:off x="4846393" y="2080015"/>
          <a:ext cx="975767" cy="1463650"/>
        </a:xfrm>
        <a:prstGeom prst="rect">
          <a:avLst/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18/02/2025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‹#›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2B504B-7A42-4EBD-BBD9-F3A10AEE7F4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8787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84188" y="731838"/>
            <a:ext cx="6508750" cy="3660775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1106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2F0C0-F1AB-EEF9-3BBF-4EF3384A0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E0538D1D-E1FA-F99F-C7D4-EBFB2FAE7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4188" y="731838"/>
            <a:ext cx="6508750" cy="3660775"/>
          </a:xfrm>
        </p:spPr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665AAC2E-B8EC-AB4F-2EBE-4256DE5DF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F9E80B79-27C3-1852-C161-7F8EC4156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8231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 err="1"/>
              <a:t>Proportionality</a:t>
            </a:r>
            <a:r>
              <a:rPr lang="es-MX" dirty="0"/>
              <a:t>:  </a:t>
            </a:r>
          </a:p>
          <a:p>
            <a:r>
              <a:rPr lang="es-MX" dirty="0"/>
              <a:t>Linear OF: La contribución</a:t>
            </a:r>
            <a:r>
              <a:rPr lang="es-MX" baseline="0" dirty="0"/>
              <a:t> de cada actividad al valor de la OF es proporcional al nivel de la actividad x tal como la OF lineal lo dice z=</a:t>
            </a:r>
            <a:r>
              <a:rPr lang="es-MX" baseline="0" dirty="0" err="1"/>
              <a:t>cx</a:t>
            </a:r>
            <a:endParaRPr lang="es-MX" baseline="0" dirty="0"/>
          </a:p>
          <a:p>
            <a:r>
              <a:rPr lang="es-MX" baseline="0" dirty="0"/>
              <a:t>Linear </a:t>
            </a:r>
            <a:r>
              <a:rPr lang="es-MX" baseline="0" dirty="0" err="1"/>
              <a:t>Constraint</a:t>
            </a:r>
            <a:r>
              <a:rPr lang="es-MX" baseline="0" dirty="0"/>
              <a:t>: </a:t>
            </a:r>
            <a:endParaRPr lang="es-MX" dirty="0"/>
          </a:p>
          <a:p>
            <a:r>
              <a:rPr lang="es-MX" dirty="0"/>
              <a:t>Linear OF: La contribución</a:t>
            </a:r>
            <a:r>
              <a:rPr lang="es-MX" baseline="0" dirty="0"/>
              <a:t> de cada actividad al lado izquierdo de cada restricción es proporcional al nivel de la actividad x tal como </a:t>
            </a:r>
            <a:r>
              <a:rPr lang="es-MX" baseline="0" dirty="0" err="1"/>
              <a:t>ax</a:t>
            </a:r>
            <a:endParaRPr lang="es-MX" baseline="0" dirty="0"/>
          </a:p>
          <a:p>
            <a:r>
              <a:rPr lang="es-MX" dirty="0"/>
              <a:t>Otra forma: no hay exponentes</a:t>
            </a:r>
            <a:r>
              <a:rPr lang="es-MX" baseline="0" dirty="0"/>
              <a:t> diferentes a 1 :cx^1</a:t>
            </a:r>
          </a:p>
          <a:p>
            <a:endParaRPr lang="es-MX" baseline="0" dirty="0"/>
          </a:p>
          <a:p>
            <a:r>
              <a:rPr lang="es-MX" baseline="0" dirty="0" err="1"/>
              <a:t>Additivity</a:t>
            </a:r>
            <a:r>
              <a:rPr lang="es-MX" baseline="0" dirty="0"/>
              <a:t>:  No existen términos cruzados de dos o más variables</a:t>
            </a:r>
          </a:p>
          <a:p>
            <a:r>
              <a:rPr lang="es-MX" baseline="0" dirty="0"/>
              <a:t>Cada función de un modelo lineal es la suma de las contribuciones individuales de las actividades respectivas</a:t>
            </a:r>
          </a:p>
          <a:p>
            <a:endParaRPr lang="es-MX" baseline="0" dirty="0"/>
          </a:p>
          <a:p>
            <a:r>
              <a:rPr lang="es-MX" baseline="0" dirty="0" err="1"/>
              <a:t>Divisibility</a:t>
            </a:r>
            <a:r>
              <a:rPr lang="es-MX" baseline="0" dirty="0"/>
              <a:t>:  Se supone que las actividades se pueden realizar a niveles fraccionales</a:t>
            </a:r>
          </a:p>
          <a:p>
            <a:r>
              <a:rPr lang="es-MX" baseline="0" dirty="0"/>
              <a:t>Nivel de una actividad == valor de la variable x que representa la actividad</a:t>
            </a:r>
          </a:p>
          <a:p>
            <a:r>
              <a:rPr lang="es-MX" dirty="0"/>
              <a:t>Las variables</a:t>
            </a:r>
            <a:r>
              <a:rPr lang="es-MX" baseline="0" dirty="0"/>
              <a:t> pueden tomar cualquier valor: no entero que satisfaga las restricciones</a:t>
            </a:r>
          </a:p>
          <a:p>
            <a:endParaRPr lang="es-MX" baseline="0" dirty="0"/>
          </a:p>
          <a:p>
            <a:r>
              <a:rPr lang="es-MX" baseline="0" dirty="0"/>
              <a:t>Certidumbre:</a:t>
            </a:r>
          </a:p>
          <a:p>
            <a:r>
              <a:rPr lang="es-MX" baseline="0" dirty="0"/>
              <a:t>Los valores asignados a cada parámetro son conocidos y constantes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426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5100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 err="1"/>
              <a:t>Proportionality</a:t>
            </a:r>
            <a:r>
              <a:rPr lang="es-MX" dirty="0"/>
              <a:t>:  </a:t>
            </a:r>
          </a:p>
          <a:p>
            <a:r>
              <a:rPr lang="es-MX" dirty="0"/>
              <a:t>Linear OF: La contribución</a:t>
            </a:r>
            <a:r>
              <a:rPr lang="es-MX" baseline="0" dirty="0"/>
              <a:t> de cada actividad al valor de la OF es proporcional al nivel de la actividad x tal como la OF lineal lo dice z=</a:t>
            </a:r>
            <a:r>
              <a:rPr lang="es-MX" baseline="0" dirty="0" err="1"/>
              <a:t>cx</a:t>
            </a:r>
            <a:endParaRPr lang="es-MX" baseline="0" dirty="0"/>
          </a:p>
          <a:p>
            <a:r>
              <a:rPr lang="es-MX" baseline="0" dirty="0"/>
              <a:t>Linear </a:t>
            </a:r>
            <a:r>
              <a:rPr lang="es-MX" baseline="0" dirty="0" err="1"/>
              <a:t>Constraint</a:t>
            </a:r>
            <a:r>
              <a:rPr lang="es-MX" baseline="0" dirty="0"/>
              <a:t>: </a:t>
            </a:r>
            <a:endParaRPr lang="es-MX" dirty="0"/>
          </a:p>
          <a:p>
            <a:r>
              <a:rPr lang="es-MX" dirty="0"/>
              <a:t>Linear OF: La contribución</a:t>
            </a:r>
            <a:r>
              <a:rPr lang="es-MX" baseline="0" dirty="0"/>
              <a:t> de cada actividad al lado izquierdo de cada restricción es proporcional al nivel de la actividad x tal como </a:t>
            </a:r>
            <a:r>
              <a:rPr lang="es-MX" baseline="0" dirty="0" err="1"/>
              <a:t>ax</a:t>
            </a:r>
            <a:endParaRPr lang="es-MX" baseline="0" dirty="0"/>
          </a:p>
          <a:p>
            <a:r>
              <a:rPr lang="es-MX" dirty="0"/>
              <a:t>Otra forma: no hay exponentes</a:t>
            </a:r>
            <a:r>
              <a:rPr lang="es-MX" baseline="0" dirty="0"/>
              <a:t> diferentes a 1 :cx^1</a:t>
            </a:r>
          </a:p>
          <a:p>
            <a:endParaRPr lang="es-MX" baseline="0" dirty="0"/>
          </a:p>
          <a:p>
            <a:r>
              <a:rPr lang="es-MX" baseline="0" dirty="0" err="1"/>
              <a:t>Additivity</a:t>
            </a:r>
            <a:r>
              <a:rPr lang="es-MX" baseline="0" dirty="0"/>
              <a:t>:  No existen términos cruzados de dos o más variables</a:t>
            </a:r>
          </a:p>
          <a:p>
            <a:r>
              <a:rPr lang="es-MX" baseline="0" dirty="0"/>
              <a:t>Cada función de un modelo lineal es la suma de las contribuciones individuales de las actividades respectivas</a:t>
            </a:r>
          </a:p>
          <a:p>
            <a:endParaRPr lang="es-MX" baseline="0" dirty="0"/>
          </a:p>
          <a:p>
            <a:r>
              <a:rPr lang="es-MX" baseline="0" dirty="0" err="1"/>
              <a:t>Divisibility</a:t>
            </a:r>
            <a:r>
              <a:rPr lang="es-MX" baseline="0" dirty="0"/>
              <a:t>:  Se supone que las actividades se pueden realizar a niveles fraccionales</a:t>
            </a:r>
          </a:p>
          <a:p>
            <a:r>
              <a:rPr lang="es-MX" baseline="0" dirty="0"/>
              <a:t>Nivel de una actividad == valor de la variable x que representa la actividad</a:t>
            </a:r>
          </a:p>
          <a:p>
            <a:r>
              <a:rPr lang="es-MX" dirty="0"/>
              <a:t>Las variables</a:t>
            </a:r>
            <a:r>
              <a:rPr lang="es-MX" baseline="0" dirty="0"/>
              <a:t> pueden tomar cualquier valor: no entero que satisfaga las restricciones</a:t>
            </a:r>
          </a:p>
          <a:p>
            <a:endParaRPr lang="es-MX" baseline="0" dirty="0"/>
          </a:p>
          <a:p>
            <a:r>
              <a:rPr lang="es-MX" baseline="0" dirty="0"/>
              <a:t>Certidumbre:</a:t>
            </a:r>
          </a:p>
          <a:p>
            <a:r>
              <a:rPr lang="es-MX" baseline="0" dirty="0"/>
              <a:t>Los valores asignados a cada parámetro son conocidos y constantes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491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029A217F-D76A-49DF-A17D-DFD53CAD5FA9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 dirty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745413" y="6610348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7D785354-D3F9-4F56-8BC7-7DFCD291EBB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1216" y="6632892"/>
            <a:ext cx="2324569" cy="247651"/>
          </a:xfrm>
        </p:spPr>
        <p:txBody>
          <a:bodyPr rtlCol="0"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68760" y="6610347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rtl="0"/>
            <a:r>
              <a:rPr lang="es-MX" noProof="0" dirty="0"/>
              <a:t>Haz clic para editar </a:t>
            </a:r>
          </a:p>
        </p:txBody>
      </p:sp>
      <p:sp>
        <p:nvSpPr>
          <p:cNvPr id="5" name="Marcador de pie de página 2">
            <a:extLst>
              <a:ext uri="{FF2B5EF4-FFF2-40B4-BE49-F238E27FC236}">
                <a16:creationId xmlns:a16="http://schemas.microsoft.com/office/drawing/2014/main" id="{07ED84B2-8D8B-7233-E02D-4C3487E68C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40592" y="6478418"/>
            <a:ext cx="2644166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7" name="Marcador de posición de número de diapositiva 3">
            <a:extLst>
              <a:ext uri="{FF2B5EF4-FFF2-40B4-BE49-F238E27FC236}">
                <a16:creationId xmlns:a16="http://schemas.microsoft.com/office/drawing/2014/main" id="{9E6B6A1F-72F8-AAF9-AEA2-FE15E2BBEA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2690" y="6492875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s-MX" noProof="0"/>
          </a:p>
        </p:txBody>
      </p:sp>
      <p:sp>
        <p:nvSpPr>
          <p:cNvPr id="5" name="Marcador de pie de página 2">
            <a:extLst>
              <a:ext uri="{FF2B5EF4-FFF2-40B4-BE49-F238E27FC236}">
                <a16:creationId xmlns:a16="http://schemas.microsoft.com/office/drawing/2014/main" id="{E866562F-CF57-7E9B-9B0E-0E36F9CF15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40592" y="6478418"/>
            <a:ext cx="2644166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3">
            <a:extLst>
              <a:ext uri="{FF2B5EF4-FFF2-40B4-BE49-F238E27FC236}">
                <a16:creationId xmlns:a16="http://schemas.microsoft.com/office/drawing/2014/main" id="{0FB0463E-BD5E-AFFF-B9FE-5C46220CC5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2690" y="6492875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ie de página 2">
            <a:extLst>
              <a:ext uri="{FF2B5EF4-FFF2-40B4-BE49-F238E27FC236}">
                <a16:creationId xmlns:a16="http://schemas.microsoft.com/office/drawing/2014/main" id="{41BA1774-C98A-E186-A2DF-9DC9706F7F2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40592" y="6478418"/>
            <a:ext cx="2644166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3">
            <a:extLst>
              <a:ext uri="{FF2B5EF4-FFF2-40B4-BE49-F238E27FC236}">
                <a16:creationId xmlns:a16="http://schemas.microsoft.com/office/drawing/2014/main" id="{A0FF576D-9029-8634-B98B-684ADBAB1B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2690" y="6492875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ie de página 2">
            <a:extLst>
              <a:ext uri="{FF2B5EF4-FFF2-40B4-BE49-F238E27FC236}">
                <a16:creationId xmlns:a16="http://schemas.microsoft.com/office/drawing/2014/main" id="{82BAE0B6-A1BF-7836-E3F9-2682969B912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40592" y="6478418"/>
            <a:ext cx="2644166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3">
            <a:extLst>
              <a:ext uri="{FF2B5EF4-FFF2-40B4-BE49-F238E27FC236}">
                <a16:creationId xmlns:a16="http://schemas.microsoft.com/office/drawing/2014/main" id="{6D8D671D-9B0E-1BDE-C4CD-656F732908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2690" y="6492875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779080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872648EB-A801-47E7-B664-3AFE98633453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87C4C364-D488-4DF9-BE79-33CAF5D03AB1}" type="datetimeyyyy">
              <a:rPr lang="es-MX" noProof="0" smtClean="0">
                <a:latin typeface="+mn-lt"/>
              </a:rPr>
              <a:t>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pie de página 2">
            <a:extLst>
              <a:ext uri="{FF2B5EF4-FFF2-40B4-BE49-F238E27FC236}">
                <a16:creationId xmlns:a16="http://schemas.microsoft.com/office/drawing/2014/main" id="{E351A506-2DE6-1BE4-A027-190498653D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40592" y="6478418"/>
            <a:ext cx="2644166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8" name="Marcador de posición de número de diapositiva 3">
            <a:extLst>
              <a:ext uri="{FF2B5EF4-FFF2-40B4-BE49-F238E27FC236}">
                <a16:creationId xmlns:a16="http://schemas.microsoft.com/office/drawing/2014/main" id="{57E4D5CC-AFB2-0FAA-9D8E-FF7B771737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2690" y="6492875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Marcador de pie de página 2">
            <a:extLst>
              <a:ext uri="{FF2B5EF4-FFF2-40B4-BE49-F238E27FC236}">
                <a16:creationId xmlns:a16="http://schemas.microsoft.com/office/drawing/2014/main" id="{377971B6-2B51-6E6C-7DAA-8F22F984568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840592" y="6478418"/>
            <a:ext cx="2644166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8" name="Marcador de posición de número de diapositiva 3">
            <a:extLst>
              <a:ext uri="{FF2B5EF4-FFF2-40B4-BE49-F238E27FC236}">
                <a16:creationId xmlns:a16="http://schemas.microsoft.com/office/drawing/2014/main" id="{F768339B-7146-0418-03C4-BB1AFA16E74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562690" y="6492875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ie de página 2">
            <a:extLst>
              <a:ext uri="{FF2B5EF4-FFF2-40B4-BE49-F238E27FC236}">
                <a16:creationId xmlns:a16="http://schemas.microsoft.com/office/drawing/2014/main" id="{08C2119F-6A34-7C77-85A1-A7BF66FDA4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40592" y="6478418"/>
            <a:ext cx="2644166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3">
            <a:extLst>
              <a:ext uri="{FF2B5EF4-FFF2-40B4-BE49-F238E27FC236}">
                <a16:creationId xmlns:a16="http://schemas.microsoft.com/office/drawing/2014/main" id="{5C511E8B-C39A-CE1B-539D-53E00468EF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2690" y="6492875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4673"/>
            <a:ext cx="10972800" cy="1252728"/>
          </a:xfrm>
        </p:spPr>
        <p:txBody>
          <a:bodyPr/>
          <a:lstStyle>
            <a:lvl1pPr>
              <a:defRPr>
                <a:latin typeface="Aptos Black" panose="020B0004020202020204" pitchFamily="34" charset="0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Marcador de pie de página 2">
            <a:extLst>
              <a:ext uri="{FF2B5EF4-FFF2-40B4-BE49-F238E27FC236}">
                <a16:creationId xmlns:a16="http://schemas.microsoft.com/office/drawing/2014/main" id="{44E204E6-68EA-4874-1E52-AB0B2BB0AB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40592" y="6478418"/>
            <a:ext cx="2644166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8" name="Marcador de posición de número de diapositiva 3">
            <a:extLst>
              <a:ext uri="{FF2B5EF4-FFF2-40B4-BE49-F238E27FC236}">
                <a16:creationId xmlns:a16="http://schemas.microsoft.com/office/drawing/2014/main" id="{50424AAC-6138-BFF1-04F6-F28E49736F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2690" y="6492875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  <p:grpSp>
        <p:nvGrpSpPr>
          <p:cNvPr id="9" name="Grupo 23">
            <a:extLst>
              <a:ext uri="{FF2B5EF4-FFF2-40B4-BE49-F238E27FC236}">
                <a16:creationId xmlns:a16="http://schemas.microsoft.com/office/drawing/2014/main" id="{1BC00EA1-213D-C637-4EF1-241025593C9F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0" name="Forma libre 24">
              <a:extLst>
                <a:ext uri="{FF2B5EF4-FFF2-40B4-BE49-F238E27FC236}">
                  <a16:creationId xmlns:a16="http://schemas.microsoft.com/office/drawing/2014/main" id="{F1AE2762-D6C9-84E7-3984-E9F40B8AB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25">
              <a:extLst>
                <a:ext uri="{FF2B5EF4-FFF2-40B4-BE49-F238E27FC236}">
                  <a16:creationId xmlns:a16="http://schemas.microsoft.com/office/drawing/2014/main" id="{BE1B31A1-9843-E866-5B34-64EA9EFAF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26">
              <a:extLst>
                <a:ext uri="{FF2B5EF4-FFF2-40B4-BE49-F238E27FC236}">
                  <a16:creationId xmlns:a16="http://schemas.microsoft.com/office/drawing/2014/main" id="{525E9B94-1209-184D-EE0D-05E45C51F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733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91179740-C0E4-6440-BB9C-C2FFB234F4E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40592" y="6478418"/>
            <a:ext cx="2644166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7" name="Marcador de posición de número de diapositiva 3">
            <a:extLst>
              <a:ext uri="{FF2B5EF4-FFF2-40B4-BE49-F238E27FC236}">
                <a16:creationId xmlns:a16="http://schemas.microsoft.com/office/drawing/2014/main" id="{4DD0F138-6D91-E514-22F2-1575794430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2690" y="6492875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16125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0592" y="6478418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2690" y="6492875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8AC6FE46-170E-0F6C-06F0-D7F69117A30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304868" y="3812442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00" dirty="0">
                <a:solidFill>
                  <a:schemeClr val="tx1">
                    <a:lumMod val="50000"/>
                  </a:schemeClr>
                </a:solidFill>
              </a:rPr>
              <a:t>Jenny Díaz Ramírez  PhD</a:t>
            </a: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98" r:id="rId8"/>
    <p:sldLayoutId id="2147483676" r:id="rId9"/>
    <p:sldLayoutId id="2147483677" r:id="rId10"/>
    <p:sldLayoutId id="2147483685" r:id="rId11"/>
    <p:sldLayoutId id="2147483688" r:id="rId12"/>
    <p:sldLayoutId id="2147483692" r:id="rId13"/>
    <p:sldLayoutId id="2147483682" r:id="rId14"/>
    <p:sldLayoutId id="2147483696" r:id="rId15"/>
    <p:sldLayoutId id="214748369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100" baseline="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rwSo2s21ftmnKTVFzpxq3jbFGcY6MC1h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976" y="1483744"/>
            <a:ext cx="6320118" cy="2146458"/>
          </a:xfrm>
        </p:spPr>
        <p:txBody>
          <a:bodyPr rtlCol="0"/>
          <a:lstStyle/>
          <a:p>
            <a:pPr rtl="0"/>
            <a:r>
              <a:rPr lang="es-MX" sz="4000" dirty="0">
                <a:latin typeface="Abadi" panose="020B0604020104020204" pitchFamily="34" charset="0"/>
              </a:rPr>
              <a:t>Solución de un Problema de Programación Lineal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s-MX" dirty="0" err="1">
                <a:latin typeface="+mj-lt"/>
              </a:rPr>
              <a:t>Professor</a:t>
            </a:r>
            <a:r>
              <a:rPr lang="es-MX" dirty="0">
                <a:latin typeface="+mj-lt"/>
              </a:rPr>
              <a:t> </a:t>
            </a:r>
            <a:r>
              <a:rPr lang="es-MX" dirty="0" err="1">
                <a:latin typeface="+mj-lt"/>
              </a:rPr>
              <a:t>name</a:t>
            </a:r>
            <a:endParaRPr lang="es-MX" dirty="0">
              <a:latin typeface="+mj-lt"/>
            </a:endParaRPr>
          </a:p>
          <a:p>
            <a:pPr rtl="0"/>
            <a:r>
              <a:rPr lang="es-MX" dirty="0">
                <a:latin typeface="+mj-lt"/>
              </a:rPr>
              <a:t>Optimización de Procesos Industriales</a:t>
            </a:r>
          </a:p>
          <a:p>
            <a:pPr rtl="0"/>
            <a:r>
              <a:rPr lang="es-MX" dirty="0">
                <a:latin typeface="+mj-lt"/>
              </a:rPr>
              <a:t>Escuela de Ingeniería y Ciencias</a:t>
            </a:r>
          </a:p>
          <a:p>
            <a:pPr rtl="0"/>
            <a:r>
              <a:rPr lang="es-MX" dirty="0">
                <a:latin typeface="+mj-lt"/>
              </a:rPr>
              <a:t>Tecnológico de Monterrey</a:t>
            </a:r>
            <a:endParaRPr lang="es-MX" dirty="0"/>
          </a:p>
          <a:p>
            <a:pPr rtl="0"/>
            <a:endParaRPr lang="es-MX" dirty="0"/>
          </a:p>
        </p:txBody>
      </p:sp>
      <p:pic>
        <p:nvPicPr>
          <p:cNvPr id="1026" name="Picture 2" descr="ITESM + Tec de Monterrey Artwork – javier arturo rodríguez">
            <a:extLst>
              <a:ext uri="{FF2B5EF4-FFF2-40B4-BE49-F238E27FC236}">
                <a16:creationId xmlns:a16="http://schemas.microsoft.com/office/drawing/2014/main" id="{81EE2347-21B2-2241-0047-FCE86C38F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66" y="218795"/>
            <a:ext cx="1693319" cy="44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4294967295"/>
          </p:nvPr>
        </p:nvSpPr>
        <p:spPr>
          <a:xfrm>
            <a:off x="1809750" y="2663687"/>
            <a:ext cx="8387798" cy="3513276"/>
          </a:xfrm>
        </p:spPr>
        <p:txBody>
          <a:bodyPr>
            <a:normAutofit/>
          </a:bodyPr>
          <a:lstStyle/>
          <a:p>
            <a:r>
              <a:rPr lang="es-MX" sz="2880" b="1" dirty="0">
                <a:solidFill>
                  <a:srgbClr val="C00000"/>
                </a:solidFill>
              </a:rPr>
              <a:t>Un modelo </a:t>
            </a:r>
          </a:p>
          <a:p>
            <a:pPr>
              <a:buNone/>
            </a:pPr>
            <a:r>
              <a:rPr lang="es-MX" sz="2400" dirty="0"/>
              <a:t>	Es una representación idealizada de un sistema de la vida real.</a:t>
            </a:r>
            <a:br>
              <a:rPr lang="es-MX" sz="2400" dirty="0"/>
            </a:br>
            <a:r>
              <a:rPr lang="es-MX" sz="2400" dirty="0"/>
              <a:t>Es un patrón, plan, representación (especialmente en miniatura) o descripción diseñada para mostrar la estructura o el funcionamiento de un objeto, sistema o concepto.</a:t>
            </a:r>
            <a:endParaRPr lang="es-ES" sz="2400" dirty="0"/>
          </a:p>
          <a:p>
            <a:r>
              <a:rPr lang="es-MX" sz="2880" b="1" dirty="0">
                <a:solidFill>
                  <a:srgbClr val="C00000"/>
                </a:solidFill>
              </a:rPr>
              <a:t>Un modelo matemático</a:t>
            </a:r>
          </a:p>
          <a:p>
            <a:pPr>
              <a:buNone/>
            </a:pPr>
            <a:r>
              <a:rPr lang="en-US" sz="2400" dirty="0"/>
              <a:t>	Es un </a:t>
            </a:r>
            <a:r>
              <a:rPr lang="en-US" sz="2400" dirty="0" err="1"/>
              <a:t>modelo</a:t>
            </a:r>
            <a:r>
              <a:rPr lang="en-US" sz="2400" dirty="0"/>
              <a:t> </a:t>
            </a:r>
            <a:r>
              <a:rPr lang="en-US" sz="2400" dirty="0" err="1"/>
              <a:t>abstracto</a:t>
            </a:r>
            <a:r>
              <a:rPr lang="en-US" sz="2400" dirty="0"/>
              <a:t> que </a:t>
            </a:r>
            <a:r>
              <a:rPr lang="en-US" sz="2400" dirty="0" err="1"/>
              <a:t>usa</a:t>
            </a:r>
            <a:r>
              <a:rPr lang="en-US" sz="2400" dirty="0"/>
              <a:t> </a:t>
            </a:r>
            <a:r>
              <a:rPr lang="en-US" sz="2400" dirty="0" err="1"/>
              <a:t>lenguaje</a:t>
            </a:r>
            <a:r>
              <a:rPr lang="en-US" sz="2400" dirty="0"/>
              <a:t> </a:t>
            </a:r>
            <a:r>
              <a:rPr lang="en-US" sz="2400" dirty="0" err="1"/>
              <a:t>matemático</a:t>
            </a:r>
            <a:r>
              <a:rPr lang="en-US" sz="2400" dirty="0"/>
              <a:t>.</a:t>
            </a:r>
            <a:endParaRPr lang="es-E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2976113" y="6580188"/>
            <a:ext cx="1497013" cy="247650"/>
          </a:xfrm>
        </p:spPr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6"/>
          </p:nvPr>
        </p:nvSpPr>
        <p:spPr>
          <a:xfrm>
            <a:off x="0" y="6332538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FD89B8-D3B0-CB0F-ACD7-91E3C92BC00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56044" y="6610349"/>
            <a:ext cx="1562125" cy="247651"/>
          </a:xfrm>
          <a:prstGeom prst="rect">
            <a:avLst/>
          </a:prstGeom>
        </p:spPr>
        <p:txBody>
          <a:bodyPr/>
          <a:lstStyle/>
          <a:p>
            <a:pPr rtl="0"/>
            <a:fld id="{7B88493E-BFDD-4DD4-B77A-32611F060EFE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Un modelo matemático lineal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80" dirty="0" err="1"/>
              <a:t>Función</a:t>
            </a:r>
            <a:r>
              <a:rPr lang="en-US" sz="2880" dirty="0"/>
              <a:t> </a:t>
            </a:r>
            <a:r>
              <a:rPr lang="en-US" sz="2880" dirty="0" err="1"/>
              <a:t>objetivo</a:t>
            </a:r>
            <a:r>
              <a:rPr lang="en-US" sz="2880" dirty="0"/>
              <a:t> lineal </a:t>
            </a:r>
          </a:p>
          <a:p>
            <a:r>
              <a:rPr lang="en-US" sz="2880" dirty="0" err="1"/>
              <a:t>Restricciones</a:t>
            </a:r>
            <a:r>
              <a:rPr lang="en-US" sz="2880" dirty="0"/>
              <a:t> </a:t>
            </a:r>
            <a:r>
              <a:rPr lang="en-US" sz="2880" dirty="0" err="1"/>
              <a:t>lineales</a:t>
            </a:r>
            <a:endParaRPr lang="en-US" sz="2880" dirty="0"/>
          </a:p>
          <a:p>
            <a:r>
              <a:rPr lang="en-US" sz="2880" dirty="0"/>
              <a:t>Variables </a:t>
            </a:r>
            <a:r>
              <a:rPr lang="en-US" sz="2880" dirty="0" err="1"/>
              <a:t>continuas</a:t>
            </a:r>
            <a:endParaRPr lang="en-US" sz="2880" dirty="0"/>
          </a:p>
        </p:txBody>
      </p:sp>
      <p:sp>
        <p:nvSpPr>
          <p:cNvPr id="5" name="4 Rectángulo redondeado"/>
          <p:cNvSpPr/>
          <p:nvPr/>
        </p:nvSpPr>
        <p:spPr>
          <a:xfrm>
            <a:off x="6353177" y="3429000"/>
            <a:ext cx="4886359" cy="2571768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80" b="1" dirty="0">
                <a:solidFill>
                  <a:schemeClr val="bg2">
                    <a:lumMod val="50000"/>
                  </a:schemeClr>
                </a:solidFill>
              </a:rPr>
              <a:t>Un </a:t>
            </a:r>
            <a:r>
              <a:rPr lang="en-US" sz="2880" b="1" dirty="0" err="1">
                <a:solidFill>
                  <a:schemeClr val="bg2">
                    <a:lumMod val="50000"/>
                  </a:schemeClr>
                </a:solidFill>
              </a:rPr>
              <a:t>problema</a:t>
            </a:r>
            <a:r>
              <a:rPr lang="en-US" sz="2880" b="1" dirty="0">
                <a:solidFill>
                  <a:schemeClr val="bg2">
                    <a:lumMod val="50000"/>
                  </a:schemeClr>
                </a:solidFill>
              </a:rPr>
              <a:t> que </a:t>
            </a:r>
            <a:r>
              <a:rPr lang="en-US" sz="2880" b="1" dirty="0" err="1">
                <a:solidFill>
                  <a:schemeClr val="bg2">
                    <a:lumMod val="50000"/>
                  </a:schemeClr>
                </a:solidFill>
              </a:rPr>
              <a:t>puede</a:t>
            </a:r>
            <a:r>
              <a:rPr lang="en-US" sz="288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80" b="1" dirty="0" err="1">
                <a:solidFill>
                  <a:schemeClr val="bg2">
                    <a:lumMod val="50000"/>
                  </a:schemeClr>
                </a:solidFill>
              </a:rPr>
              <a:t>representarse</a:t>
            </a:r>
            <a:r>
              <a:rPr lang="en-US" sz="288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80" b="1" dirty="0" err="1">
                <a:solidFill>
                  <a:schemeClr val="bg2">
                    <a:lumMod val="50000"/>
                  </a:schemeClr>
                </a:solidFill>
              </a:rPr>
              <a:t>como</a:t>
            </a:r>
            <a:r>
              <a:rPr lang="en-US" sz="2880" b="1" dirty="0">
                <a:solidFill>
                  <a:schemeClr val="bg2">
                    <a:lumMod val="50000"/>
                  </a:schemeClr>
                </a:solidFill>
              </a:rPr>
              <a:t> un </a:t>
            </a:r>
            <a:r>
              <a:rPr lang="en-US" sz="2880" b="1" dirty="0" err="1">
                <a:solidFill>
                  <a:schemeClr val="bg2">
                    <a:lumMod val="50000"/>
                  </a:schemeClr>
                </a:solidFill>
              </a:rPr>
              <a:t>modelo</a:t>
            </a:r>
            <a:r>
              <a:rPr lang="en-US" sz="288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80" b="1" dirty="0" err="1">
                <a:solidFill>
                  <a:schemeClr val="bg2">
                    <a:lumMod val="50000"/>
                  </a:schemeClr>
                </a:solidFill>
              </a:rPr>
              <a:t>matemático</a:t>
            </a:r>
            <a:r>
              <a:rPr lang="en-US" sz="2880" b="1" dirty="0">
                <a:solidFill>
                  <a:schemeClr val="bg2">
                    <a:lumMod val="50000"/>
                  </a:schemeClr>
                </a:solidFill>
              </a:rPr>
              <a:t> lineal es un</a:t>
            </a:r>
            <a:r>
              <a:rPr lang="en-US" sz="2880" b="1" dirty="0">
                <a:solidFill>
                  <a:sysClr val="windowText" lastClr="000000"/>
                </a:solidFill>
              </a:rPr>
              <a:t> </a:t>
            </a:r>
            <a:r>
              <a:rPr lang="en-US" sz="2880" b="1" dirty="0" err="1">
                <a:solidFill>
                  <a:sysClr val="windowText" lastClr="000000"/>
                </a:solidFill>
              </a:rPr>
              <a:t>Problema</a:t>
            </a:r>
            <a:r>
              <a:rPr lang="en-US" sz="2880" b="1" dirty="0">
                <a:solidFill>
                  <a:sysClr val="windowText" lastClr="000000"/>
                </a:solidFill>
              </a:rPr>
              <a:t> de </a:t>
            </a:r>
            <a:r>
              <a:rPr lang="en-US" sz="2880" b="1" dirty="0" err="1">
                <a:solidFill>
                  <a:sysClr val="windowText" lastClr="000000"/>
                </a:solidFill>
              </a:rPr>
              <a:t>Programación</a:t>
            </a:r>
            <a:r>
              <a:rPr lang="en-US" sz="2880" b="1" dirty="0">
                <a:solidFill>
                  <a:sysClr val="windowText" lastClr="000000"/>
                </a:solidFill>
              </a:rPr>
              <a:t> Lineal (LPP). </a:t>
            </a:r>
            <a:endParaRPr lang="en-US" sz="2400" dirty="0">
              <a:solidFill>
                <a:sysClr val="windowText" lastClr="000000"/>
              </a:solidFill>
            </a:endParaRPr>
          </a:p>
        </p:txBody>
      </p:sp>
      <p:sp>
        <p:nvSpPr>
          <p:cNvPr id="4" name="3 Rectángulo redondeado"/>
          <p:cNvSpPr/>
          <p:nvPr/>
        </p:nvSpPr>
        <p:spPr>
          <a:xfrm>
            <a:off x="1466817" y="3714751"/>
            <a:ext cx="4372006" cy="192882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80" b="1" dirty="0" err="1">
                <a:solidFill>
                  <a:schemeClr val="tx1"/>
                </a:solidFill>
              </a:rPr>
              <a:t>Programación</a:t>
            </a:r>
            <a:r>
              <a:rPr lang="en-US" sz="2880" b="1" dirty="0">
                <a:solidFill>
                  <a:schemeClr val="tx1"/>
                </a:solidFill>
              </a:rPr>
              <a:t> lineal:</a:t>
            </a:r>
            <a:r>
              <a:rPr lang="en-US" sz="1920" b="1" dirty="0"/>
              <a:t> 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Usa un </a:t>
            </a:r>
            <a:r>
              <a:rPr lang="en-US" sz="2400" dirty="0" err="1">
                <a:solidFill>
                  <a:schemeClr val="tx1"/>
                </a:solidFill>
              </a:rPr>
              <a:t>modelo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matemático</a:t>
            </a:r>
            <a:r>
              <a:rPr lang="en-US" sz="2400" dirty="0">
                <a:solidFill>
                  <a:schemeClr val="tx1"/>
                </a:solidFill>
              </a:rPr>
              <a:t> lineal para describer </a:t>
            </a:r>
            <a:r>
              <a:rPr lang="en-US" sz="2400" dirty="0" err="1">
                <a:solidFill>
                  <a:schemeClr val="tx1"/>
                </a:solidFill>
              </a:rPr>
              <a:t>el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problema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DC574C-5EE1-751E-3817-C15FDE571B92}"/>
              </a:ext>
            </a:extLst>
          </p:cNvPr>
          <p:cNvSpPr txBox="1">
            <a:spLocks/>
          </p:cNvSpPr>
          <p:nvPr/>
        </p:nvSpPr>
        <p:spPr>
          <a:xfrm>
            <a:off x="4634070" y="6599932"/>
            <a:ext cx="2337952" cy="268484"/>
          </a:xfrm>
          <a:prstGeom prst="rect">
            <a:avLst/>
          </a:prstGeom>
        </p:spPr>
        <p:txBody>
          <a:bodyPr/>
          <a:lstStyle>
            <a:defPPr rtl="0"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>
                <a:solidFill>
                  <a:schemeClr val="bg2">
                    <a:lumMod val="75000"/>
                  </a:schemeClr>
                </a:solidFill>
              </a:rPr>
              <a:t>OPTIMIZACIÓN DE OPERACIONES</a:t>
            </a:r>
            <a:endParaRPr lang="es-MX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EA49C9A7-34F7-1102-2AF8-18E2FB33645F}"/>
              </a:ext>
            </a:extLst>
          </p:cNvPr>
          <p:cNvSpPr txBox="1">
            <a:spLocks/>
          </p:cNvSpPr>
          <p:nvPr/>
        </p:nvSpPr>
        <p:spPr>
          <a:xfrm>
            <a:off x="1177408" y="6599932"/>
            <a:ext cx="523240" cy="247651"/>
          </a:xfrm>
          <a:prstGeom prst="rect">
            <a:avLst/>
          </a:prstGeom>
        </p:spPr>
        <p:txBody>
          <a:bodyPr/>
          <a:lstStyle>
            <a:defPPr rtl="0"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4A09A9-5501-47C1-A89A-A340965A2BE2}" type="slidenum">
              <a:rPr lang="es-MX" sz="1200" smtClean="0">
                <a:solidFill>
                  <a:schemeClr val="bg2">
                    <a:lumMod val="75000"/>
                  </a:schemeClr>
                </a:solidFill>
              </a:rPr>
              <a:pPr/>
              <a:t>3</a:t>
            </a:fld>
            <a:endParaRPr lang="es-MX" sz="1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719138"/>
          </a:xfrm>
          <a:noFill/>
        </p:spPr>
        <p:txBody>
          <a:bodyPr/>
          <a:lstStyle/>
          <a:p>
            <a:pPr eaLnBrk="1" hangingPunct="1"/>
            <a:r>
              <a:rPr lang="es-MX" sz="3200"/>
              <a:t>Modelando en programación lineal</a:t>
            </a:r>
          </a:p>
        </p:txBody>
      </p:sp>
      <p:pic>
        <p:nvPicPr>
          <p:cNvPr id="6147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001962" y="1456819"/>
            <a:ext cx="6188075" cy="4824413"/>
          </a:xfrm>
          <a:noFill/>
          <a:ln>
            <a:solidFill>
              <a:schemeClr val="accent1"/>
            </a:solidFill>
          </a:ln>
        </p:spPr>
      </p:pic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5349876" y="1566863"/>
            <a:ext cx="1315553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 sz="1600" dirty="0">
                <a:solidFill>
                  <a:srgbClr val="002060"/>
                </a:solidFill>
              </a:rPr>
              <a:t>Observación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6149" name="TextBox 6"/>
          <p:cNvSpPr txBox="1">
            <a:spLocks noChangeArrowheads="1"/>
          </p:cNvSpPr>
          <p:nvPr/>
        </p:nvSpPr>
        <p:spPr bwMode="auto">
          <a:xfrm>
            <a:off x="5380150" y="2470985"/>
            <a:ext cx="1258678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Definición del</a:t>
            </a:r>
          </a:p>
          <a:p>
            <a:r>
              <a:rPr lang="es-MX" sz="1400" dirty="0">
                <a:solidFill>
                  <a:srgbClr val="002060"/>
                </a:solidFill>
              </a:rPr>
              <a:t>Problema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6150" name="TextBox 7"/>
          <p:cNvSpPr txBox="1">
            <a:spLocks noChangeArrowheads="1"/>
          </p:cNvSpPr>
          <p:nvPr/>
        </p:nvSpPr>
        <p:spPr bwMode="auto">
          <a:xfrm>
            <a:off x="5349876" y="3623957"/>
            <a:ext cx="128009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Construcción </a:t>
            </a:r>
          </a:p>
          <a:p>
            <a:r>
              <a:rPr lang="es-MX" sz="1400" dirty="0">
                <a:solidFill>
                  <a:srgbClr val="002060"/>
                </a:solidFill>
              </a:rPr>
              <a:t>del Modelo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6151" name="TextBox 8"/>
          <p:cNvSpPr txBox="1">
            <a:spLocks noChangeArrowheads="1"/>
          </p:cNvSpPr>
          <p:nvPr/>
        </p:nvSpPr>
        <p:spPr bwMode="auto">
          <a:xfrm>
            <a:off x="5506457" y="4706071"/>
            <a:ext cx="966931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 sz="1600" dirty="0">
                <a:solidFill>
                  <a:srgbClr val="002060"/>
                </a:solidFill>
              </a:rPr>
              <a:t>Solución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6152" name="TextBox 9"/>
          <p:cNvSpPr txBox="1">
            <a:spLocks noChangeArrowheads="1"/>
          </p:cNvSpPr>
          <p:nvPr/>
        </p:nvSpPr>
        <p:spPr bwMode="auto">
          <a:xfrm>
            <a:off x="5286375" y="5803900"/>
            <a:ext cx="1441759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MX" sz="1200" dirty="0">
                <a:solidFill>
                  <a:srgbClr val="002060"/>
                </a:solidFill>
              </a:rPr>
              <a:t> </a:t>
            </a:r>
            <a:r>
              <a:rPr lang="es-MX" sz="1300" dirty="0">
                <a:solidFill>
                  <a:srgbClr val="002060"/>
                </a:solidFill>
              </a:rPr>
              <a:t>Implementación</a:t>
            </a:r>
            <a:r>
              <a:rPr lang="es-MX" sz="1200" dirty="0">
                <a:solidFill>
                  <a:srgbClr val="002060"/>
                </a:solidFill>
              </a:rPr>
              <a:t> </a:t>
            </a:r>
            <a:r>
              <a:rPr lang="es-MX" sz="1600" dirty="0">
                <a:solidFill>
                  <a:srgbClr val="002060"/>
                </a:solidFill>
              </a:rPr>
              <a:t> 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6153" name="TextBox 10"/>
          <p:cNvSpPr txBox="1">
            <a:spLocks noChangeArrowheads="1"/>
          </p:cNvSpPr>
          <p:nvPr/>
        </p:nvSpPr>
        <p:spPr bwMode="auto">
          <a:xfrm>
            <a:off x="3027364" y="4005263"/>
            <a:ext cx="1625830" cy="7386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Validación</a:t>
            </a:r>
            <a:endParaRPr lang="en-US" dirty="0">
              <a:solidFill>
                <a:srgbClr val="002060"/>
              </a:solidFill>
            </a:endParaRPr>
          </a:p>
          <a:p>
            <a:endParaRPr lang="es-MX" sz="1400" dirty="0">
              <a:solidFill>
                <a:srgbClr val="002060"/>
              </a:solidFill>
            </a:endParaRPr>
          </a:p>
          <a:p>
            <a:r>
              <a:rPr lang="es-MX" sz="1400" dirty="0">
                <a:solidFill>
                  <a:srgbClr val="002060"/>
                </a:solidFill>
              </a:rPr>
              <a:t>Retroalimentación</a:t>
            </a:r>
          </a:p>
        </p:txBody>
      </p:sp>
      <p:sp>
        <p:nvSpPr>
          <p:cNvPr id="6154" name="TextBox 11"/>
          <p:cNvSpPr txBox="1">
            <a:spLocks noChangeArrowheads="1"/>
          </p:cNvSpPr>
          <p:nvPr/>
        </p:nvSpPr>
        <p:spPr bwMode="auto">
          <a:xfrm>
            <a:off x="6346013" y="5354142"/>
            <a:ext cx="1206677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Información</a:t>
            </a:r>
            <a:r>
              <a:rPr lang="es-MX" sz="1600" dirty="0">
                <a:solidFill>
                  <a:srgbClr val="002060"/>
                </a:solidFill>
              </a:rPr>
              <a:t> </a:t>
            </a:r>
            <a:r>
              <a:rPr lang="es-MX" sz="1400" dirty="0">
                <a:solidFill>
                  <a:srgbClr val="002060"/>
                </a:solidFill>
              </a:rPr>
              <a:t> 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6155" name="TextBox 12"/>
          <p:cNvSpPr txBox="1">
            <a:spLocks noChangeArrowheads="1"/>
          </p:cNvSpPr>
          <p:nvPr/>
        </p:nvSpPr>
        <p:spPr bwMode="auto">
          <a:xfrm>
            <a:off x="7769135" y="3697486"/>
            <a:ext cx="1420902" cy="10772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s-MX" sz="1600" dirty="0">
              <a:solidFill>
                <a:srgbClr val="002060"/>
              </a:solidFill>
            </a:endParaRPr>
          </a:p>
          <a:p>
            <a:r>
              <a:rPr lang="es-MX" sz="1600" dirty="0">
                <a:solidFill>
                  <a:srgbClr val="002060"/>
                </a:solidFill>
              </a:rPr>
              <a:t>Modelo de</a:t>
            </a:r>
          </a:p>
          <a:p>
            <a:r>
              <a:rPr lang="es-MX" sz="1600" dirty="0">
                <a:solidFill>
                  <a:srgbClr val="002060"/>
                </a:solidFill>
              </a:rPr>
              <a:t>Programación</a:t>
            </a:r>
          </a:p>
          <a:p>
            <a:r>
              <a:rPr lang="es-MX" sz="1600" dirty="0">
                <a:solidFill>
                  <a:srgbClr val="002060"/>
                </a:solidFill>
              </a:rPr>
              <a:t>Lineal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E152A5-768B-3AE5-0F13-A6BA6C5B63D4}"/>
              </a:ext>
            </a:extLst>
          </p:cNvPr>
          <p:cNvSpPr/>
          <p:nvPr/>
        </p:nvSpPr>
        <p:spPr>
          <a:xfrm>
            <a:off x="11908465" y="0"/>
            <a:ext cx="283535" cy="50446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Un modelo de programación lineal</a:t>
            </a:r>
            <a:endParaRPr lang="es-ES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rmAutofit fontScale="85000" lnSpcReduction="10000"/>
          </a:bodyPr>
          <a:lstStyle/>
          <a:p>
            <a:r>
              <a:rPr lang="es-MX" sz="2000" b="1" dirty="0"/>
              <a:t>FUNCIÓN OBJETIVO: </a:t>
            </a:r>
            <a:r>
              <a:rPr lang="es-MX" sz="2000" b="1" dirty="0" err="1"/>
              <a:t>max</a:t>
            </a:r>
            <a:r>
              <a:rPr lang="es-MX" sz="2000" b="1" dirty="0"/>
              <a:t>/min</a:t>
            </a:r>
          </a:p>
          <a:p>
            <a:endParaRPr lang="en-US" sz="20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MX" sz="1800" dirty="0">
                <a:latin typeface="Aptos" panose="020B0004020202020204" pitchFamily="34" charset="0"/>
              </a:rPr>
              <a:t>Una función lineal</a:t>
            </a:r>
          </a:p>
          <a:p>
            <a:r>
              <a:rPr lang="es-MX" sz="1800" dirty="0"/>
              <a:t>Su valor se asigna a una nueva variable de decisión, usualmente “Z”, pero se puede usar cualquier nombre.</a:t>
            </a:r>
            <a:endParaRPr lang="es-MX" sz="1800" dirty="0">
              <a:latin typeface="Aptos" panose="020B0004020202020204" pitchFamily="34" charset="0"/>
            </a:endParaRPr>
          </a:p>
        </p:txBody>
      </p:sp>
      <p:sp>
        <p:nvSpPr>
          <p:cNvPr id="7" name="Marcador de texto 6"/>
          <p:cNvSpPr>
            <a:spLocks noGrp="1"/>
          </p:cNvSpPr>
          <p:nvPr>
            <p:ph type="body" idx="10"/>
          </p:nvPr>
        </p:nvSpPr>
        <p:spPr/>
        <p:txBody>
          <a:bodyPr vert="horz" lIns="0" tIns="0" rIns="0" bIns="0" rtlCol="0" anchor="t" anchorCtr="0">
            <a:normAutofit/>
          </a:bodyPr>
          <a:lstStyle/>
          <a:p>
            <a:r>
              <a:rPr lang="en-US" sz="2000" b="1" dirty="0"/>
              <a:t>Variables de </a:t>
            </a:r>
            <a:r>
              <a:rPr lang="en-US" sz="2000" b="1" dirty="0" err="1"/>
              <a:t>Decisión</a:t>
            </a:r>
            <a:endParaRPr lang="en-US" sz="2000" b="1" dirty="0"/>
          </a:p>
        </p:txBody>
      </p:sp>
      <p:sp>
        <p:nvSpPr>
          <p:cNvPr id="8" name="Marcador de contenido 7"/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36477" cy="1942138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US" sz="1800" dirty="0" err="1">
                <a:latin typeface="Aptos" panose="020B0004020202020204" pitchFamily="34" charset="0"/>
              </a:rPr>
              <a:t>Significado</a:t>
            </a:r>
            <a:r>
              <a:rPr lang="en-US" sz="1800" dirty="0">
                <a:latin typeface="Aptos" panose="020B0004020202020204" pitchFamily="34" charset="0"/>
              </a:rPr>
              <a:t>: </a:t>
            </a:r>
            <a:r>
              <a:rPr lang="en-US" sz="1800" dirty="0" err="1">
                <a:latin typeface="Aptos" panose="020B0004020202020204" pitchFamily="34" charset="0"/>
              </a:rPr>
              <a:t>objeto</a:t>
            </a:r>
            <a:r>
              <a:rPr lang="en-US" sz="1800" dirty="0">
                <a:latin typeface="Aptos" panose="020B0004020202020204" pitchFamily="34" charset="0"/>
              </a:rPr>
              <a:t>, </a:t>
            </a:r>
            <a:r>
              <a:rPr lang="en-US" sz="1800" dirty="0" err="1">
                <a:latin typeface="Aptos" panose="020B0004020202020204" pitchFamily="34" charset="0"/>
              </a:rPr>
              <a:t>acción</a:t>
            </a:r>
            <a:r>
              <a:rPr lang="en-US" sz="1800" dirty="0">
                <a:latin typeface="Aptos" panose="020B0004020202020204" pitchFamily="34" charset="0"/>
              </a:rPr>
              <a:t> y </a:t>
            </a:r>
            <a:r>
              <a:rPr lang="en-US" sz="1800" dirty="0" err="1">
                <a:latin typeface="Aptos" panose="020B0004020202020204" pitchFamily="34" charset="0"/>
              </a:rPr>
              <a:t>unidades</a:t>
            </a:r>
            <a:r>
              <a:rPr lang="en-US" sz="1800" dirty="0">
                <a:latin typeface="Aptos" panose="020B0004020202020204" pitchFamily="34" charset="0"/>
              </a:rPr>
              <a:t>.</a:t>
            </a:r>
          </a:p>
          <a:p>
            <a:pPr>
              <a:spcBef>
                <a:spcPts val="300"/>
              </a:spcBef>
            </a:pPr>
            <a:r>
              <a:rPr lang="en-US" sz="1800" dirty="0" err="1">
                <a:latin typeface="Aptos" panose="020B0004020202020204" pitchFamily="34" charset="0"/>
              </a:rPr>
              <a:t>Dominio</a:t>
            </a:r>
            <a:r>
              <a:rPr lang="en-US" sz="1800" dirty="0">
                <a:latin typeface="Aptos" panose="020B0004020202020204" pitchFamily="34" charset="0"/>
              </a:rPr>
              <a:t>, </a:t>
            </a:r>
            <a:r>
              <a:rPr lang="en-US" sz="1800" dirty="0" err="1">
                <a:latin typeface="Aptos" panose="020B0004020202020204" pitchFamily="34" charset="0"/>
              </a:rPr>
              <a:t>continuidad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</a:p>
          <a:p>
            <a:pPr>
              <a:spcBef>
                <a:spcPts val="300"/>
              </a:spcBef>
            </a:pPr>
            <a:r>
              <a:rPr lang="en-US" sz="1800" dirty="0"/>
              <a:t>No </a:t>
            </a:r>
            <a:r>
              <a:rPr lang="en-US" sz="1800" dirty="0" err="1"/>
              <a:t>negatividad</a:t>
            </a:r>
            <a:endParaRPr lang="en-US" sz="1800" dirty="0"/>
          </a:p>
          <a:p>
            <a:pPr>
              <a:spcBef>
                <a:spcPts val="300"/>
              </a:spcBef>
            </a:pPr>
            <a:r>
              <a:rPr lang="en-US" sz="1800" dirty="0"/>
              <a:t>Se </a:t>
            </a:r>
            <a:r>
              <a:rPr lang="en-US" sz="1800" dirty="0" err="1"/>
              <a:t>pueden</a:t>
            </a:r>
            <a:r>
              <a:rPr lang="en-US" sz="1800" dirty="0"/>
              <a:t> </a:t>
            </a:r>
            <a:r>
              <a:rPr lang="en-US" sz="1800" dirty="0" err="1"/>
              <a:t>agrupar</a:t>
            </a:r>
            <a:r>
              <a:rPr lang="en-US" sz="1800" dirty="0"/>
              <a:t> </a:t>
            </a:r>
            <a:r>
              <a:rPr lang="en-US" sz="1800" dirty="0" err="1"/>
              <a:t>usando</a:t>
            </a:r>
            <a:r>
              <a:rPr lang="en-US" sz="1800" dirty="0"/>
              <a:t> un </a:t>
            </a:r>
            <a:r>
              <a:rPr lang="en-US" sz="1800" dirty="0" err="1"/>
              <a:t>índice</a:t>
            </a:r>
            <a:r>
              <a:rPr lang="en-US" sz="1800" dirty="0"/>
              <a:t>: </a:t>
            </a:r>
            <a:r>
              <a:rPr lang="en-US" sz="1800" dirty="0" err="1"/>
              <a:t>cuando</a:t>
            </a:r>
            <a:r>
              <a:rPr lang="en-US" sz="1800" dirty="0"/>
              <a:t>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mismo</a:t>
            </a:r>
            <a:r>
              <a:rPr lang="en-US" sz="1800" dirty="0"/>
              <a:t> </a:t>
            </a:r>
            <a:r>
              <a:rPr lang="en-US" sz="1800" dirty="0" err="1"/>
              <a:t>tipo</a:t>
            </a:r>
            <a:r>
              <a:rPr lang="en-US" sz="1800" dirty="0"/>
              <a:t> de decision se </a:t>
            </a:r>
            <a:r>
              <a:rPr lang="en-US" sz="1800" dirty="0" err="1"/>
              <a:t>aplica</a:t>
            </a:r>
            <a:r>
              <a:rPr lang="en-US" sz="1800" dirty="0"/>
              <a:t> a un conjunto (o </a:t>
            </a:r>
            <a:r>
              <a:rPr lang="en-US" sz="1800" dirty="0" err="1"/>
              <a:t>subconjunto</a:t>
            </a:r>
            <a:r>
              <a:rPr lang="en-US" sz="1800" dirty="0"/>
              <a:t>) de </a:t>
            </a:r>
            <a:r>
              <a:rPr lang="en-US" sz="1800" dirty="0" err="1"/>
              <a:t>elementos</a:t>
            </a:r>
            <a:r>
              <a:rPr lang="en-US" sz="1800" dirty="0"/>
              <a:t>. </a:t>
            </a:r>
          </a:p>
          <a:p>
            <a:pPr>
              <a:spcBef>
                <a:spcPts val="300"/>
              </a:spcBef>
            </a:pPr>
            <a:r>
              <a:rPr lang="en-US" sz="1800" dirty="0">
                <a:latin typeface="Aptos" panose="020B0004020202020204" pitchFamily="34" charset="0"/>
              </a:rPr>
              <a:t>El </a:t>
            </a:r>
            <a:r>
              <a:rPr lang="en-US" sz="1800" dirty="0" err="1">
                <a:latin typeface="Aptos" panose="020B0004020202020204" pitchFamily="34" charset="0"/>
              </a:rPr>
              <a:t>número</a:t>
            </a:r>
            <a:r>
              <a:rPr lang="en-US" sz="1800" dirty="0">
                <a:latin typeface="Aptos" panose="020B0004020202020204" pitchFamily="34" charset="0"/>
              </a:rPr>
              <a:t> de variables es finito. </a:t>
            </a:r>
          </a:p>
          <a:p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4E3CB47-C4F3-A5AA-39B6-1DA4F8389C88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>
            <a:normAutofit/>
          </a:bodyPr>
          <a:lstStyle/>
          <a:p>
            <a:r>
              <a:rPr lang="en-US" sz="2000" b="1" dirty="0" err="1"/>
              <a:t>Restricciones</a:t>
            </a:r>
            <a:endParaRPr lang="en-US" sz="2000" b="1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EC06913-D572-5ABC-96CE-03524CE1C90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cap="none" dirty="0" err="1">
                <a:solidFill>
                  <a:schemeClr val="bg1"/>
                </a:solidFill>
                <a:latin typeface="+mn-lt"/>
              </a:rPr>
              <a:t>Ecuaciones</a:t>
            </a:r>
            <a:r>
              <a:rPr lang="en-US" sz="1600" b="0" cap="none" dirty="0">
                <a:solidFill>
                  <a:schemeClr val="bg1"/>
                </a:solidFill>
                <a:latin typeface="+mn-lt"/>
              </a:rPr>
              <a:t> o </a:t>
            </a:r>
            <a:r>
              <a:rPr lang="en-US" sz="1600" b="0" cap="none" dirty="0" err="1">
                <a:solidFill>
                  <a:schemeClr val="bg1"/>
                </a:solidFill>
                <a:latin typeface="+mn-lt"/>
              </a:rPr>
              <a:t>desigualdades</a:t>
            </a:r>
            <a:r>
              <a:rPr lang="en-US" sz="1600" b="0" cap="none" dirty="0">
                <a:solidFill>
                  <a:schemeClr val="bg1"/>
                </a:solidFill>
                <a:latin typeface="+mn-lt"/>
              </a:rPr>
              <a:t>  (=, ≥, ≤)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cap="none" dirty="0">
                <a:solidFill>
                  <a:schemeClr val="bg1"/>
                </a:solidFill>
                <a:latin typeface="+mn-lt"/>
              </a:rPr>
              <a:t> Lado Izquierdo (Left-hand side (LHS)): </a:t>
            </a:r>
            <a:r>
              <a:rPr lang="en-US" sz="1600" b="0" cap="none" dirty="0" err="1">
                <a:solidFill>
                  <a:schemeClr val="bg1"/>
                </a:solidFill>
                <a:latin typeface="+mn-lt"/>
              </a:rPr>
              <a:t>una</a:t>
            </a:r>
            <a:r>
              <a:rPr lang="en-US" sz="1600" b="0" cap="none" dirty="0">
                <a:solidFill>
                  <a:schemeClr val="bg1"/>
                </a:solidFill>
                <a:latin typeface="+mn-lt"/>
              </a:rPr>
              <a:t> expression lineal.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cap="none" dirty="0">
                <a:solidFill>
                  <a:schemeClr val="bg1"/>
                </a:solidFill>
                <a:latin typeface="+mn-lt"/>
              </a:rPr>
              <a:t> Lado derecho (Right-hand side (RHS)): Un </a:t>
            </a:r>
            <a:r>
              <a:rPr lang="en-US" sz="1600" b="0" cap="none" dirty="0" err="1">
                <a:solidFill>
                  <a:schemeClr val="bg1"/>
                </a:solidFill>
                <a:latin typeface="+mn-lt"/>
              </a:rPr>
              <a:t>parámetro</a:t>
            </a:r>
            <a:r>
              <a:rPr lang="en-US" sz="1600" b="0" cap="none" dirty="0">
                <a:solidFill>
                  <a:schemeClr val="bg1"/>
                </a:solidFill>
                <a:latin typeface="+mn-lt"/>
              </a:rPr>
              <a:t>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A7FFB-B578-4B2B-EE9D-E589F1856B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FD45008-0011-603A-8A17-05BC07612B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s-MX" noProof="0" smtClean="0"/>
              <a:pPr rtl="0"/>
              <a:t>5</a:t>
            </a:fld>
            <a:endParaRPr lang="es-MX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4637A-AEE5-7C38-A436-DBC41098321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629900" y="6610350"/>
            <a:ext cx="1562100" cy="247650"/>
          </a:xfrm>
          <a:prstGeom prst="rect">
            <a:avLst/>
          </a:prstGeom>
        </p:spPr>
        <p:txBody>
          <a:bodyPr/>
          <a:lstStyle/>
          <a:p>
            <a:pPr rtl="0"/>
            <a:fld id="{F8C4C3F1-C50D-42BA-BA5E-A66C51260268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12123099" y="1799670"/>
                <a:ext cx="2226955" cy="2083391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2400" i="1" smtClean="0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m</m:t>
                          </m:r>
                          <m:r>
                            <a:rPr lang="es-MX" sz="2400" b="0" i="1" smtClean="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𝑎𝑥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𝑍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𝕔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′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𝕩</m:t>
                          </m:r>
                        </m:e>
                      </m:func>
                    </m:oMath>
                  </m:oMathPara>
                </a14:m>
                <a:endParaRPr lang="es-MX" sz="2400" i="1" dirty="0">
                  <a:solidFill>
                    <a:srgbClr val="545454"/>
                  </a:solidFill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2400" i="1" dirty="0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</a:t>
                </a:r>
                <a:r>
                  <a:rPr lang="es-MX" sz="2400" i="1" dirty="0" err="1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Subject</a:t>
                </a:r>
                <a:r>
                  <a:rPr lang="es-MX" sz="2400" i="1" dirty="0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s-MX" sz="2400" i="1" dirty="0" err="1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</a:t>
                </a:r>
                <a:r>
                  <a:rPr lang="es-MX" sz="2400" i="1" dirty="0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:</a:t>
                </a:r>
                <a:endParaRPr lang="es-MX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i="1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𝔸𝕩</m:t>
                      </m:r>
                      <m:r>
                        <a:rPr lang="es-MX" sz="2400" i="1" smtClean="0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s-MX" sz="2400" i="1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𝕓</m:t>
                      </m:r>
                    </m:oMath>
                  </m:oMathPara>
                </a14:m>
                <a:endParaRPr lang="es-MX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i="1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𝕩</m:t>
                      </m:r>
                      <m:r>
                        <a:rPr lang="es-MX" sz="2400" i="1" smtClean="0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s-MX" sz="2400" b="0" i="1" smtClean="0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s-MX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3099" y="1799670"/>
                <a:ext cx="2226955" cy="20833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52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8E331-B816-3366-3565-5C5429697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49C0EA51-9E16-2AFA-98A8-8843E57A6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7192541" cy="610863"/>
          </a:xfrm>
        </p:spPr>
        <p:txBody>
          <a:bodyPr>
            <a:normAutofit fontScale="90000"/>
          </a:bodyPr>
          <a:lstStyle/>
          <a:p>
            <a:r>
              <a:rPr lang="es-MX" dirty="0"/>
              <a:t>Un modelo de programación lineal</a:t>
            </a:r>
            <a:endParaRPr lang="es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F9072A2-DF01-8D0C-74DF-451901844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035" y="2734698"/>
            <a:ext cx="2226955" cy="610863"/>
          </a:xfrm>
        </p:spPr>
        <p:txBody>
          <a:bodyPr/>
          <a:lstStyle/>
          <a:p>
            <a:pPr marL="0" indent="0">
              <a:buNone/>
            </a:pPr>
            <a:r>
              <a:rPr lang="es-MX" b="1" dirty="0">
                <a:solidFill>
                  <a:srgbClr val="FF0000"/>
                </a:solidFill>
              </a:rPr>
              <a:t>FUNCIÓN OBJETIVO: </a:t>
            </a:r>
            <a:r>
              <a:rPr lang="es-MX" b="1" dirty="0" err="1">
                <a:solidFill>
                  <a:srgbClr val="FF0000"/>
                </a:solidFill>
              </a:rPr>
              <a:t>max</a:t>
            </a:r>
            <a:r>
              <a:rPr lang="es-MX" b="1" dirty="0">
                <a:solidFill>
                  <a:srgbClr val="FF0000"/>
                </a:solidFill>
              </a:rPr>
              <a:t>/min</a:t>
            </a:r>
          </a:p>
          <a:p>
            <a:endParaRPr lang="en-US" b="1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0BE74CF-D2A7-C034-4198-B1329196B6B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587885" y="2937704"/>
            <a:ext cx="2226955" cy="678611"/>
          </a:xfrm>
        </p:spPr>
        <p:txBody>
          <a:bodyPr>
            <a:normAutofit/>
          </a:bodyPr>
          <a:lstStyle/>
          <a:p>
            <a:pPr marL="0" indent="0" defTabSz="9144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US" sz="2300" b="1" cap="all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Verdana" pitchFamily="34" charset="0"/>
                <a:cs typeface="Verdana" pitchFamily="34" charset="0"/>
              </a:rPr>
              <a:t>Variables DE DECISIÓN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60031FF4-1C0D-1A11-4B19-8994844B2F00}"/>
                  </a:ext>
                </a:extLst>
              </p:cNvPr>
              <p:cNvSpPr/>
              <p:nvPr/>
            </p:nvSpPr>
            <p:spPr>
              <a:xfrm>
                <a:off x="4539722" y="2715617"/>
                <a:ext cx="2226955" cy="2083391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2400" i="1" smtClean="0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m</m:t>
                          </m:r>
                          <m:r>
                            <a:rPr lang="es-MX" sz="2400" b="0" i="1" smtClean="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𝑎𝑥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𝑍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𝕔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′</m:t>
                          </m:r>
                          <m:r>
                            <a:rPr lang="en-US" sz="24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𝕩</m:t>
                          </m:r>
                        </m:e>
                      </m:func>
                    </m:oMath>
                  </m:oMathPara>
                </a14:m>
                <a:endParaRPr lang="es-MX" sz="2400" i="1" dirty="0">
                  <a:solidFill>
                    <a:srgbClr val="545454"/>
                  </a:solidFill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2400" i="1" dirty="0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</a:t>
                </a:r>
                <a:r>
                  <a:rPr lang="es-MX" sz="2400" i="1" dirty="0" err="1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Subject</a:t>
                </a:r>
                <a:r>
                  <a:rPr lang="es-MX" sz="2400" i="1" dirty="0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s-MX" sz="2400" i="1" dirty="0" err="1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</a:t>
                </a:r>
                <a:r>
                  <a:rPr lang="es-MX" sz="2400" i="1" dirty="0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:</a:t>
                </a:r>
                <a:endParaRPr lang="es-MX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i="1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𝔸𝕩</m:t>
                      </m:r>
                      <m:r>
                        <a:rPr lang="es-MX" sz="2400" i="1" smtClean="0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s-MX" sz="2400" i="1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𝕓</m:t>
                      </m:r>
                    </m:oMath>
                  </m:oMathPara>
                </a14:m>
                <a:endParaRPr lang="es-MX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i="1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𝕩</m:t>
                      </m:r>
                      <m:r>
                        <a:rPr lang="es-MX" sz="2400" i="1" smtClean="0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s-MX" sz="2400" b="0" i="1" smtClean="0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s-MX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60031FF4-1C0D-1A11-4B19-8994844B2F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722" y="2715617"/>
                <a:ext cx="2226955" cy="20833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DB8AB-A569-BF15-67DE-BF78DC1F26A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66677" y="6610349"/>
            <a:ext cx="1562125" cy="247651"/>
          </a:xfrm>
          <a:prstGeom prst="rect">
            <a:avLst/>
          </a:prstGeom>
        </p:spPr>
        <p:txBody>
          <a:bodyPr/>
          <a:lstStyle/>
          <a:p>
            <a:pPr rtl="0"/>
            <a:fld id="{F8C4C3F1-C50D-42BA-BA5E-A66C51260268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2E970-783B-5DE4-944B-DAD904290A4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634070" y="6599932"/>
            <a:ext cx="2337952" cy="268484"/>
          </a:xfrm>
        </p:spPr>
        <p:txBody>
          <a:bodyPr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5F53097-A30D-A292-E470-72627880A0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7408" y="6599932"/>
            <a:ext cx="523240" cy="247651"/>
          </a:xfrm>
        </p:spPr>
        <p:txBody>
          <a:bodyPr/>
          <a:lstStyle/>
          <a:p>
            <a:pPr rtl="0"/>
            <a:fld id="{294A09A9-5501-47C1-A89A-A340965A2BE2}" type="slidenum">
              <a:rPr lang="es-MX" noProof="0" smtClean="0"/>
              <a:pPr rtl="0"/>
              <a:t>6</a:t>
            </a:fld>
            <a:endParaRPr lang="es-MX" noProof="0" dirty="0"/>
          </a:p>
        </p:txBody>
      </p:sp>
      <p:sp>
        <p:nvSpPr>
          <p:cNvPr id="16" name="2 Marcador de contenido">
            <a:extLst>
              <a:ext uri="{FF2B5EF4-FFF2-40B4-BE49-F238E27FC236}">
                <a16:creationId xmlns:a16="http://schemas.microsoft.com/office/drawing/2014/main" id="{735D2684-DDE2-430D-9FF9-4D472C50F48C}"/>
              </a:ext>
            </a:extLst>
          </p:cNvPr>
          <p:cNvSpPr txBox="1">
            <a:spLocks/>
          </p:cNvSpPr>
          <p:nvPr/>
        </p:nvSpPr>
        <p:spPr>
          <a:xfrm>
            <a:off x="1347345" y="3548658"/>
            <a:ext cx="3147261" cy="1143707"/>
          </a:xfrm>
          <a:prstGeom prst="rect">
            <a:avLst/>
          </a:prstGeom>
        </p:spPr>
        <p:txBody>
          <a:bodyPr vert="horz" lIns="146304" tIns="91440" rtlCol="0" anchor="ctr">
            <a:normAutofit/>
          </a:bodyPr>
          <a:lstStyle>
            <a:lvl1pPr marL="0" indent="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300" b="1" kern="1200" cap="all" baseline="0">
                <a:solidFill>
                  <a:schemeClr val="tx1"/>
                </a:solidFill>
                <a:latin typeface="Calibri" panose="020F0502020204030204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None/>
              <a:defRPr kumimoji="0" sz="2000" b="1" kern="1200">
                <a:solidFill>
                  <a:schemeClr val="tx1"/>
                </a:solidFill>
                <a:latin typeface="Calibri" panose="020F0502020204030204" pitchFamily="34" charset="0"/>
                <a:ea typeface="Verdana" pitchFamily="34" charset="0"/>
                <a:cs typeface="Verdana" pitchFamily="34" charset="0"/>
              </a:defRPr>
            </a:lvl2pPr>
            <a:lvl3pPr marL="91440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None/>
              <a:defRPr kumimoji="0" sz="1800" b="1" kern="1200">
                <a:solidFill>
                  <a:schemeClr val="tx1"/>
                </a:solidFill>
                <a:latin typeface="Calibri" panose="020F0502020204030204" pitchFamily="34" charset="0"/>
                <a:ea typeface="Verdana" pitchFamily="34" charset="0"/>
                <a:cs typeface="Verdana" pitchFamily="34" charset="0"/>
              </a:defRPr>
            </a:lvl3pPr>
            <a:lvl4pPr marL="1371600" indent="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None/>
              <a:defRPr kumimoji="0" sz="1600" b="1" kern="1200">
                <a:solidFill>
                  <a:schemeClr val="tx1"/>
                </a:solidFill>
                <a:latin typeface="Calibri" panose="020F0502020204030204" pitchFamily="34" charset="0"/>
                <a:ea typeface="Verdana" pitchFamily="34" charset="0"/>
                <a:cs typeface="Verdana" pitchFamily="34" charset="0"/>
              </a:defRPr>
            </a:lvl4pPr>
            <a:lvl5pPr marL="1828800" indent="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3"/>
              <a:buNone/>
              <a:defRPr kumimoji="0" lang="en-US" sz="1600" b="1" kern="1200">
                <a:solidFill>
                  <a:schemeClr val="tx1"/>
                </a:solidFill>
                <a:latin typeface="Calibri" panose="020F0502020204030204" pitchFamily="34" charset="0"/>
                <a:ea typeface="Verdana" pitchFamily="34" charset="0"/>
                <a:cs typeface="Verdana" pitchFamily="34" charset="0"/>
              </a:defRPr>
            </a:lvl5pPr>
            <a:lvl6pPr marL="2286000" indent="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None/>
              <a:defRPr kumimoji="0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None/>
              <a:defRPr kumimoji="0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None/>
              <a:defRPr kumimoji="0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None/>
              <a:defRPr kumimoji="0"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dirty="0">
                <a:solidFill>
                  <a:schemeClr val="tx2"/>
                </a:solidFill>
              </a:rPr>
              <a:t>RESTRICCIONES</a:t>
            </a:r>
          </a:p>
          <a:p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cap="none" dirty="0" err="1">
                <a:solidFill>
                  <a:schemeClr val="tx2"/>
                </a:solidFill>
              </a:rPr>
              <a:t>Funcionales</a:t>
            </a:r>
            <a:endParaRPr lang="en-US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cap="none" dirty="0">
              <a:solidFill>
                <a:schemeClr val="tx2"/>
              </a:solidFill>
            </a:endParaRPr>
          </a:p>
        </p:txBody>
      </p:sp>
      <p:pic>
        <p:nvPicPr>
          <p:cNvPr id="3" name="Picture 2" descr="Marcador de círculo dibujado a mano: vector de stock (libre de regalías)  630196619 | Shutterstock">
            <a:extLst>
              <a:ext uri="{FF2B5EF4-FFF2-40B4-BE49-F238E27FC236}">
                <a16:creationId xmlns:a16="http://schemas.microsoft.com/office/drawing/2014/main" id="{29B9C765-63BB-1D7B-E950-E21DF2828D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20952"/>
          <a:stretch/>
        </p:blipFill>
        <p:spPr bwMode="auto">
          <a:xfrm rot="5400000">
            <a:off x="4644580" y="3730182"/>
            <a:ext cx="1626489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Marcador de círculo dibujado a mano: vector de stock (libre de regalías)  630196619 | Shutterstock">
            <a:extLst>
              <a:ext uri="{FF2B5EF4-FFF2-40B4-BE49-F238E27FC236}">
                <a16:creationId xmlns:a16="http://schemas.microsoft.com/office/drawing/2014/main" id="{37CEB8EE-CC59-9CF4-E46A-46C9E133FE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20952"/>
          <a:stretch/>
        </p:blipFill>
        <p:spPr bwMode="auto">
          <a:xfrm rot="5400000">
            <a:off x="5155702" y="2509079"/>
            <a:ext cx="81572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Marcador de círculo dibujado a mano: vector de stock (libre de regalías)  630196619 | Shutterstock">
            <a:extLst>
              <a:ext uri="{FF2B5EF4-FFF2-40B4-BE49-F238E27FC236}">
                <a16:creationId xmlns:a16="http://schemas.microsoft.com/office/drawing/2014/main" id="{22B65015-2954-CC91-3577-282E6E55E5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20952"/>
          <a:stretch/>
        </p:blipFill>
        <p:spPr bwMode="auto">
          <a:xfrm rot="5400000">
            <a:off x="5983061" y="2519496"/>
            <a:ext cx="81572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Marcador de círculo dibujado a mano: vector de stock (libre de regalías)  630196619 | Shutterstock">
            <a:extLst>
              <a:ext uri="{FF2B5EF4-FFF2-40B4-BE49-F238E27FC236}">
                <a16:creationId xmlns:a16="http://schemas.microsoft.com/office/drawing/2014/main" id="{5E29B755-A0A4-7064-AFBD-A40FF71EDB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20952"/>
          <a:stretch/>
        </p:blipFill>
        <p:spPr bwMode="auto">
          <a:xfrm rot="5400000">
            <a:off x="5245338" y="39749"/>
            <a:ext cx="815720" cy="572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Marcador de círculo dibujado a mano: vector de stock (libre de regalías)  630196619 | Shutterstock">
            <a:extLst>
              <a:ext uri="{FF2B5EF4-FFF2-40B4-BE49-F238E27FC236}">
                <a16:creationId xmlns:a16="http://schemas.microsoft.com/office/drawing/2014/main" id="{EFCB2FDF-C9E0-9E63-5FAB-E3F785A6B1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20952"/>
          <a:stretch/>
        </p:blipFill>
        <p:spPr bwMode="auto">
          <a:xfrm rot="5400000">
            <a:off x="5258129" y="1759435"/>
            <a:ext cx="610865" cy="428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2 Marcador de contenido">
            <a:extLst>
              <a:ext uri="{FF2B5EF4-FFF2-40B4-BE49-F238E27FC236}">
                <a16:creationId xmlns:a16="http://schemas.microsoft.com/office/drawing/2014/main" id="{B42701F5-C863-012B-2240-147C97BB9E6A}"/>
              </a:ext>
            </a:extLst>
          </p:cNvPr>
          <p:cNvSpPr txBox="1">
            <a:spLocks/>
          </p:cNvSpPr>
          <p:nvPr/>
        </p:nvSpPr>
        <p:spPr>
          <a:xfrm>
            <a:off x="6880964" y="4146347"/>
            <a:ext cx="3147261" cy="1143707"/>
          </a:xfrm>
          <a:prstGeom prst="rect">
            <a:avLst/>
          </a:prstGeom>
        </p:spPr>
        <p:txBody>
          <a:bodyPr vert="horz" lIns="146304" tIns="91440" rtlCol="0" anchor="ctr">
            <a:normAutofit/>
          </a:bodyPr>
          <a:lstStyle>
            <a:lvl1pPr marL="0" indent="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300" b="1" kern="1200" cap="all" baseline="0">
                <a:solidFill>
                  <a:schemeClr val="tx1"/>
                </a:solidFill>
                <a:latin typeface="Calibri" panose="020F0502020204030204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None/>
              <a:defRPr kumimoji="0" sz="2000" b="1" kern="1200">
                <a:solidFill>
                  <a:schemeClr val="tx1"/>
                </a:solidFill>
                <a:latin typeface="Calibri" panose="020F0502020204030204" pitchFamily="34" charset="0"/>
                <a:ea typeface="Verdana" pitchFamily="34" charset="0"/>
                <a:cs typeface="Verdana" pitchFamily="34" charset="0"/>
              </a:defRPr>
            </a:lvl2pPr>
            <a:lvl3pPr marL="91440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None/>
              <a:defRPr kumimoji="0" sz="1800" b="1" kern="1200">
                <a:solidFill>
                  <a:schemeClr val="tx1"/>
                </a:solidFill>
                <a:latin typeface="Calibri" panose="020F0502020204030204" pitchFamily="34" charset="0"/>
                <a:ea typeface="Verdana" pitchFamily="34" charset="0"/>
                <a:cs typeface="Verdana" pitchFamily="34" charset="0"/>
              </a:defRPr>
            </a:lvl3pPr>
            <a:lvl4pPr marL="1371600" indent="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None/>
              <a:defRPr kumimoji="0" sz="1600" b="1" kern="1200">
                <a:solidFill>
                  <a:schemeClr val="tx1"/>
                </a:solidFill>
                <a:latin typeface="Calibri" panose="020F0502020204030204" pitchFamily="34" charset="0"/>
                <a:ea typeface="Verdana" pitchFamily="34" charset="0"/>
                <a:cs typeface="Verdana" pitchFamily="34" charset="0"/>
              </a:defRPr>
            </a:lvl4pPr>
            <a:lvl5pPr marL="1828800" indent="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3"/>
              <a:buNone/>
              <a:defRPr kumimoji="0" lang="en-US" sz="1600" b="1" kern="1200">
                <a:solidFill>
                  <a:schemeClr val="tx1"/>
                </a:solidFill>
                <a:latin typeface="Calibri" panose="020F0502020204030204" pitchFamily="34" charset="0"/>
                <a:ea typeface="Verdana" pitchFamily="34" charset="0"/>
                <a:cs typeface="Verdana" pitchFamily="34" charset="0"/>
              </a:defRPr>
            </a:lvl5pPr>
            <a:lvl6pPr marL="2286000" indent="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None/>
              <a:defRPr kumimoji="0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None/>
              <a:defRPr kumimoji="0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None/>
              <a:defRPr kumimoji="0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None/>
              <a:defRPr kumimoji="0"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dirty="0">
                <a:solidFill>
                  <a:schemeClr val="accent3"/>
                </a:solidFill>
              </a:rPr>
              <a:t>RESTRICCIONES</a:t>
            </a:r>
          </a:p>
          <a:p>
            <a:r>
              <a:rPr lang="en-US" dirty="0">
                <a:solidFill>
                  <a:schemeClr val="accent3"/>
                </a:solidFill>
              </a:rPr>
              <a:t>	</a:t>
            </a:r>
            <a:r>
              <a:rPr lang="en-US" cap="none" dirty="0">
                <a:solidFill>
                  <a:schemeClr val="accent3"/>
                </a:solidFill>
              </a:rPr>
              <a:t>de </a:t>
            </a:r>
            <a:r>
              <a:rPr lang="en-US" cap="none" dirty="0" err="1">
                <a:solidFill>
                  <a:schemeClr val="accent3"/>
                </a:solidFill>
              </a:rPr>
              <a:t>dominio</a:t>
            </a:r>
            <a:endParaRPr lang="en-US" dirty="0">
              <a:solidFill>
                <a:schemeClr val="accent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cap="none" dirty="0">
              <a:solidFill>
                <a:schemeClr val="accent3"/>
              </a:solidFill>
            </a:endParaRPr>
          </a:p>
        </p:txBody>
      </p:sp>
      <p:pic>
        <p:nvPicPr>
          <p:cNvPr id="15" name="Picture 14" descr="Marcador de círculo dibujado a mano: vector de stock (libre de regalías)  630196619 | Shutterstock">
            <a:extLst>
              <a:ext uri="{FF2B5EF4-FFF2-40B4-BE49-F238E27FC236}">
                <a16:creationId xmlns:a16="http://schemas.microsoft.com/office/drawing/2014/main" id="{F2139288-D3A0-2B7B-1F6C-8AA4626301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20952"/>
          <a:stretch/>
        </p:blipFill>
        <p:spPr bwMode="auto">
          <a:xfrm rot="5400000">
            <a:off x="5258129" y="2386740"/>
            <a:ext cx="610865" cy="428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66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16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2 Marcador de contenido">
            <a:extLst>
              <a:ext uri="{FF2B5EF4-FFF2-40B4-BE49-F238E27FC236}">
                <a16:creationId xmlns:a16="http://schemas.microsoft.com/office/drawing/2014/main" id="{FF19FB27-7F20-4B6C-E5AC-6247BE96FA7C}"/>
              </a:ext>
            </a:extLst>
          </p:cNvPr>
          <p:cNvGraphicFramePr>
            <a:graphicFrameLocks noGrp="1"/>
          </p:cNvGraphicFramePr>
          <p:nvPr>
            <p:ph type="pic" sz="quarter" idx="13"/>
            <p:extLst>
              <p:ext uri="{D42A27DB-BD31-4B8C-83A1-F6EECF244321}">
                <p14:modId xmlns:p14="http://schemas.microsoft.com/office/powerpoint/2010/main" val="4193677416"/>
              </p:ext>
            </p:extLst>
          </p:nvPr>
        </p:nvGraphicFramePr>
        <p:xfrm>
          <a:off x="2171700" y="2080259"/>
          <a:ext cx="9497060" cy="4000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4023" y="879063"/>
            <a:ext cx="6503577" cy="610863"/>
          </a:xfrm>
        </p:spPr>
        <p:txBody>
          <a:bodyPr anchor="b">
            <a:normAutofit fontScale="90000"/>
          </a:bodyPr>
          <a:lstStyle/>
          <a:p>
            <a:r>
              <a:rPr lang="es-MX" dirty="0"/>
              <a:t>Principios (o supuestos) de un PPL </a:t>
            </a:r>
            <a:endParaRPr lang="es-E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D8BA7B4-FE66-AE32-A585-AA0ACD61F2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anchor="t">
            <a:normAutofit fontScale="62500" lnSpcReduction="20000"/>
          </a:bodyPr>
          <a:lstStyle/>
          <a:p>
            <a:pPr>
              <a:spcAft>
                <a:spcPts val="600"/>
              </a:spcAft>
            </a:pPr>
            <a:fld id="{F2355B5F-137C-497E-924D-D0908151D66B}" type="datetimeyyyy">
              <a:rPr lang="es-MX" smtClean="0"/>
              <a:t>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ES"/>
              <a:t>OPTIMIZACIÓN DE OPERACIONES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6FFA54E1-8A5A-492B-8D87-772C5A9980B5}" type="slidenum">
              <a:rPr lang="es-ES" smtClean="0"/>
              <a:pPr>
                <a:spcAft>
                  <a:spcPts val="600"/>
                </a:spcAft>
              </a:pPr>
              <a:t>7</a:t>
            </a:fld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4100" dirty="0" err="1"/>
              <a:t>Ejemplo</a:t>
            </a:r>
            <a:r>
              <a:rPr lang="en-US" sz="4100" dirty="0"/>
              <a:t>: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121328-D874-925B-8C86-ED6E836A48B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El </a:t>
            </a:r>
            <a:r>
              <a:rPr lang="en-US" sz="2400" dirty="0" err="1"/>
              <a:t>granjero</a:t>
            </a:r>
            <a:r>
              <a:rPr lang="en-US" sz="2400" dirty="0"/>
              <a:t> </a:t>
            </a:r>
            <a:r>
              <a:rPr lang="en-US" sz="2400" dirty="0" err="1"/>
              <a:t>mágico</a:t>
            </a:r>
            <a:endParaRPr lang="en-US" sz="2400" dirty="0"/>
          </a:p>
        </p:txBody>
      </p:sp>
      <p:sp>
        <p:nvSpPr>
          <p:cNvPr id="5" name="4 Marcador de contenido"/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3296854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U</a:t>
            </a:r>
            <a:r>
              <a:rPr lang="es-MX" sz="1800" dirty="0"/>
              <a:t>n agricultor necesita un fertilizante especial que contenga al menos 10, 12 y 12 unidades de nutrientes de Nitrógeno, Hierro y Potasio, respectivamente.</a:t>
            </a:r>
          </a:p>
          <a:p>
            <a:pPr marL="0" indent="0">
              <a:buNone/>
            </a:pPr>
            <a:r>
              <a:rPr lang="es-MX" sz="1800" dirty="0"/>
              <a:t>En el mercado encuentra un producto líquido que contiene 5, 2 y 1 unidades de Nitrógeno, Hierro y Potasio por galón, respectivamente, con un costo de $6000/galón. También encuentra un producto sólido que contiene 1, 2 y 4 unidades de Nitrógeno, Hierro y Potasio por kilogramo, respectivamente, con un costo de $4000/kg.</a:t>
            </a:r>
          </a:p>
          <a:p>
            <a:pPr marL="0" indent="0">
              <a:buNone/>
            </a:pPr>
            <a:r>
              <a:rPr lang="es-MX" sz="1800" dirty="0"/>
              <a:t>¿Qué cantidades de cada producto debe comprar el agricultor para minimizar el costo del fertilizante que satisfaga los requisitos mencionados?</a:t>
            </a:r>
          </a:p>
          <a:p>
            <a:pPr marL="114300" indent="0">
              <a:lnSpc>
                <a:spcPct val="90000"/>
              </a:lnSpc>
              <a:buNone/>
            </a:pPr>
            <a:endParaRPr lang="en-US" sz="1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900"/>
              <a:t>OPTIMIZACIÓN DE OPERACIONES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6FFA54E1-8A5A-492B-8D87-772C5A9980B5}" type="slidenum">
              <a:rPr lang="es-ES" smtClean="0"/>
              <a:pPr>
                <a:spcAft>
                  <a:spcPts val="600"/>
                </a:spcAft>
              </a:pPr>
              <a:t>8</a:t>
            </a:fld>
            <a:endParaRPr lang="es-E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E656F575-5C17-0EE2-0EDB-592AD7506D6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879138" y="6610350"/>
            <a:ext cx="1312862" cy="24765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rtl="0">
              <a:spcAft>
                <a:spcPts val="600"/>
              </a:spcAft>
            </a:pPr>
            <a:fld id="{6C7C4D35-F3A5-47D7-A974-EA9ABE787069}" type="datetimeyyyy">
              <a:rPr lang="es-MX" sz="1000" noProof="0" smtClean="0"/>
              <a:t>2025</a:t>
            </a:fld>
            <a:endParaRPr lang="es-MX" sz="1000" noProof="0"/>
          </a:p>
        </p:txBody>
      </p:sp>
      <p:pic>
        <p:nvPicPr>
          <p:cNvPr id="10" name="Content Placeholder 9" descr="Plastic containers in bright colours">
            <a:extLst>
              <a:ext uri="{FF2B5EF4-FFF2-40B4-BE49-F238E27FC236}">
                <a16:creationId xmlns:a16="http://schemas.microsoft.com/office/drawing/2014/main" id="{9D75D1D5-C48F-A307-E405-4B0D6E471C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23077" b="16649"/>
          <a:stretch/>
        </p:blipFill>
        <p:spPr>
          <a:xfrm>
            <a:off x="963613" y="2799913"/>
            <a:ext cx="4827587" cy="1940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71550" y="691515"/>
            <a:ext cx="7724215" cy="610863"/>
          </a:xfrm>
        </p:spPr>
        <p:txBody>
          <a:bodyPr>
            <a:noAutofit/>
          </a:bodyPr>
          <a:lstStyle/>
          <a:p>
            <a:r>
              <a:rPr lang="en-US" sz="3200" dirty="0" err="1"/>
              <a:t>Responda</a:t>
            </a:r>
            <a:r>
              <a:rPr lang="en-US" sz="3200" dirty="0"/>
              <a:t> </a:t>
            </a:r>
            <a:r>
              <a:rPr lang="en-US" sz="3200" dirty="0" err="1"/>
              <a:t>las</a:t>
            </a:r>
            <a:r>
              <a:rPr lang="en-US" sz="3200" dirty="0"/>
              <a:t> </a:t>
            </a:r>
            <a:r>
              <a:rPr lang="en-US" sz="3200" dirty="0" err="1"/>
              <a:t>siguientes</a:t>
            </a:r>
            <a:r>
              <a:rPr lang="en-US" sz="3200" dirty="0"/>
              <a:t> </a:t>
            </a:r>
            <a:r>
              <a:rPr lang="en-US" sz="3200" dirty="0" err="1"/>
              <a:t>preguntas</a:t>
            </a:r>
            <a:endParaRPr lang="en-U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algn="r">
              <a:spcBef>
                <a:spcPts val="2160"/>
              </a:spcBef>
            </a:pPr>
            <a:r>
              <a:rPr lang="en-US" sz="2800" dirty="0">
                <a:latin typeface="Aptos" panose="020B0004020202020204" pitchFamily="34" charset="0"/>
              </a:rPr>
              <a:t>          </a:t>
            </a:r>
            <a:endParaRPr lang="en-US" sz="2000" dirty="0">
              <a:solidFill>
                <a:srgbClr val="7030A0"/>
              </a:solidFill>
              <a:latin typeface="Aptos" panose="020B0004020202020204" pitchFamily="34" charset="0"/>
            </a:endParaRPr>
          </a:p>
          <a:p>
            <a:pPr algn="r">
              <a:spcBef>
                <a:spcPts val="2160"/>
              </a:spcBef>
            </a:pPr>
            <a:r>
              <a:rPr lang="en-US" sz="2800" dirty="0">
                <a:latin typeface="Aptos" panose="020B0004020202020204" pitchFamily="34" charset="0"/>
              </a:rPr>
              <a:t>	</a:t>
            </a:r>
          </a:p>
          <a:p>
            <a:pPr algn="r">
              <a:spcBef>
                <a:spcPts val="2160"/>
              </a:spcBef>
            </a:pPr>
            <a:r>
              <a:rPr lang="en-US" sz="2800" dirty="0">
                <a:latin typeface="Aptos" panose="020B0004020202020204" pitchFamily="34" charset="0"/>
              </a:rPr>
              <a:t>				</a:t>
            </a:r>
            <a:endParaRPr lang="en-US" sz="2000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C4529F0-8304-A02D-4C94-02E90CEC69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13890" y="2286659"/>
            <a:ext cx="4040841" cy="315915"/>
          </a:xfrm>
        </p:spPr>
        <p:txBody>
          <a:bodyPr/>
          <a:lstStyle/>
          <a:p>
            <a:pPr algn="r"/>
            <a:r>
              <a:rPr lang="en-US" sz="2000" dirty="0" err="1">
                <a:latin typeface="Aptos" panose="020B0004020202020204" pitchFamily="34" charset="0"/>
              </a:rPr>
              <a:t>Elementos</a:t>
            </a:r>
            <a:r>
              <a:rPr lang="en-US" sz="2000" dirty="0">
                <a:latin typeface="Aptos" panose="020B0004020202020204" pitchFamily="34" charset="0"/>
              </a:rPr>
              <a:t>?  </a:t>
            </a:r>
            <a:r>
              <a:rPr lang="en-US" sz="2000" dirty="0" err="1">
                <a:latin typeface="Aptos" panose="020B0004020202020204" pitchFamily="34" charset="0"/>
              </a:rPr>
              <a:t>Contables</a:t>
            </a:r>
            <a:r>
              <a:rPr lang="en-US" sz="2000" dirty="0">
                <a:latin typeface="Aptos" panose="020B0004020202020204" pitchFamily="34" charset="0"/>
              </a:rPr>
              <a:t>, </a:t>
            </a:r>
            <a:r>
              <a:rPr lang="en-US" sz="2000" dirty="0" err="1">
                <a:latin typeface="Aptos" panose="020B0004020202020204" pitchFamily="34" charset="0"/>
              </a:rPr>
              <a:t>finitos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BF20A31-6B7A-4F41-1CF4-EE2AEDB345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3560" y="2800561"/>
            <a:ext cx="4838700" cy="315915"/>
          </a:xfrm>
        </p:spPr>
        <p:txBody>
          <a:bodyPr/>
          <a:lstStyle/>
          <a:p>
            <a:pPr algn="r"/>
            <a:r>
              <a:rPr lang="en-US" sz="2000" dirty="0">
                <a:latin typeface="Aptos" panose="020B0004020202020204" pitchFamily="34" charset="0"/>
              </a:rPr>
              <a:t>¿</a:t>
            </a:r>
            <a:r>
              <a:rPr lang="en-US" sz="2000" dirty="0" err="1">
                <a:latin typeface="Aptos" panose="020B0004020202020204" pitchFamily="34" charset="0"/>
              </a:rPr>
              <a:t>Qué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sé</a:t>
            </a:r>
            <a:r>
              <a:rPr lang="en-US" sz="2000" dirty="0">
                <a:latin typeface="Aptos" panose="020B0004020202020204" pitchFamily="34" charset="0"/>
              </a:rPr>
              <a:t> de </a:t>
            </a:r>
            <a:r>
              <a:rPr lang="en-US" sz="2000" dirty="0" err="1">
                <a:latin typeface="Aptos" panose="020B0004020202020204" pitchFamily="34" charset="0"/>
              </a:rPr>
              <a:t>cada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elemento</a:t>
            </a:r>
            <a:r>
              <a:rPr lang="en-US" sz="2000" dirty="0">
                <a:latin typeface="Aptos" panose="020B0004020202020204" pitchFamily="34" charset="0"/>
              </a:rPr>
              <a:t>?</a:t>
            </a:r>
          </a:p>
          <a:p>
            <a:pPr algn="r"/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954035-679E-23AB-98DD-F3EBB2D345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5216" y="3400018"/>
            <a:ext cx="4838701" cy="251509"/>
          </a:xfrm>
        </p:spPr>
        <p:txBody>
          <a:bodyPr/>
          <a:lstStyle/>
          <a:p>
            <a:pPr algn="r"/>
            <a:r>
              <a:rPr lang="en-US" sz="2000" dirty="0">
                <a:latin typeface="Aptos" panose="020B0004020202020204" pitchFamily="34" charset="0"/>
              </a:rPr>
              <a:t>¿</a:t>
            </a:r>
            <a:r>
              <a:rPr lang="en-US" sz="2000" dirty="0" err="1">
                <a:latin typeface="Aptos" panose="020B0004020202020204" pitchFamily="34" charset="0"/>
              </a:rPr>
              <a:t>Qué</a:t>
            </a:r>
            <a:r>
              <a:rPr lang="en-US" sz="2000" dirty="0">
                <a:latin typeface="Aptos" panose="020B0004020202020204" pitchFamily="34" charset="0"/>
              </a:rPr>
              <a:t> no </a:t>
            </a:r>
            <a:r>
              <a:rPr lang="en-US" sz="2000" dirty="0" err="1">
                <a:latin typeface="Aptos" panose="020B0004020202020204" pitchFamily="34" charset="0"/>
              </a:rPr>
              <a:t>sé</a:t>
            </a:r>
            <a:r>
              <a:rPr lang="en-US" sz="2000" dirty="0">
                <a:latin typeface="Aptos" panose="020B0004020202020204" pitchFamily="34" charset="0"/>
              </a:rPr>
              <a:t> (y </a:t>
            </a:r>
            <a:r>
              <a:rPr lang="en-US" sz="2000" dirty="0" err="1">
                <a:latin typeface="Aptos" panose="020B0004020202020204" pitchFamily="34" charset="0"/>
              </a:rPr>
              <a:t>quiero</a:t>
            </a:r>
            <a:r>
              <a:rPr lang="en-US" sz="2000" dirty="0">
                <a:latin typeface="Aptos" panose="020B0004020202020204" pitchFamily="34" charset="0"/>
              </a:rPr>
              <a:t> saber) de </a:t>
            </a:r>
            <a:r>
              <a:rPr lang="en-US" sz="2000" dirty="0" err="1">
                <a:latin typeface="Aptos" panose="020B0004020202020204" pitchFamily="34" charset="0"/>
              </a:rPr>
              <a:t>cada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elemento</a:t>
            </a:r>
            <a:r>
              <a:rPr lang="en-US" sz="2000" dirty="0"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6" name="5 Rectángulo"/>
          <p:cNvSpPr/>
          <p:nvPr/>
        </p:nvSpPr>
        <p:spPr>
          <a:xfrm>
            <a:off x="5856864" y="2197673"/>
            <a:ext cx="1189749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(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índices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)</a:t>
            </a:r>
            <a:endParaRPr lang="es-MX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5728749" y="2743513"/>
            <a:ext cx="1833259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142646">
              <a:buClr>
                <a:srgbClr val="F0AD00"/>
              </a:buClr>
              <a:buSzPct val="80000"/>
            </a:pP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(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parámetros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8" name="7 Rectángulo"/>
          <p:cNvSpPr/>
          <p:nvPr/>
        </p:nvSpPr>
        <p:spPr>
          <a:xfrm>
            <a:off x="5773905" y="3463232"/>
            <a:ext cx="350533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2646">
              <a:buClr>
                <a:srgbClr val="F0AD00"/>
              </a:buClr>
              <a:buSzPct val="80000"/>
            </a:pP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(variables de 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decisión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9" name="8 Rectángulo"/>
          <p:cNvSpPr/>
          <p:nvPr/>
        </p:nvSpPr>
        <p:spPr>
          <a:xfrm>
            <a:off x="5773905" y="4112206"/>
            <a:ext cx="320773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2646">
              <a:buClr>
                <a:srgbClr val="F0AD00"/>
              </a:buClr>
              <a:buSzPct val="80000"/>
            </a:pP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(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función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objetivo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5810250" y="4686288"/>
            <a:ext cx="2023118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142646">
              <a:buClr>
                <a:srgbClr val="F0AD00"/>
              </a:buClr>
              <a:buSzPct val="80000"/>
            </a:pP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(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restricciones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5829968" y="5189303"/>
            <a:ext cx="371561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2646">
              <a:buClr>
                <a:srgbClr val="F0AD00"/>
              </a:buClr>
              <a:buSzPct val="80000"/>
            </a:pP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(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valores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 no 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negativos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2" name="10 Rectángulo"/>
          <p:cNvSpPr/>
          <p:nvPr/>
        </p:nvSpPr>
        <p:spPr>
          <a:xfrm>
            <a:off x="5654731" y="5775581"/>
            <a:ext cx="6653809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42646" algn="ctr">
              <a:buClr>
                <a:srgbClr val="F0AD00"/>
              </a:buClr>
              <a:buSzPct val="80000"/>
            </a:pP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Esa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es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 la idea! 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Averiguar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cuánto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valen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 las variables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202AE2BE-B1E5-BD6A-8C15-9D592319B8D8}"/>
              </a:ext>
            </a:extLst>
          </p:cNvPr>
          <p:cNvSpPr txBox="1">
            <a:spLocks/>
          </p:cNvSpPr>
          <p:nvPr/>
        </p:nvSpPr>
        <p:spPr>
          <a:xfrm>
            <a:off x="987701" y="4186421"/>
            <a:ext cx="4838700" cy="315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latin typeface="Aptos" panose="020B0004020202020204" pitchFamily="34" charset="0"/>
              </a:rPr>
              <a:t>¿</a:t>
            </a:r>
            <a:r>
              <a:rPr lang="en-US" sz="2000" dirty="0" err="1">
                <a:latin typeface="Aptos" panose="020B0004020202020204" pitchFamily="34" charset="0"/>
              </a:rPr>
              <a:t>Qué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quiero</a:t>
            </a:r>
            <a:r>
              <a:rPr lang="en-US" sz="2000" dirty="0"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EA743558-7427-0A85-690C-F114A2543E6E}"/>
              </a:ext>
            </a:extLst>
          </p:cNvPr>
          <p:cNvSpPr txBox="1">
            <a:spLocks/>
          </p:cNvSpPr>
          <p:nvPr/>
        </p:nvSpPr>
        <p:spPr>
          <a:xfrm>
            <a:off x="973671" y="5182944"/>
            <a:ext cx="4838700" cy="315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/>
            <a:r>
              <a:rPr lang="en-US" sz="2000" dirty="0">
                <a:latin typeface="Aptos" panose="020B0004020202020204" pitchFamily="34" charset="0"/>
              </a:rPr>
              <a:t>¿</a:t>
            </a:r>
            <a:r>
              <a:rPr lang="en-US" sz="2000" dirty="0" err="1">
                <a:latin typeface="Aptos" panose="020B0004020202020204" pitchFamily="34" charset="0"/>
              </a:rPr>
              <a:t>Cuál</a:t>
            </a:r>
            <a:r>
              <a:rPr lang="en-US" sz="2000" dirty="0">
                <a:latin typeface="Aptos" panose="020B0004020202020204" pitchFamily="34" charset="0"/>
              </a:rPr>
              <a:t> es </a:t>
            </a:r>
            <a:r>
              <a:rPr lang="en-US" sz="2000" dirty="0" err="1">
                <a:latin typeface="Aptos" panose="020B0004020202020204" pitchFamily="34" charset="0"/>
              </a:rPr>
              <a:t>el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rango</a:t>
            </a:r>
            <a:r>
              <a:rPr lang="en-US" sz="2000" dirty="0">
                <a:latin typeface="Aptos" panose="020B0004020202020204" pitchFamily="34" charset="0"/>
              </a:rPr>
              <a:t> de las </a:t>
            </a:r>
            <a:r>
              <a:rPr lang="en-US" sz="2000" dirty="0" err="1">
                <a:latin typeface="Aptos" panose="020B0004020202020204" pitchFamily="34" charset="0"/>
              </a:rPr>
              <a:t>posibles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soluciones</a:t>
            </a:r>
            <a:r>
              <a:rPr lang="en-US" sz="2000" dirty="0">
                <a:latin typeface="Aptos" panose="020B0004020202020204" pitchFamily="34" charset="0"/>
              </a:rPr>
              <a:t>? (</a:t>
            </a:r>
            <a:r>
              <a:rPr lang="en-US" sz="2000" dirty="0" err="1">
                <a:latin typeface="Aptos" panose="020B0004020202020204" pitchFamily="34" charset="0"/>
              </a:rPr>
              <a:t>dominio</a:t>
            </a:r>
            <a:r>
              <a:rPr lang="en-US" sz="2000" dirty="0">
                <a:latin typeface="Aptos" panose="020B0004020202020204" pitchFamily="34" charset="0"/>
              </a:rPr>
              <a:t> de las variables)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C9990D55-E26B-3B63-CCFB-56A2A5B0724B}"/>
              </a:ext>
            </a:extLst>
          </p:cNvPr>
          <p:cNvSpPr txBox="1">
            <a:spLocks/>
          </p:cNvSpPr>
          <p:nvPr/>
        </p:nvSpPr>
        <p:spPr>
          <a:xfrm>
            <a:off x="973671" y="5850570"/>
            <a:ext cx="4838700" cy="315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latin typeface="Aptos" panose="020B0004020202020204" pitchFamily="34" charset="0"/>
              </a:rPr>
              <a:t>¿</a:t>
            </a:r>
            <a:r>
              <a:rPr lang="en-US" sz="2000" dirty="0" err="1">
                <a:latin typeface="Aptos" panose="020B0004020202020204" pitchFamily="34" charset="0"/>
              </a:rPr>
              <a:t>Cuál</a:t>
            </a:r>
            <a:r>
              <a:rPr lang="en-US" sz="2000" dirty="0">
                <a:latin typeface="Aptos" panose="020B0004020202020204" pitchFamily="34" charset="0"/>
              </a:rPr>
              <a:t> es la </a:t>
            </a:r>
            <a:r>
              <a:rPr lang="en-US" sz="2000" dirty="0" err="1">
                <a:latin typeface="Aptos" panose="020B0004020202020204" pitchFamily="34" charset="0"/>
              </a:rPr>
              <a:t>solución</a:t>
            </a:r>
            <a:r>
              <a:rPr lang="en-US" sz="2000" dirty="0">
                <a:latin typeface="Aptos" panose="020B0004020202020204" pitchFamily="34" charset="0"/>
              </a:rPr>
              <a:t> de </a:t>
            </a:r>
            <a:r>
              <a:rPr lang="en-US" sz="2000" dirty="0" err="1">
                <a:latin typeface="Aptos" panose="020B0004020202020204" pitchFamily="34" charset="0"/>
              </a:rPr>
              <a:t>este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problema</a:t>
            </a:r>
            <a:r>
              <a:rPr lang="en-US" sz="2000" dirty="0"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B2B0644D-067F-905C-38E3-331A4322F0BB}"/>
              </a:ext>
            </a:extLst>
          </p:cNvPr>
          <p:cNvSpPr txBox="1">
            <a:spLocks/>
          </p:cNvSpPr>
          <p:nvPr/>
        </p:nvSpPr>
        <p:spPr>
          <a:xfrm>
            <a:off x="973671" y="4684061"/>
            <a:ext cx="4838700" cy="315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latin typeface="Aptos" panose="020B0004020202020204" pitchFamily="34" charset="0"/>
              </a:rPr>
              <a:t>¿</a:t>
            </a:r>
            <a:r>
              <a:rPr lang="en-US" sz="2000" dirty="0" err="1">
                <a:latin typeface="Aptos" panose="020B0004020202020204" pitchFamily="34" charset="0"/>
              </a:rPr>
              <a:t>Qué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condiciones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debo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satisfacer</a:t>
            </a:r>
            <a:r>
              <a:rPr lang="en-US" sz="2000" dirty="0"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14" name="Marcador de pie de página 2">
            <a:extLst>
              <a:ext uri="{FF2B5EF4-FFF2-40B4-BE49-F238E27FC236}">
                <a16:creationId xmlns:a16="http://schemas.microsoft.com/office/drawing/2014/main" id="{3D992DE3-1626-69AF-DA00-1910EBF723B1}"/>
              </a:ext>
            </a:extLst>
          </p:cNvPr>
          <p:cNvSpPr txBox="1">
            <a:spLocks/>
          </p:cNvSpPr>
          <p:nvPr/>
        </p:nvSpPr>
        <p:spPr>
          <a:xfrm>
            <a:off x="4840592" y="6478418"/>
            <a:ext cx="2644166" cy="2476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100">
                <a:solidFill>
                  <a:schemeClr val="bg2">
                    <a:lumMod val="50000"/>
                  </a:schemeClr>
                </a:solidFill>
              </a:rPr>
              <a:t>OPTIMIZACIÓN DE OPERACIONES</a:t>
            </a:r>
            <a:endParaRPr lang="es-MX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Marcador de posición de número de diapositiva 3">
            <a:extLst>
              <a:ext uri="{FF2B5EF4-FFF2-40B4-BE49-F238E27FC236}">
                <a16:creationId xmlns:a16="http://schemas.microsoft.com/office/drawing/2014/main" id="{6B2264FA-75AA-648C-5D82-97C2DB275790}"/>
              </a:ext>
            </a:extLst>
          </p:cNvPr>
          <p:cNvSpPr txBox="1">
            <a:spLocks/>
          </p:cNvSpPr>
          <p:nvPr/>
        </p:nvSpPr>
        <p:spPr>
          <a:xfrm>
            <a:off x="11562690" y="6492875"/>
            <a:ext cx="523240" cy="2476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4A09A9-5501-47C1-A89A-A340965A2BE2}" type="slidenum">
              <a:rPr lang="es-MX" sz="1200" smtClean="0">
                <a:solidFill>
                  <a:schemeClr val="bg2">
                    <a:lumMod val="50000"/>
                  </a:schemeClr>
                </a:solidFill>
              </a:rPr>
              <a:pPr/>
              <a:t>9</a:t>
            </a:fld>
            <a:endParaRPr lang="es-MX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07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7" grpId="0" build="p"/>
      <p:bldP spid="19" grpId="0" build="p"/>
      <p:bldP spid="6" grpId="0" uiExpand="1"/>
      <p:bldP spid="7" grpId="0" uiExpand="1"/>
      <p:bldP spid="8" grpId="0" uiExpand="1"/>
      <p:bldP spid="9" grpId="0" uiExpand="1"/>
      <p:bldP spid="10" grpId="0" uiExpand="1"/>
      <p:bldP spid="11" grpId="0" uiExpand="1"/>
      <p:bldP spid="12" grpId="0"/>
      <p:bldP spid="24" grpId="0"/>
      <p:bldP spid="25" grpId="0"/>
      <p:bldP spid="26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8424" y="3636211"/>
            <a:ext cx="3097962" cy="24684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57412" y="1655298"/>
            <a:ext cx="5860159" cy="1573120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2399" spc="-5" dirty="0">
                <a:latin typeface="Calibri"/>
                <a:cs typeface="Calibri"/>
              </a:rPr>
              <a:t>La</a:t>
            </a:r>
            <a:r>
              <a:rPr sz="2399" spc="-25" dirty="0">
                <a:latin typeface="Calibri"/>
                <a:cs typeface="Calibri"/>
              </a:rPr>
              <a:t> </a:t>
            </a:r>
            <a:r>
              <a:rPr sz="2399" spc="-15" dirty="0">
                <a:latin typeface="Calibri"/>
                <a:cs typeface="Calibri"/>
              </a:rPr>
              <a:t>lista</a:t>
            </a:r>
            <a:r>
              <a:rPr sz="2399" spc="-45" dirty="0">
                <a:latin typeface="Calibri"/>
                <a:cs typeface="Calibri"/>
              </a:rPr>
              <a:t> </a:t>
            </a:r>
            <a:r>
              <a:rPr sz="2399" spc="-5" dirty="0">
                <a:latin typeface="Calibri"/>
                <a:cs typeface="Calibri"/>
              </a:rPr>
              <a:t>de</a:t>
            </a:r>
            <a:r>
              <a:rPr sz="2399" spc="-15" dirty="0">
                <a:latin typeface="Calibri"/>
                <a:cs typeface="Calibri"/>
              </a:rPr>
              <a:t> </a:t>
            </a:r>
            <a:r>
              <a:rPr sz="2399" spc="-5" dirty="0">
                <a:latin typeface="Calibri"/>
                <a:cs typeface="Calibri"/>
              </a:rPr>
              <a:t>videos:</a:t>
            </a:r>
            <a:endParaRPr sz="2399">
              <a:latin typeface="Calibri"/>
              <a:cs typeface="Calibri"/>
            </a:endParaRPr>
          </a:p>
          <a:p>
            <a:pPr>
              <a:spcBef>
                <a:spcPts val="5"/>
              </a:spcBef>
            </a:pPr>
            <a:endParaRPr sz="2899">
              <a:latin typeface="Calibri"/>
              <a:cs typeface="Calibri"/>
            </a:endParaRPr>
          </a:p>
          <a:p>
            <a:pPr marL="12696" marR="5078">
              <a:spcBef>
                <a:spcPts val="5"/>
              </a:spcBef>
            </a:pPr>
            <a:r>
              <a:rPr sz="2399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https://www.youtube.com/playlist?list=PLrwSo </a:t>
            </a:r>
            <a:r>
              <a:rPr sz="2399" spc="-530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2399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2s21ftmnKTVFzpxq3jbFGcY6MC1h</a:t>
            </a:r>
            <a:endParaRPr sz="2399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4429" y="3135033"/>
            <a:ext cx="3086819" cy="1735383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12697" rIns="0" bIns="0" rtlCol="0" anchor="ctr" anchorCtr="0">
            <a:spAutoFit/>
          </a:bodyPr>
          <a:lstStyle/>
          <a:p>
            <a:pPr marL="12696">
              <a:spcBef>
                <a:spcPts val="100"/>
              </a:spcBef>
            </a:pPr>
            <a:r>
              <a:rPr spc="-10" dirty="0"/>
              <a:t>Apoyos</a:t>
            </a:r>
            <a:r>
              <a:rPr spc="-20" dirty="0"/>
              <a:t> </a:t>
            </a:r>
            <a:r>
              <a:rPr spc="-5" dirty="0"/>
              <a:t>Visuales</a:t>
            </a:r>
            <a:r>
              <a:rPr spc="-30" dirty="0"/>
              <a:t> </a:t>
            </a:r>
            <a:r>
              <a:rPr spc="-20" dirty="0"/>
              <a:t>para</a:t>
            </a:r>
            <a:r>
              <a:rPr spc="-30" dirty="0"/>
              <a:t> </a:t>
            </a:r>
            <a:r>
              <a:rPr spc="-5" dirty="0"/>
              <a:t>Modelar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10E89A-A5DB-B152-EFEF-36F94CD3E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A1068-C8FC-8C4A-145D-14EB78C120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04E10-2E80-B241-BEC8-93A01B87A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84D41-FFD4-A872-B47D-E39155F599B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629900" y="6594475"/>
            <a:ext cx="1562100" cy="247650"/>
          </a:xfrm>
          <a:prstGeom prst="rect">
            <a:avLst/>
          </a:prstGeom>
        </p:spPr>
        <p:txBody>
          <a:bodyPr/>
          <a:lstStyle/>
          <a:p>
            <a:fld id="{BD1ABE8B-64C3-4275-8CA0-A49E207DF770}" type="datetimeyyyy">
              <a:rPr lang="es-MX" smtClean="0"/>
              <a:t>2025</a:t>
            </a:fld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969C-3CD8-F610-FE60-8E973BEE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77C18D9-2E24-960B-C2B2-D3371D19967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629900" y="6610350"/>
            <a:ext cx="1562100" cy="247650"/>
          </a:xfrm>
          <a:prstGeom prst="rect">
            <a:avLst/>
          </a:prstGeom>
        </p:spPr>
        <p:txBody>
          <a:bodyPr/>
          <a:lstStyle/>
          <a:p>
            <a:fld id="{39467799-667B-4EF0-ACE1-1380DD6CE7C3}" type="datetimeyyyy">
              <a:rPr lang="es-MX" smtClean="0"/>
              <a:t>2025</a:t>
            </a:fld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type="body" sz="quarter" idx="4294967295"/>
          </p:nvPr>
        </p:nvSpPr>
        <p:spPr>
          <a:xfrm>
            <a:off x="1828800" y="3230563"/>
            <a:ext cx="4914900" cy="588962"/>
          </a:xfrm>
        </p:spPr>
        <p:txBody>
          <a:bodyPr>
            <a:noAutofit/>
          </a:bodyPr>
          <a:lstStyle/>
          <a:p>
            <a:r>
              <a:rPr lang="en-US" sz="3200" dirty="0" err="1"/>
              <a:t>Organice</a:t>
            </a:r>
            <a:r>
              <a:rPr lang="en-US" sz="3200" dirty="0"/>
              <a:t> the information</a:t>
            </a:r>
          </a:p>
          <a:p>
            <a:pPr lvl="1"/>
            <a:r>
              <a:rPr lang="en-US" sz="2800" dirty="0"/>
              <a:t>	Use </a:t>
            </a:r>
            <a:r>
              <a:rPr lang="en-US" sz="2800" dirty="0" err="1"/>
              <a:t>tablas</a:t>
            </a:r>
            <a:endParaRPr lang="en-US" sz="2800" dirty="0"/>
          </a:p>
          <a:p>
            <a:pPr lvl="1"/>
            <a:r>
              <a:rPr lang="en-US" sz="2800" dirty="0"/>
              <a:t>	</a:t>
            </a:r>
            <a:r>
              <a:rPr lang="en-US" sz="2800" dirty="0" err="1"/>
              <a:t>Procese</a:t>
            </a:r>
            <a:r>
              <a:rPr lang="en-US" sz="2800" dirty="0"/>
              <a:t>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datos</a:t>
            </a:r>
            <a:r>
              <a:rPr lang="en-US" sz="2800" dirty="0"/>
              <a:t> </a:t>
            </a:r>
            <a:r>
              <a:rPr lang="en-US" sz="2800" dirty="0" err="1"/>
              <a:t>existentes</a:t>
            </a:r>
            <a:endParaRPr lang="en-US" sz="2800" dirty="0"/>
          </a:p>
          <a:p>
            <a:pPr lvl="1"/>
            <a:r>
              <a:rPr lang="en-US" sz="2800" dirty="0" err="1"/>
              <a:t>Obtenga</a:t>
            </a:r>
            <a:r>
              <a:rPr lang="en-US" sz="2800" dirty="0"/>
              <a:t> </a:t>
            </a:r>
            <a:r>
              <a:rPr lang="en-US" sz="2800" dirty="0" err="1"/>
              <a:t>nuevos</a:t>
            </a:r>
            <a:r>
              <a:rPr lang="en-US" sz="2800" dirty="0"/>
              <a:t> </a:t>
            </a:r>
            <a:r>
              <a:rPr lang="en-US" sz="2800" dirty="0" err="1"/>
              <a:t>datos</a:t>
            </a:r>
            <a:endParaRPr lang="en-US" sz="2800" dirty="0"/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03A71F8C-8586-DA90-C4F2-0FB84CC4B014}"/>
              </a:ext>
            </a:extLst>
          </p:cNvPr>
          <p:cNvSpPr txBox="1">
            <a:spLocks/>
          </p:cNvSpPr>
          <p:nvPr/>
        </p:nvSpPr>
        <p:spPr>
          <a:xfrm>
            <a:off x="964022" y="1160524"/>
            <a:ext cx="5367767" cy="78904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i="0" kern="1200" spc="1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 err="1">
                <a:latin typeface="Aptos Black" panose="020B0004020202020204" pitchFamily="34" charset="0"/>
              </a:rPr>
              <a:t>Organice</a:t>
            </a:r>
            <a:r>
              <a:rPr lang="en-US" sz="3600" b="1" dirty="0">
                <a:latin typeface="Aptos Black" panose="020B0004020202020204" pitchFamily="34" charset="0"/>
              </a:rPr>
              <a:t> the 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granjero</a:t>
            </a:r>
            <a:r>
              <a:rPr lang="en-US" dirty="0"/>
              <a:t> </a:t>
            </a:r>
            <a:r>
              <a:rPr lang="en-US" dirty="0" err="1"/>
              <a:t>mágico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944FC-5A5B-D2A1-C066-F79472CE3BC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56044" y="6610349"/>
            <a:ext cx="1562125" cy="247651"/>
          </a:xfrm>
          <a:prstGeom prst="rect">
            <a:avLst/>
          </a:prstGeom>
        </p:spPr>
        <p:txBody>
          <a:bodyPr/>
          <a:lstStyle/>
          <a:p>
            <a:fld id="{E47DF2A9-5BCE-4A7A-A6A6-9747F6B5C9AB}" type="datetimeyyyy">
              <a:rPr lang="es-MX" smtClean="0"/>
              <a:t>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5258715" y="6610349"/>
            <a:ext cx="1497330" cy="247651"/>
          </a:xfrm>
        </p:spPr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6"/>
          </p:nvPr>
        </p:nvSpPr>
        <p:spPr>
          <a:xfrm>
            <a:off x="4735475" y="6610349"/>
            <a:ext cx="523240" cy="247651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12</a:t>
            </a:fld>
            <a:endParaRPr lang="es-ES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762829"/>
              </p:ext>
            </p:extLst>
          </p:nvPr>
        </p:nvGraphicFramePr>
        <p:xfrm>
          <a:off x="2194908" y="3418332"/>
          <a:ext cx="8372509" cy="22128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000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4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74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solidFill>
                            <a:schemeClr val="tx1"/>
                          </a:solidFill>
                        </a:rPr>
                        <a:t>Producto</a:t>
                      </a:r>
                      <a:endParaRPr lang="en-US" sz="1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109728" marR="109728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solidFill>
                            <a:schemeClr val="tx1"/>
                          </a:solidFill>
                        </a:rPr>
                        <a:t>Contentido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</a:rPr>
                        <a:t>por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</a:rPr>
                        <a:t>unidad</a:t>
                      </a:r>
                      <a:endParaRPr lang="en-US" sz="1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109728" marR="109728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solidFill>
                            <a:schemeClr val="tx1"/>
                          </a:solidFill>
                        </a:rPr>
                        <a:t>Precio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900" dirty="0" err="1">
                          <a:solidFill>
                            <a:schemeClr val="tx1"/>
                          </a:solidFill>
                        </a:rPr>
                        <a:t>unitario</a:t>
                      </a:r>
                      <a:endParaRPr lang="en-US" sz="1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1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Fe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2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900" dirty="0" err="1">
                          <a:solidFill>
                            <a:srgbClr val="002060"/>
                          </a:solidFill>
                        </a:rPr>
                        <a:t>Líquido</a:t>
                      </a:r>
                      <a:endParaRPr lang="en-US" sz="19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5</a:t>
                      </a:r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900" dirty="0">
                          <a:solidFill>
                            <a:srgbClr val="002060"/>
                          </a:solidFill>
                        </a:rPr>
                        <a:t>($/</a:t>
                      </a:r>
                      <a:r>
                        <a:rPr lang="en-US" sz="1900" dirty="0" err="1">
                          <a:solidFill>
                            <a:srgbClr val="002060"/>
                          </a:solidFill>
                        </a:rPr>
                        <a:t>galón</a:t>
                      </a:r>
                      <a:r>
                        <a:rPr lang="en-US" sz="1900" dirty="0">
                          <a:solidFill>
                            <a:srgbClr val="002060"/>
                          </a:solidFill>
                        </a:rPr>
                        <a:t>)  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6000</a:t>
                      </a:r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900" dirty="0" err="1">
                          <a:solidFill>
                            <a:srgbClr val="002060"/>
                          </a:solidFill>
                        </a:rPr>
                        <a:t>Sólido</a:t>
                      </a:r>
                      <a:endParaRPr lang="en-US" sz="1900" dirty="0">
                        <a:solidFill>
                          <a:srgbClr val="002060"/>
                        </a:solidFill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900" dirty="0">
                          <a:solidFill>
                            <a:srgbClr val="002060"/>
                          </a:solidFill>
                        </a:rPr>
                        <a:t> ($/kg)  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4000</a:t>
                      </a:r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900" dirty="0" err="1">
                          <a:solidFill>
                            <a:srgbClr val="002060"/>
                          </a:solidFill>
                        </a:rPr>
                        <a:t>Requerimientos</a:t>
                      </a:r>
                      <a:r>
                        <a:rPr lang="en-US" sz="190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US" sz="1900" dirty="0" err="1">
                          <a:solidFill>
                            <a:srgbClr val="002060"/>
                          </a:solidFill>
                        </a:rPr>
                        <a:t>mínimos</a:t>
                      </a:r>
                      <a:endParaRPr lang="en-US" sz="19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12</a:t>
                      </a:r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12</a:t>
                      </a:r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rgbClr val="002060"/>
                        </a:solidFill>
                        <a:latin typeface="Cambria" pitchFamily="18" charset="0"/>
                      </a:endParaRP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1 Título">
            <a:extLst>
              <a:ext uri="{FF2B5EF4-FFF2-40B4-BE49-F238E27FC236}">
                <a16:creationId xmlns:a16="http://schemas.microsoft.com/office/drawing/2014/main" id="{B706621C-ACCF-32EE-9A90-22F0A7DE50E0}"/>
              </a:ext>
            </a:extLst>
          </p:cNvPr>
          <p:cNvSpPr txBox="1">
            <a:spLocks/>
          </p:cNvSpPr>
          <p:nvPr/>
        </p:nvSpPr>
        <p:spPr>
          <a:xfrm>
            <a:off x="964022" y="1160524"/>
            <a:ext cx="5367767" cy="78904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i="0" kern="1200" spc="1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 err="1">
                <a:latin typeface="Aptos Black" panose="020B0004020202020204" pitchFamily="34" charset="0"/>
              </a:rPr>
              <a:t>Organice</a:t>
            </a:r>
            <a:r>
              <a:rPr lang="en-US" sz="3600" b="1" dirty="0">
                <a:latin typeface="Aptos Black" panose="020B0004020202020204" pitchFamily="34" charset="0"/>
              </a:rPr>
              <a:t> the information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27522" y="1879600"/>
            <a:ext cx="7132320" cy="3289971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Aptos Black" panose="020B0004020202020204" pitchFamily="34" charset="0"/>
              </a:rPr>
              <a:t>Construcción</a:t>
            </a:r>
            <a:r>
              <a:rPr lang="en-US" sz="3200" dirty="0">
                <a:latin typeface="Aptos Black" panose="020B0004020202020204" pitchFamily="34" charset="0"/>
              </a:rPr>
              <a:t> de un </a:t>
            </a:r>
            <a:r>
              <a:rPr lang="en-US" sz="3200" dirty="0" err="1">
                <a:latin typeface="Aptos Black" panose="020B0004020202020204" pitchFamily="34" charset="0"/>
              </a:rPr>
              <a:t>modelo</a:t>
            </a:r>
            <a:r>
              <a:rPr lang="en-US" sz="3200" dirty="0">
                <a:latin typeface="Aptos Black" panose="020B0004020202020204" pitchFamily="34" charset="0"/>
              </a:rPr>
              <a:t> de PL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1809750" y="3225799"/>
            <a:ext cx="10382250" cy="2951163"/>
          </a:xfrm>
        </p:spPr>
        <p:txBody>
          <a:bodyPr>
            <a:normAutofit/>
          </a:bodyPr>
          <a:lstStyle/>
          <a:p>
            <a:r>
              <a:rPr lang="en-US" sz="3360" dirty="0" err="1"/>
              <a:t>Organice</a:t>
            </a:r>
            <a:r>
              <a:rPr lang="en-US" sz="3360" dirty="0"/>
              <a:t> the information </a:t>
            </a:r>
            <a:r>
              <a:rPr lang="en-US" sz="3360" dirty="0">
                <a:solidFill>
                  <a:schemeClr val="tx2"/>
                </a:solidFill>
                <a:sym typeface="Wingdings" panose="05000000000000000000" pitchFamily="2" charset="2"/>
              </a:rPr>
              <a:t></a:t>
            </a:r>
            <a:endParaRPr lang="en-US" sz="2880" dirty="0">
              <a:solidFill>
                <a:schemeClr val="tx2"/>
              </a:solidFill>
              <a:latin typeface="Wingdings" panose="05000000000000000000" pitchFamily="2" charset="2"/>
            </a:endParaRPr>
          </a:p>
          <a:p>
            <a:r>
              <a:rPr lang="en-US" sz="3360" dirty="0" err="1">
                <a:solidFill>
                  <a:srgbClr val="C00000"/>
                </a:solidFill>
              </a:rPr>
              <a:t>Identifique</a:t>
            </a:r>
            <a:r>
              <a:rPr lang="en-US" sz="3360" dirty="0">
                <a:solidFill>
                  <a:srgbClr val="C00000"/>
                </a:solidFill>
              </a:rPr>
              <a:t> </a:t>
            </a:r>
            <a:r>
              <a:rPr lang="en-US" sz="3360" dirty="0" err="1">
                <a:solidFill>
                  <a:srgbClr val="C00000"/>
                </a:solidFill>
              </a:rPr>
              <a:t>los</a:t>
            </a:r>
            <a:r>
              <a:rPr lang="en-US" sz="3360" dirty="0">
                <a:solidFill>
                  <a:srgbClr val="C00000"/>
                </a:solidFill>
              </a:rPr>
              <a:t> </a:t>
            </a:r>
            <a:r>
              <a:rPr lang="en-US" sz="3360" dirty="0" err="1">
                <a:solidFill>
                  <a:srgbClr val="C00000"/>
                </a:solidFill>
              </a:rPr>
              <a:t>elementos</a:t>
            </a:r>
            <a:endParaRPr lang="en-US" sz="3360" dirty="0">
              <a:solidFill>
                <a:srgbClr val="C00000"/>
              </a:solidFill>
            </a:endParaRPr>
          </a:p>
          <a:p>
            <a:pPr>
              <a:buNone/>
            </a:pPr>
            <a:endParaRPr lang="en-US" sz="336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00EB09-C5DC-BB16-D0BE-82126454976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629900" y="6594475"/>
            <a:ext cx="1562100" cy="247650"/>
          </a:xfrm>
          <a:prstGeom prst="rect">
            <a:avLst/>
          </a:prstGeom>
        </p:spPr>
        <p:txBody>
          <a:bodyPr/>
          <a:lstStyle/>
          <a:p>
            <a:fld id="{70B5D7F0-F457-4DE8-8AD6-F217CA838556}" type="datetimeyyyy">
              <a:rPr lang="es-MX" smtClean="0"/>
              <a:t>2025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Un modelo matemático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49620" y="1666910"/>
            <a:ext cx="7801010" cy="5082809"/>
          </a:xfrm>
        </p:spPr>
        <p:txBody>
          <a:bodyPr>
            <a:noAutofit/>
          </a:bodyPr>
          <a:lstStyle/>
          <a:p>
            <a:r>
              <a:rPr lang="en-US" sz="2880" b="1" dirty="0" err="1">
                <a:solidFill>
                  <a:srgbClr val="FF0000"/>
                </a:solidFill>
              </a:rPr>
              <a:t>Elementos</a:t>
            </a:r>
            <a:endParaRPr lang="en-US" sz="2880" b="1" dirty="0">
              <a:solidFill>
                <a:srgbClr val="FF0000"/>
              </a:solidFill>
            </a:endParaRPr>
          </a:p>
          <a:p>
            <a:pPr lvl="1"/>
            <a:r>
              <a:rPr lang="en-US" dirty="0" err="1"/>
              <a:t>Función</a:t>
            </a:r>
            <a:r>
              <a:rPr lang="en-US" dirty="0"/>
              <a:t> </a:t>
            </a:r>
            <a:r>
              <a:rPr lang="en-US" dirty="0" err="1"/>
              <a:t>objetivo</a:t>
            </a:r>
            <a:r>
              <a:rPr lang="en-US" dirty="0"/>
              <a:t> (FO)</a:t>
            </a:r>
          </a:p>
          <a:p>
            <a:pPr lvl="2" defTabSz="478156"/>
            <a:r>
              <a:rPr lang="en-US" sz="2160" dirty="0"/>
              <a:t>	</a:t>
            </a:r>
            <a:r>
              <a:rPr lang="en-US" sz="2160" dirty="0" err="1"/>
              <a:t>Criterio</a:t>
            </a:r>
            <a:r>
              <a:rPr lang="en-US" sz="2160" dirty="0"/>
              <a:t> para </a:t>
            </a:r>
            <a:r>
              <a:rPr lang="en-US" sz="2160" dirty="0" err="1"/>
              <a:t>evaluar</a:t>
            </a:r>
            <a:r>
              <a:rPr lang="en-US" sz="2160" dirty="0"/>
              <a:t> las </a:t>
            </a:r>
            <a:r>
              <a:rPr lang="en-US" sz="2160" dirty="0" err="1"/>
              <a:t>alternativas</a:t>
            </a:r>
            <a:r>
              <a:rPr lang="en-US" sz="2160" dirty="0"/>
              <a:t> (variables) de decision</a:t>
            </a:r>
          </a:p>
          <a:p>
            <a:pPr lvl="2" defTabSz="478156"/>
            <a:r>
              <a:rPr lang="en-US" sz="2160" dirty="0"/>
              <a:t>	</a:t>
            </a:r>
            <a:r>
              <a:rPr lang="en-US" sz="2160" dirty="0" err="1"/>
              <a:t>Función</a:t>
            </a:r>
            <a:r>
              <a:rPr lang="en-US" sz="2160" dirty="0"/>
              <a:t> </a:t>
            </a:r>
            <a:r>
              <a:rPr lang="en-US" sz="2160" dirty="0" err="1"/>
              <a:t>matemática</a:t>
            </a:r>
            <a:r>
              <a:rPr lang="en-US" sz="2160" dirty="0"/>
              <a:t> a </a:t>
            </a:r>
            <a:r>
              <a:rPr lang="en-US" sz="2160" dirty="0" err="1"/>
              <a:t>optimizarse</a:t>
            </a:r>
            <a:r>
              <a:rPr lang="en-US" sz="2160" dirty="0"/>
              <a:t> (max/min)</a:t>
            </a:r>
          </a:p>
          <a:p>
            <a:pPr lvl="2" defTabSz="478156"/>
            <a:r>
              <a:rPr lang="en-US" sz="2160" dirty="0"/>
              <a:t>	FO: verbo, </a:t>
            </a:r>
            <a:r>
              <a:rPr lang="en-US" sz="2160" dirty="0" err="1"/>
              <a:t>objeto</a:t>
            </a:r>
            <a:r>
              <a:rPr lang="en-US" sz="2160" dirty="0"/>
              <a:t>, </a:t>
            </a:r>
            <a:r>
              <a:rPr lang="en-US" sz="2160" dirty="0" err="1"/>
              <a:t>horizonte</a:t>
            </a:r>
            <a:r>
              <a:rPr lang="en-US" sz="2160" dirty="0"/>
              <a:t>, </a:t>
            </a:r>
            <a:r>
              <a:rPr lang="en-US" sz="2160" dirty="0" err="1"/>
              <a:t>unidades</a:t>
            </a:r>
            <a:r>
              <a:rPr lang="en-US" sz="2160" dirty="0"/>
              <a:t>. </a:t>
            </a:r>
          </a:p>
          <a:p>
            <a:pPr lvl="1"/>
            <a:r>
              <a:rPr lang="en-US" dirty="0"/>
              <a:t>Variables de </a:t>
            </a:r>
            <a:r>
              <a:rPr lang="en-US" dirty="0" err="1"/>
              <a:t>decisión</a:t>
            </a:r>
            <a:endParaRPr lang="en-US" dirty="0"/>
          </a:p>
          <a:p>
            <a:pPr lvl="2" defTabSz="413386"/>
            <a:r>
              <a:rPr lang="en-US" sz="2160" dirty="0"/>
              <a:t>	   Sus </a:t>
            </a:r>
            <a:r>
              <a:rPr lang="en-US" sz="2160" dirty="0" err="1"/>
              <a:t>valores</a:t>
            </a:r>
            <a:r>
              <a:rPr lang="en-US" sz="2160" dirty="0"/>
              <a:t> son </a:t>
            </a:r>
            <a:r>
              <a:rPr lang="en-US" sz="2160" dirty="0" err="1"/>
              <a:t>controlables</a:t>
            </a:r>
            <a:endParaRPr lang="en-US" sz="2160" dirty="0"/>
          </a:p>
          <a:p>
            <a:pPr lvl="2" defTabSz="413386"/>
            <a:r>
              <a:rPr lang="en-US" sz="2160" dirty="0"/>
              <a:t>    </a:t>
            </a:r>
            <a:r>
              <a:rPr lang="en-US" sz="2160" dirty="0" err="1"/>
              <a:t>Representan</a:t>
            </a:r>
            <a:r>
              <a:rPr lang="en-US" sz="2160" dirty="0"/>
              <a:t> las </a:t>
            </a:r>
            <a:r>
              <a:rPr lang="en-US" sz="2160" dirty="0" err="1"/>
              <a:t>alternativas</a:t>
            </a:r>
            <a:r>
              <a:rPr lang="en-US" sz="2160" dirty="0"/>
              <a:t> de </a:t>
            </a:r>
            <a:r>
              <a:rPr lang="en-US" sz="2160" dirty="0" err="1"/>
              <a:t>decisión</a:t>
            </a:r>
            <a:r>
              <a:rPr lang="en-US" sz="2160" dirty="0"/>
              <a:t> </a:t>
            </a:r>
          </a:p>
          <a:p>
            <a:pPr lvl="1"/>
            <a:r>
              <a:rPr lang="en-US" dirty="0" err="1"/>
              <a:t>Restricciones</a:t>
            </a:r>
            <a:endParaRPr lang="en-US" dirty="0"/>
          </a:p>
          <a:p>
            <a:pPr lvl="2">
              <a:tabLst>
                <a:tab pos="1407796" algn="l"/>
              </a:tabLst>
            </a:pPr>
            <a:r>
              <a:rPr lang="en-US" sz="2160" dirty="0"/>
              <a:t>	</a:t>
            </a:r>
            <a:r>
              <a:rPr lang="en-US" sz="2160" dirty="0" err="1"/>
              <a:t>Disponibilidad</a:t>
            </a:r>
            <a:r>
              <a:rPr lang="en-US" sz="2160" dirty="0"/>
              <a:t> de </a:t>
            </a:r>
            <a:r>
              <a:rPr lang="en-US" sz="2160" dirty="0" err="1"/>
              <a:t>recursos</a:t>
            </a:r>
            <a:endParaRPr lang="en-US" sz="2160" dirty="0"/>
          </a:p>
          <a:p>
            <a:pPr lvl="2">
              <a:tabLst>
                <a:tab pos="1407796" algn="l"/>
              </a:tabLst>
            </a:pPr>
            <a:r>
              <a:rPr lang="en-US" sz="2160" dirty="0"/>
              <a:t>	</a:t>
            </a:r>
            <a:r>
              <a:rPr lang="en-US" sz="2160" dirty="0" err="1"/>
              <a:t>Conditiones</a:t>
            </a:r>
            <a:r>
              <a:rPr lang="en-US" sz="2160" dirty="0"/>
              <a:t> que </a:t>
            </a:r>
            <a:r>
              <a:rPr lang="en-US" sz="2160" dirty="0" err="1"/>
              <a:t>restringen</a:t>
            </a:r>
            <a:r>
              <a:rPr lang="en-US" sz="2160" dirty="0"/>
              <a:t> </a:t>
            </a:r>
            <a:r>
              <a:rPr lang="en-US" sz="2160" dirty="0" err="1"/>
              <a:t>los</a:t>
            </a:r>
            <a:r>
              <a:rPr lang="en-US" sz="2160" dirty="0"/>
              <a:t> </a:t>
            </a:r>
            <a:r>
              <a:rPr lang="en-US" sz="2160" dirty="0" err="1"/>
              <a:t>valores</a:t>
            </a:r>
            <a:r>
              <a:rPr lang="en-US" sz="2160" dirty="0"/>
              <a:t> de las variables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8410553" y="4139305"/>
            <a:ext cx="3171847" cy="185738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r>
              <a:rPr lang="en-US" sz="168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</a:p>
          <a:p>
            <a:pPr algn="ctr"/>
            <a:r>
              <a:rPr lang="en-US" sz="1920" b="1" dirty="0" err="1">
                <a:solidFill>
                  <a:srgbClr val="7030A0"/>
                </a:solidFill>
              </a:rPr>
              <a:t>Encontrar</a:t>
            </a:r>
            <a:r>
              <a:rPr lang="en-US" sz="1920" b="1" dirty="0">
                <a:solidFill>
                  <a:srgbClr val="7030A0"/>
                </a:solidFill>
              </a:rPr>
              <a:t> </a:t>
            </a:r>
            <a:r>
              <a:rPr lang="en-US" sz="1920" b="1" dirty="0" err="1">
                <a:solidFill>
                  <a:srgbClr val="7030A0"/>
                </a:solidFill>
              </a:rPr>
              <a:t>los</a:t>
            </a:r>
            <a:r>
              <a:rPr lang="en-US" sz="1920" b="1" dirty="0">
                <a:solidFill>
                  <a:srgbClr val="7030A0"/>
                </a:solidFill>
              </a:rPr>
              <a:t> </a:t>
            </a:r>
            <a:r>
              <a:rPr lang="en-US" sz="1920" b="1" dirty="0" err="1">
                <a:solidFill>
                  <a:srgbClr val="7030A0"/>
                </a:solidFill>
              </a:rPr>
              <a:t>valores</a:t>
            </a:r>
            <a:r>
              <a:rPr lang="en-US" sz="1920" b="1" dirty="0">
                <a:solidFill>
                  <a:srgbClr val="7030A0"/>
                </a:solidFill>
              </a:rPr>
              <a:t> de las variables de decision que </a:t>
            </a:r>
            <a:r>
              <a:rPr lang="en-US" sz="1920" b="1" dirty="0" err="1">
                <a:solidFill>
                  <a:srgbClr val="7030A0"/>
                </a:solidFill>
              </a:rPr>
              <a:t>optimicen</a:t>
            </a:r>
            <a:r>
              <a:rPr lang="en-US" sz="1920" b="1" dirty="0">
                <a:solidFill>
                  <a:srgbClr val="7030A0"/>
                </a:solidFill>
              </a:rPr>
              <a:t> </a:t>
            </a:r>
            <a:r>
              <a:rPr lang="en-US" sz="1920" b="1" dirty="0" err="1">
                <a:solidFill>
                  <a:srgbClr val="7030A0"/>
                </a:solidFill>
              </a:rPr>
              <a:t>el</a:t>
            </a:r>
            <a:r>
              <a:rPr lang="en-US" sz="1920" b="1" dirty="0">
                <a:solidFill>
                  <a:srgbClr val="7030A0"/>
                </a:solidFill>
              </a:rPr>
              <a:t> valor de la FO.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5258716" y="6594412"/>
            <a:ext cx="1497330" cy="247651"/>
          </a:xfrm>
        </p:spPr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6"/>
          </p:nvPr>
        </p:nvSpPr>
        <p:spPr>
          <a:xfrm>
            <a:off x="4735476" y="6594412"/>
            <a:ext cx="523240" cy="247651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88D0B-AAD3-FE50-53AD-BB926415C76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56045" y="6594412"/>
            <a:ext cx="1562125" cy="247651"/>
          </a:xfrm>
          <a:prstGeom prst="rect">
            <a:avLst/>
          </a:prstGeom>
        </p:spPr>
        <p:txBody>
          <a:bodyPr/>
          <a:lstStyle/>
          <a:p>
            <a:fld id="{E2B1C16D-1512-40E1-9D31-EBBC482466E1}" type="datetimeyyyy">
              <a:rPr lang="es-MX" smtClean="0"/>
              <a:t>2025</a:t>
            </a:fld>
            <a:endParaRPr lang="es-ES"/>
          </a:p>
        </p:txBody>
      </p:sp>
      <p:sp>
        <p:nvSpPr>
          <p:cNvPr id="8" name="4 Rectángulo redondeado">
            <a:extLst>
              <a:ext uri="{FF2B5EF4-FFF2-40B4-BE49-F238E27FC236}">
                <a16:creationId xmlns:a16="http://schemas.microsoft.com/office/drawing/2014/main" id="{9FB7EE58-AD59-CA1E-BDFC-FFDE21C062D1}"/>
              </a:ext>
            </a:extLst>
          </p:cNvPr>
          <p:cNvSpPr/>
          <p:nvPr/>
        </p:nvSpPr>
        <p:spPr>
          <a:xfrm>
            <a:off x="8850630" y="1208423"/>
            <a:ext cx="2731770" cy="204313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ysClr val="windowText" lastClr="000000"/>
                </a:solidFill>
              </a:rPr>
              <a:t>Variables de </a:t>
            </a:r>
            <a:r>
              <a:rPr lang="en-US" sz="2000" b="1" dirty="0" err="1">
                <a:solidFill>
                  <a:sysClr val="windowText" lastClr="000000"/>
                </a:solidFill>
              </a:rPr>
              <a:t>decisión</a:t>
            </a:r>
            <a:endParaRPr lang="en-US" sz="2000" b="1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ysClr val="windowText" lastClr="000000"/>
                </a:solidFill>
              </a:rPr>
              <a:t>Alternatives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ysClr val="windowText" lastClr="000000"/>
                </a:solidFill>
              </a:rPr>
              <a:t>Valores </a:t>
            </a:r>
            <a:r>
              <a:rPr lang="en-US" sz="2000" b="1" dirty="0" err="1">
                <a:solidFill>
                  <a:sysClr val="windowText" lastClr="000000"/>
                </a:solidFill>
              </a:rPr>
              <a:t>desconocidos</a:t>
            </a:r>
            <a:r>
              <a:rPr lang="en-US" sz="2000" b="1" dirty="0">
                <a:solidFill>
                  <a:sysClr val="windowText" lastClr="000000"/>
                </a:solidFill>
              </a:rPr>
              <a:t> </a:t>
            </a:r>
            <a:r>
              <a:rPr lang="en-US" sz="1600" dirty="0">
                <a:solidFill>
                  <a:sysClr val="windowText" lastClr="000000"/>
                </a:solidFill>
              </a:rPr>
              <a:t>(</a:t>
            </a:r>
            <a:r>
              <a:rPr lang="en-US" sz="1600" dirty="0" err="1">
                <a:solidFill>
                  <a:sysClr val="windowText" lastClr="000000"/>
                </a:solidFill>
              </a:rPr>
              <a:t>Incógnitas</a:t>
            </a:r>
            <a:r>
              <a:rPr lang="en-US" sz="1600" dirty="0">
                <a:solidFill>
                  <a:sysClr val="windowText" lastClr="00000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ysClr val="windowText" lastClr="000000"/>
                </a:solidFill>
              </a:rPr>
              <a:t>Or just </a:t>
            </a:r>
            <a:r>
              <a:rPr lang="en-US" sz="2000" b="1" dirty="0">
                <a:solidFill>
                  <a:sysClr val="windowText" lastClr="000000"/>
                </a:solidFill>
              </a:rPr>
              <a:t>Variables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294ABF-478C-DE5A-B629-B704C0D33E9E}"/>
              </a:ext>
            </a:extLst>
          </p:cNvPr>
          <p:cNvSpPr txBox="1"/>
          <p:nvPr/>
        </p:nvSpPr>
        <p:spPr>
          <a:xfrm rot="5400000">
            <a:off x="11018401" y="2230909"/>
            <a:ext cx="149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All the same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granjero</a:t>
            </a:r>
            <a:r>
              <a:rPr lang="en-US" dirty="0"/>
              <a:t> </a:t>
            </a:r>
            <a:r>
              <a:rPr lang="en-US" dirty="0" err="1"/>
              <a:t>mágico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80" b="1" dirty="0" err="1">
                <a:solidFill>
                  <a:srgbClr val="FF0000"/>
                </a:solidFill>
              </a:rPr>
              <a:t>Declaración</a:t>
            </a:r>
            <a:r>
              <a:rPr lang="en-US" sz="2880" b="1" dirty="0">
                <a:solidFill>
                  <a:srgbClr val="FF0000"/>
                </a:solidFill>
              </a:rPr>
              <a:t> de las variables de </a:t>
            </a:r>
            <a:r>
              <a:rPr lang="en-US" sz="2880" b="1" dirty="0" err="1">
                <a:solidFill>
                  <a:srgbClr val="FF0000"/>
                </a:solidFill>
              </a:rPr>
              <a:t>decisión</a:t>
            </a:r>
            <a:endParaRPr lang="en-US" sz="2880" b="1" dirty="0">
              <a:solidFill>
                <a:srgbClr val="FF0000"/>
              </a:solidFill>
            </a:endParaRPr>
          </a:p>
          <a:p>
            <a:pPr lvl="1"/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galones</a:t>
            </a:r>
            <a:r>
              <a:rPr lang="en-US" dirty="0"/>
              <a:t> de </a:t>
            </a:r>
            <a:r>
              <a:rPr lang="en-US" dirty="0" err="1"/>
              <a:t>producto</a:t>
            </a:r>
            <a:r>
              <a:rPr lang="en-US" dirty="0"/>
              <a:t> </a:t>
            </a:r>
            <a:r>
              <a:rPr lang="en-US" dirty="0" err="1"/>
              <a:t>líquido</a:t>
            </a:r>
            <a:r>
              <a:rPr lang="en-US" dirty="0"/>
              <a:t> a </a:t>
            </a:r>
            <a:r>
              <a:rPr lang="en-US" dirty="0" err="1"/>
              <a:t>comprar</a:t>
            </a:r>
            <a:endParaRPr lang="en-US" dirty="0"/>
          </a:p>
          <a:p>
            <a:pPr lvl="1"/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galones</a:t>
            </a:r>
            <a:r>
              <a:rPr lang="en-US" dirty="0"/>
              <a:t> de </a:t>
            </a:r>
            <a:r>
              <a:rPr lang="en-US" dirty="0" err="1"/>
              <a:t>producto</a:t>
            </a:r>
            <a:r>
              <a:rPr lang="en-US" dirty="0"/>
              <a:t> </a:t>
            </a:r>
            <a:r>
              <a:rPr lang="en-US" dirty="0" err="1"/>
              <a:t>sólido</a:t>
            </a:r>
            <a:r>
              <a:rPr lang="en-US" dirty="0"/>
              <a:t> a </a:t>
            </a:r>
            <a:r>
              <a:rPr lang="en-US" dirty="0" err="1"/>
              <a:t>comprar</a:t>
            </a:r>
            <a:endParaRPr lang="en-US" dirty="0"/>
          </a:p>
          <a:p>
            <a:endParaRPr lang="en-US" sz="2880" dirty="0"/>
          </a:p>
          <a:p>
            <a:r>
              <a:rPr lang="en-US" sz="2880" b="1" dirty="0" err="1">
                <a:solidFill>
                  <a:srgbClr val="FF0000"/>
                </a:solidFill>
              </a:rPr>
              <a:t>Declaración</a:t>
            </a:r>
            <a:r>
              <a:rPr lang="en-US" sz="2880" b="1" dirty="0">
                <a:solidFill>
                  <a:srgbClr val="FF0000"/>
                </a:solidFill>
              </a:rPr>
              <a:t> de la </a:t>
            </a:r>
            <a:r>
              <a:rPr lang="en-US" sz="2880" b="1" dirty="0" err="1">
                <a:solidFill>
                  <a:srgbClr val="FF0000"/>
                </a:solidFill>
              </a:rPr>
              <a:t>función</a:t>
            </a:r>
            <a:r>
              <a:rPr lang="en-US" sz="2880" b="1" dirty="0">
                <a:solidFill>
                  <a:srgbClr val="FF0000"/>
                </a:solidFill>
              </a:rPr>
              <a:t> </a:t>
            </a:r>
            <a:r>
              <a:rPr lang="en-US" sz="2880" b="1" dirty="0" err="1">
                <a:solidFill>
                  <a:srgbClr val="FF0000"/>
                </a:solidFill>
              </a:rPr>
              <a:t>objetivo</a:t>
            </a:r>
            <a:endParaRPr lang="en-US" sz="2880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MINIMIZAR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costo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granjero</a:t>
            </a:r>
            <a:r>
              <a:rPr lang="en-US" dirty="0"/>
              <a:t> de </a:t>
            </a:r>
            <a:r>
              <a:rPr lang="en-US" dirty="0" err="1"/>
              <a:t>satisfacer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requerimientos</a:t>
            </a:r>
            <a:r>
              <a:rPr lang="en-US" dirty="0"/>
              <a:t> </a:t>
            </a:r>
            <a:r>
              <a:rPr lang="en-US" dirty="0" err="1"/>
              <a:t>establecidos</a:t>
            </a:r>
            <a:r>
              <a:rPr lang="en-US" dirty="0"/>
              <a:t>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5258716" y="6594412"/>
            <a:ext cx="1497330" cy="247651"/>
          </a:xfrm>
        </p:spPr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6"/>
          </p:nvPr>
        </p:nvSpPr>
        <p:spPr>
          <a:xfrm>
            <a:off x="4735476" y="6594412"/>
            <a:ext cx="523240" cy="247651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6501015-21A0-A604-8ACE-F59C17F9C64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56045" y="6594412"/>
            <a:ext cx="1562125" cy="247651"/>
          </a:xfrm>
          <a:prstGeom prst="rect">
            <a:avLst/>
          </a:prstGeom>
        </p:spPr>
        <p:txBody>
          <a:bodyPr/>
          <a:lstStyle/>
          <a:p>
            <a:fld id="{55685679-EA1B-46AC-BF91-EA2C94887995}" type="datetimeyyyy">
              <a:rPr lang="es-MX" smtClean="0"/>
              <a:t>2025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granjero</a:t>
            </a:r>
            <a:r>
              <a:rPr lang="en-US" dirty="0"/>
              <a:t> </a:t>
            </a:r>
            <a:r>
              <a:rPr lang="en-US" dirty="0" err="1"/>
              <a:t>mágico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80" b="1" dirty="0" err="1">
                <a:solidFill>
                  <a:srgbClr val="FF0000"/>
                </a:solidFill>
              </a:rPr>
              <a:t>Contraints</a:t>
            </a:r>
            <a:r>
              <a:rPr lang="en-US" sz="2880" b="1" dirty="0">
                <a:solidFill>
                  <a:srgbClr val="FF0000"/>
                </a:solidFill>
              </a:rPr>
              <a:t> declaration</a:t>
            </a:r>
          </a:p>
          <a:p>
            <a:endParaRPr lang="en-US" sz="2880" dirty="0"/>
          </a:p>
          <a:p>
            <a:pPr lvl="1"/>
            <a:r>
              <a:rPr lang="en-US" dirty="0"/>
              <a:t>Requirement of minimum amount of nutrient A: N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sz="2160" dirty="0"/>
              <a:t>		</a:t>
            </a:r>
            <a:endParaRPr lang="en-US" dirty="0">
              <a:latin typeface="Cambria" pitchFamily="18" charset="0"/>
            </a:endParaRPr>
          </a:p>
          <a:p>
            <a:pPr lvl="1"/>
            <a:r>
              <a:rPr lang="en-US" dirty="0"/>
              <a:t>Requirement of minimum amount of nutrient B: Fe</a:t>
            </a:r>
          </a:p>
          <a:p>
            <a:pPr lvl="1">
              <a:buNone/>
            </a:pPr>
            <a:r>
              <a:rPr lang="en-US" sz="2160" dirty="0"/>
              <a:t>			</a:t>
            </a:r>
          </a:p>
          <a:p>
            <a:pPr lvl="1"/>
            <a:r>
              <a:rPr lang="en-US" dirty="0"/>
              <a:t>Requirement of minimum amount of nutrient C: K</a:t>
            </a:r>
          </a:p>
          <a:p>
            <a:pPr lvl="1">
              <a:buNone/>
            </a:pPr>
            <a:r>
              <a:rPr lang="en-US" dirty="0"/>
              <a:t>			</a:t>
            </a:r>
            <a:endParaRPr lang="en-US" dirty="0">
              <a:latin typeface="Cambria" pitchFamily="18" charset="0"/>
            </a:endParaRPr>
          </a:p>
          <a:p>
            <a:pPr lvl="1"/>
            <a:r>
              <a:rPr lang="en-US" dirty="0"/>
              <a:t>Quantities to be purchased must be greater or equal to zero.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5258716" y="6594412"/>
            <a:ext cx="1497330" cy="247651"/>
          </a:xfrm>
        </p:spPr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6"/>
          </p:nvPr>
        </p:nvSpPr>
        <p:spPr>
          <a:xfrm>
            <a:off x="4735476" y="6594412"/>
            <a:ext cx="523240" cy="247651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CF2083E-03F0-6BB5-1FBA-EB9281372A3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56045" y="6594412"/>
            <a:ext cx="1562125" cy="247651"/>
          </a:xfrm>
          <a:prstGeom prst="rect">
            <a:avLst/>
          </a:prstGeom>
        </p:spPr>
        <p:txBody>
          <a:bodyPr/>
          <a:lstStyle/>
          <a:p>
            <a:fld id="{BD1406B7-DD5F-4B50-9EAD-0BEC35F30F84}" type="datetimeyyyy">
              <a:rPr lang="es-MX" smtClean="0"/>
              <a:t>2025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of a LP Model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71550" y="1825625"/>
            <a:ext cx="7543800" cy="4351338"/>
          </a:xfrm>
        </p:spPr>
        <p:txBody>
          <a:bodyPr>
            <a:normAutofit/>
          </a:bodyPr>
          <a:lstStyle/>
          <a:p>
            <a:r>
              <a:rPr lang="en-US" sz="3360" dirty="0" err="1"/>
              <a:t>Organice</a:t>
            </a:r>
            <a:r>
              <a:rPr lang="en-US" sz="3360" dirty="0"/>
              <a:t> la </a:t>
            </a:r>
            <a:r>
              <a:rPr lang="en-US" sz="3360" dirty="0" err="1"/>
              <a:t>información</a:t>
            </a:r>
            <a:r>
              <a:rPr lang="en-US" sz="3360" dirty="0"/>
              <a:t> </a:t>
            </a:r>
            <a:r>
              <a:rPr lang="en-US" sz="3360" dirty="0">
                <a:solidFill>
                  <a:schemeClr val="tx2"/>
                </a:solidFill>
                <a:sym typeface="Wingdings" panose="05000000000000000000" pitchFamily="2" charset="2"/>
              </a:rPr>
              <a:t></a:t>
            </a:r>
            <a:endParaRPr lang="en-US" sz="2880" dirty="0">
              <a:solidFill>
                <a:schemeClr val="tx2"/>
              </a:solidFill>
              <a:latin typeface="Wingdings" panose="05000000000000000000" pitchFamily="2" charset="2"/>
            </a:endParaRPr>
          </a:p>
          <a:p>
            <a:r>
              <a:rPr lang="en-US" sz="3360" dirty="0" err="1"/>
              <a:t>Identifique</a:t>
            </a:r>
            <a:r>
              <a:rPr lang="en-US" sz="3360" dirty="0"/>
              <a:t> </a:t>
            </a:r>
            <a:r>
              <a:rPr lang="en-US" sz="3360" dirty="0" err="1"/>
              <a:t>los</a:t>
            </a:r>
            <a:r>
              <a:rPr lang="en-US" sz="3360" dirty="0"/>
              <a:t> </a:t>
            </a:r>
            <a:r>
              <a:rPr lang="en-US" sz="3360" dirty="0" err="1"/>
              <a:t>elementos</a:t>
            </a:r>
            <a:r>
              <a:rPr lang="en-US" sz="3360" dirty="0"/>
              <a:t> </a:t>
            </a:r>
            <a:r>
              <a:rPr lang="en-US" sz="3360" dirty="0">
                <a:solidFill>
                  <a:schemeClr val="tx2"/>
                </a:solidFill>
                <a:sym typeface="Wingdings" panose="05000000000000000000" pitchFamily="2" charset="2"/>
              </a:rPr>
              <a:t></a:t>
            </a:r>
            <a:endParaRPr lang="en-US" sz="2880" dirty="0">
              <a:solidFill>
                <a:schemeClr val="tx2"/>
              </a:solidFill>
              <a:latin typeface="Wingdings" panose="05000000000000000000" pitchFamily="2" charset="2"/>
            </a:endParaRPr>
          </a:p>
          <a:p>
            <a:r>
              <a:rPr lang="en-US" sz="3360" dirty="0">
                <a:solidFill>
                  <a:srgbClr val="C00000"/>
                </a:solidFill>
              </a:rPr>
              <a:t>Escriba las </a:t>
            </a:r>
            <a:r>
              <a:rPr lang="en-US" sz="3360" dirty="0" err="1">
                <a:solidFill>
                  <a:srgbClr val="C00000"/>
                </a:solidFill>
              </a:rPr>
              <a:t>expresiones</a:t>
            </a:r>
            <a:r>
              <a:rPr lang="en-US" sz="3360" dirty="0">
                <a:solidFill>
                  <a:srgbClr val="C00000"/>
                </a:solidFill>
              </a:rPr>
              <a:t> </a:t>
            </a:r>
            <a:r>
              <a:rPr lang="en-US" sz="3360" dirty="0" err="1">
                <a:solidFill>
                  <a:srgbClr val="C00000"/>
                </a:solidFill>
              </a:rPr>
              <a:t>matemáticas</a:t>
            </a:r>
            <a:r>
              <a:rPr lang="en-US" sz="3360" dirty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endParaRPr lang="en-US" sz="336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5258716" y="6594412"/>
            <a:ext cx="1497330" cy="247651"/>
          </a:xfrm>
        </p:spPr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6"/>
          </p:nvPr>
        </p:nvSpPr>
        <p:spPr>
          <a:xfrm>
            <a:off x="4735476" y="6594412"/>
            <a:ext cx="523240" cy="247651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00EB09-C5DC-BB16-D0BE-82126454976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56045" y="6594412"/>
            <a:ext cx="1562125" cy="247651"/>
          </a:xfrm>
          <a:prstGeom prst="rect">
            <a:avLst/>
          </a:prstGeom>
        </p:spPr>
        <p:txBody>
          <a:bodyPr/>
          <a:lstStyle/>
          <a:p>
            <a:fld id="{B3CC1597-94A4-4736-BD04-4C20BC4E32BD}" type="datetimeyyyy">
              <a:rPr lang="es-MX" smtClean="0"/>
              <a:t>2025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9">
                <a:extLst>
                  <a:ext uri="{FF2B5EF4-FFF2-40B4-BE49-F238E27FC236}">
                    <a16:creationId xmlns:a16="http://schemas.microsoft.com/office/drawing/2014/main" id="{8F35BCFE-5917-A3A2-22CD-464125658385}"/>
                  </a:ext>
                </a:extLst>
              </p:cNvPr>
              <p:cNvSpPr/>
              <p:nvPr/>
            </p:nvSpPr>
            <p:spPr>
              <a:xfrm>
                <a:off x="3543737" y="3717572"/>
                <a:ext cx="3429958" cy="2610458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3200" i="1" smtClean="0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m</m:t>
                          </m:r>
                          <m:r>
                            <a:rPr lang="es-MX" sz="3200" b="0" i="1" smtClean="0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𝑖𝑛</m:t>
                          </m:r>
                        </m:fName>
                        <m:e>
                          <m:r>
                            <a:rPr lang="en-US" sz="32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𝑍</m:t>
                          </m:r>
                          <m:r>
                            <a:rPr lang="en-US" sz="32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32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𝕔</m:t>
                          </m:r>
                          <m:r>
                            <a:rPr lang="en-US" sz="32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′</m:t>
                          </m:r>
                          <m:r>
                            <a:rPr lang="en-US" sz="3200" i="1">
                              <a:solidFill>
                                <a:srgbClr val="54545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𝕩</m:t>
                          </m:r>
                        </m:e>
                      </m:func>
                    </m:oMath>
                  </m:oMathPara>
                </a14:m>
                <a:endParaRPr lang="es-MX" sz="3200" i="1" dirty="0">
                  <a:solidFill>
                    <a:srgbClr val="545454"/>
                  </a:solidFill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3200" i="1" dirty="0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</a:t>
                </a:r>
                <a:r>
                  <a:rPr lang="es-MX" sz="3200" i="1" dirty="0" err="1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Subject</a:t>
                </a:r>
                <a:r>
                  <a:rPr lang="es-MX" sz="3200" i="1" dirty="0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s-MX" sz="3200" i="1" dirty="0" err="1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</a:t>
                </a:r>
                <a:r>
                  <a:rPr lang="es-MX" sz="3200" i="1" dirty="0">
                    <a:solidFill>
                      <a:srgbClr val="545454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:</a:t>
                </a:r>
                <a:endParaRPr lang="es-MX" sz="3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3200" i="1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𝔸𝕩</m:t>
                      </m:r>
                      <m:r>
                        <a:rPr lang="es-MX" sz="3200" i="1" smtClean="0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s-MX" sz="3200" i="1">
                          <a:solidFill>
                            <a:srgbClr val="545454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𝕓</m:t>
                      </m:r>
                    </m:oMath>
                  </m:oMathPara>
                </a14:m>
                <a:endParaRPr lang="es-MX" sz="3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3200" i="1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𝕩</m:t>
                      </m:r>
                      <m:r>
                        <a:rPr lang="es-MX" sz="3200" i="1" smtClean="0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s-MX" sz="3200" b="0" i="1" smtClean="0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es-MX" sz="3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ángulo 9">
                <a:extLst>
                  <a:ext uri="{FF2B5EF4-FFF2-40B4-BE49-F238E27FC236}">
                    <a16:creationId xmlns:a16="http://schemas.microsoft.com/office/drawing/2014/main" id="{8F35BCFE-5917-A3A2-22CD-464125658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737" y="3717572"/>
                <a:ext cx="3429958" cy="26104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E15E3C-5622-F45F-7A44-B1E570DD25F8}"/>
                  </a:ext>
                </a:extLst>
              </p:cNvPr>
              <p:cNvSpPr txBox="1"/>
              <p:nvPr/>
            </p:nvSpPr>
            <p:spPr>
              <a:xfrm>
                <a:off x="7346722" y="3868639"/>
                <a:ext cx="2808854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En 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álgebra</a:t>
                </a:r>
                <a:r>
                  <a:rPr lang="en-US" sz="2400" dirty="0">
                    <a:solidFill>
                      <a:schemeClr val="bg1"/>
                    </a:solidFill>
                  </a:rPr>
                  <a:t>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es-MX" sz="24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 </a:t>
                </a:r>
                <a:r>
                  <a:rPr lang="es-MX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matrix [m X n]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𝕓</m:t>
                    </m:r>
                  </m:oMath>
                </a14:m>
                <a:r>
                  <a:rPr lang="es-MX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MX" sz="2400" b="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vector [m X 1]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𝕔</m:t>
                    </m:r>
                    <m:r>
                      <a:rPr lang="es-MX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MX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vector [1 x n]</a:t>
                </a:r>
                <a:endParaRPr lang="es-MX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𝕩</m:t>
                    </m:r>
                  </m:oMath>
                </a14:m>
                <a:r>
                  <a:rPr lang="es-MX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s-MX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vector [1 x n]</a:t>
                </a:r>
                <a:endParaRPr lang="es-MX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MX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vector [1 x n]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E15E3C-5622-F45F-7A44-B1E570DD2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6722" y="3868639"/>
                <a:ext cx="2808854" cy="2308324"/>
              </a:xfrm>
              <a:prstGeom prst="rect">
                <a:avLst/>
              </a:prstGeom>
              <a:blipFill>
                <a:blip r:embed="rId3"/>
                <a:stretch>
                  <a:fillRect l="-3254" t="-2116" b="-5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38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granjero</a:t>
            </a:r>
            <a:r>
              <a:rPr lang="en-US" dirty="0"/>
              <a:t> </a:t>
            </a:r>
            <a:r>
              <a:rPr lang="en-US" dirty="0" err="1"/>
              <a:t>mágico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984500" y="1825625"/>
            <a:ext cx="8369300" cy="435133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360" dirty="0">
                <a:solidFill>
                  <a:srgbClr val="C00000"/>
                </a:solidFill>
                <a:latin typeface="Aptos Black" panose="020B0004020202020204" pitchFamily="34" charset="0"/>
              </a:rPr>
              <a:t>El </a:t>
            </a:r>
            <a:r>
              <a:rPr lang="en-US" sz="3360" dirty="0" err="1">
                <a:solidFill>
                  <a:srgbClr val="C00000"/>
                </a:solidFill>
                <a:latin typeface="Aptos Black" panose="020B0004020202020204" pitchFamily="34" charset="0"/>
              </a:rPr>
              <a:t>modelo</a:t>
            </a:r>
            <a:r>
              <a:rPr lang="en-US" sz="3360" dirty="0">
                <a:solidFill>
                  <a:srgbClr val="C00000"/>
                </a:solidFill>
                <a:latin typeface="Aptos Black" panose="020B0004020202020204" pitchFamily="34" charset="0"/>
              </a:rPr>
              <a:t> </a:t>
            </a:r>
            <a:r>
              <a:rPr lang="en-US" sz="3360" dirty="0" err="1">
                <a:solidFill>
                  <a:srgbClr val="C00000"/>
                </a:solidFill>
                <a:latin typeface="Aptos Black" panose="020B0004020202020204" pitchFamily="34" charset="0"/>
              </a:rPr>
              <a:t>matemático</a:t>
            </a:r>
            <a:r>
              <a:rPr lang="en-US" sz="3360" dirty="0">
                <a:solidFill>
                  <a:srgbClr val="C00000"/>
                </a:solidFill>
                <a:latin typeface="Aptos Black" panose="020B0004020202020204" pitchFamily="34" charset="0"/>
              </a:rPr>
              <a:t> de PL</a:t>
            </a:r>
          </a:p>
          <a:p>
            <a:pPr>
              <a:buNone/>
            </a:pPr>
            <a:endParaRPr lang="en-US" sz="3360" dirty="0">
              <a:latin typeface="Cambria" pitchFamily="18" charset="0"/>
            </a:endParaRPr>
          </a:p>
          <a:p>
            <a:pPr>
              <a:buNone/>
            </a:pPr>
            <a:r>
              <a:rPr lang="en-US" sz="3360" dirty="0" err="1">
                <a:latin typeface="Cambria" pitchFamily="18" charset="0"/>
              </a:rPr>
              <a:t>Minimizar</a:t>
            </a:r>
            <a:r>
              <a:rPr lang="en-US" sz="3360" dirty="0">
                <a:latin typeface="Cambria" pitchFamily="18" charset="0"/>
              </a:rPr>
              <a:t>   C=  6000x1 + 4000x2</a:t>
            </a:r>
          </a:p>
          <a:p>
            <a:pPr>
              <a:buNone/>
            </a:pPr>
            <a:r>
              <a:rPr lang="en-US" sz="3360" dirty="0" err="1">
                <a:latin typeface="Cambria" pitchFamily="18" charset="0"/>
              </a:rPr>
              <a:t>Sujeto</a:t>
            </a:r>
            <a:r>
              <a:rPr lang="en-US" sz="3360" dirty="0">
                <a:latin typeface="Cambria" pitchFamily="18" charset="0"/>
              </a:rPr>
              <a:t> a:</a:t>
            </a:r>
          </a:p>
          <a:p>
            <a:pPr>
              <a:buNone/>
            </a:pPr>
            <a:r>
              <a:rPr lang="en-US" sz="3360" dirty="0">
                <a:latin typeface="Cambria" pitchFamily="18" charset="0"/>
              </a:rPr>
              <a:t>		5x1  +    x2  ≥ 10</a:t>
            </a:r>
          </a:p>
          <a:p>
            <a:pPr>
              <a:buNone/>
            </a:pPr>
            <a:r>
              <a:rPr lang="en-US" sz="3360" dirty="0">
                <a:latin typeface="Cambria" pitchFamily="18" charset="0"/>
              </a:rPr>
              <a:t>		2x1 +  2x2  ≥ 12</a:t>
            </a:r>
          </a:p>
          <a:p>
            <a:pPr>
              <a:buNone/>
            </a:pPr>
            <a:r>
              <a:rPr lang="en-US" sz="3360" dirty="0">
                <a:latin typeface="Cambria" pitchFamily="18" charset="0"/>
              </a:rPr>
              <a:t>		x1    +  4x2  ≥ 12</a:t>
            </a:r>
          </a:p>
          <a:p>
            <a:pPr>
              <a:buNone/>
            </a:pPr>
            <a:r>
              <a:rPr lang="en-US" sz="3360" dirty="0">
                <a:latin typeface="Cambria" pitchFamily="18" charset="0"/>
              </a:rPr>
              <a:t>		    x1, x2 	     ≥ 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5258716" y="6594412"/>
            <a:ext cx="1497330" cy="247651"/>
          </a:xfrm>
        </p:spPr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6"/>
          </p:nvPr>
        </p:nvSpPr>
        <p:spPr>
          <a:xfrm>
            <a:off x="4735476" y="6594412"/>
            <a:ext cx="523240" cy="247651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4D10AE-4F60-C766-1A5D-147AD5EF0BB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56045" y="6594412"/>
            <a:ext cx="1562125" cy="247651"/>
          </a:xfrm>
          <a:prstGeom prst="rect">
            <a:avLst/>
          </a:prstGeom>
        </p:spPr>
        <p:txBody>
          <a:bodyPr/>
          <a:lstStyle/>
          <a:p>
            <a:fld id="{54C562CE-B1EC-4CF5-AEBA-B02E6CE26AB0}" type="datetimeyyyy">
              <a:rPr lang="es-MX" smtClean="0"/>
              <a:t>2025</a:t>
            </a:fld>
            <a:endParaRPr lang="es-E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Espacio Factible de Solución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s-ES" sz="3200" dirty="0"/>
              <a:t>Grafiquemos la región factible.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F4E71A-F913-DD0B-2E75-1F177A55DC6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A09E4D-68A6-4223-811F-42EABAAEE15F}" type="datetimeyyyy">
              <a:rPr lang="es-MX" smtClean="0"/>
              <a:t>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19</a:t>
            </a:fld>
            <a:endParaRPr lang="es-ES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C7CAA0B4-E00E-5F5B-F560-D02A37151342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 cstate="print"/>
          <a:srcRect l="505" r="13094"/>
          <a:stretch/>
        </p:blipFill>
        <p:spPr bwMode="auto">
          <a:xfrm>
            <a:off x="5647766" y="-22225"/>
            <a:ext cx="6544234" cy="6610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8A2F30-8909-72CF-A539-244525EF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Solución</a:t>
            </a:r>
            <a:r>
              <a:rPr lang="en-US" dirty="0"/>
              <a:t> Gráfica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CC6E5-2A40-EEFD-2CA8-C1548ACCA0E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/>
          <a:lstStyle/>
          <a:p>
            <a:pPr rtl="0"/>
            <a:fld id="{4356D63E-6D31-4D78-8EB9-070BD7287239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3DB5A-5CC5-B402-B58B-8391067372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40592" y="6478418"/>
            <a:ext cx="2644166" cy="247651"/>
          </a:xfrm>
        </p:spPr>
        <p:txBody>
          <a:bodyPr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99DD9-2D47-9089-AB45-713799069F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2690" y="6492875"/>
            <a:ext cx="523240" cy="247651"/>
          </a:xfrm>
        </p:spPr>
        <p:txBody>
          <a:bodyPr/>
          <a:lstStyle/>
          <a:p>
            <a:pPr rtl="0"/>
            <a:fld id="{294A09A9-5501-47C1-A89A-A340965A2BE2}" type="slidenum">
              <a:rPr lang="es-MX" noProof="0" smtClean="0"/>
              <a:pPr rtl="0"/>
              <a:t>20</a:t>
            </a:fld>
            <a:endParaRPr lang="es-MX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02D534-12B5-2AFB-0D0B-13895509F7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46" t="14256"/>
          <a:stretch/>
        </p:blipFill>
        <p:spPr>
          <a:xfrm>
            <a:off x="4554244" y="1781728"/>
            <a:ext cx="6119905" cy="44594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96BF82-837C-0208-F723-3C2570DB6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86" y="1781728"/>
            <a:ext cx="3016405" cy="2273417"/>
          </a:xfrm>
          <a:prstGeom prst="rect">
            <a:avLst/>
          </a:prstGeom>
        </p:spPr>
      </p:pic>
      <p:sp>
        <p:nvSpPr>
          <p:cNvPr id="13" name="Sun 12">
            <a:extLst>
              <a:ext uri="{FF2B5EF4-FFF2-40B4-BE49-F238E27FC236}">
                <a16:creationId xmlns:a16="http://schemas.microsoft.com/office/drawing/2014/main" id="{9DE4DE82-DAC3-BCEE-2B1E-BE07287125A9}"/>
              </a:ext>
            </a:extLst>
          </p:cNvPr>
          <p:cNvSpPr/>
          <p:nvPr/>
        </p:nvSpPr>
        <p:spPr>
          <a:xfrm>
            <a:off x="6003985" y="3295291"/>
            <a:ext cx="276045" cy="327803"/>
          </a:xfrm>
          <a:prstGeom prst="su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BD663-2569-A429-489F-40A55995C019}"/>
              </a:ext>
            </a:extLst>
          </p:cNvPr>
          <p:cNvSpPr txBox="1"/>
          <p:nvPr/>
        </p:nvSpPr>
        <p:spPr>
          <a:xfrm>
            <a:off x="6903905" y="2635085"/>
            <a:ext cx="1420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Z* = 26,000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X1 = 1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X2 = 5</a:t>
            </a:r>
          </a:p>
        </p:txBody>
      </p:sp>
    </p:spTree>
    <p:extLst>
      <p:ext uri="{BB962C8B-B14F-4D97-AF65-F5344CB8AC3E}">
        <p14:creationId xmlns:p14="http://schemas.microsoft.com/office/powerpoint/2010/main" val="1247168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8633-FD7B-2AB8-7EDB-8DF5C5B3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Solución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Lindo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44DFEC-2444-CB05-94B6-AE3514A3E0A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/>
          <a:lstStyle/>
          <a:p>
            <a:pPr rtl="0"/>
            <a:fld id="{2E9DDF7A-F944-4957-B557-08CC77F84C7E}" type="datetimeyyyy">
              <a:rPr lang="es-MX" noProof="0" smtClean="0"/>
              <a:t>2025</a:t>
            </a:fld>
            <a:endParaRPr lang="es-MX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7E8F3-00B4-24CE-81ED-C6EEAC7782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40592" y="6478418"/>
            <a:ext cx="2644166" cy="247651"/>
          </a:xfrm>
        </p:spPr>
        <p:txBody>
          <a:bodyPr/>
          <a:lstStyle/>
          <a:p>
            <a:pPr rtl="0"/>
            <a:r>
              <a:rPr lang="es-MX" noProof="0"/>
              <a:t>OPTIMIZACIÓN DE OPERACIONES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2CF2A-44C2-4B93-14DC-3C53312AB8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62690" y="6492875"/>
            <a:ext cx="523240" cy="247651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21</a:t>
            </a:fld>
            <a:endParaRPr lang="es-MX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762944-8351-6590-4F78-89BE6BF9D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90" y="1690688"/>
            <a:ext cx="6255071" cy="34863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34950A-6B0E-1559-88A5-BA1DCE1D697C}"/>
              </a:ext>
            </a:extLst>
          </p:cNvPr>
          <p:cNvSpPr txBox="1"/>
          <p:nvPr/>
        </p:nvSpPr>
        <p:spPr>
          <a:xfrm>
            <a:off x="9129520" y="3627122"/>
            <a:ext cx="1420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Z* = 26,000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X1* = 1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X2* = 5</a:t>
            </a:r>
          </a:p>
        </p:txBody>
      </p:sp>
    </p:spTree>
    <p:extLst>
      <p:ext uri="{BB962C8B-B14F-4D97-AF65-F5344CB8AC3E}">
        <p14:creationId xmlns:p14="http://schemas.microsoft.com/office/powerpoint/2010/main" val="3248655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0E19-4956-3333-E954-EED13138D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Solución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Excel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FF80784-DABF-6140-6B1F-CBE02CE8E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7946" y="3077321"/>
            <a:ext cx="5029458" cy="1847945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F1B12-CA3B-A8FA-2043-7FBE123734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s-ES" dirty="0"/>
              <a:t>OPTIMIZACIÓN DE OPERACIONES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87AA3-748C-475F-6D15-CB1F78478F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A638B-6113-56D4-8F7E-D5A4E81C2AB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629900" y="6594475"/>
            <a:ext cx="1562100" cy="247650"/>
          </a:xfrm>
          <a:prstGeom prst="rect">
            <a:avLst/>
          </a:prstGeom>
        </p:spPr>
        <p:txBody>
          <a:bodyPr/>
          <a:lstStyle/>
          <a:p>
            <a:fld id="{8BBD6906-F45A-4D8A-A0B0-7135B8057E76}" type="datetimeyyyy">
              <a:rPr lang="es-MX" smtClean="0"/>
              <a:t>2025</a:t>
            </a:fld>
            <a:endParaRPr lang="es-E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B89CF7-8371-2533-2BAB-16525A99C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3" y="1147322"/>
            <a:ext cx="9501780" cy="456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02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64023" y="841008"/>
            <a:ext cx="4941477" cy="686973"/>
          </a:xfrm>
          <a:prstGeom prst="rect">
            <a:avLst/>
          </a:prstGeom>
        </p:spPr>
        <p:txBody>
          <a:bodyPr spcFirstLastPara="1" vert="horz" wrap="square" lIns="0" tIns="38725" rIns="0" bIns="0" rtlCol="0" anchor="ctr" anchorCtr="0">
            <a:spAutoFit/>
          </a:bodyPr>
          <a:lstStyle/>
          <a:p>
            <a:pPr marL="635">
              <a:spcBef>
                <a:spcPts val="305"/>
              </a:spcBef>
            </a:pPr>
            <a:r>
              <a:rPr lang="es-MX" spc="-5" dirty="0"/>
              <a:t>Otro </a:t>
            </a:r>
            <a:r>
              <a:rPr spc="-5" dirty="0" err="1"/>
              <a:t>Ejemplo</a:t>
            </a:r>
            <a:endParaRPr spc="-5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CB71A4-8EF3-E6D1-DCCB-65D1D54327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24022" y="2289363"/>
            <a:ext cx="7962181" cy="2795232"/>
          </a:xfrm>
        </p:spPr>
        <p:txBody>
          <a:bodyPr/>
          <a:lstStyle/>
          <a:p>
            <a:r>
              <a:rPr lang="en-US" sz="1800" dirty="0"/>
              <a:t>Una </a:t>
            </a:r>
            <a:r>
              <a:rPr lang="en-US" sz="1800" dirty="0" err="1"/>
              <a:t>pequeña</a:t>
            </a:r>
            <a:r>
              <a:rPr lang="en-US" sz="1800" dirty="0"/>
              <a:t> ciudad de 15,000 </a:t>
            </a:r>
            <a:r>
              <a:rPr lang="en-US" sz="1800" dirty="0" err="1"/>
              <a:t>habitantes</a:t>
            </a:r>
            <a:r>
              <a:rPr lang="en-US" sz="1800" dirty="0"/>
              <a:t> consume un </a:t>
            </a:r>
            <a:r>
              <a:rPr lang="en-US" sz="1800" dirty="0" err="1"/>
              <a:t>promedio</a:t>
            </a:r>
            <a:r>
              <a:rPr lang="en-US" sz="1800" dirty="0"/>
              <a:t> de 1,200,000 </a:t>
            </a:r>
            <a:r>
              <a:rPr lang="en-US" sz="1800" dirty="0" err="1"/>
              <a:t>litros</a:t>
            </a:r>
            <a:r>
              <a:rPr lang="en-US" sz="1800" dirty="0"/>
              <a:t> de </a:t>
            </a:r>
            <a:r>
              <a:rPr lang="en-US" sz="1800" dirty="0" err="1"/>
              <a:t>agua</a:t>
            </a:r>
            <a:r>
              <a:rPr lang="en-US" sz="1800" dirty="0"/>
              <a:t> al día. La ciudad se </a:t>
            </a:r>
            <a:r>
              <a:rPr lang="en-US" sz="1800" dirty="0" err="1"/>
              <a:t>abastece</a:t>
            </a:r>
            <a:r>
              <a:rPr lang="en-US" sz="1800" dirty="0"/>
              <a:t> de </a:t>
            </a:r>
            <a:r>
              <a:rPr lang="en-US" sz="1800" dirty="0" err="1"/>
              <a:t>una</a:t>
            </a:r>
            <a:r>
              <a:rPr lang="en-US" sz="1800" dirty="0"/>
              <a:t> central </a:t>
            </a:r>
            <a:r>
              <a:rPr lang="en-US" sz="1800" dirty="0" err="1"/>
              <a:t>donde</a:t>
            </a:r>
            <a:r>
              <a:rPr lang="en-US" sz="1800" dirty="0"/>
              <a:t>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agua</a:t>
            </a:r>
            <a:r>
              <a:rPr lang="en-US" sz="1800" dirty="0"/>
              <a:t> es </a:t>
            </a:r>
            <a:r>
              <a:rPr lang="en-US" sz="1800" dirty="0" err="1"/>
              <a:t>purificada</a:t>
            </a:r>
            <a:r>
              <a:rPr lang="en-US" sz="1800" dirty="0"/>
              <a:t> </a:t>
            </a:r>
            <a:r>
              <a:rPr lang="en-US" sz="1800" dirty="0" err="1"/>
              <a:t>por</a:t>
            </a:r>
            <a:r>
              <a:rPr lang="en-US" sz="1800" dirty="0"/>
              <a:t> </a:t>
            </a:r>
            <a:r>
              <a:rPr lang="en-US" sz="1800" dirty="0" err="1"/>
              <a:t>métodos</a:t>
            </a:r>
            <a:r>
              <a:rPr lang="en-US" sz="1800" dirty="0"/>
              <a:t> </a:t>
            </a:r>
            <a:r>
              <a:rPr lang="en-US" sz="1800" dirty="0" err="1"/>
              <a:t>convencionales</a:t>
            </a:r>
            <a:r>
              <a:rPr lang="en-US" sz="1800" dirty="0"/>
              <a:t> de </a:t>
            </a:r>
            <a:r>
              <a:rPr lang="en-US" sz="1800" dirty="0" err="1"/>
              <a:t>filtración</a:t>
            </a:r>
            <a:r>
              <a:rPr lang="en-US" sz="1800" dirty="0"/>
              <a:t> y </a:t>
            </a:r>
            <a:r>
              <a:rPr lang="en-US" sz="1800" dirty="0" err="1"/>
              <a:t>clorohidratación</a:t>
            </a:r>
            <a:r>
              <a:rPr lang="en-US" sz="1800" dirty="0"/>
              <a:t>. </a:t>
            </a:r>
            <a:r>
              <a:rPr lang="en-US" sz="1800" dirty="0" err="1"/>
              <a:t>Adicionalmente</a:t>
            </a:r>
            <a:r>
              <a:rPr lang="en-US" sz="1800" dirty="0"/>
              <a:t>, dos </a:t>
            </a:r>
            <a:r>
              <a:rPr lang="en-US" sz="1800" dirty="0" err="1"/>
              <a:t>compuestos</a:t>
            </a:r>
            <a:r>
              <a:rPr lang="en-US" sz="1800" dirty="0"/>
              <a:t> </a:t>
            </a:r>
            <a:r>
              <a:rPr lang="en-US" sz="1800" dirty="0" err="1"/>
              <a:t>químicos</a:t>
            </a:r>
            <a:r>
              <a:rPr lang="en-US" sz="1800" dirty="0"/>
              <a:t>: </a:t>
            </a:r>
            <a:r>
              <a:rPr lang="en-US" sz="1800" dirty="0" err="1"/>
              <a:t>suavizante</a:t>
            </a:r>
            <a:r>
              <a:rPr lang="en-US" sz="1800" dirty="0"/>
              <a:t> y </a:t>
            </a:r>
            <a:r>
              <a:rPr lang="en-US" sz="1800" dirty="0" err="1"/>
              <a:t>purificador</a:t>
            </a:r>
            <a:r>
              <a:rPr lang="en-US" sz="1800" dirty="0"/>
              <a:t>, son </a:t>
            </a:r>
            <a:r>
              <a:rPr lang="en-US" sz="1800" dirty="0" err="1"/>
              <a:t>necesarios</a:t>
            </a:r>
            <a:r>
              <a:rPr lang="en-US" sz="1800" dirty="0"/>
              <a:t> para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agua</a:t>
            </a:r>
            <a:r>
              <a:rPr lang="en-US" sz="1800" dirty="0"/>
              <a:t>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elementos</a:t>
            </a:r>
            <a:r>
              <a:rPr lang="en-US" sz="1800" dirty="0"/>
              <a:t> </a:t>
            </a:r>
            <a:r>
              <a:rPr lang="en-US" sz="1800" dirty="0" err="1"/>
              <a:t>salubres</a:t>
            </a:r>
            <a:r>
              <a:rPr lang="en-US" sz="1800" dirty="0"/>
              <a:t>. La planta </a:t>
            </a:r>
            <a:r>
              <a:rPr lang="en-US" sz="1800" dirty="0" err="1"/>
              <a:t>purificadora</a:t>
            </a:r>
            <a:r>
              <a:rPr lang="en-US" sz="1800" dirty="0"/>
              <a:t> </a:t>
            </a:r>
            <a:r>
              <a:rPr lang="en-US" sz="1800" dirty="0" err="1"/>
              <a:t>está</a:t>
            </a:r>
            <a:r>
              <a:rPr lang="en-US" sz="1800" dirty="0"/>
              <a:t> </a:t>
            </a:r>
            <a:r>
              <a:rPr lang="en-US" sz="1800" dirty="0" err="1"/>
              <a:t>considerando</a:t>
            </a:r>
            <a:r>
              <a:rPr lang="en-US" sz="1800" dirty="0"/>
              <a:t> a dos </a:t>
            </a:r>
            <a:r>
              <a:rPr lang="en-US" sz="1800" dirty="0" err="1"/>
              <a:t>proveedores</a:t>
            </a:r>
            <a:r>
              <a:rPr lang="en-US" sz="1800" dirty="0"/>
              <a:t> de </a:t>
            </a:r>
            <a:r>
              <a:rPr lang="en-US" sz="1800" dirty="0" err="1"/>
              <a:t>estos</a:t>
            </a:r>
            <a:r>
              <a:rPr lang="en-US" sz="1800" dirty="0"/>
              <a:t> </a:t>
            </a:r>
            <a:r>
              <a:rPr lang="en-US" sz="1800" dirty="0" err="1"/>
              <a:t>productos</a:t>
            </a:r>
            <a:r>
              <a:rPr lang="en-US" sz="1800" dirty="0"/>
              <a:t> </a:t>
            </a:r>
            <a:r>
              <a:rPr lang="en-US" sz="1800" dirty="0" err="1"/>
              <a:t>químicos</a:t>
            </a:r>
            <a:r>
              <a:rPr lang="en-US" sz="1800" dirty="0"/>
              <a:t>. El </a:t>
            </a:r>
            <a:r>
              <a:rPr lang="en-US" sz="1800" dirty="0" err="1"/>
              <a:t>proveedor</a:t>
            </a:r>
            <a:r>
              <a:rPr lang="en-US" sz="1800" dirty="0"/>
              <a:t> PA </a:t>
            </a:r>
            <a:r>
              <a:rPr lang="en-US" sz="1800" dirty="0" err="1"/>
              <a:t>ofrece</a:t>
            </a:r>
            <a:r>
              <a:rPr lang="en-US" sz="1800" dirty="0"/>
              <a:t> </a:t>
            </a:r>
            <a:r>
              <a:rPr lang="en-US" sz="1800" dirty="0" err="1"/>
              <a:t>paquetes</a:t>
            </a:r>
            <a:r>
              <a:rPr lang="en-US" sz="1800" dirty="0"/>
              <a:t> de 4 kg de </a:t>
            </a:r>
            <a:r>
              <a:rPr lang="en-US" sz="1800" dirty="0" err="1"/>
              <a:t>suavizante</a:t>
            </a:r>
            <a:r>
              <a:rPr lang="en-US" sz="1800" dirty="0"/>
              <a:t> y 1.5 kg de </a:t>
            </a:r>
            <a:r>
              <a:rPr lang="en-US" sz="1800" dirty="0" err="1"/>
              <a:t>purificador</a:t>
            </a:r>
            <a:r>
              <a:rPr lang="en-US" sz="1800" dirty="0"/>
              <a:t> </a:t>
            </a:r>
            <a:r>
              <a:rPr lang="en-US" sz="1800" dirty="0" err="1"/>
              <a:t>por</a:t>
            </a:r>
            <a:r>
              <a:rPr lang="en-US" sz="1800" dirty="0"/>
              <a:t> $80. El </a:t>
            </a:r>
            <a:r>
              <a:rPr lang="en-US" sz="1800" dirty="0" err="1"/>
              <a:t>proveedor</a:t>
            </a:r>
            <a:r>
              <a:rPr lang="en-US" sz="1800" dirty="0"/>
              <a:t> PB </a:t>
            </a:r>
            <a:r>
              <a:rPr lang="en-US" sz="1800" dirty="0" err="1"/>
              <a:t>ofrece</a:t>
            </a:r>
            <a:r>
              <a:rPr lang="en-US" sz="1800" dirty="0"/>
              <a:t> </a:t>
            </a:r>
            <a:r>
              <a:rPr lang="en-US" sz="1800" dirty="0" err="1"/>
              <a:t>paquetes</a:t>
            </a:r>
            <a:r>
              <a:rPr lang="en-US" sz="1800" dirty="0"/>
              <a:t> de 2kg de </a:t>
            </a:r>
            <a:r>
              <a:rPr lang="en-US" sz="1800" dirty="0" err="1"/>
              <a:t>suavizante</a:t>
            </a:r>
            <a:r>
              <a:rPr lang="en-US" sz="1800" dirty="0"/>
              <a:t> y 4.5 kg de </a:t>
            </a:r>
            <a:r>
              <a:rPr lang="en-US" sz="1800" dirty="0" err="1"/>
              <a:t>purificador</a:t>
            </a:r>
            <a:r>
              <a:rPr lang="en-US" sz="1800" dirty="0"/>
              <a:t> </a:t>
            </a:r>
            <a:r>
              <a:rPr lang="en-US" sz="1800" dirty="0" err="1"/>
              <a:t>por</a:t>
            </a:r>
            <a:r>
              <a:rPr lang="en-US" sz="1800" dirty="0"/>
              <a:t> $100. </a:t>
            </a:r>
          </a:p>
          <a:p>
            <a:r>
              <a:rPr lang="en-US" sz="1800" dirty="0"/>
              <a:t>Para </a:t>
            </a:r>
            <a:r>
              <a:rPr lang="en-US" sz="1800" dirty="0" err="1"/>
              <a:t>mantener</a:t>
            </a:r>
            <a:r>
              <a:rPr lang="en-US" sz="1800" dirty="0"/>
              <a:t>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agua</a:t>
            </a:r>
            <a:r>
              <a:rPr lang="en-US" sz="1800" dirty="0"/>
              <a:t> a un </a:t>
            </a:r>
            <a:r>
              <a:rPr lang="en-US" sz="1800" dirty="0" err="1"/>
              <a:t>nivel</a:t>
            </a:r>
            <a:r>
              <a:rPr lang="en-US" sz="1800" dirty="0"/>
              <a:t> </a:t>
            </a:r>
            <a:r>
              <a:rPr lang="en-US" sz="1800" dirty="0" err="1"/>
              <a:t>mínimo</a:t>
            </a:r>
            <a:r>
              <a:rPr lang="en-US" sz="1800" dirty="0"/>
              <a:t> de </a:t>
            </a:r>
            <a:r>
              <a:rPr lang="en-US" sz="1800" dirty="0" err="1"/>
              <a:t>suavidad</a:t>
            </a:r>
            <a:r>
              <a:rPr lang="en-US" sz="1800" dirty="0"/>
              <a:t> y </a:t>
            </a:r>
            <a:r>
              <a:rPr lang="en-US" sz="1800" dirty="0" err="1"/>
              <a:t>protección</a:t>
            </a:r>
            <a:r>
              <a:rPr lang="en-US" sz="1800" dirty="0"/>
              <a:t> minima de </a:t>
            </a:r>
            <a:r>
              <a:rPr lang="en-US" sz="1800" dirty="0" err="1"/>
              <a:t>pureza</a:t>
            </a:r>
            <a:r>
              <a:rPr lang="en-US" sz="1800" dirty="0"/>
              <a:t>, se </a:t>
            </a:r>
            <a:r>
              <a:rPr lang="en-US" sz="1800" dirty="0" err="1"/>
              <a:t>requieren</a:t>
            </a:r>
            <a:r>
              <a:rPr lang="en-US" sz="1800" dirty="0"/>
              <a:t> 75 kg de </a:t>
            </a:r>
            <a:r>
              <a:rPr lang="en-US" sz="1800" dirty="0" err="1"/>
              <a:t>suavizante</a:t>
            </a:r>
            <a:r>
              <a:rPr lang="en-US" sz="1800" dirty="0"/>
              <a:t> y 50 kg de </a:t>
            </a:r>
            <a:r>
              <a:rPr lang="en-US" sz="1800" dirty="0" err="1"/>
              <a:t>purificador</a:t>
            </a:r>
            <a:r>
              <a:rPr lang="en-US" sz="1800" dirty="0"/>
              <a:t>.</a:t>
            </a:r>
          </a:p>
          <a:p>
            <a:r>
              <a:rPr lang="en-US" sz="1800" dirty="0"/>
              <a:t>¿</a:t>
            </a:r>
            <a:r>
              <a:rPr lang="en-US" sz="1800" dirty="0" err="1"/>
              <a:t>Qué</a:t>
            </a:r>
            <a:r>
              <a:rPr lang="en-US" sz="1800" dirty="0"/>
              <a:t> </a:t>
            </a:r>
            <a:r>
              <a:rPr lang="en-US" sz="1800" dirty="0" err="1"/>
              <a:t>combinación</a:t>
            </a:r>
            <a:r>
              <a:rPr lang="en-US" sz="1800" dirty="0"/>
              <a:t> de </a:t>
            </a:r>
            <a:r>
              <a:rPr lang="en-US" sz="1800" dirty="0" err="1"/>
              <a:t>productos</a:t>
            </a:r>
            <a:r>
              <a:rPr lang="en-US" sz="1800" dirty="0"/>
              <a:t> se </a:t>
            </a:r>
            <a:r>
              <a:rPr lang="en-US" sz="1800" dirty="0" err="1"/>
              <a:t>debe</a:t>
            </a:r>
            <a:r>
              <a:rPr lang="en-US" sz="1800" dirty="0"/>
              <a:t> </a:t>
            </a:r>
            <a:r>
              <a:rPr lang="en-US" sz="1800" dirty="0" err="1"/>
              <a:t>adquirir</a:t>
            </a:r>
            <a:r>
              <a:rPr lang="en-US" sz="1800" dirty="0"/>
              <a:t>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1D4E5-08B8-DE4B-337C-45CFB9AAA51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rtl="0"/>
            <a:fld id="{A2EF403D-44E4-4EC7-9D8C-7FC82AB728B4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1880A-6A92-A444-5AB2-5EFA8EE7A8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7AE38-E6F2-8227-1832-3E7D062AB7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s-MX" noProof="0" smtClean="0"/>
              <a:pPr rtl="0"/>
              <a:t>23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53190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4023" y="866973"/>
            <a:ext cx="6739366" cy="635043"/>
          </a:xfrm>
          <a:noFill/>
          <a:ln>
            <a:noFill/>
          </a:ln>
        </p:spPr>
        <p:txBody>
          <a:bodyPr spcFirstLastPara="1" vert="horz" wrap="square" lIns="0" tIns="12697" rIns="0" bIns="0" rtlCol="0" anchor="ctr" anchorCtr="0">
            <a:spAutoFit/>
          </a:bodyPr>
          <a:lstStyle/>
          <a:p>
            <a:pPr marL="12696">
              <a:spcBef>
                <a:spcPts val="100"/>
              </a:spcBef>
              <a:buSzPts val="4400"/>
            </a:pPr>
            <a:r>
              <a:rPr lang="en-US" spc="-10" dirty="0" err="1"/>
              <a:t>Modelo</a:t>
            </a:r>
            <a:r>
              <a:rPr lang="en-US" spc="-10" dirty="0"/>
              <a:t> </a:t>
            </a:r>
            <a:r>
              <a:rPr lang="en-US" spc="-10" dirty="0" err="1"/>
              <a:t>Matemático</a:t>
            </a:r>
            <a:r>
              <a:rPr lang="en-US" spc="-1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312738" y="3111426"/>
                <a:ext cx="7007079" cy="25647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545454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s-MX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2000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min</m:t>
                          </m:r>
                          <m:r>
                            <a:rPr lang="es-MX" sz="2000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</m:fName>
                        <m:e>
                          <m:r>
                            <a:rPr lang="es-MX" sz="2000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       </m:t>
                          </m:r>
                          <m:r>
                            <a:rPr lang="en-US" sz="2000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𝑍</m:t>
                          </m:r>
                          <m:r>
                            <a:rPr lang="es-MX" sz="2000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000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s-MX" sz="2000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2000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80</m:t>
                          </m:r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545454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545454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545454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+100</m:t>
                          </m:r>
                          <m:sSub>
                            <m:sSubPr>
                              <m:ctrlPr>
                                <a:rPr lang="es-MX" sz="2000" i="1">
                                  <a:solidFill>
                                    <a:srgbClr val="545454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545454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545454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s-MX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9778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2000" dirty="0">
                    <a:solidFill>
                      <a:srgbClr val="545454"/>
                    </a:solidFill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Sujeto a:</a:t>
                </a:r>
                <a:endParaRPr lang="es-MX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9778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2000" dirty="0">
                    <a:solidFill>
                      <a:srgbClr val="545454"/>
                    </a:solidFill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Suavizante)     </a:t>
                </a:r>
                <a14:m>
                  <m:oMath xmlns:m="http://schemas.openxmlformats.org/officeDocument/2006/math"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4</m:t>
                    </m:r>
                    <m:sSub>
                      <m:sSubPr>
                        <m:ctrlP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 +  2</m:t>
                    </m:r>
                    <m:sSub>
                      <m:sSubPr>
                        <m:ctrlP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≥75</m:t>
                    </m:r>
                  </m:oMath>
                </a14:m>
                <a:endParaRPr lang="es-MX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79778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2000" dirty="0">
                    <a:solidFill>
                      <a:srgbClr val="545454"/>
                    </a:solidFill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Purificador) </a:t>
                </a:r>
                <a14:m>
                  <m:oMath xmlns:m="http://schemas.openxmlformats.org/officeDocument/2006/math"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1.5</m:t>
                    </m:r>
                    <m:sSub>
                      <m:sSubPr>
                        <m:ctrlP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+4.5</m:t>
                    </m:r>
                    <m:sSub>
                      <m:sSubPr>
                        <m:ctrlP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≥50</m:t>
                    </m:r>
                  </m:oMath>
                </a14:m>
                <a:endParaRPr lang="es-MX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2000" dirty="0">
                    <a:solidFill>
                      <a:srgbClr val="545454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 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≥0</m:t>
                    </m:r>
                  </m:oMath>
                </a14:m>
                <a:endParaRPr lang="es-MX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38" y="3111426"/>
                <a:ext cx="7007079" cy="25647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6095999" y="2491641"/>
                <a:ext cx="5782798" cy="619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𝔸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1.5</m:t>
                              </m:r>
                            </m:e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4.5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𝕓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75</m:t>
                              </m:r>
                            </m:e>
                          </m:mr>
                          <m:m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50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𝕔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80</m:t>
                              </m:r>
                            </m:e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100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𝕩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MX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s-MX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2491641"/>
                <a:ext cx="5782798" cy="619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7319817" y="4067282"/>
                <a:ext cx="3335163" cy="20828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2399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399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min</m:t>
                          </m:r>
                        </m:fName>
                        <m:e>
                          <m:r>
                            <a:rPr lang="en-US" sz="2399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𝑍</m:t>
                          </m:r>
                          <m:r>
                            <a:rPr lang="en-US" sz="2399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sz="2399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𝕔</m:t>
                          </m:r>
                          <m:r>
                            <a:rPr lang="en-US" sz="2399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′</m:t>
                          </m:r>
                          <m:r>
                            <a:rPr lang="en-US" sz="2399" i="1">
                              <a:solidFill>
                                <a:srgbClr val="545454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𝕩</m:t>
                          </m:r>
                        </m:e>
                      </m:func>
                    </m:oMath>
                  </m:oMathPara>
                </a14:m>
                <a:endParaRPr lang="es-MX" sz="2399" i="1" dirty="0">
                  <a:solidFill>
                    <a:srgbClr val="545454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2399" i="1" dirty="0">
                    <a:solidFill>
                      <a:srgbClr val="545454"/>
                    </a:solidFill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     Sujeto a:</a:t>
                </a:r>
                <a:endParaRPr lang="es-MX" sz="2399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399" i="1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𝔸𝕩</m:t>
                      </m:r>
                      <m:r>
                        <a:rPr lang="es-MX" sz="2399" i="1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s-MX" sz="2399" i="1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𝕓</m:t>
                      </m:r>
                    </m:oMath>
                  </m:oMathPara>
                </a14:m>
                <a:endParaRPr lang="es-MX" sz="2399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399" i="1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𝕩</m:t>
                      </m:r>
                      <m:r>
                        <a:rPr lang="es-MX" sz="2399" i="1">
                          <a:solidFill>
                            <a:srgbClr val="545454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s-MX" sz="2399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817" y="4067282"/>
                <a:ext cx="3335163" cy="20828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/>
          <p:cNvSpPr/>
          <p:nvPr/>
        </p:nvSpPr>
        <p:spPr>
          <a:xfrm>
            <a:off x="6143690" y="3291784"/>
            <a:ext cx="4960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Entonces</a:t>
            </a: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el </a:t>
            </a:r>
            <a:r>
              <a:rPr lang="en-US" sz="20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problema</a:t>
            </a: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se </a:t>
            </a:r>
            <a:r>
              <a:rPr lang="en-US" sz="20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puede</a:t>
            </a: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escribir</a:t>
            </a: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así</a:t>
            </a: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1069887" y="2201396"/>
                <a:ext cx="4390634" cy="1185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 smtClean="0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s-MX" sz="2000" dirty="0">
                    <a:solidFill>
                      <a:srgbClr val="545454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Cantidad de paquetes a comprar al proveedor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a:rPr lang="es-MX" sz="2000" b="0" i="1" smtClean="0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𝐽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={1: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2: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s-MX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2000" dirty="0">
                    <a:solidFill>
                      <a:srgbClr val="545454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Z = Costo total de la compra</a:t>
                </a: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87" y="2201396"/>
                <a:ext cx="4390634" cy="1185324"/>
              </a:xfrm>
              <a:prstGeom prst="rect">
                <a:avLst/>
              </a:prstGeom>
              <a:blipFill>
                <a:blip r:embed="rId5"/>
                <a:stretch>
                  <a:fillRect l="-1528" t="-153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78A28E-45A3-40B5-D9F7-8C4BEC9BB55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rtl="0"/>
            <a:fld id="{42403EC0-613A-4A1C-81A2-2A5798373DB2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9AE75-748D-0991-008B-8731B85A37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D41D689-7333-E659-914F-A85F9ADF78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s-MX" noProof="0" smtClean="0"/>
              <a:pPr rtl="0"/>
              <a:t>24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14546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697" rIns="0" bIns="0" rtlCol="0" anchor="ctr" anchorCtr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3599" spc="-10" dirty="0">
                <a:solidFill>
                  <a:schemeClr val="tx1"/>
                </a:solidFill>
              </a:rPr>
              <a:t>Implementación del Modelo en Excel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2673" y="2050550"/>
            <a:ext cx="8997707" cy="4260904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5C3C7BE2-A695-1704-3B98-EDBAA31F708D}"/>
              </a:ext>
            </a:extLst>
          </p:cNvPr>
          <p:cNvSpPr txBox="1">
            <a:spLocks/>
          </p:cNvSpPr>
          <p:nvPr/>
        </p:nvSpPr>
        <p:spPr>
          <a:xfrm>
            <a:off x="964023" y="866973"/>
            <a:ext cx="6739366" cy="6350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697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696">
              <a:spcBef>
                <a:spcPts val="100"/>
              </a:spcBef>
              <a:buSzPts val="4400"/>
            </a:pPr>
            <a:r>
              <a:rPr lang="en-US" spc="-10" dirty="0" err="1"/>
              <a:t>Solución</a:t>
            </a:r>
            <a:r>
              <a:rPr lang="en-US" spc="-10" dirty="0"/>
              <a:t> </a:t>
            </a:r>
            <a:r>
              <a:rPr lang="en-US" spc="-10" dirty="0" err="1"/>
              <a:t>en</a:t>
            </a:r>
            <a:r>
              <a:rPr lang="en-US" spc="-10" dirty="0"/>
              <a:t> Excel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393950-11A3-0A89-00D2-755A57BCEE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rtl="0"/>
            <a:fld id="{F01A429F-1993-49C6-AE5E-2094343364A5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7A11DC-C4FC-5C90-4C7E-4319F8C837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D3567-2CD4-3CD9-76A6-AC65CB3A2F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s-MX" noProof="0" smtClean="0"/>
              <a:pPr rtl="0"/>
              <a:t>25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762163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546FA-D0AB-433A-D6DB-BCD6B9AA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>
            <a:extLst>
              <a:ext uri="{FF2B5EF4-FFF2-40B4-BE49-F238E27FC236}">
                <a16:creationId xmlns:a16="http://schemas.microsoft.com/office/drawing/2014/main" id="{6425E457-3DB5-812E-90EC-4AF7F3BCAA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697" rIns="0" bIns="0" rtlCol="0" anchor="ctr" anchorCtr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3599" spc="-10" dirty="0">
                <a:solidFill>
                  <a:schemeClr val="tx1"/>
                </a:solidFill>
              </a:rPr>
              <a:t>Implementación del Modelo en Excel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B50BA9A-B367-ED7A-D2C7-11C63ECF9208}"/>
              </a:ext>
            </a:extLst>
          </p:cNvPr>
          <p:cNvSpPr txBox="1">
            <a:spLocks/>
          </p:cNvSpPr>
          <p:nvPr/>
        </p:nvSpPr>
        <p:spPr>
          <a:xfrm>
            <a:off x="964023" y="562275"/>
            <a:ext cx="6739366" cy="12444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697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696">
              <a:spcBef>
                <a:spcPts val="100"/>
              </a:spcBef>
              <a:buSzPts val="4400"/>
            </a:pPr>
            <a:r>
              <a:rPr lang="en-US" spc="-10" dirty="0" err="1"/>
              <a:t>Interpretación</a:t>
            </a:r>
            <a:r>
              <a:rPr lang="en-US" spc="-10" dirty="0"/>
              <a:t> de la </a:t>
            </a:r>
            <a:r>
              <a:rPr lang="en-US" spc="-10" dirty="0" err="1"/>
              <a:t>solución</a:t>
            </a:r>
            <a:endParaRPr lang="en-US" spc="-1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146BC4-08B7-6B61-E8AE-1D7434771E4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rtl="0"/>
            <a:fld id="{F01A429F-1993-49C6-AE5E-2094343364A5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4D4288-71C8-FC90-A93E-A1E9236250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C1420E-9831-54CE-4316-DADECDCAC7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s-MX" noProof="0" smtClean="0"/>
              <a:pPr rtl="0"/>
              <a:t>26</a:t>
            </a:fld>
            <a:endParaRPr lang="es-MX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528C4A-6311-0175-9857-A4A70B9E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40" y="2862681"/>
            <a:ext cx="4389442" cy="1959751"/>
          </a:xfrm>
          <a:prstGeom prst="rect">
            <a:avLst/>
          </a:prstGeom>
        </p:spPr>
      </p:pic>
      <p:pic>
        <p:nvPicPr>
          <p:cNvPr id="6" name="Picture 2" descr="Marcador de círculo dibujado a mano: vector de stock (libre de regalías)  630196619 | Shutterstock">
            <a:extLst>
              <a:ext uri="{FF2B5EF4-FFF2-40B4-BE49-F238E27FC236}">
                <a16:creationId xmlns:a16="http://schemas.microsoft.com/office/drawing/2014/main" id="{29B9C765-63BB-1D7B-E950-E21DF2828D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20952"/>
          <a:stretch/>
        </p:blipFill>
        <p:spPr bwMode="auto">
          <a:xfrm>
            <a:off x="2092445" y="4002270"/>
            <a:ext cx="2684631" cy="139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8">
                <a:extLst>
                  <a:ext uri="{FF2B5EF4-FFF2-40B4-BE49-F238E27FC236}">
                    <a16:creationId xmlns:a16="http://schemas.microsoft.com/office/drawing/2014/main" id="{0559D483-1B50-CA65-C6CB-DBBF2D999F79}"/>
                  </a:ext>
                </a:extLst>
              </p:cNvPr>
              <p:cNvSpPr/>
              <p:nvPr/>
            </p:nvSpPr>
            <p:spPr>
              <a:xfrm>
                <a:off x="6744221" y="2401741"/>
                <a:ext cx="4390634" cy="1185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 smtClean="0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s-MX" sz="2000" i="1">
                            <a:solidFill>
                              <a:srgbClr val="54545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s-MX" sz="2000" dirty="0">
                    <a:solidFill>
                      <a:srgbClr val="545454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Cantidad de paquetes a comprar al proveedor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a:rPr lang="es-MX" sz="2000" b="0" i="1" smtClean="0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𝐽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={1: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2: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r>
                      <a:rPr lang="es-MX" sz="2000" i="1">
                        <a:solidFill>
                          <a:srgbClr val="54545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s-MX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MX" sz="2000" dirty="0">
                    <a:solidFill>
                      <a:srgbClr val="545454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Z = Costo total de la compra</a:t>
                </a:r>
              </a:p>
            </p:txBody>
          </p:sp>
        </mc:Choice>
        <mc:Fallback xmlns="">
          <p:sp>
            <p:nvSpPr>
              <p:cNvPr id="7" name="Rectángulo 8">
                <a:extLst>
                  <a:ext uri="{FF2B5EF4-FFF2-40B4-BE49-F238E27FC236}">
                    <a16:creationId xmlns:a16="http://schemas.microsoft.com/office/drawing/2014/main" id="{0559D483-1B50-CA65-C6CB-DBBF2D999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221" y="2401741"/>
                <a:ext cx="4390634" cy="1185324"/>
              </a:xfrm>
              <a:prstGeom prst="rect">
                <a:avLst/>
              </a:prstGeom>
              <a:blipFill>
                <a:blip r:embed="rId4"/>
                <a:stretch>
                  <a:fillRect l="-1387" t="-2062" b="-8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208CB21-E994-89E5-63EE-108A6064821B}"/>
              </a:ext>
            </a:extLst>
          </p:cNvPr>
          <p:cNvSpPr txBox="1"/>
          <p:nvPr/>
        </p:nvSpPr>
        <p:spPr>
          <a:xfrm>
            <a:off x="6745413" y="4190999"/>
            <a:ext cx="4389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Compro</a:t>
            </a:r>
            <a:r>
              <a:rPr lang="en-US" dirty="0">
                <a:solidFill>
                  <a:schemeClr val="bg1"/>
                </a:solidFill>
              </a:rPr>
              <a:t> 15.833 </a:t>
            </a:r>
            <a:r>
              <a:rPr lang="en-US" dirty="0" err="1">
                <a:solidFill>
                  <a:schemeClr val="bg1"/>
                </a:solidFill>
              </a:rPr>
              <a:t>paquetes</a:t>
            </a:r>
            <a:r>
              <a:rPr lang="en-US" dirty="0">
                <a:solidFill>
                  <a:schemeClr val="bg1"/>
                </a:solidFill>
              </a:rPr>
              <a:t> al </a:t>
            </a:r>
            <a:r>
              <a:rPr lang="en-US" dirty="0" err="1">
                <a:solidFill>
                  <a:schemeClr val="bg1"/>
                </a:solidFill>
              </a:rPr>
              <a:t>proveedor</a:t>
            </a:r>
            <a:r>
              <a:rPr lang="en-US" dirty="0">
                <a:solidFill>
                  <a:schemeClr val="bg1"/>
                </a:solidFill>
              </a:rPr>
              <a:t> A y 5.833 </a:t>
            </a:r>
            <a:r>
              <a:rPr lang="en-US" dirty="0" err="1">
                <a:solidFill>
                  <a:schemeClr val="bg1"/>
                </a:solidFill>
              </a:rPr>
              <a:t>paquetes</a:t>
            </a:r>
            <a:r>
              <a:rPr lang="en-US" dirty="0">
                <a:solidFill>
                  <a:schemeClr val="bg1"/>
                </a:solidFill>
              </a:rPr>
              <a:t> al </a:t>
            </a:r>
            <a:r>
              <a:rPr lang="en-US" dirty="0" err="1">
                <a:solidFill>
                  <a:schemeClr val="bg1"/>
                </a:solidFill>
              </a:rPr>
              <a:t>proveedor</a:t>
            </a:r>
            <a:r>
              <a:rPr lang="en-US" dirty="0">
                <a:solidFill>
                  <a:schemeClr val="bg1"/>
                </a:solidFill>
              </a:rPr>
              <a:t> B, con un </a:t>
            </a:r>
            <a:r>
              <a:rPr lang="en-US" dirty="0" err="1">
                <a:solidFill>
                  <a:schemeClr val="bg1"/>
                </a:solidFill>
              </a:rPr>
              <a:t>costo</a:t>
            </a:r>
            <a:r>
              <a:rPr lang="en-US" dirty="0">
                <a:solidFill>
                  <a:schemeClr val="bg1"/>
                </a:solidFill>
              </a:rPr>
              <a:t> total de $1,850.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EF3AA7-7BD3-7584-3541-BF0E8913FC7B}"/>
              </a:ext>
            </a:extLst>
          </p:cNvPr>
          <p:cNvSpPr txBox="1"/>
          <p:nvPr/>
        </p:nvSpPr>
        <p:spPr>
          <a:xfrm>
            <a:off x="6744221" y="5479005"/>
            <a:ext cx="3757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00"/>
                </a:highlight>
              </a:rPr>
              <a:t>¿</a:t>
            </a:r>
            <a:r>
              <a:rPr lang="en-US" sz="2400" dirty="0" err="1">
                <a:solidFill>
                  <a:schemeClr val="bg1"/>
                </a:solidFill>
                <a:highlight>
                  <a:srgbClr val="FFFF00"/>
                </a:highlight>
              </a:rPr>
              <a:t>Paquetes</a:t>
            </a:r>
            <a:r>
              <a:rPr lang="en-US" sz="2400" dirty="0">
                <a:solidFill>
                  <a:schemeClr val="bg1"/>
                </a:solidFill>
                <a:highlight>
                  <a:srgbClr val="FFFF00"/>
                </a:highlight>
              </a:rPr>
              <a:t> con </a:t>
            </a:r>
            <a:r>
              <a:rPr lang="en-US" sz="2400" dirty="0" err="1">
                <a:solidFill>
                  <a:schemeClr val="bg1"/>
                </a:solidFill>
                <a:highlight>
                  <a:srgbClr val="FFFF00"/>
                </a:highlight>
              </a:rPr>
              <a:t>fracciones</a:t>
            </a:r>
            <a:r>
              <a:rPr lang="en-US" sz="2400" dirty="0">
                <a:solidFill>
                  <a:schemeClr val="bg1"/>
                </a:solidFill>
                <a:highlight>
                  <a:srgbClr val="FFFF00"/>
                </a:highligh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03932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FBBBE-6C69-D888-FBA6-A9BE5C3F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>
            <a:extLst>
              <a:ext uri="{FF2B5EF4-FFF2-40B4-BE49-F238E27FC236}">
                <a16:creationId xmlns:a16="http://schemas.microsoft.com/office/drawing/2014/main" id="{47142E42-401A-56FA-B192-C340F13FE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697" rIns="0" bIns="0" rtlCol="0" anchor="ctr" anchorCtr="0">
            <a:spAutoFit/>
          </a:bodyPr>
          <a:lstStyle/>
          <a:p>
            <a:pPr marL="12696">
              <a:spcBef>
                <a:spcPts val="100"/>
              </a:spcBef>
            </a:pPr>
            <a:r>
              <a:rPr sz="3599" spc="-10" dirty="0">
                <a:solidFill>
                  <a:schemeClr val="tx1"/>
                </a:solidFill>
              </a:rPr>
              <a:t>Implementación del Modelo en Excel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211A481-E690-B873-5D25-F7875EC6A4DA}"/>
              </a:ext>
            </a:extLst>
          </p:cNvPr>
          <p:cNvSpPr txBox="1">
            <a:spLocks/>
          </p:cNvSpPr>
          <p:nvPr/>
        </p:nvSpPr>
        <p:spPr>
          <a:xfrm>
            <a:off x="964023" y="562275"/>
            <a:ext cx="6739366" cy="12444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697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696">
              <a:spcBef>
                <a:spcPts val="100"/>
              </a:spcBef>
              <a:buSzPts val="4400"/>
            </a:pPr>
            <a:r>
              <a:rPr lang="en-US" spc="-10" dirty="0" err="1"/>
              <a:t>Interpretación</a:t>
            </a:r>
            <a:r>
              <a:rPr lang="en-US" spc="-10" dirty="0"/>
              <a:t> de la </a:t>
            </a:r>
            <a:r>
              <a:rPr lang="en-US" spc="-10" dirty="0" err="1"/>
              <a:t>solución</a:t>
            </a:r>
            <a:endParaRPr lang="en-US" spc="-1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28F23-FDA2-D88E-199F-C98CC152B2A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rtl="0"/>
            <a:fld id="{F01A429F-1993-49C6-AE5E-2094343364A5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27304-5DBE-A4B2-EDDC-5A3954F38C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C9F1E-C098-0B36-2A07-18C0AD02B6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s-MX" noProof="0" smtClean="0"/>
              <a:pPr rtl="0"/>
              <a:t>27</a:t>
            </a:fld>
            <a:endParaRPr lang="es-MX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6BA1F5-3911-7483-031E-CE3BE0A6FA26}"/>
              </a:ext>
            </a:extLst>
          </p:cNvPr>
          <p:cNvSpPr txBox="1"/>
          <p:nvPr/>
        </p:nvSpPr>
        <p:spPr>
          <a:xfrm>
            <a:off x="6631113" y="5393934"/>
            <a:ext cx="3811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Compro</a:t>
            </a:r>
            <a:r>
              <a:rPr lang="en-US" dirty="0">
                <a:solidFill>
                  <a:schemeClr val="bg1"/>
                </a:solidFill>
              </a:rPr>
              <a:t> 16 </a:t>
            </a:r>
            <a:r>
              <a:rPr lang="en-US" dirty="0" err="1">
                <a:solidFill>
                  <a:schemeClr val="bg1"/>
                </a:solidFill>
              </a:rPr>
              <a:t>paquetes</a:t>
            </a:r>
            <a:r>
              <a:rPr lang="en-US" dirty="0">
                <a:solidFill>
                  <a:schemeClr val="bg1"/>
                </a:solidFill>
              </a:rPr>
              <a:t> al </a:t>
            </a:r>
            <a:r>
              <a:rPr lang="en-US" dirty="0" err="1">
                <a:solidFill>
                  <a:schemeClr val="bg1"/>
                </a:solidFill>
              </a:rPr>
              <a:t>proveedor</a:t>
            </a:r>
            <a:r>
              <a:rPr lang="en-US" dirty="0">
                <a:solidFill>
                  <a:schemeClr val="bg1"/>
                </a:solidFill>
              </a:rPr>
              <a:t> A y 6 </a:t>
            </a:r>
            <a:r>
              <a:rPr lang="en-US" dirty="0" err="1">
                <a:solidFill>
                  <a:schemeClr val="bg1"/>
                </a:solidFill>
              </a:rPr>
              <a:t>paquetes</a:t>
            </a:r>
            <a:r>
              <a:rPr lang="en-US" dirty="0">
                <a:solidFill>
                  <a:schemeClr val="bg1"/>
                </a:solidFill>
              </a:rPr>
              <a:t> al </a:t>
            </a:r>
            <a:r>
              <a:rPr lang="en-US" dirty="0" err="1">
                <a:solidFill>
                  <a:schemeClr val="bg1"/>
                </a:solidFill>
              </a:rPr>
              <a:t>proveedor</a:t>
            </a:r>
            <a:r>
              <a:rPr lang="en-US" dirty="0">
                <a:solidFill>
                  <a:schemeClr val="bg1"/>
                </a:solidFill>
              </a:rPr>
              <a:t> B, con un </a:t>
            </a:r>
            <a:r>
              <a:rPr lang="en-US" dirty="0" err="1">
                <a:solidFill>
                  <a:schemeClr val="bg1"/>
                </a:solidFill>
              </a:rPr>
              <a:t>costo</a:t>
            </a:r>
            <a:r>
              <a:rPr lang="en-US" dirty="0">
                <a:solidFill>
                  <a:schemeClr val="bg1"/>
                </a:solidFill>
              </a:rPr>
              <a:t> total de $1,880.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EB3C290-0268-B54C-02DF-7A09100D4374}"/>
              </a:ext>
            </a:extLst>
          </p:cNvPr>
          <p:cNvSpPr txBox="1">
            <a:spLocks/>
          </p:cNvSpPr>
          <p:nvPr/>
        </p:nvSpPr>
        <p:spPr>
          <a:xfrm>
            <a:off x="870177" y="2328763"/>
            <a:ext cx="6291762" cy="5071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Aptos Black" panose="020B0004020202020204" pitchFamily="34" charset="0"/>
              </a:rPr>
              <a:t>¿Se </a:t>
            </a:r>
            <a:r>
              <a:rPr lang="en-US" dirty="0" err="1">
                <a:solidFill>
                  <a:schemeClr val="tx2"/>
                </a:solidFill>
                <a:latin typeface="Aptos Black" panose="020B0004020202020204" pitchFamily="34" charset="0"/>
              </a:rPr>
              <a:t>necesita</a:t>
            </a:r>
            <a:r>
              <a:rPr lang="en-US" dirty="0">
                <a:solidFill>
                  <a:schemeClr val="tx2"/>
                </a:solidFill>
                <a:latin typeface="Aptos Black" panose="020B0004020202020204" pitchFamily="34" charset="0"/>
              </a:rPr>
              <a:t> la </a:t>
            </a:r>
            <a:r>
              <a:rPr lang="en-US" dirty="0" err="1">
                <a:solidFill>
                  <a:schemeClr val="tx2"/>
                </a:solidFill>
                <a:latin typeface="Aptos Black" panose="020B0004020202020204" pitchFamily="34" charset="0"/>
              </a:rPr>
              <a:t>solución</a:t>
            </a:r>
            <a:r>
              <a:rPr lang="en-US" dirty="0">
                <a:solidFill>
                  <a:schemeClr val="tx2"/>
                </a:solidFill>
                <a:latin typeface="Aptos Black" panose="020B0004020202020204" pitchFamily="34" charset="0"/>
              </a:rPr>
              <a:t> entera?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FE2F0-3B17-F54F-4F6F-34E83EA03272}"/>
              </a:ext>
            </a:extLst>
          </p:cNvPr>
          <p:cNvSpPr txBox="1"/>
          <p:nvPr/>
        </p:nvSpPr>
        <p:spPr>
          <a:xfrm>
            <a:off x="870177" y="3188438"/>
            <a:ext cx="43894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Opción</a:t>
            </a:r>
            <a:r>
              <a:rPr lang="en-US" b="1" dirty="0">
                <a:solidFill>
                  <a:schemeClr val="bg1"/>
                </a:solidFill>
              </a:rPr>
              <a:t> 1. </a:t>
            </a:r>
            <a:r>
              <a:rPr lang="en-US" dirty="0" err="1">
                <a:solidFill>
                  <a:schemeClr val="bg1"/>
                </a:solidFill>
              </a:rPr>
              <a:t>Redondear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Cuando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valores</a:t>
            </a:r>
            <a:r>
              <a:rPr lang="en-US" dirty="0">
                <a:solidFill>
                  <a:schemeClr val="bg1"/>
                </a:solidFill>
              </a:rPr>
              <a:t> de las variables son </a:t>
            </a:r>
            <a:r>
              <a:rPr lang="en-US" dirty="0" err="1">
                <a:solidFill>
                  <a:schemeClr val="bg1"/>
                </a:solidFill>
              </a:rPr>
              <a:t>grandes</a:t>
            </a:r>
            <a:r>
              <a:rPr lang="en-US" dirty="0">
                <a:solidFill>
                  <a:schemeClr val="bg1"/>
                </a:solidFill>
              </a:rPr>
              <a:t> y/o </a:t>
            </a:r>
            <a:r>
              <a:rPr lang="en-US" dirty="0" err="1">
                <a:solidFill>
                  <a:schemeClr val="bg1"/>
                </a:solidFill>
              </a:rPr>
              <a:t>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modelo</a:t>
            </a:r>
            <a:r>
              <a:rPr lang="en-US" dirty="0">
                <a:solidFill>
                  <a:schemeClr val="bg1"/>
                </a:solidFill>
              </a:rPr>
              <a:t> se </a:t>
            </a:r>
            <a:r>
              <a:rPr lang="en-US" dirty="0" err="1">
                <a:solidFill>
                  <a:schemeClr val="bg1"/>
                </a:solidFill>
              </a:rPr>
              <a:t>resuelve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periódicamente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b="1" dirty="0" err="1">
                <a:solidFill>
                  <a:schemeClr val="bg1"/>
                </a:solidFill>
              </a:rPr>
              <a:t>Opción</a:t>
            </a:r>
            <a:r>
              <a:rPr lang="en-US" b="1" dirty="0">
                <a:solidFill>
                  <a:schemeClr val="bg1"/>
                </a:solidFill>
              </a:rPr>
              <a:t> 2. </a:t>
            </a:r>
            <a:r>
              <a:rPr lang="en-US" dirty="0" err="1">
                <a:solidFill>
                  <a:schemeClr val="bg1"/>
                </a:solidFill>
              </a:rPr>
              <a:t>Agregar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restricción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nueva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dominio</a:t>
            </a:r>
            <a:r>
              <a:rPr lang="en-US" dirty="0">
                <a:solidFill>
                  <a:schemeClr val="bg1"/>
                </a:solidFill>
              </a:rPr>
              <a:t> de las variables: Ya no </a:t>
            </a:r>
            <a:r>
              <a:rPr lang="en-US" dirty="0" err="1">
                <a:solidFill>
                  <a:schemeClr val="bg1"/>
                </a:solidFill>
              </a:rPr>
              <a:t>continuas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sino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enteras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C75A67-BF17-75F4-6D62-AA6C2BEC6351}"/>
                  </a:ext>
                </a:extLst>
              </p:cNvPr>
              <p:cNvSpPr txBox="1"/>
              <p:nvPr/>
            </p:nvSpPr>
            <p:spPr>
              <a:xfrm>
                <a:off x="2483571" y="5247392"/>
                <a:ext cx="1902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0, 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𝑒𝑛𝑡𝑒𝑟𝑎𝑠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C75A67-BF17-75F4-6D62-AA6C2BEC6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571" y="5247392"/>
                <a:ext cx="1902380" cy="276999"/>
              </a:xfrm>
              <a:prstGeom prst="rect">
                <a:avLst/>
              </a:prstGeom>
              <a:blipFill>
                <a:blip r:embed="rId2"/>
                <a:stretch>
                  <a:fillRect l="-1603" r="-256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A84393F5-6DED-B69A-296F-FC58893749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30"/>
          <a:stretch/>
        </p:blipFill>
        <p:spPr>
          <a:xfrm>
            <a:off x="5905500" y="3223876"/>
            <a:ext cx="5779966" cy="1754326"/>
          </a:xfrm>
          <a:prstGeom prst="rect">
            <a:avLst/>
          </a:prstGeom>
        </p:spPr>
      </p:pic>
      <p:pic>
        <p:nvPicPr>
          <p:cNvPr id="6" name="Picture 2" descr="Marcador de círculo dibujado a mano: vector de stock (libre de regalías)  630196619 | Shutterstock">
            <a:extLst>
              <a:ext uri="{FF2B5EF4-FFF2-40B4-BE49-F238E27FC236}">
                <a16:creationId xmlns:a16="http://schemas.microsoft.com/office/drawing/2014/main" id="{55ABE4A2-5FD3-05CA-F19E-3C53C20E3D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20952"/>
          <a:stretch/>
        </p:blipFill>
        <p:spPr bwMode="auto">
          <a:xfrm>
            <a:off x="6457950" y="3967843"/>
            <a:ext cx="2261508" cy="127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3323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64023" y="866973"/>
            <a:ext cx="9965645" cy="6350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697" rIns="0" bIns="0" rtlCol="0" anchor="ctr" anchorCtr="0">
            <a:spAutoFit/>
          </a:bodyPr>
          <a:lstStyle/>
          <a:p>
            <a:pPr marL="12696">
              <a:spcBef>
                <a:spcPts val="100"/>
              </a:spcBef>
              <a:buSzPts val="4400"/>
            </a:pPr>
            <a:r>
              <a:rPr spc="-10" dirty="0"/>
              <a:t>Implementación del Modelo en GAMS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9082" y="1889899"/>
            <a:ext cx="4463786" cy="44447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C1E161-AFB3-3EBE-960D-FADBCDAE65C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rtl="0"/>
            <a:fld id="{CFA89981-C473-4AC7-B9AA-BE0C704704C3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690209-885A-B65C-CC4E-8FC22B5BC96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0FAA6-3C70-CA90-965F-2F209C284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s-MX" noProof="0" smtClean="0"/>
              <a:pPr rtl="0"/>
              <a:t>28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999810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64023" y="866973"/>
            <a:ext cx="8804342" cy="6350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697" rIns="0" bIns="0" rtlCol="0" anchor="ctr" anchorCtr="0">
            <a:spAutoFit/>
          </a:bodyPr>
          <a:lstStyle/>
          <a:p>
            <a:pPr marL="12696">
              <a:spcBef>
                <a:spcPts val="100"/>
              </a:spcBef>
            </a:pPr>
            <a:r>
              <a:rPr spc="-10" dirty="0"/>
              <a:t>Implementación del Modelo en R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0564" y="1502016"/>
            <a:ext cx="7344732" cy="526289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1FF59F-7683-3138-A02A-5C40CDC8AC7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rtl="0"/>
            <a:fld id="{47A37CBB-28A5-4298-AE0B-9B791D6A7FBA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DCB5E1-A536-3971-F0DB-893D0269B0E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248083" y="6610349"/>
            <a:ext cx="2085046" cy="247651"/>
          </a:xfrm>
        </p:spPr>
        <p:txBody>
          <a:bodyPr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A7798-CF35-74B2-551F-59A6C055BF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s-MX" noProof="0" smtClean="0"/>
              <a:pPr rtl="0"/>
              <a:t>29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595540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4023" y="879063"/>
            <a:ext cx="7809041" cy="610863"/>
          </a:xfrm>
        </p:spPr>
        <p:txBody>
          <a:bodyPr>
            <a:normAutofit fontScale="90000"/>
          </a:bodyPr>
          <a:lstStyle/>
          <a:p>
            <a:r>
              <a:rPr lang="es-MX" dirty="0"/>
              <a:t>A Linear </a:t>
            </a:r>
            <a:r>
              <a:rPr lang="es-MX" dirty="0" err="1"/>
              <a:t>programming</a:t>
            </a:r>
            <a:r>
              <a:rPr lang="es-MX" dirty="0"/>
              <a:t> </a:t>
            </a:r>
            <a:r>
              <a:rPr lang="es-MX" dirty="0" err="1"/>
              <a:t>model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sz="quarter" idx="11"/>
          </p:nvPr>
        </p:nvSpPr>
        <p:spPr>
          <a:xfrm>
            <a:off x="3338422" y="1896286"/>
            <a:ext cx="7893170" cy="2795232"/>
          </a:xfrm>
        </p:spPr>
        <p:txBody>
          <a:bodyPr>
            <a:noAutofit/>
          </a:bodyPr>
          <a:lstStyle/>
          <a:p>
            <a:r>
              <a:rPr lang="en-US" sz="1800" dirty="0"/>
              <a:t>3.1-6 Hillier</a:t>
            </a:r>
          </a:p>
          <a:p>
            <a:pPr>
              <a:buNone/>
            </a:pPr>
            <a:r>
              <a:rPr lang="en-US" sz="1800" dirty="0"/>
              <a:t>Whit Window has 3 employees: Dog, Linda, Bob. It produces two types of hand-made windows: wood window and </a:t>
            </a:r>
            <a:r>
              <a:rPr lang="en-US" sz="1800" dirty="0" err="1"/>
              <a:t>aluminium</a:t>
            </a:r>
            <a:r>
              <a:rPr lang="en-US" sz="1800" dirty="0"/>
              <a:t> window.</a:t>
            </a:r>
          </a:p>
          <a:p>
            <a:pPr>
              <a:buNone/>
            </a:pPr>
            <a:r>
              <a:rPr lang="en-US" sz="1800" dirty="0"/>
              <a:t>The profit of the two products are: $60/wood window and $30 aluminum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Dog makes 6 wood frames per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Linda makes 4 aluminum frames per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Bob cuts the glass and makes 48 ft sq per day</a:t>
            </a:r>
          </a:p>
          <a:p>
            <a:pPr>
              <a:buNone/>
            </a:pPr>
            <a:r>
              <a:rPr lang="en-US" sz="1800" dirty="0"/>
              <a:t>Each wood window uses 6 ft sq of glass. </a:t>
            </a:r>
          </a:p>
          <a:p>
            <a:pPr>
              <a:buNone/>
            </a:pPr>
            <a:r>
              <a:rPr lang="en-US" sz="1800" dirty="0"/>
              <a:t>Each aluminum window uses 8 ft sq of glass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How many windows of each type should the company produce daily to maximize its total profit?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14946A5-7A01-9FD5-AE43-210F56008F6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C685A3-2B4B-423C-92A2-9267BEA5B06C}" type="datetimeyyyy">
              <a:rPr lang="es-MX" smtClean="0"/>
              <a:t>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30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{C3E9E1D6-00E4-460C-9279-E60217618BD0}tf78853419_win32</Template>
  <TotalTime>2851</TotalTime>
  <Words>1983</Words>
  <Application>Microsoft Office PowerPoint</Application>
  <PresentationFormat>Widescreen</PresentationFormat>
  <Paragraphs>363</Paragraphs>
  <Slides>30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Abadi</vt:lpstr>
      <vt:lpstr>Aptos</vt:lpstr>
      <vt:lpstr>Aptos Black</vt:lpstr>
      <vt:lpstr>Aptos Display</vt:lpstr>
      <vt:lpstr>Arial</vt:lpstr>
      <vt:lpstr>Calibri</vt:lpstr>
      <vt:lpstr>Cambria</vt:lpstr>
      <vt:lpstr>Cambria Math</vt:lpstr>
      <vt:lpstr>Wingdings</vt:lpstr>
      <vt:lpstr>Tema1</vt:lpstr>
      <vt:lpstr>Solución de un Problema de Programación Lineal</vt:lpstr>
      <vt:lpstr>PowerPoint Presentation</vt:lpstr>
      <vt:lpstr>Un modelo matemático lineal</vt:lpstr>
      <vt:lpstr>Modelando en programación lineal</vt:lpstr>
      <vt:lpstr>Un modelo de programación lineal</vt:lpstr>
      <vt:lpstr>Un modelo de programación lineal</vt:lpstr>
      <vt:lpstr>Principios (o supuestos) de un PPL </vt:lpstr>
      <vt:lpstr>Ejemplo:</vt:lpstr>
      <vt:lpstr>Responda las siguientes preguntas</vt:lpstr>
      <vt:lpstr>Apoyos Visuales para Modelar</vt:lpstr>
      <vt:lpstr>PowerPoint Presentation</vt:lpstr>
      <vt:lpstr>El granjero mágico</vt:lpstr>
      <vt:lpstr>Construcción de un modelo de PL</vt:lpstr>
      <vt:lpstr>Un modelo matemático</vt:lpstr>
      <vt:lpstr>El granjero mágico</vt:lpstr>
      <vt:lpstr>El granjero mágico</vt:lpstr>
      <vt:lpstr>Construction of a LP Model</vt:lpstr>
      <vt:lpstr>El granjero mágico</vt:lpstr>
      <vt:lpstr>Espacio Factible de Solución</vt:lpstr>
      <vt:lpstr>Solución Gráfica</vt:lpstr>
      <vt:lpstr>Solución en Lindo</vt:lpstr>
      <vt:lpstr>Solución en Excel</vt:lpstr>
      <vt:lpstr>Otro Ejemplo</vt:lpstr>
      <vt:lpstr>Modelo Matemático </vt:lpstr>
      <vt:lpstr>Implementación del Modelo en Excel</vt:lpstr>
      <vt:lpstr>Implementación del Modelo en Excel</vt:lpstr>
      <vt:lpstr>Implementación del Modelo en Excel</vt:lpstr>
      <vt:lpstr>Implementación del Modelo en GAMS</vt:lpstr>
      <vt:lpstr>Implementación del Modelo en R</vt:lpstr>
      <vt:lpstr>A Linear programming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 Linear programming problem</dc:title>
  <dc:creator>Jenny Díaz Ramírez</dc:creator>
  <cp:lastModifiedBy>Jenny Díaz Ramírez</cp:lastModifiedBy>
  <cp:revision>3</cp:revision>
  <dcterms:created xsi:type="dcterms:W3CDTF">2023-10-30T18:22:20Z</dcterms:created>
  <dcterms:modified xsi:type="dcterms:W3CDTF">2025-02-18T17:54:53Z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