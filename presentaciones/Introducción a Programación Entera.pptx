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350" r:id="rId5"/>
    <p:sldId id="329" r:id="rId6"/>
    <p:sldId id="394" r:id="rId7"/>
    <p:sldId id="464" r:id="rId8"/>
    <p:sldId id="395" r:id="rId9"/>
    <p:sldId id="397" r:id="rId10"/>
    <p:sldId id="396" r:id="rId11"/>
    <p:sldId id="398" r:id="rId12"/>
    <p:sldId id="400" r:id="rId13"/>
    <p:sldId id="401" r:id="rId14"/>
    <p:sldId id="402" r:id="rId15"/>
    <p:sldId id="403" r:id="rId16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75A964-2884-4B17-AADE-876B2CF710D6}" v="553" dt="2025-02-19T16:54:53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26" autoAdjust="0"/>
  </p:normalViewPr>
  <p:slideViewPr>
    <p:cSldViewPr snapToGrid="0">
      <p:cViewPr varScale="1">
        <p:scale>
          <a:sx n="99" d="100"/>
          <a:sy n="99" d="100"/>
        </p:scale>
        <p:origin x="108" y="2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y Díaz Ramírez" userId="df7d83af-54c1-43f9-a4ec-fea9744b3563" providerId="ADAL" clId="{1D75A964-2884-4B17-AADE-876B2CF710D6}"/>
    <pc:docChg chg="custSel addSld delSld modSld sldOrd modMainMaster">
      <pc:chgData name="Jenny Díaz Ramírez" userId="df7d83af-54c1-43f9-a4ec-fea9744b3563" providerId="ADAL" clId="{1D75A964-2884-4B17-AADE-876B2CF710D6}" dt="2025-02-19T16:55:43.099" v="750" actId="20577"/>
      <pc:docMkLst>
        <pc:docMk/>
      </pc:docMkLst>
      <pc:sldChg chg="addSp modSp del mod chgLayout">
        <pc:chgData name="Jenny Díaz Ramírez" userId="df7d83af-54c1-43f9-a4ec-fea9744b3563" providerId="ADAL" clId="{1D75A964-2884-4B17-AADE-876B2CF710D6}" dt="2025-02-19T16:47:24.350" v="435" actId="47"/>
        <pc:sldMkLst>
          <pc:docMk/>
          <pc:sldMk cId="1106803531" sldId="275"/>
        </pc:sldMkLst>
        <pc:spChg chg="mod ord">
          <ac:chgData name="Jenny Díaz Ramírez" userId="df7d83af-54c1-43f9-a4ec-fea9744b3563" providerId="ADAL" clId="{1D75A964-2884-4B17-AADE-876B2CF710D6}" dt="2025-02-19T16:29:54.713" v="3" actId="700"/>
          <ac:spMkLst>
            <pc:docMk/>
            <pc:sldMk cId="1106803531" sldId="275"/>
            <ac:spMk id="2" creationId="{00000000-0000-0000-0000-000000000000}"/>
          </ac:spMkLst>
        </pc:spChg>
        <pc:spChg chg="add mod ord">
          <ac:chgData name="Jenny Díaz Ramírez" userId="df7d83af-54c1-43f9-a4ec-fea9744b3563" providerId="ADAL" clId="{1D75A964-2884-4B17-AADE-876B2CF710D6}" dt="2025-02-19T16:29:54.713" v="3" actId="700"/>
          <ac:spMkLst>
            <pc:docMk/>
            <pc:sldMk cId="1106803531" sldId="275"/>
            <ac:spMk id="3" creationId="{888ED8FC-63F6-D3EF-EBF3-7849CFF44367}"/>
          </ac:spMkLst>
        </pc:spChg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634287524" sldId="300"/>
        </pc:sldMkLst>
      </pc:sldChg>
      <pc:sldChg chg="addSp modSp mod ord modAnim">
        <pc:chgData name="Jenny Díaz Ramírez" userId="df7d83af-54c1-43f9-a4ec-fea9744b3563" providerId="ADAL" clId="{1D75A964-2884-4B17-AADE-876B2CF710D6}" dt="2025-02-19T16:49:55.833" v="457" actId="207"/>
        <pc:sldMkLst>
          <pc:docMk/>
          <pc:sldMk cId="1335520051" sldId="329"/>
        </pc:sldMkLst>
        <pc:spChg chg="mod">
          <ac:chgData name="Jenny Díaz Ramírez" userId="df7d83af-54c1-43f9-a4ec-fea9744b3563" providerId="ADAL" clId="{1D75A964-2884-4B17-AADE-876B2CF710D6}" dt="2025-02-19T16:30:58.205" v="14" actId="404"/>
          <ac:spMkLst>
            <pc:docMk/>
            <pc:sldMk cId="1335520051" sldId="329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1D75A964-2884-4B17-AADE-876B2CF710D6}" dt="2025-02-19T16:49:55.833" v="457" actId="207"/>
          <ac:spMkLst>
            <pc:docMk/>
            <pc:sldMk cId="1335520051" sldId="329"/>
            <ac:spMk id="8" creationId="{00000000-0000-0000-0000-000000000000}"/>
          </ac:spMkLst>
        </pc:spChg>
        <pc:picChg chg="add mod">
          <ac:chgData name="Jenny Díaz Ramírez" userId="df7d83af-54c1-43f9-a4ec-fea9744b3563" providerId="ADAL" clId="{1D75A964-2884-4B17-AADE-876B2CF710D6}" dt="2025-02-19T16:49:31.865" v="454" actId="732"/>
          <ac:picMkLst>
            <pc:docMk/>
            <pc:sldMk cId="1335520051" sldId="329"/>
            <ac:picMk id="10" creationId="{C74A8C28-C091-020F-F551-0D2C604981F3}"/>
          </ac:picMkLst>
        </pc:picChg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2988864900" sldId="334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673946934" sldId="335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2258634107" sldId="337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471578169" sldId="338"/>
        </pc:sldMkLst>
      </pc:sldChg>
      <pc:sldChg chg="del">
        <pc:chgData name="Jenny Díaz Ramírez" userId="df7d83af-54c1-43f9-a4ec-fea9744b3563" providerId="ADAL" clId="{1D75A964-2884-4B17-AADE-876B2CF710D6}" dt="2025-02-18T22:18:19.006" v="2" actId="47"/>
        <pc:sldMkLst>
          <pc:docMk/>
          <pc:sldMk cId="948969830" sldId="339"/>
        </pc:sldMkLst>
      </pc:sldChg>
      <pc:sldChg chg="del">
        <pc:chgData name="Jenny Díaz Ramírez" userId="df7d83af-54c1-43f9-a4ec-fea9744b3563" providerId="ADAL" clId="{1D75A964-2884-4B17-AADE-876B2CF710D6}" dt="2025-02-18T22:18:19.006" v="2" actId="47"/>
        <pc:sldMkLst>
          <pc:docMk/>
          <pc:sldMk cId="1714098163" sldId="340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2015742580" sldId="341"/>
        </pc:sldMkLst>
      </pc:sldChg>
      <pc:sldChg chg="del">
        <pc:chgData name="Jenny Díaz Ramírez" userId="df7d83af-54c1-43f9-a4ec-fea9744b3563" providerId="ADAL" clId="{1D75A964-2884-4B17-AADE-876B2CF710D6}" dt="2025-02-18T22:18:19.006" v="2" actId="47"/>
        <pc:sldMkLst>
          <pc:docMk/>
          <pc:sldMk cId="2461293261" sldId="355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2878151757" sldId="368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1606685076" sldId="369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585809885" sldId="370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333189898" sldId="371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2159032217" sldId="372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1482877345" sldId="378"/>
        </pc:sldMkLst>
      </pc:sldChg>
      <pc:sldChg chg="del">
        <pc:chgData name="Jenny Díaz Ramírez" userId="df7d83af-54c1-43f9-a4ec-fea9744b3563" providerId="ADAL" clId="{1D75A964-2884-4B17-AADE-876B2CF710D6}" dt="2025-02-18T22:18:19.006" v="2" actId="47"/>
        <pc:sldMkLst>
          <pc:docMk/>
          <pc:sldMk cId="905836300" sldId="380"/>
        </pc:sldMkLst>
      </pc:sldChg>
      <pc:sldChg chg="del">
        <pc:chgData name="Jenny Díaz Ramírez" userId="df7d83af-54c1-43f9-a4ec-fea9744b3563" providerId="ADAL" clId="{1D75A964-2884-4B17-AADE-876B2CF710D6}" dt="2025-02-18T22:18:19.006" v="2" actId="47"/>
        <pc:sldMkLst>
          <pc:docMk/>
          <pc:sldMk cId="2739479351" sldId="381"/>
        </pc:sldMkLst>
      </pc:sldChg>
      <pc:sldChg chg="del">
        <pc:chgData name="Jenny Díaz Ramírez" userId="df7d83af-54c1-43f9-a4ec-fea9744b3563" providerId="ADAL" clId="{1D75A964-2884-4B17-AADE-876B2CF710D6}" dt="2025-02-18T22:18:19.006" v="2" actId="47"/>
        <pc:sldMkLst>
          <pc:docMk/>
          <pc:sldMk cId="3513491788" sldId="382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2471422139" sldId="384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3292501194" sldId="385"/>
        </pc:sldMkLst>
      </pc:sldChg>
      <pc:sldChg chg="modSp add del mod modClrScheme chgLayout">
        <pc:chgData name="Jenny Díaz Ramírez" userId="df7d83af-54c1-43f9-a4ec-fea9744b3563" providerId="ADAL" clId="{1D75A964-2884-4B17-AADE-876B2CF710D6}" dt="2025-02-19T16:34:38.879" v="214" actId="47"/>
        <pc:sldMkLst>
          <pc:docMk/>
          <pc:sldMk cId="0" sldId="392"/>
        </pc:sldMkLst>
        <pc:spChg chg="mod ord">
          <ac:chgData name="Jenny Díaz Ramírez" userId="df7d83af-54c1-43f9-a4ec-fea9744b3563" providerId="ADAL" clId="{1D75A964-2884-4B17-AADE-876B2CF710D6}" dt="2025-02-19T16:29:54.713" v="3" actId="700"/>
          <ac:spMkLst>
            <pc:docMk/>
            <pc:sldMk cId="0" sldId="392"/>
            <ac:spMk id="4098" creationId="{00000000-0000-0000-0000-000000000000}"/>
          </ac:spMkLst>
        </pc:spChg>
        <pc:spChg chg="mod ord">
          <ac:chgData name="Jenny Díaz Ramírez" userId="df7d83af-54c1-43f9-a4ec-fea9744b3563" providerId="ADAL" clId="{1D75A964-2884-4B17-AADE-876B2CF710D6}" dt="2025-02-19T16:29:54.713" v="3" actId="700"/>
          <ac:spMkLst>
            <pc:docMk/>
            <pc:sldMk cId="0" sldId="392"/>
            <ac:spMk id="4099" creationId="{00000000-0000-0000-0000-000000000000}"/>
          </ac:spMkLst>
        </pc:spChg>
      </pc:sldChg>
      <pc:sldChg chg="modSp add mod ord modClrScheme modAnim chgLayout">
        <pc:chgData name="Jenny Díaz Ramírez" userId="df7d83af-54c1-43f9-a4ec-fea9744b3563" providerId="ADAL" clId="{1D75A964-2884-4B17-AADE-876B2CF710D6}" dt="2025-02-19T16:34:33.242" v="213" actId="1076"/>
        <pc:sldMkLst>
          <pc:docMk/>
          <pc:sldMk cId="0" sldId="394"/>
        </pc:sldMkLst>
        <pc:spChg chg="mod ord">
          <ac:chgData name="Jenny Díaz Ramírez" userId="df7d83af-54c1-43f9-a4ec-fea9744b3563" providerId="ADAL" clId="{1D75A964-2884-4B17-AADE-876B2CF710D6}" dt="2025-02-19T16:29:54.713" v="3" actId="700"/>
          <ac:spMkLst>
            <pc:docMk/>
            <pc:sldMk cId="0" sldId="394"/>
            <ac:spMk id="5122" creationId="{00000000-0000-0000-0000-000000000000}"/>
          </ac:spMkLst>
        </pc:spChg>
        <pc:spChg chg="mod ord">
          <ac:chgData name="Jenny Díaz Ramírez" userId="df7d83af-54c1-43f9-a4ec-fea9744b3563" providerId="ADAL" clId="{1D75A964-2884-4B17-AADE-876B2CF710D6}" dt="2025-02-19T16:34:33.242" v="213" actId="1076"/>
          <ac:spMkLst>
            <pc:docMk/>
            <pc:sldMk cId="0" sldId="394"/>
            <ac:spMk id="5123" creationId="{00000000-0000-0000-0000-000000000000}"/>
          </ac:spMkLst>
        </pc:spChg>
      </pc:sldChg>
      <pc:sldChg chg="modSp add mod modClrScheme chgLayout">
        <pc:chgData name="Jenny Díaz Ramírez" userId="df7d83af-54c1-43f9-a4ec-fea9744b3563" providerId="ADAL" clId="{1D75A964-2884-4B17-AADE-876B2CF710D6}" dt="2025-02-19T16:47:57.571" v="439" actId="404"/>
        <pc:sldMkLst>
          <pc:docMk/>
          <pc:sldMk cId="0" sldId="395"/>
        </pc:sldMkLst>
        <pc:spChg chg="mod ord">
          <ac:chgData name="Jenny Díaz Ramírez" userId="df7d83af-54c1-43f9-a4ec-fea9744b3563" providerId="ADAL" clId="{1D75A964-2884-4B17-AADE-876B2CF710D6}" dt="2025-02-19T16:29:54.713" v="3" actId="700"/>
          <ac:spMkLst>
            <pc:docMk/>
            <pc:sldMk cId="0" sldId="395"/>
            <ac:spMk id="5122" creationId="{00000000-0000-0000-0000-000000000000}"/>
          </ac:spMkLst>
        </pc:spChg>
        <pc:spChg chg="mod ord">
          <ac:chgData name="Jenny Díaz Ramírez" userId="df7d83af-54c1-43f9-a4ec-fea9744b3563" providerId="ADAL" clId="{1D75A964-2884-4B17-AADE-876B2CF710D6}" dt="2025-02-19T16:47:53.327" v="437" actId="14100"/>
          <ac:spMkLst>
            <pc:docMk/>
            <pc:sldMk cId="0" sldId="395"/>
            <ac:spMk id="5123" creationId="{00000000-0000-0000-0000-000000000000}"/>
          </ac:spMkLst>
        </pc:spChg>
        <pc:graphicFrameChg chg="mod modGraphic">
          <ac:chgData name="Jenny Díaz Ramírez" userId="df7d83af-54c1-43f9-a4ec-fea9744b3563" providerId="ADAL" clId="{1D75A964-2884-4B17-AADE-876B2CF710D6}" dt="2025-02-19T16:47:57.571" v="439" actId="404"/>
          <ac:graphicFrameMkLst>
            <pc:docMk/>
            <pc:sldMk cId="0" sldId="395"/>
            <ac:graphicFrameMk id="4" creationId="{00000000-0000-0000-0000-000000000000}"/>
          </ac:graphicFrameMkLst>
        </pc:graphicFrameChg>
      </pc:sldChg>
      <pc:sldChg chg="modSp add mod modClrScheme chgLayout">
        <pc:chgData name="Jenny Díaz Ramírez" userId="df7d83af-54c1-43f9-a4ec-fea9744b3563" providerId="ADAL" clId="{1D75A964-2884-4B17-AADE-876B2CF710D6}" dt="2025-02-19T16:38:05.234" v="343" actId="14100"/>
        <pc:sldMkLst>
          <pc:docMk/>
          <pc:sldMk cId="0" sldId="396"/>
        </pc:sldMkLst>
        <pc:spChg chg="mod ord">
          <ac:chgData name="Jenny Díaz Ramírez" userId="df7d83af-54c1-43f9-a4ec-fea9744b3563" providerId="ADAL" clId="{1D75A964-2884-4B17-AADE-876B2CF710D6}" dt="2025-02-19T16:37:43.568" v="335" actId="20577"/>
          <ac:spMkLst>
            <pc:docMk/>
            <pc:sldMk cId="0" sldId="396"/>
            <ac:spMk id="5122" creationId="{00000000-0000-0000-0000-000000000000}"/>
          </ac:spMkLst>
        </pc:spChg>
        <pc:spChg chg="mod ord">
          <ac:chgData name="Jenny Díaz Ramírez" userId="df7d83af-54c1-43f9-a4ec-fea9744b3563" providerId="ADAL" clId="{1D75A964-2884-4B17-AADE-876B2CF710D6}" dt="2025-02-19T16:38:05.234" v="343" actId="14100"/>
          <ac:spMkLst>
            <pc:docMk/>
            <pc:sldMk cId="0" sldId="396"/>
            <ac:spMk id="5123" creationId="{00000000-0000-0000-0000-000000000000}"/>
          </ac:spMkLst>
        </pc:spChg>
      </pc:sldChg>
      <pc:sldChg chg="modSp add mod modClrScheme chgLayout">
        <pc:chgData name="Jenny Díaz Ramírez" userId="df7d83af-54c1-43f9-a4ec-fea9744b3563" providerId="ADAL" clId="{1D75A964-2884-4B17-AADE-876B2CF710D6}" dt="2025-02-19T16:36:51.344" v="300" actId="20577"/>
        <pc:sldMkLst>
          <pc:docMk/>
          <pc:sldMk cId="0" sldId="397"/>
        </pc:sldMkLst>
        <pc:spChg chg="mod ord">
          <ac:chgData name="Jenny Díaz Ramírez" userId="df7d83af-54c1-43f9-a4ec-fea9744b3563" providerId="ADAL" clId="{1D75A964-2884-4B17-AADE-876B2CF710D6}" dt="2025-02-19T16:29:54.713" v="3" actId="700"/>
          <ac:spMkLst>
            <pc:docMk/>
            <pc:sldMk cId="0" sldId="397"/>
            <ac:spMk id="9218" creationId="{00000000-0000-0000-0000-000000000000}"/>
          </ac:spMkLst>
        </pc:spChg>
        <pc:spChg chg="mod ord">
          <ac:chgData name="Jenny Díaz Ramírez" userId="df7d83af-54c1-43f9-a4ec-fea9744b3563" providerId="ADAL" clId="{1D75A964-2884-4B17-AADE-876B2CF710D6}" dt="2025-02-19T16:36:51.344" v="300" actId="20577"/>
          <ac:spMkLst>
            <pc:docMk/>
            <pc:sldMk cId="0" sldId="397"/>
            <ac:spMk id="9219" creationId="{00000000-0000-0000-0000-000000000000}"/>
          </ac:spMkLst>
        </pc:spChg>
        <pc:graphicFrameChg chg="modGraphic">
          <ac:chgData name="Jenny Díaz Ramírez" userId="df7d83af-54c1-43f9-a4ec-fea9744b3563" providerId="ADAL" clId="{1D75A964-2884-4B17-AADE-876B2CF710D6}" dt="2025-02-19T16:36:43.723" v="296" actId="207"/>
          <ac:graphicFrameMkLst>
            <pc:docMk/>
            <pc:sldMk cId="0" sldId="397"/>
            <ac:graphicFrameMk id="4" creationId="{00000000-0000-0000-0000-000000000000}"/>
          </ac:graphicFrameMkLst>
        </pc:graphicFrameChg>
      </pc:sldChg>
      <pc:sldChg chg="modSp add mod modClrScheme chgLayout">
        <pc:chgData name="Jenny Díaz Ramírez" userId="df7d83af-54c1-43f9-a4ec-fea9744b3563" providerId="ADAL" clId="{1D75A964-2884-4B17-AADE-876B2CF710D6}" dt="2025-02-19T16:52:57.850" v="734" actId="1076"/>
        <pc:sldMkLst>
          <pc:docMk/>
          <pc:sldMk cId="0" sldId="398"/>
        </pc:sldMkLst>
        <pc:spChg chg="mod ord">
          <ac:chgData name="Jenny Díaz Ramírez" userId="df7d83af-54c1-43f9-a4ec-fea9744b3563" providerId="ADAL" clId="{1D75A964-2884-4B17-AADE-876B2CF710D6}" dt="2025-02-19T16:29:54.713" v="3" actId="700"/>
          <ac:spMkLst>
            <pc:docMk/>
            <pc:sldMk cId="0" sldId="398"/>
            <ac:spMk id="9218" creationId="{00000000-0000-0000-0000-000000000000}"/>
          </ac:spMkLst>
        </pc:spChg>
        <pc:spChg chg="mod ord">
          <ac:chgData name="Jenny Díaz Ramírez" userId="df7d83af-54c1-43f9-a4ec-fea9744b3563" providerId="ADAL" clId="{1D75A964-2884-4B17-AADE-876B2CF710D6}" dt="2025-02-19T16:52:48.026" v="731" actId="27636"/>
          <ac:spMkLst>
            <pc:docMk/>
            <pc:sldMk cId="0" sldId="398"/>
            <ac:spMk id="9219" creationId="{00000000-0000-0000-0000-000000000000}"/>
          </ac:spMkLst>
        </pc:spChg>
        <pc:graphicFrameChg chg="mod modGraphic">
          <ac:chgData name="Jenny Díaz Ramírez" userId="df7d83af-54c1-43f9-a4ec-fea9744b3563" providerId="ADAL" clId="{1D75A964-2884-4B17-AADE-876B2CF710D6}" dt="2025-02-19T16:52:57.850" v="734" actId="1076"/>
          <ac:graphicFrameMkLst>
            <pc:docMk/>
            <pc:sldMk cId="0" sldId="398"/>
            <ac:graphicFrameMk id="5" creationId="{00000000-0000-0000-0000-000000000000}"/>
          </ac:graphicFrameMkLst>
        </pc:graphicFrameChg>
      </pc:sldChg>
      <pc:sldChg chg="addSp delSp modSp add mod modClrScheme modAnim chgLayout">
        <pc:chgData name="Jenny Díaz Ramírez" userId="df7d83af-54c1-43f9-a4ec-fea9744b3563" providerId="ADAL" clId="{1D75A964-2884-4B17-AADE-876B2CF710D6}" dt="2025-02-19T16:42:17.748" v="392" actId="207"/>
        <pc:sldMkLst>
          <pc:docMk/>
          <pc:sldMk cId="0" sldId="400"/>
        </pc:sldMkLst>
        <pc:spChg chg="add mod">
          <ac:chgData name="Jenny Díaz Ramírez" userId="df7d83af-54c1-43f9-a4ec-fea9744b3563" providerId="ADAL" clId="{1D75A964-2884-4B17-AADE-876B2CF710D6}" dt="2025-02-19T16:38:52.715" v="353" actId="1076"/>
          <ac:spMkLst>
            <pc:docMk/>
            <pc:sldMk cId="0" sldId="400"/>
            <ac:spMk id="3" creationId="{D3BE43B6-F707-6B80-EEA7-3CC5F918EAD4}"/>
          </ac:spMkLst>
        </pc:spChg>
        <pc:spChg chg="add mod">
          <ac:chgData name="Jenny Díaz Ramírez" userId="df7d83af-54c1-43f9-a4ec-fea9744b3563" providerId="ADAL" clId="{1D75A964-2884-4B17-AADE-876B2CF710D6}" dt="2025-02-19T16:39:02.033" v="357" actId="20577"/>
          <ac:spMkLst>
            <pc:docMk/>
            <pc:sldMk cId="0" sldId="400"/>
            <ac:spMk id="4" creationId="{DBBADF79-C408-0DA5-DF76-6E69F1BCA218}"/>
          </ac:spMkLst>
        </pc:spChg>
        <pc:spChg chg="add mod">
          <ac:chgData name="Jenny Díaz Ramírez" userId="df7d83af-54c1-43f9-a4ec-fea9744b3563" providerId="ADAL" clId="{1D75A964-2884-4B17-AADE-876B2CF710D6}" dt="2025-02-19T16:40:16.602" v="380" actId="1076"/>
          <ac:spMkLst>
            <pc:docMk/>
            <pc:sldMk cId="0" sldId="400"/>
            <ac:spMk id="5" creationId="{2FDDFB88-910A-5B0A-CAB7-CFD2D9D67F0C}"/>
          </ac:spMkLst>
        </pc:spChg>
        <pc:spChg chg="add del mod">
          <ac:chgData name="Jenny Díaz Ramírez" userId="df7d83af-54c1-43f9-a4ec-fea9744b3563" providerId="ADAL" clId="{1D75A964-2884-4B17-AADE-876B2CF710D6}" dt="2025-02-19T16:39:48.056" v="372" actId="478"/>
          <ac:spMkLst>
            <pc:docMk/>
            <pc:sldMk cId="0" sldId="400"/>
            <ac:spMk id="6" creationId="{7DAC6212-43F1-CA76-0B80-A8574AEA20B9}"/>
          </ac:spMkLst>
        </pc:spChg>
        <pc:spChg chg="add mod">
          <ac:chgData name="Jenny Díaz Ramírez" userId="df7d83af-54c1-43f9-a4ec-fea9744b3563" providerId="ADAL" clId="{1D75A964-2884-4B17-AADE-876B2CF710D6}" dt="2025-02-19T16:40:20.709" v="381" actId="1076"/>
          <ac:spMkLst>
            <pc:docMk/>
            <pc:sldMk cId="0" sldId="400"/>
            <ac:spMk id="7" creationId="{3A209CDF-3F76-9FC0-05E8-5B6BE573A670}"/>
          </ac:spMkLst>
        </pc:spChg>
        <pc:spChg chg="add mod">
          <ac:chgData name="Jenny Díaz Ramírez" userId="df7d83af-54c1-43f9-a4ec-fea9744b3563" providerId="ADAL" clId="{1D75A964-2884-4B17-AADE-876B2CF710D6}" dt="2025-02-19T16:42:17.748" v="392" actId="207"/>
          <ac:spMkLst>
            <pc:docMk/>
            <pc:sldMk cId="0" sldId="400"/>
            <ac:spMk id="8" creationId="{1FBEF2EF-D068-FAC8-E807-9C3EBBA3FC7D}"/>
          </ac:spMkLst>
        </pc:spChg>
        <pc:spChg chg="mod ord">
          <ac:chgData name="Jenny Díaz Ramírez" userId="df7d83af-54c1-43f9-a4ec-fea9744b3563" providerId="ADAL" clId="{1D75A964-2884-4B17-AADE-876B2CF710D6}" dt="2025-02-19T16:29:54.713" v="3" actId="700"/>
          <ac:spMkLst>
            <pc:docMk/>
            <pc:sldMk cId="0" sldId="400"/>
            <ac:spMk id="4098" creationId="{00000000-0000-0000-0000-000000000000}"/>
          </ac:spMkLst>
        </pc:spChg>
        <pc:spChg chg="mod ord">
          <ac:chgData name="Jenny Díaz Ramírez" userId="df7d83af-54c1-43f9-a4ec-fea9744b3563" providerId="ADAL" clId="{1D75A964-2884-4B17-AADE-876B2CF710D6}" dt="2025-02-19T16:40:08.559" v="379" actId="6549"/>
          <ac:spMkLst>
            <pc:docMk/>
            <pc:sldMk cId="0" sldId="400"/>
            <ac:spMk id="4099" creationId="{00000000-0000-0000-0000-000000000000}"/>
          </ac:spMkLst>
        </pc:spChg>
      </pc:sldChg>
      <pc:sldChg chg="addSp modSp add mod modClrScheme modAnim chgLayout">
        <pc:chgData name="Jenny Díaz Ramírez" userId="df7d83af-54c1-43f9-a4ec-fea9744b3563" providerId="ADAL" clId="{1D75A964-2884-4B17-AADE-876B2CF710D6}" dt="2025-02-19T16:54:53.336" v="747"/>
        <pc:sldMkLst>
          <pc:docMk/>
          <pc:sldMk cId="0" sldId="401"/>
        </pc:sldMkLst>
        <pc:spChg chg="add mod">
          <ac:chgData name="Jenny Díaz Ramírez" userId="df7d83af-54c1-43f9-a4ec-fea9744b3563" providerId="ADAL" clId="{1D75A964-2884-4B17-AADE-876B2CF710D6}" dt="2025-02-19T16:54:33.169" v="743" actId="1076"/>
          <ac:spMkLst>
            <pc:docMk/>
            <pc:sldMk cId="0" sldId="401"/>
            <ac:spMk id="3" creationId="{BE420D66-E791-DFFC-9A93-C65E7A37C6E8}"/>
          </ac:spMkLst>
        </pc:spChg>
        <pc:spChg chg="add mod">
          <ac:chgData name="Jenny Díaz Ramírez" userId="df7d83af-54c1-43f9-a4ec-fea9744b3563" providerId="ADAL" clId="{1D75A964-2884-4B17-AADE-876B2CF710D6}" dt="2025-02-19T16:54:33.169" v="743" actId="1076"/>
          <ac:spMkLst>
            <pc:docMk/>
            <pc:sldMk cId="0" sldId="401"/>
            <ac:spMk id="5" creationId="{BD921E48-A218-78D3-54DD-69518E54D8B8}"/>
          </ac:spMkLst>
        </pc:spChg>
        <pc:spChg chg="mod ord">
          <ac:chgData name="Jenny Díaz Ramírez" userId="df7d83af-54c1-43f9-a4ec-fea9744b3563" providerId="ADAL" clId="{1D75A964-2884-4B17-AADE-876B2CF710D6}" dt="2025-02-19T16:29:54.713" v="3" actId="700"/>
          <ac:spMkLst>
            <pc:docMk/>
            <pc:sldMk cId="0" sldId="401"/>
            <ac:spMk id="4098" creationId="{00000000-0000-0000-0000-000000000000}"/>
          </ac:spMkLst>
        </pc:spChg>
        <pc:spChg chg="mod ord">
          <ac:chgData name="Jenny Díaz Ramírez" userId="df7d83af-54c1-43f9-a4ec-fea9744b3563" providerId="ADAL" clId="{1D75A964-2884-4B17-AADE-876B2CF710D6}" dt="2025-02-19T16:54:36.614" v="744" actId="1076"/>
          <ac:spMkLst>
            <pc:docMk/>
            <pc:sldMk cId="0" sldId="401"/>
            <ac:spMk id="4099" creationId="{00000000-0000-0000-0000-000000000000}"/>
          </ac:spMkLst>
        </pc:spChg>
      </pc:sldChg>
      <pc:sldChg chg="modSp add mod modClrScheme chgLayout">
        <pc:chgData name="Jenny Díaz Ramírez" userId="df7d83af-54c1-43f9-a4ec-fea9744b3563" providerId="ADAL" clId="{1D75A964-2884-4B17-AADE-876B2CF710D6}" dt="2025-02-19T16:47:02.077" v="428" actId="14100"/>
        <pc:sldMkLst>
          <pc:docMk/>
          <pc:sldMk cId="0" sldId="402"/>
        </pc:sldMkLst>
        <pc:spChg chg="mod ord">
          <ac:chgData name="Jenny Díaz Ramírez" userId="df7d83af-54c1-43f9-a4ec-fea9744b3563" providerId="ADAL" clId="{1D75A964-2884-4B17-AADE-876B2CF710D6}" dt="2025-02-19T16:29:54.713" v="3" actId="700"/>
          <ac:spMkLst>
            <pc:docMk/>
            <pc:sldMk cId="0" sldId="402"/>
            <ac:spMk id="5122" creationId="{00000000-0000-0000-0000-000000000000}"/>
          </ac:spMkLst>
        </pc:spChg>
        <pc:spChg chg="mod ord">
          <ac:chgData name="Jenny Díaz Ramírez" userId="df7d83af-54c1-43f9-a4ec-fea9744b3563" providerId="ADAL" clId="{1D75A964-2884-4B17-AADE-876B2CF710D6}" dt="2025-02-19T16:47:02.077" v="428" actId="14100"/>
          <ac:spMkLst>
            <pc:docMk/>
            <pc:sldMk cId="0" sldId="402"/>
            <ac:spMk id="5123" creationId="{00000000-0000-0000-0000-000000000000}"/>
          </ac:spMkLst>
        </pc:spChg>
      </pc:sldChg>
      <pc:sldChg chg="modSp add mod modClrScheme chgLayout">
        <pc:chgData name="Jenny Díaz Ramírez" userId="df7d83af-54c1-43f9-a4ec-fea9744b3563" providerId="ADAL" clId="{1D75A964-2884-4B17-AADE-876B2CF710D6}" dt="2025-02-19T16:54:23.576" v="742" actId="20577"/>
        <pc:sldMkLst>
          <pc:docMk/>
          <pc:sldMk cId="0" sldId="403"/>
        </pc:sldMkLst>
        <pc:spChg chg="mod ord">
          <ac:chgData name="Jenny Díaz Ramírez" userId="df7d83af-54c1-43f9-a4ec-fea9744b3563" providerId="ADAL" clId="{1D75A964-2884-4B17-AADE-876B2CF710D6}" dt="2025-02-19T16:29:54.713" v="3" actId="700"/>
          <ac:spMkLst>
            <pc:docMk/>
            <pc:sldMk cId="0" sldId="403"/>
            <ac:spMk id="9218" creationId="{00000000-0000-0000-0000-000000000000}"/>
          </ac:spMkLst>
        </pc:spChg>
        <pc:spChg chg="mod ord">
          <ac:chgData name="Jenny Díaz Ramírez" userId="df7d83af-54c1-43f9-a4ec-fea9744b3563" providerId="ADAL" clId="{1D75A964-2884-4B17-AADE-876B2CF710D6}" dt="2025-02-19T16:54:23.576" v="742" actId="20577"/>
          <ac:spMkLst>
            <pc:docMk/>
            <pc:sldMk cId="0" sldId="403"/>
            <ac:spMk id="9219" creationId="{00000000-0000-0000-0000-000000000000}"/>
          </ac:spMkLst>
        </pc:spChg>
        <pc:graphicFrameChg chg="modGraphic">
          <ac:chgData name="Jenny Díaz Ramírez" userId="df7d83af-54c1-43f9-a4ec-fea9744b3563" providerId="ADAL" clId="{1D75A964-2884-4B17-AADE-876B2CF710D6}" dt="2025-02-19T16:53:41.904" v="737" actId="20577"/>
          <ac:graphicFrameMkLst>
            <pc:docMk/>
            <pc:sldMk cId="0" sldId="403"/>
            <ac:graphicFrameMk id="5" creationId="{00000000-0000-0000-0000-000000000000}"/>
          </ac:graphicFrameMkLst>
        </pc:graphicFrameChg>
      </pc:sldChg>
      <pc:sldChg chg="del">
        <pc:chgData name="Jenny Díaz Ramírez" userId="df7d83af-54c1-43f9-a4ec-fea9744b3563" providerId="ADAL" clId="{1D75A964-2884-4B17-AADE-876B2CF710D6}" dt="2025-02-19T16:47:25.509" v="436" actId="47"/>
        <pc:sldMkLst>
          <pc:docMk/>
          <pc:sldMk cId="2335977161" sldId="463"/>
        </pc:sldMkLst>
      </pc:sldChg>
      <pc:sldChg chg="delSp modSp mod ord">
        <pc:chgData name="Jenny Díaz Ramírez" userId="df7d83af-54c1-43f9-a4ec-fea9744b3563" providerId="ADAL" clId="{1D75A964-2884-4B17-AADE-876B2CF710D6}" dt="2025-02-19T16:55:43.099" v="750" actId="20577"/>
        <pc:sldMkLst>
          <pc:docMk/>
          <pc:sldMk cId="4258727068" sldId="464"/>
        </pc:sldMkLst>
        <pc:spChg chg="del">
          <ac:chgData name="Jenny Díaz Ramírez" userId="df7d83af-54c1-43f9-a4ec-fea9744b3563" providerId="ADAL" clId="{1D75A964-2884-4B17-AADE-876B2CF710D6}" dt="2025-02-19T16:35:41.094" v="282" actId="478"/>
          <ac:spMkLst>
            <pc:docMk/>
            <pc:sldMk cId="4258727068" sldId="464"/>
            <ac:spMk id="2" creationId="{B9FCDA1E-892F-71A7-F6AB-AFBAF0A9EC25}"/>
          </ac:spMkLst>
        </pc:spChg>
        <pc:spChg chg="mod">
          <ac:chgData name="Jenny Díaz Ramírez" userId="df7d83af-54c1-43f9-a4ec-fea9744b3563" providerId="ADAL" clId="{1D75A964-2884-4B17-AADE-876B2CF710D6}" dt="2025-02-19T16:55:43.099" v="750" actId="20577"/>
          <ac:spMkLst>
            <pc:docMk/>
            <pc:sldMk cId="4258727068" sldId="464"/>
            <ac:spMk id="3" creationId="{00000000-0000-0000-0000-000000000000}"/>
          </ac:spMkLst>
        </pc:spChg>
        <pc:spChg chg="del">
          <ac:chgData name="Jenny Díaz Ramírez" userId="df7d83af-54c1-43f9-a4ec-fea9744b3563" providerId="ADAL" clId="{1D75A964-2884-4B17-AADE-876B2CF710D6}" dt="2025-02-19T16:35:38.652" v="281" actId="478"/>
          <ac:spMkLst>
            <pc:docMk/>
            <pc:sldMk cId="4258727068" sldId="464"/>
            <ac:spMk id="4" creationId="{00000000-0000-0000-0000-000000000000}"/>
          </ac:spMkLst>
        </pc:spChg>
        <pc:spChg chg="mod">
          <ac:chgData name="Jenny Díaz Ramírez" userId="df7d83af-54c1-43f9-a4ec-fea9744b3563" providerId="ADAL" clId="{1D75A964-2884-4B17-AADE-876B2CF710D6}" dt="2025-02-19T16:35:52.324" v="286" actId="6549"/>
          <ac:spMkLst>
            <pc:docMk/>
            <pc:sldMk cId="4258727068" sldId="464"/>
            <ac:spMk id="11" creationId="{00000000-0000-0000-0000-000000000000}"/>
          </ac:spMkLst>
        </pc:spChg>
        <pc:spChg chg="del">
          <ac:chgData name="Jenny Díaz Ramírez" userId="df7d83af-54c1-43f9-a4ec-fea9744b3563" providerId="ADAL" clId="{1D75A964-2884-4B17-AADE-876B2CF710D6}" dt="2025-02-19T16:35:37.073" v="280" actId="478"/>
          <ac:spMkLst>
            <pc:docMk/>
            <pc:sldMk cId="4258727068" sldId="464"/>
            <ac:spMk id="12" creationId="{00000000-0000-0000-0000-000000000000}"/>
          </ac:spMkLst>
        </pc:spChg>
        <pc:grpChg chg="mod">
          <ac:chgData name="Jenny Díaz Ramírez" userId="df7d83af-54c1-43f9-a4ec-fea9744b3563" providerId="ADAL" clId="{1D75A964-2884-4B17-AADE-876B2CF710D6}" dt="2025-02-19T16:34:46.556" v="216" actId="1076"/>
          <ac:grpSpMkLst>
            <pc:docMk/>
            <pc:sldMk cId="4258727068" sldId="464"/>
            <ac:grpSpMk id="10" creationId="{00000000-0000-0000-0000-000000000000}"/>
          </ac:grpSpMkLst>
        </pc:grpChg>
        <pc:graphicFrameChg chg="mod">
          <ac:chgData name="Jenny Díaz Ramírez" userId="df7d83af-54c1-43f9-a4ec-fea9744b3563" providerId="ADAL" clId="{1D75A964-2884-4B17-AADE-876B2CF710D6}" dt="2025-02-19T16:35:13.279" v="278" actId="20577"/>
          <ac:graphicFrameMkLst>
            <pc:docMk/>
            <pc:sldMk cId="4258727068" sldId="464"/>
            <ac:graphicFrameMk id="6" creationId="{00000000-0000-0000-0000-000000000000}"/>
          </ac:graphicFrameMkLst>
        </pc:graphicFrameChg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1529164179" sldId="465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3931379927" sldId="466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3414571471" sldId="467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1637392382" sldId="468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661185429" sldId="469"/>
        </pc:sldMkLst>
      </pc:sldChg>
      <pc:sldChg chg="del">
        <pc:chgData name="Jenny Díaz Ramírez" userId="df7d83af-54c1-43f9-a4ec-fea9744b3563" providerId="ADAL" clId="{1D75A964-2884-4B17-AADE-876B2CF710D6}" dt="2025-02-18T22:18:11.592" v="1" actId="47"/>
        <pc:sldMkLst>
          <pc:docMk/>
          <pc:sldMk cId="1060179549" sldId="470"/>
        </pc:sldMkLst>
      </pc:sldChg>
      <pc:sldChg chg="del">
        <pc:chgData name="Jenny Díaz Ramírez" userId="df7d83af-54c1-43f9-a4ec-fea9744b3563" providerId="ADAL" clId="{1D75A964-2884-4B17-AADE-876B2CF710D6}" dt="2025-02-18T22:18:19.006" v="2" actId="47"/>
        <pc:sldMkLst>
          <pc:docMk/>
          <pc:sldMk cId="2464652079" sldId="471"/>
        </pc:sldMkLst>
      </pc:sldChg>
      <pc:sldChg chg="del">
        <pc:chgData name="Jenny Díaz Ramírez" userId="df7d83af-54c1-43f9-a4ec-fea9744b3563" providerId="ADAL" clId="{1D75A964-2884-4B17-AADE-876B2CF710D6}" dt="2025-02-18T22:18:19.006" v="2" actId="47"/>
        <pc:sldMkLst>
          <pc:docMk/>
          <pc:sldMk cId="1431182948" sldId="472"/>
        </pc:sldMkLst>
      </pc:sldChg>
      <pc:sldMasterChg chg="modSp mod">
        <pc:chgData name="Jenny Díaz Ramírez" userId="df7d83af-54c1-43f9-a4ec-fea9744b3563" providerId="ADAL" clId="{1D75A964-2884-4B17-AADE-876B2CF710D6}" dt="2025-02-19T16:43:12.575" v="412" actId="20577"/>
        <pc:sldMasterMkLst>
          <pc:docMk/>
          <pc:sldMasterMk cId="3515892240" sldId="2147483658"/>
        </pc:sldMasterMkLst>
        <pc:spChg chg="mod">
          <ac:chgData name="Jenny Díaz Ramírez" userId="df7d83af-54c1-43f9-a4ec-fea9744b3563" providerId="ADAL" clId="{1D75A964-2884-4B17-AADE-876B2CF710D6}" dt="2025-02-19T16:43:12.575" v="412" actId="20577"/>
          <ac:spMkLst>
            <pc:docMk/>
            <pc:sldMasterMk cId="3515892240" sldId="2147483658"/>
            <ac:spMk id="4" creationId="{8AC6FE46-170E-0F6C-06F0-D7F69117A30F}"/>
          </ac:spMkLst>
        </pc:sp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868E8B-A8A1-4F66-8650-8D492B43BF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ACCD8B99-7399-47E2-B653-807126694503}">
      <dgm:prSet phldrT="[Texto]"/>
      <dgm:spPr/>
      <dgm:t>
        <a:bodyPr/>
        <a:lstStyle/>
        <a:p>
          <a:pPr algn="ctr"/>
          <a:r>
            <a:rPr lang="es-MX" dirty="0"/>
            <a:t>Programación Entera</a:t>
          </a:r>
        </a:p>
      </dgm:t>
    </dgm:pt>
    <dgm:pt modelId="{D6F0B027-46ED-4175-96EF-B332C5F23DC7}" type="parTrans" cxnId="{EF5BFBCA-2117-437A-91F1-E4FC506772CD}">
      <dgm:prSet/>
      <dgm:spPr/>
      <dgm:t>
        <a:bodyPr/>
        <a:lstStyle/>
        <a:p>
          <a:pPr algn="ctr"/>
          <a:endParaRPr lang="es-MX"/>
        </a:p>
      </dgm:t>
    </dgm:pt>
    <dgm:pt modelId="{8E4F5A85-7C46-4C34-A1B0-9DF122956C2B}" type="sibTrans" cxnId="{EF5BFBCA-2117-437A-91F1-E4FC506772CD}">
      <dgm:prSet/>
      <dgm:spPr/>
      <dgm:t>
        <a:bodyPr/>
        <a:lstStyle/>
        <a:p>
          <a:pPr algn="ctr"/>
          <a:endParaRPr lang="es-MX"/>
        </a:p>
      </dgm:t>
    </dgm:pt>
    <dgm:pt modelId="{4E1BB8B6-6C24-486D-A95F-E9481B8BBAE3}" type="pres">
      <dgm:prSet presAssocID="{B1868E8B-A8A1-4F66-8650-8D492B43BF3C}" presName="linear" presStyleCnt="0">
        <dgm:presLayoutVars>
          <dgm:animLvl val="lvl"/>
          <dgm:resizeHandles val="exact"/>
        </dgm:presLayoutVars>
      </dgm:prSet>
      <dgm:spPr/>
    </dgm:pt>
    <dgm:pt modelId="{302AA262-F945-46A6-9A45-068D4F479795}" type="pres">
      <dgm:prSet presAssocID="{ACCD8B99-7399-47E2-B653-80712669450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0902CC8-5344-46CC-A486-985A460EB8F6}" type="presOf" srcId="{ACCD8B99-7399-47E2-B653-807126694503}" destId="{302AA262-F945-46A6-9A45-068D4F479795}" srcOrd="0" destOrd="0" presId="urn:microsoft.com/office/officeart/2005/8/layout/vList2"/>
    <dgm:cxn modelId="{EF5BFBCA-2117-437A-91F1-E4FC506772CD}" srcId="{B1868E8B-A8A1-4F66-8650-8D492B43BF3C}" destId="{ACCD8B99-7399-47E2-B653-807126694503}" srcOrd="0" destOrd="0" parTransId="{D6F0B027-46ED-4175-96EF-B332C5F23DC7}" sibTransId="{8E4F5A85-7C46-4C34-A1B0-9DF122956C2B}"/>
    <dgm:cxn modelId="{7848FAE6-B556-4689-B551-6AEF00EC240C}" type="presOf" srcId="{B1868E8B-A8A1-4F66-8650-8D492B43BF3C}" destId="{4E1BB8B6-6C24-486D-A95F-E9481B8BBAE3}" srcOrd="0" destOrd="0" presId="urn:microsoft.com/office/officeart/2005/8/layout/vList2"/>
    <dgm:cxn modelId="{7584F770-56C8-446D-AA79-D1B173C52BB7}" type="presParOf" srcId="{4E1BB8B6-6C24-486D-A95F-E9481B8BBAE3}" destId="{302AA262-F945-46A6-9A45-068D4F47979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57EC35-8829-4FE4-93C0-07AED1CF63EE}" type="doc">
      <dgm:prSet loTypeId="urn:microsoft.com/office/officeart/2005/8/layout/chevron1" loCatId="process" qsTypeId="urn:microsoft.com/office/officeart/2005/8/quickstyle/simple1" qsCatId="simple" csTypeId="urn:microsoft.com/office/officeart/2005/8/colors/colorful5" csCatId="colorful" phldr="1"/>
      <dgm:spPr/>
    </dgm:pt>
    <dgm:pt modelId="{E91CE007-2AAC-4454-8A4D-F654AA291A4F}">
      <dgm:prSet phldrT="[Texto]"/>
      <dgm:spPr/>
      <dgm:t>
        <a:bodyPr/>
        <a:lstStyle/>
        <a:p>
          <a:pPr>
            <a:spcAft>
              <a:spcPts val="0"/>
            </a:spcAft>
          </a:pPr>
          <a:r>
            <a:rPr lang="es-MX" dirty="0"/>
            <a:t>Modelos enteros y binarios</a:t>
          </a:r>
        </a:p>
      </dgm:t>
    </dgm:pt>
    <dgm:pt modelId="{398BB5DF-B317-4D5F-83F9-FEB9049277E8}" type="parTrans" cxnId="{97C97C71-75F7-4BDA-BC1A-9EDB0C6F48B3}">
      <dgm:prSet/>
      <dgm:spPr/>
      <dgm:t>
        <a:bodyPr/>
        <a:lstStyle/>
        <a:p>
          <a:endParaRPr lang="es-MX"/>
        </a:p>
      </dgm:t>
    </dgm:pt>
    <dgm:pt modelId="{688F094E-7D39-4844-BE86-C7CBE8D83C54}" type="sibTrans" cxnId="{97C97C71-75F7-4BDA-BC1A-9EDB0C6F48B3}">
      <dgm:prSet/>
      <dgm:spPr/>
      <dgm:t>
        <a:bodyPr/>
        <a:lstStyle/>
        <a:p>
          <a:endParaRPr lang="es-MX"/>
        </a:p>
      </dgm:t>
    </dgm:pt>
    <dgm:pt modelId="{94DE7338-A63D-4A30-8700-F8A55C167B5C}">
      <dgm:prSet phldrT="[Texto]"/>
      <dgm:spPr/>
      <dgm:t>
        <a:bodyPr/>
        <a:lstStyle/>
        <a:p>
          <a:r>
            <a:rPr lang="es-MX" dirty="0"/>
            <a:t>Solución (</a:t>
          </a:r>
          <a:r>
            <a:rPr lang="es-MX" dirty="0" err="1"/>
            <a:t>branch</a:t>
          </a:r>
          <a:r>
            <a:rPr lang="es-MX" dirty="0"/>
            <a:t> &amp; </a:t>
          </a:r>
          <a:r>
            <a:rPr lang="es-MX" dirty="0" err="1"/>
            <a:t>bound</a:t>
          </a:r>
          <a:r>
            <a:rPr lang="es-MX" dirty="0"/>
            <a:t>)</a:t>
          </a:r>
        </a:p>
      </dgm:t>
    </dgm:pt>
    <dgm:pt modelId="{5382B8FE-608B-42B0-8E45-AD183BF0E636}" type="parTrans" cxnId="{16B1A25F-F9EE-4592-9057-B1A0A81DB01B}">
      <dgm:prSet/>
      <dgm:spPr/>
      <dgm:t>
        <a:bodyPr/>
        <a:lstStyle/>
        <a:p>
          <a:endParaRPr lang="es-MX"/>
        </a:p>
      </dgm:t>
    </dgm:pt>
    <dgm:pt modelId="{EDC129BC-A833-4C7A-8A3E-144101CD2DCA}" type="sibTrans" cxnId="{16B1A25F-F9EE-4592-9057-B1A0A81DB01B}">
      <dgm:prSet/>
      <dgm:spPr/>
      <dgm:t>
        <a:bodyPr/>
        <a:lstStyle/>
        <a:p>
          <a:endParaRPr lang="es-MX"/>
        </a:p>
      </dgm:t>
    </dgm:pt>
    <dgm:pt modelId="{71AF3424-A14A-4178-8671-D80BEE5A8AA8}">
      <dgm:prSet phldrT="[Texto]"/>
      <dgm:spPr/>
      <dgm:t>
        <a:bodyPr/>
        <a:lstStyle/>
        <a:p>
          <a:pPr>
            <a:spcAft>
              <a:spcPts val="0"/>
            </a:spcAft>
          </a:pPr>
          <a:r>
            <a:rPr lang="es-MX" dirty="0"/>
            <a:t>Modelos de redes (binarios)</a:t>
          </a:r>
        </a:p>
      </dgm:t>
    </dgm:pt>
    <dgm:pt modelId="{9E2E99FD-4215-4130-B091-275D0BE4E61C}" type="parTrans" cxnId="{DCB22F42-9742-43A3-A51D-A9C69E29AB55}">
      <dgm:prSet/>
      <dgm:spPr/>
    </dgm:pt>
    <dgm:pt modelId="{BC5EA32E-111F-4FE9-A914-8CABFAE843F2}" type="sibTrans" cxnId="{DCB22F42-9742-43A3-A51D-A9C69E29AB55}">
      <dgm:prSet/>
      <dgm:spPr/>
    </dgm:pt>
    <dgm:pt modelId="{3CF7AD1A-B7AE-4A6A-8645-B568E1B90E93}" type="pres">
      <dgm:prSet presAssocID="{0B57EC35-8829-4FE4-93C0-07AED1CF63EE}" presName="Name0" presStyleCnt="0">
        <dgm:presLayoutVars>
          <dgm:dir/>
          <dgm:animLvl val="lvl"/>
          <dgm:resizeHandles val="exact"/>
        </dgm:presLayoutVars>
      </dgm:prSet>
      <dgm:spPr/>
    </dgm:pt>
    <dgm:pt modelId="{83E778FE-7EF7-4CD9-9E09-0E576F086392}" type="pres">
      <dgm:prSet presAssocID="{E91CE007-2AAC-4454-8A4D-F654AA291A4F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944F793-F1D0-418E-9764-74BCB12B0B90}" type="pres">
      <dgm:prSet presAssocID="{688F094E-7D39-4844-BE86-C7CBE8D83C54}" presName="parTxOnlySpace" presStyleCnt="0"/>
      <dgm:spPr/>
    </dgm:pt>
    <dgm:pt modelId="{0111227C-47F4-4CB6-8D2F-6094F7B0250F}" type="pres">
      <dgm:prSet presAssocID="{71AF3424-A14A-4178-8671-D80BEE5A8AA8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0B4D576E-D281-4559-8CE4-DCA53345462C}" type="pres">
      <dgm:prSet presAssocID="{BC5EA32E-111F-4FE9-A914-8CABFAE843F2}" presName="parTxOnlySpace" presStyleCnt="0"/>
      <dgm:spPr/>
    </dgm:pt>
    <dgm:pt modelId="{4AC5A6F6-02E2-424E-BE50-A5882A4CC59E}" type="pres">
      <dgm:prSet presAssocID="{94DE7338-A63D-4A30-8700-F8A55C167B5C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17161303-76A9-4FEA-BBFB-63EE9CC5BC87}" type="presOf" srcId="{E91CE007-2AAC-4454-8A4D-F654AA291A4F}" destId="{83E778FE-7EF7-4CD9-9E09-0E576F086392}" srcOrd="0" destOrd="0" presId="urn:microsoft.com/office/officeart/2005/8/layout/chevron1"/>
    <dgm:cxn modelId="{16B1A25F-F9EE-4592-9057-B1A0A81DB01B}" srcId="{0B57EC35-8829-4FE4-93C0-07AED1CF63EE}" destId="{94DE7338-A63D-4A30-8700-F8A55C167B5C}" srcOrd="2" destOrd="0" parTransId="{5382B8FE-608B-42B0-8E45-AD183BF0E636}" sibTransId="{EDC129BC-A833-4C7A-8A3E-144101CD2DCA}"/>
    <dgm:cxn modelId="{DCB22F42-9742-43A3-A51D-A9C69E29AB55}" srcId="{0B57EC35-8829-4FE4-93C0-07AED1CF63EE}" destId="{71AF3424-A14A-4178-8671-D80BEE5A8AA8}" srcOrd="1" destOrd="0" parTransId="{9E2E99FD-4215-4130-B091-275D0BE4E61C}" sibTransId="{BC5EA32E-111F-4FE9-A914-8CABFAE843F2}"/>
    <dgm:cxn modelId="{97C97C71-75F7-4BDA-BC1A-9EDB0C6F48B3}" srcId="{0B57EC35-8829-4FE4-93C0-07AED1CF63EE}" destId="{E91CE007-2AAC-4454-8A4D-F654AA291A4F}" srcOrd="0" destOrd="0" parTransId="{398BB5DF-B317-4D5F-83F9-FEB9049277E8}" sibTransId="{688F094E-7D39-4844-BE86-C7CBE8D83C54}"/>
    <dgm:cxn modelId="{6823C679-4A52-457C-AC57-AB2C8C368B53}" type="presOf" srcId="{0B57EC35-8829-4FE4-93C0-07AED1CF63EE}" destId="{3CF7AD1A-B7AE-4A6A-8645-B568E1B90E93}" srcOrd="0" destOrd="0" presId="urn:microsoft.com/office/officeart/2005/8/layout/chevron1"/>
    <dgm:cxn modelId="{13006082-C607-4DDD-90E5-0DBBCA6E1614}" type="presOf" srcId="{71AF3424-A14A-4178-8671-D80BEE5A8AA8}" destId="{0111227C-47F4-4CB6-8D2F-6094F7B0250F}" srcOrd="0" destOrd="0" presId="urn:microsoft.com/office/officeart/2005/8/layout/chevron1"/>
    <dgm:cxn modelId="{1D683EB4-E297-4E2E-9961-F78F479D9CFD}" type="presOf" srcId="{94DE7338-A63D-4A30-8700-F8A55C167B5C}" destId="{4AC5A6F6-02E2-424E-BE50-A5882A4CC59E}" srcOrd="0" destOrd="0" presId="urn:microsoft.com/office/officeart/2005/8/layout/chevron1"/>
    <dgm:cxn modelId="{6A448943-844A-4B11-9988-8CCAC9E87B1B}" type="presParOf" srcId="{3CF7AD1A-B7AE-4A6A-8645-B568E1B90E93}" destId="{83E778FE-7EF7-4CD9-9E09-0E576F086392}" srcOrd="0" destOrd="0" presId="urn:microsoft.com/office/officeart/2005/8/layout/chevron1"/>
    <dgm:cxn modelId="{79975512-2235-44CA-BA66-E24D56F51FD6}" type="presParOf" srcId="{3CF7AD1A-B7AE-4A6A-8645-B568E1B90E93}" destId="{C944F793-F1D0-418E-9764-74BCB12B0B90}" srcOrd="1" destOrd="0" presId="urn:microsoft.com/office/officeart/2005/8/layout/chevron1"/>
    <dgm:cxn modelId="{B1A0C8B6-9EF1-49C3-AE62-B1EC35B7502D}" type="presParOf" srcId="{3CF7AD1A-B7AE-4A6A-8645-B568E1B90E93}" destId="{0111227C-47F4-4CB6-8D2F-6094F7B0250F}" srcOrd="2" destOrd="0" presId="urn:microsoft.com/office/officeart/2005/8/layout/chevron1"/>
    <dgm:cxn modelId="{3D2DF7A0-0863-4903-96F3-A9B4AC2C99C0}" type="presParOf" srcId="{3CF7AD1A-B7AE-4A6A-8645-B568E1B90E93}" destId="{0B4D576E-D281-4559-8CE4-DCA53345462C}" srcOrd="3" destOrd="0" presId="urn:microsoft.com/office/officeart/2005/8/layout/chevron1"/>
    <dgm:cxn modelId="{30D90507-AF67-4457-9F51-ADB616E79ACE}" type="presParOf" srcId="{3CF7AD1A-B7AE-4A6A-8645-B568E1B90E93}" destId="{4AC5A6F6-02E2-424E-BE50-A5882A4CC59E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2AA262-F945-46A6-9A45-068D4F479795}">
      <dsp:nvSpPr>
        <dsp:cNvPr id="0" name=""/>
        <dsp:cNvSpPr/>
      </dsp:nvSpPr>
      <dsp:spPr>
        <a:xfrm>
          <a:off x="0" y="4384"/>
          <a:ext cx="6602982" cy="933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800" kern="1200" dirty="0"/>
            <a:t>Programación Entera</a:t>
          </a:r>
        </a:p>
      </dsp:txBody>
      <dsp:txXfrm>
        <a:off x="45578" y="49962"/>
        <a:ext cx="6511826" cy="8425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778FE-7EF7-4CD9-9E09-0E576F086392}">
      <dsp:nvSpPr>
        <dsp:cNvPr id="0" name=""/>
        <dsp:cNvSpPr/>
      </dsp:nvSpPr>
      <dsp:spPr>
        <a:xfrm>
          <a:off x="1941" y="662409"/>
          <a:ext cx="2365628" cy="946251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s-MX" sz="2100" kern="1200" dirty="0"/>
            <a:t>Modelos enteros y binarios</a:t>
          </a:r>
        </a:p>
      </dsp:txBody>
      <dsp:txXfrm>
        <a:off x="475067" y="662409"/>
        <a:ext cx="1419377" cy="946251"/>
      </dsp:txXfrm>
    </dsp:sp>
    <dsp:sp modelId="{0111227C-47F4-4CB6-8D2F-6094F7B0250F}">
      <dsp:nvSpPr>
        <dsp:cNvPr id="0" name=""/>
        <dsp:cNvSpPr/>
      </dsp:nvSpPr>
      <dsp:spPr>
        <a:xfrm>
          <a:off x="2131007" y="662409"/>
          <a:ext cx="2365628" cy="946251"/>
        </a:xfrm>
        <a:prstGeom prst="chevron">
          <a:avLst/>
        </a:prstGeom>
        <a:solidFill>
          <a:schemeClr val="accent5">
            <a:hueOff val="1002214"/>
            <a:satOff val="10917"/>
            <a:lumOff val="3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s-MX" sz="2100" kern="1200" dirty="0"/>
            <a:t>Modelos de redes (binarios)</a:t>
          </a:r>
        </a:p>
      </dsp:txBody>
      <dsp:txXfrm>
        <a:off x="2604133" y="662409"/>
        <a:ext cx="1419377" cy="946251"/>
      </dsp:txXfrm>
    </dsp:sp>
    <dsp:sp modelId="{4AC5A6F6-02E2-424E-BE50-A5882A4CC59E}">
      <dsp:nvSpPr>
        <dsp:cNvPr id="0" name=""/>
        <dsp:cNvSpPr/>
      </dsp:nvSpPr>
      <dsp:spPr>
        <a:xfrm>
          <a:off x="4260073" y="662409"/>
          <a:ext cx="2365628" cy="946251"/>
        </a:xfrm>
        <a:prstGeom prst="chevron">
          <a:avLst/>
        </a:prstGeom>
        <a:solidFill>
          <a:schemeClr val="accent5">
            <a:hueOff val="2004428"/>
            <a:satOff val="21833"/>
            <a:lumOff val="6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Solución (</a:t>
          </a:r>
          <a:r>
            <a:rPr lang="es-MX" sz="2100" kern="1200" dirty="0" err="1"/>
            <a:t>branch</a:t>
          </a:r>
          <a:r>
            <a:rPr lang="es-MX" sz="2100" kern="1200" dirty="0"/>
            <a:t> &amp; </a:t>
          </a:r>
          <a:r>
            <a:rPr lang="es-MX" sz="2100" kern="1200" dirty="0" err="1"/>
            <a:t>bound</a:t>
          </a:r>
          <a:r>
            <a:rPr lang="es-MX" sz="2100" kern="1200" dirty="0"/>
            <a:t>)</a:t>
          </a:r>
        </a:p>
      </dsp:txBody>
      <dsp:txXfrm>
        <a:off x="4733199" y="662409"/>
        <a:ext cx="1419377" cy="9462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6DDD5-62CD-490F-AED1-A4E3DCB5364D}" type="datetime1">
              <a:rPr lang="es-MX" smtClean="0"/>
              <a:pPr/>
              <a:t>19/02/2025</a:t>
            </a:fld>
            <a:endParaRPr lang="es-MX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s-MX" noProof="0" smtClean="0"/>
              <a:t>‹#›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06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84188" y="731838"/>
            <a:ext cx="6508750" cy="3660775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1106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posición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5" name="Marcador de posición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posición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posición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posición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posición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029A217F-D76A-49DF-A17D-DFD53CAD5FA9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 dirty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745413" y="6610348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7D785354-D3F9-4F56-8BC7-7DFCD291EBBB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1216" y="6632892"/>
            <a:ext cx="2324569" cy="247651"/>
          </a:xfrm>
        </p:spPr>
        <p:txBody>
          <a:bodyPr rtlCol="0"/>
          <a:lstStyle/>
          <a:p>
            <a:pPr rtl="0"/>
            <a:r>
              <a:rPr lang="es-MX" noProof="0" dirty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68760" y="6610347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icon to add chart</a:t>
            </a:r>
            <a:endParaRPr lang="es-MX" noProof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rtl="0"/>
            <a:r>
              <a:rPr lang="es-MX" noProof="0" dirty="0"/>
              <a:t>Haz clic para editar 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760" y="662458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>
              <a:latin typeface="+mn-lt"/>
            </a:endParaRPr>
          </a:p>
        </p:txBody>
      </p:sp>
      <p:sp>
        <p:nvSpPr>
          <p:cNvPr id="7" name="Marcador de posición de pie de página 4">
            <a:extLst>
              <a:ext uri="{FF2B5EF4-FFF2-40B4-BE49-F238E27FC236}">
                <a16:creationId xmlns:a16="http://schemas.microsoft.com/office/drawing/2014/main" id="{F88E2CE6-D902-5A33-C844-8A40B1779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n-US" noProof="0"/>
              <a:t>Click icon to add table</a:t>
            </a:r>
            <a:endParaRPr lang="es-MX" noProof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1AF7F2CA-0EC8-471B-8885-070EE2CC5612}" type="datetimeyyyy">
              <a:rPr lang="es-MX" noProof="0" smtClean="0">
                <a:latin typeface="+mn-lt"/>
              </a:rPr>
              <a:t>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s-MX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9CFD7E6B-8BA7-35DB-BE61-5DF2483E5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2113" y="6610347"/>
            <a:ext cx="2148534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 dirty="0"/>
              <a:t>OPTIMIZACIÓN DE OPERACIONES</a:t>
            </a:r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43FD86DC-D2BD-AECC-1A0A-3CE74BEE5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B6548D6-A880-04F4-F832-A1B39206F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8843598B-FC54-B745-3054-795FE6B8A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9080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72" name="Marcador de posición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3" name="Marcador de posición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4" name="Marcador de posición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5" name="Marcador de posición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6" name="Marcador de posición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7" name="Marcador de posición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8" name="Marcador de posición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9" name="Marcador de posición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872648EB-A801-47E7-B664-3AFE98633453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6" name="Marcador de posición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97" name="Marcador de posición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2" name="Marcador de posición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3" name="Marcador de posición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6" name="Marcador de posición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7" name="Marcador de posición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8" name="Marcador de posición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9" name="Marcador de posición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23F1A244-DFA6-8C44-BF95-8851B5A76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19E1CAB4-A60C-2959-8605-86F431A58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F94C5751-D7B6-785B-559F-3B3AF0781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32D17B95-1D7F-FF57-3E13-0B36D861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Marcador de posición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CEC982C-CBC7-82F8-DD9C-CEC7134E4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4B831637-7548-7CD1-8B74-EAFCD7093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Marcador de posición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6756044" y="6610349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CFE3EC8D-01B2-4AEC-ABF0-D7812BDA46DB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258715" y="6610349"/>
            <a:ext cx="1497330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4735475" y="661034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s-MX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2" name="Marcador de posición de fecha 3">
            <a:extLst>
              <a:ext uri="{FF2B5EF4-FFF2-40B4-BE49-F238E27FC236}">
                <a16:creationId xmlns:a16="http://schemas.microsoft.com/office/drawing/2014/main" id="{B8E7A9BD-F162-7384-3111-26CE7D494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5272" y="6610349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3A46D4A6-4781-4A63-977A-75931475B334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D3659ACD-AA93-F09D-1EA3-C961DA2E2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27943" y="6610349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61A49C7E-58DD-E07A-BB14-2F2606BA9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04703" y="6610349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6" name="Marcador de posición de pie de página 4">
            <a:extLst>
              <a:ext uri="{FF2B5EF4-FFF2-40B4-BE49-F238E27FC236}">
                <a16:creationId xmlns:a16="http://schemas.microsoft.com/office/drawing/2014/main" id="{D2277398-E71C-9E18-6FA2-AF0656698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7" name="Marcador de posición de número de diapositiva 5">
            <a:extLst>
              <a:ext uri="{FF2B5EF4-FFF2-40B4-BE49-F238E27FC236}">
                <a16:creationId xmlns:a16="http://schemas.microsoft.com/office/drawing/2014/main" id="{B84FCA9A-3098-8020-E608-4F4F97405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1254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68354" y="1600204"/>
            <a:ext cx="10368396" cy="4525963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7" name="Forma libre 38">
            <a:extLst>
              <a:ext uri="{FF2B5EF4-FFF2-40B4-BE49-F238E27FC236}">
                <a16:creationId xmlns:a16="http://schemas.microsoft.com/office/drawing/2014/main" id="{6C14B503-619D-FECA-B1C8-EC84086F4DE6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-136" y="5890869"/>
            <a:ext cx="968626" cy="968353"/>
          </a:xfrm>
          <a:custGeom>
            <a:avLst/>
            <a:gdLst>
              <a:gd name="T0" fmla="*/ 0 w 1162"/>
              <a:gd name="T1" fmla="+- 0 14679 14679"/>
              <a:gd name="T2" fmla="*/ 14679 h 1162"/>
              <a:gd name="T3" fmla="*/ 0 w 1162"/>
              <a:gd name="T4" fmla="+- 0 15840 14679"/>
              <a:gd name="T5" fmla="*/ 15840 h 1162"/>
              <a:gd name="T6" fmla="*/ 1161 w 1162"/>
              <a:gd name="T7" fmla="+- 0 15840 14679"/>
              <a:gd name="T8" fmla="*/ 15840 h 1162"/>
              <a:gd name="T9" fmla="*/ 0 w 1162"/>
              <a:gd name="T10" fmla="+- 0 14679 14679"/>
              <a:gd name="T11" fmla="*/ 14679 h 1162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</a:cxnLst>
            <a:rect l="0" t="0" r="r" b="b"/>
            <a:pathLst>
              <a:path w="1162" h="1162">
                <a:moveTo>
                  <a:pt x="0" y="0"/>
                </a:moveTo>
                <a:lnTo>
                  <a:pt x="0" y="1161"/>
                </a:lnTo>
                <a:lnTo>
                  <a:pt x="1161" y="116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9ABDB8-8380-48B9-9C6F-79E9D39B593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52500" y="365125"/>
            <a:ext cx="104013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9" name="Forma libre 15">
            <a:extLst>
              <a:ext uri="{FF2B5EF4-FFF2-40B4-BE49-F238E27FC236}">
                <a16:creationId xmlns:a16="http://schemas.microsoft.com/office/drawing/2014/main" id="{0AC106E8-3E4A-A8F8-E16C-BBF1326B7F20}"/>
              </a:ext>
            </a:extLst>
          </p:cNvPr>
          <p:cNvSpPr>
            <a:spLocks/>
          </p:cNvSpPr>
          <p:nvPr/>
        </p:nvSpPr>
        <p:spPr bwMode="auto">
          <a:xfrm rot="10800000">
            <a:off x="10540797" y="1080290"/>
            <a:ext cx="1675717" cy="2234285"/>
          </a:xfrm>
          <a:custGeom>
            <a:avLst/>
            <a:gdLst>
              <a:gd name="T0" fmla="*/ 0 w 1789"/>
              <a:gd name="T1" fmla="+- 0 12290 12290"/>
              <a:gd name="T2" fmla="*/ 12290 h 2386"/>
              <a:gd name="T3" fmla="*/ 0 w 1789"/>
              <a:gd name="T4" fmla="+- 0 13484 12290"/>
              <a:gd name="T5" fmla="*/ 13484 h 2386"/>
              <a:gd name="T6" fmla="*/ 1192 w 1789"/>
              <a:gd name="T7" fmla="+- 0 14676 12290"/>
              <a:gd name="T8" fmla="*/ 14676 h 2386"/>
              <a:gd name="T9" fmla="*/ 1789 w 1789"/>
              <a:gd name="T10" fmla="+- 0 14079 12290"/>
              <a:gd name="T11" fmla="*/ 14079 h 2386"/>
              <a:gd name="T12" fmla="*/ 0 w 1789"/>
              <a:gd name="T13" fmla="+- 0 12290 12290"/>
              <a:gd name="T14" fmla="*/ 12290 h 2386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  <a:cxn ang="0">
                <a:pos x="T12" y="T14"/>
              </a:cxn>
            </a:cxnLst>
            <a:rect l="0" t="0" r="r" b="b"/>
            <a:pathLst>
              <a:path w="1789" h="2386">
                <a:moveTo>
                  <a:pt x="0" y="0"/>
                </a:moveTo>
                <a:lnTo>
                  <a:pt x="0" y="1194"/>
                </a:lnTo>
                <a:lnTo>
                  <a:pt x="1192" y="2386"/>
                </a:lnTo>
                <a:lnTo>
                  <a:pt x="1789" y="178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11" name="Forma libre 17">
            <a:extLst>
              <a:ext uri="{FF2B5EF4-FFF2-40B4-BE49-F238E27FC236}">
                <a16:creationId xmlns:a16="http://schemas.microsoft.com/office/drawing/2014/main" id="{56559DE5-8022-90C0-3366-610481E321EF}"/>
              </a:ext>
            </a:extLst>
          </p:cNvPr>
          <p:cNvSpPr>
            <a:spLocks/>
          </p:cNvSpPr>
          <p:nvPr/>
        </p:nvSpPr>
        <p:spPr bwMode="auto">
          <a:xfrm rot="10800000">
            <a:off x="8891306" y="-10633"/>
            <a:ext cx="2181524" cy="1090923"/>
          </a:xfrm>
          <a:custGeom>
            <a:avLst/>
            <a:gdLst>
              <a:gd name="T0" fmla="+- 0 3550 1221"/>
              <a:gd name="T1" fmla="*/ T0 w 2329"/>
              <a:gd name="T2" fmla="+- 0 15840 14676"/>
              <a:gd name="T3" fmla="*/ 15840 h 1165"/>
              <a:gd name="T4" fmla="+- 0 2386 1221"/>
              <a:gd name="T5" fmla="*/ T4 w 2329"/>
              <a:gd name="T6" fmla="+- 0 14676 14676"/>
              <a:gd name="T7" fmla="*/ 14676 h 1165"/>
              <a:gd name="T8" fmla="+- 0 1221 1221"/>
              <a:gd name="T9" fmla="*/ T8 w 2329"/>
              <a:gd name="T10" fmla="+- 0 15840 14676"/>
              <a:gd name="T11" fmla="*/ 15840 h 1165"/>
              <a:gd name="T12" fmla="+- 0 3550 1221"/>
              <a:gd name="T13" fmla="*/ T12 w 2329"/>
              <a:gd name="T14" fmla="+- 0 15840 14676"/>
              <a:gd name="T15" fmla="*/ 15840 h 1165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329" h="1165">
                <a:moveTo>
                  <a:pt x="2329" y="1164"/>
                </a:moveTo>
                <a:lnTo>
                  <a:pt x="1165" y="0"/>
                </a:lnTo>
                <a:lnTo>
                  <a:pt x="0" y="1164"/>
                </a:lnTo>
                <a:lnTo>
                  <a:pt x="2329" y="1164"/>
                </a:ln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795295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/>
          <p:cNvSpPr>
            <a:spLocks noGrp="1"/>
          </p:cNvSpPr>
          <p:nvPr>
            <p:ph type="title"/>
          </p:nvPr>
        </p:nvSpPr>
        <p:spPr>
          <a:xfrm>
            <a:off x="374832" y="295562"/>
            <a:ext cx="11121767" cy="685166"/>
          </a:xfrm>
          <a:solidFill>
            <a:schemeClr val="bg1"/>
          </a:solidFill>
          <a:effectLst>
            <a:outerShdw blurRad="50800" dist="38100" dir="5400000" algn="t" rotWithShape="0">
              <a:srgbClr val="FFFF00">
                <a:alpha val="40000"/>
              </a:srgbClr>
            </a:outerShdw>
          </a:effectLst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19" name="2 Marcador de contenido"/>
          <p:cNvSpPr>
            <a:spLocks noGrp="1"/>
          </p:cNvSpPr>
          <p:nvPr>
            <p:ph idx="1"/>
          </p:nvPr>
        </p:nvSpPr>
        <p:spPr>
          <a:xfrm>
            <a:off x="374833" y="1596897"/>
            <a:ext cx="10972800" cy="4525963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23" name="Marcador de pie de página 7"/>
          <p:cNvSpPr>
            <a:spLocks noGrp="1"/>
          </p:cNvSpPr>
          <p:nvPr>
            <p:ph type="ftr" sz="quarter" idx="3"/>
          </p:nvPr>
        </p:nvSpPr>
        <p:spPr>
          <a:xfrm rot="16200000">
            <a:off x="11228576" y="5383232"/>
            <a:ext cx="1581118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65000"/>
                  </a:schemeClr>
                </a:solidFill>
                <a:latin typeface="Forte" panose="03060902040502070203" pitchFamily="66" charset="0"/>
              </a:defRPr>
            </a:lvl1pPr>
          </a:lstStyle>
          <a:p>
            <a:r>
              <a:rPr lang="es-MX"/>
              <a:t>Jenny Díaz - 2023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328489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CA4A84-6525-4CD6-9647-1A7F270F19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1265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1" name="Marcador de posición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8AC6FE46-170E-0F6C-06F0-D7F69117A30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 err="1">
                <a:solidFill>
                  <a:schemeClr val="tx1">
                    <a:lumMod val="50000"/>
                  </a:schemeClr>
                </a:solidFill>
              </a:rPr>
              <a:t>Victor</a:t>
            </a:r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 A. Villegas</a:t>
            </a: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98" r:id="rId8"/>
    <p:sldLayoutId id="2147483676" r:id="rId9"/>
    <p:sldLayoutId id="2147483677" r:id="rId10"/>
    <p:sldLayoutId id="2147483685" r:id="rId11"/>
    <p:sldLayoutId id="2147483688" r:id="rId12"/>
    <p:sldLayoutId id="2147483692" r:id="rId13"/>
    <p:sldLayoutId id="2147483682" r:id="rId14"/>
    <p:sldLayoutId id="2147483697" r:id="rId15"/>
    <p:sldLayoutId id="2147483701" r:id="rId16"/>
    <p:sldLayoutId id="2147483700" r:id="rId17"/>
    <p:sldLayoutId id="2147483702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spc="100" baseline="0">
          <a:solidFill>
            <a:schemeClr val="bg1"/>
          </a:solidFill>
          <a:latin typeface="Aptos Black" panose="020B00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1976" y="1483744"/>
            <a:ext cx="6320118" cy="2146458"/>
          </a:xfrm>
        </p:spPr>
        <p:txBody>
          <a:bodyPr rtlCol="0"/>
          <a:lstStyle/>
          <a:p>
            <a:pPr rtl="0"/>
            <a:r>
              <a:rPr lang="es-MX" sz="4000" dirty="0">
                <a:latin typeface="Abadi" panose="020B0604020104020204" pitchFamily="34" charset="0"/>
              </a:rPr>
              <a:t>Modelos de Programación Entera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rtl="0"/>
            <a:r>
              <a:rPr lang="es-MX" dirty="0">
                <a:latin typeface="+mj-lt"/>
              </a:rPr>
              <a:t>Profesor </a:t>
            </a:r>
            <a:r>
              <a:rPr lang="es-MX" dirty="0" err="1">
                <a:latin typeface="+mj-lt"/>
              </a:rPr>
              <a:t>name</a:t>
            </a:r>
            <a:endParaRPr lang="es-MX" dirty="0">
              <a:latin typeface="+mj-lt"/>
            </a:endParaRPr>
          </a:p>
          <a:p>
            <a:pPr rtl="0"/>
            <a:r>
              <a:rPr lang="es-MX" dirty="0">
                <a:latin typeface="+mj-lt"/>
              </a:rPr>
              <a:t>Optimización de Procesos Industriales</a:t>
            </a:r>
          </a:p>
          <a:p>
            <a:pPr rtl="0"/>
            <a:r>
              <a:rPr lang="es-MX" dirty="0">
                <a:latin typeface="+mj-lt"/>
              </a:rPr>
              <a:t>Escuela de Ingeniería y Ciencias</a:t>
            </a:r>
          </a:p>
          <a:p>
            <a:pPr rtl="0"/>
            <a:r>
              <a:rPr lang="es-MX" dirty="0">
                <a:latin typeface="+mj-lt"/>
              </a:rPr>
              <a:t>Tecnológico de Monterrey</a:t>
            </a:r>
            <a:endParaRPr lang="es-MX" dirty="0"/>
          </a:p>
          <a:p>
            <a:pPr rtl="0"/>
            <a:endParaRPr lang="es-MX" dirty="0"/>
          </a:p>
        </p:txBody>
      </p:sp>
      <p:pic>
        <p:nvPicPr>
          <p:cNvPr id="1026" name="Picture 2" descr="ITESM + Tec de Monterrey Artwork – javier arturo rodríguez">
            <a:extLst>
              <a:ext uri="{FF2B5EF4-FFF2-40B4-BE49-F238E27FC236}">
                <a16:creationId xmlns:a16="http://schemas.microsoft.com/office/drawing/2014/main" id="{81EE2347-21B2-2241-0047-FCE86C38F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66" y="218795"/>
            <a:ext cx="1693319" cy="44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4023" y="879063"/>
            <a:ext cx="7733410" cy="610863"/>
          </a:xfrm>
        </p:spPr>
        <p:txBody>
          <a:bodyPr>
            <a:noAutofit/>
          </a:bodyPr>
          <a:lstStyle/>
          <a:p>
            <a:r>
              <a:rPr lang="es-MX" sz="3600" dirty="0">
                <a:latin typeface="Aptos Black" panose="020B0004020202020204" pitchFamily="34" charset="0"/>
              </a:rPr>
              <a:t>Un modelo de programación lineal entera mixta</a:t>
            </a:r>
            <a:endParaRPr lang="es-ES" sz="3600" dirty="0">
              <a:latin typeface="Aptos Black" panose="020B0004020202020204" pitchFamily="34" charset="0"/>
            </a:endParaRPr>
          </a:p>
        </p:txBody>
      </p:sp>
      <p:sp>
        <p:nvSpPr>
          <p:cNvPr id="6" name="Marcador de texto 5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rmAutofit fontScale="85000" lnSpcReduction="10000"/>
          </a:bodyPr>
          <a:lstStyle/>
          <a:p>
            <a:r>
              <a:rPr lang="es-MX" sz="2000" b="1" dirty="0"/>
              <a:t>FUNCIÓN OBJETIVO: </a:t>
            </a:r>
            <a:r>
              <a:rPr lang="es-MX" sz="2000" b="1" dirty="0" err="1"/>
              <a:t>max</a:t>
            </a:r>
            <a:r>
              <a:rPr lang="es-MX" sz="2000" b="1" dirty="0"/>
              <a:t>/min</a:t>
            </a:r>
          </a:p>
          <a:p>
            <a:endParaRPr lang="en-US" sz="20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MX" sz="1800" dirty="0">
                <a:latin typeface="Aptos" panose="020B0004020202020204" pitchFamily="34" charset="0"/>
              </a:rPr>
              <a:t>Una función lineal</a:t>
            </a:r>
          </a:p>
          <a:p>
            <a:r>
              <a:rPr lang="es-MX" sz="1800" dirty="0"/>
              <a:t>Su valor se asigna a una nueva variable de decisión, usualmente “Z”, pero se puede usar cualquier nombre.</a:t>
            </a:r>
            <a:endParaRPr lang="es-MX" sz="1800" dirty="0">
              <a:latin typeface="Aptos" panose="020B0004020202020204" pitchFamily="34" charset="0"/>
            </a:endParaRPr>
          </a:p>
        </p:txBody>
      </p:sp>
      <p:sp>
        <p:nvSpPr>
          <p:cNvPr id="7" name="Marcador de texto 6"/>
          <p:cNvSpPr>
            <a:spLocks noGrp="1"/>
          </p:cNvSpPr>
          <p:nvPr>
            <p:ph type="body" idx="10"/>
          </p:nvPr>
        </p:nvSpPr>
        <p:spPr/>
        <p:txBody>
          <a:bodyPr vert="horz" lIns="0" tIns="0" rIns="0" bIns="0" rtlCol="0" anchor="t" anchorCtr="0">
            <a:normAutofit/>
          </a:bodyPr>
          <a:lstStyle/>
          <a:p>
            <a:r>
              <a:rPr lang="en-US" sz="2000" b="1" dirty="0"/>
              <a:t>Variables de </a:t>
            </a:r>
            <a:r>
              <a:rPr lang="en-US" sz="2000" b="1" dirty="0" err="1"/>
              <a:t>Decisión</a:t>
            </a:r>
            <a:endParaRPr lang="en-US" sz="2000" b="1" dirty="0"/>
          </a:p>
        </p:txBody>
      </p:sp>
      <p:sp>
        <p:nvSpPr>
          <p:cNvPr id="8" name="Marcador de contenido 7"/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36477" cy="1942138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en-US" sz="1800" dirty="0" err="1">
                <a:latin typeface="Aptos" panose="020B0004020202020204" pitchFamily="34" charset="0"/>
              </a:rPr>
              <a:t>Significado</a:t>
            </a:r>
            <a:r>
              <a:rPr lang="en-US" sz="1800" dirty="0">
                <a:latin typeface="Aptos" panose="020B0004020202020204" pitchFamily="34" charset="0"/>
              </a:rPr>
              <a:t>: </a:t>
            </a:r>
            <a:r>
              <a:rPr lang="en-US" sz="1800" dirty="0" err="1">
                <a:latin typeface="Aptos" panose="020B0004020202020204" pitchFamily="34" charset="0"/>
              </a:rPr>
              <a:t>objeto</a:t>
            </a:r>
            <a:r>
              <a:rPr lang="en-US" sz="1800" dirty="0">
                <a:latin typeface="Aptos" panose="020B0004020202020204" pitchFamily="34" charset="0"/>
              </a:rPr>
              <a:t>, </a:t>
            </a:r>
            <a:r>
              <a:rPr lang="en-US" sz="1800" dirty="0" err="1">
                <a:latin typeface="Aptos" panose="020B0004020202020204" pitchFamily="34" charset="0"/>
              </a:rPr>
              <a:t>acción</a:t>
            </a:r>
            <a:r>
              <a:rPr lang="en-US" sz="1800" dirty="0">
                <a:latin typeface="Aptos" panose="020B0004020202020204" pitchFamily="34" charset="0"/>
              </a:rPr>
              <a:t> y </a:t>
            </a:r>
            <a:r>
              <a:rPr lang="en-US" sz="1800" dirty="0" err="1">
                <a:latin typeface="Aptos" panose="020B0004020202020204" pitchFamily="34" charset="0"/>
              </a:rPr>
              <a:t>unidades</a:t>
            </a:r>
            <a:r>
              <a:rPr lang="en-US" sz="1800" dirty="0">
                <a:latin typeface="Aptos" panose="020B0004020202020204" pitchFamily="34" charset="0"/>
              </a:rPr>
              <a:t>.</a:t>
            </a:r>
          </a:p>
          <a:p>
            <a:pPr>
              <a:spcBef>
                <a:spcPts val="300"/>
              </a:spcBef>
            </a:pPr>
            <a:r>
              <a:rPr lang="en-US" sz="1800" b="1" dirty="0" err="1">
                <a:solidFill>
                  <a:srgbClr val="C00000"/>
                </a:solidFill>
                <a:latin typeface="Aptos" panose="020B0004020202020204" pitchFamily="34" charset="0"/>
              </a:rPr>
              <a:t>Dominio</a:t>
            </a:r>
            <a:r>
              <a:rPr lang="en-US" sz="1800" b="1" dirty="0">
                <a:solidFill>
                  <a:srgbClr val="C00000"/>
                </a:solidFill>
                <a:latin typeface="Aptos" panose="020B0004020202020204" pitchFamily="34" charset="0"/>
              </a:rPr>
              <a:t>: </a:t>
            </a:r>
            <a:r>
              <a:rPr lang="en-US" sz="1800" b="1" dirty="0" err="1">
                <a:solidFill>
                  <a:srgbClr val="C00000"/>
                </a:solidFill>
                <a:latin typeface="Aptos" panose="020B0004020202020204" pitchFamily="34" charset="0"/>
              </a:rPr>
              <a:t>números</a:t>
            </a:r>
            <a:r>
              <a:rPr lang="en-US" sz="1800" b="1" dirty="0">
                <a:solidFill>
                  <a:srgbClr val="C00000"/>
                </a:solidFill>
                <a:latin typeface="Aptos" panose="020B0004020202020204" pitchFamily="34" charset="0"/>
              </a:rPr>
              <a:t> naturales no </a:t>
            </a:r>
            <a:r>
              <a:rPr lang="en-US" sz="1800" b="1" dirty="0" err="1">
                <a:solidFill>
                  <a:srgbClr val="C00000"/>
                </a:solidFill>
                <a:latin typeface="Aptos" panose="020B0004020202020204" pitchFamily="34" charset="0"/>
              </a:rPr>
              <a:t>negativos</a:t>
            </a:r>
            <a:r>
              <a:rPr lang="en-US" sz="1800" b="1" dirty="0">
                <a:solidFill>
                  <a:srgbClr val="C00000"/>
                </a:solidFill>
                <a:latin typeface="Aptos" panose="020B0004020202020204" pitchFamily="34" charset="0"/>
              </a:rPr>
              <a:t> o </a:t>
            </a:r>
            <a:r>
              <a:rPr lang="en-US" sz="1800" b="1" dirty="0" err="1">
                <a:solidFill>
                  <a:srgbClr val="C00000"/>
                </a:solidFill>
                <a:latin typeface="Aptos" panose="020B0004020202020204" pitchFamily="34" charset="0"/>
              </a:rPr>
              <a:t>binarios</a:t>
            </a:r>
            <a:r>
              <a:rPr lang="en-US" sz="1800" b="1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</a:p>
          <a:p>
            <a:pPr>
              <a:spcBef>
                <a:spcPts val="300"/>
              </a:spcBef>
            </a:pPr>
            <a:r>
              <a:rPr lang="en-US" sz="1800" dirty="0">
                <a:latin typeface="Aptos" panose="020B0004020202020204" pitchFamily="34" charset="0"/>
              </a:rPr>
              <a:t>El </a:t>
            </a:r>
            <a:r>
              <a:rPr lang="en-US" sz="1800" dirty="0" err="1">
                <a:latin typeface="Aptos" panose="020B0004020202020204" pitchFamily="34" charset="0"/>
              </a:rPr>
              <a:t>número</a:t>
            </a:r>
            <a:r>
              <a:rPr lang="en-US" sz="1800" dirty="0">
                <a:latin typeface="Aptos" panose="020B0004020202020204" pitchFamily="34" charset="0"/>
              </a:rPr>
              <a:t> de variables es finito. </a:t>
            </a:r>
          </a:p>
          <a:p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4E3CB47-C4F3-A5AA-39B6-1DA4F8389C8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2243417" y="4923827"/>
            <a:ext cx="3036477" cy="404216"/>
          </a:xfrm>
        </p:spPr>
        <p:txBody>
          <a:bodyPr>
            <a:normAutofit/>
          </a:bodyPr>
          <a:lstStyle/>
          <a:p>
            <a:r>
              <a:rPr lang="en-US" sz="2000" b="1" dirty="0" err="1"/>
              <a:t>Restricciones</a:t>
            </a:r>
            <a:endParaRPr lang="en-US" sz="2000" b="1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EC06913-D572-5ABC-96CE-03524CE1C90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74462" y="5239007"/>
            <a:ext cx="6839389" cy="103420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cap="none" dirty="0" err="1">
                <a:solidFill>
                  <a:schemeClr val="bg1"/>
                </a:solidFill>
                <a:latin typeface="+mn-lt"/>
              </a:rPr>
              <a:t>Ecuaciones</a:t>
            </a:r>
            <a:r>
              <a:rPr lang="en-US" sz="1800" b="0" cap="none" dirty="0">
                <a:solidFill>
                  <a:schemeClr val="bg1"/>
                </a:solidFill>
                <a:latin typeface="+mn-lt"/>
              </a:rPr>
              <a:t> o </a:t>
            </a:r>
            <a:r>
              <a:rPr lang="en-US" sz="1800" b="0" cap="none" dirty="0" err="1">
                <a:solidFill>
                  <a:schemeClr val="bg1"/>
                </a:solidFill>
                <a:latin typeface="+mn-lt"/>
              </a:rPr>
              <a:t>desigualdades</a:t>
            </a:r>
            <a:r>
              <a:rPr lang="en-US" sz="1800" b="0" cap="none" dirty="0">
                <a:solidFill>
                  <a:schemeClr val="bg1"/>
                </a:solidFill>
                <a:latin typeface="+mn-lt"/>
              </a:rPr>
              <a:t>  (=, ≥, ≤)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cap="none" dirty="0">
                <a:solidFill>
                  <a:schemeClr val="bg1"/>
                </a:solidFill>
                <a:latin typeface="+mn-lt"/>
              </a:rPr>
              <a:t> Lado Izquierdo (Left-hand side (LHS)): </a:t>
            </a:r>
            <a:r>
              <a:rPr lang="en-US" sz="1800" b="0" cap="none" dirty="0" err="1">
                <a:solidFill>
                  <a:schemeClr val="bg1"/>
                </a:solidFill>
                <a:latin typeface="+mn-lt"/>
              </a:rPr>
              <a:t>una</a:t>
            </a:r>
            <a:r>
              <a:rPr lang="en-US" sz="1800" b="0" cap="none" dirty="0">
                <a:solidFill>
                  <a:schemeClr val="bg1"/>
                </a:solidFill>
                <a:latin typeface="+mn-lt"/>
              </a:rPr>
              <a:t> expression lineal.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cap="none" dirty="0">
                <a:solidFill>
                  <a:schemeClr val="bg1"/>
                </a:solidFill>
                <a:latin typeface="+mn-lt"/>
              </a:rPr>
              <a:t> Lado derecho (Right-hand side (RHS)): Un </a:t>
            </a:r>
            <a:r>
              <a:rPr lang="en-US" sz="1800" b="0" cap="none" dirty="0" err="1">
                <a:solidFill>
                  <a:schemeClr val="bg1"/>
                </a:solidFill>
                <a:latin typeface="+mn-lt"/>
              </a:rPr>
              <a:t>parámetro</a:t>
            </a:r>
            <a:r>
              <a:rPr lang="en-US" sz="1800" b="0" cap="none" dirty="0">
                <a:solidFill>
                  <a:schemeClr val="bg1"/>
                </a:solidFill>
                <a:latin typeface="+mn-lt"/>
              </a:rPr>
              <a:t>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A7FFB-B578-4B2B-EE9D-E589F1856B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40592" y="6478418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ctr" defTabSz="914400" rtl="0" eaLnBrk="1" latinLnBrk="0" hangingPunct="1">
              <a:defRPr sz="1100" b="0" i="0" kern="1200">
                <a:solidFill>
                  <a:schemeClr val="bg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s-MX"/>
              <a:t>OPTIMIZACIÓN DE OPERACIONES</a:t>
            </a:r>
            <a:endParaRPr lang="es-MX" b="0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FD45008-0011-603A-8A17-05BC07612B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62690" y="6492875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294A09A9-5501-47C1-A89A-A340965A2BE2}" type="slidenum">
              <a:rPr lang="es-MX" smtClean="0"/>
              <a:pPr rtl="0"/>
              <a:t>2</a:t>
            </a:fld>
            <a:endParaRPr lang="es-MX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4637A-AEE5-7C38-A436-DBC41098321B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629900" y="6610350"/>
            <a:ext cx="1562100" cy="247650"/>
          </a:xfrm>
          <a:prstGeom prst="rect">
            <a:avLst/>
          </a:prstGeom>
        </p:spPr>
        <p:txBody>
          <a:bodyPr/>
          <a:lstStyle/>
          <a:p>
            <a:pPr rtl="0"/>
            <a:fld id="{F8C4C3F1-C50D-42BA-BA5E-A66C51260268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9">
                <a:extLst>
                  <a:ext uri="{FF2B5EF4-FFF2-40B4-BE49-F238E27FC236}">
                    <a16:creationId xmlns:a16="http://schemas.microsoft.com/office/drawing/2014/main" id="{C7692867-F482-42D1-18D9-B24082219594}"/>
                  </a:ext>
                </a:extLst>
              </p:cNvPr>
              <p:cNvSpPr/>
              <p:nvPr/>
            </p:nvSpPr>
            <p:spPr>
              <a:xfrm>
                <a:off x="8186244" y="2160087"/>
                <a:ext cx="2226955" cy="3078920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MX" sz="2400" i="1" smtClean="0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m</m:t>
                          </m:r>
                          <m:r>
                            <a:rPr lang="es-MX" sz="2400" b="0" i="1" smtClean="0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𝑎𝑥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𝑍</m:t>
                          </m:r>
                          <m:r>
                            <a:rPr lang="en-US" sz="24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𝕔</m:t>
                          </m:r>
                          <m:r>
                            <a:rPr lang="en-US" sz="24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′</m:t>
                          </m:r>
                          <m:r>
                            <a:rPr lang="en-US" sz="24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𝕩</m:t>
                          </m:r>
                        </m:e>
                      </m:func>
                    </m:oMath>
                  </m:oMathPara>
                </a14:m>
                <a:endParaRPr lang="es-MX" sz="2400" i="1" dirty="0">
                  <a:solidFill>
                    <a:srgbClr val="545454"/>
                  </a:solidFill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sz="2400" i="1" dirty="0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 Sujeto a:</a:t>
                </a:r>
                <a:endParaRPr lang="es-MX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i="1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𝔸𝕩</m:t>
                      </m:r>
                      <m:r>
                        <a:rPr lang="es-MX" sz="2400" i="1" smtClean="0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s-MX" sz="2400" i="1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𝕓</m:t>
                      </m:r>
                    </m:oMath>
                  </m:oMathPara>
                </a14:m>
                <a:endParaRPr lang="es-MX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es-MX" sz="2400" b="0" i="1" dirty="0">
                  <a:solidFill>
                    <a:srgbClr val="545454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i="1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𝕩</m:t>
                      </m:r>
                      <m:r>
                        <a:rPr lang="es-MX" sz="2400" i="1" smtClean="0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sSup>
                        <m:sSupPr>
                          <m:ctrlPr>
                            <a:rPr lang="es-MX" sz="2400" i="1" smtClean="0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MX" sz="2400" i="1" smtClean="0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ℕ</m:t>
                          </m:r>
                        </m:e>
                        <m:sup>
                          <m:r>
                            <a:rPr lang="es-MX" sz="2400" b="0" i="1" smtClean="0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</m:sup>
                      </m:sSup>
                      <m:r>
                        <a:rPr lang="es-MX" sz="2400" i="1" smtClean="0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400" b="0" i="1" smtClean="0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400" b="0" i="1" smtClean="0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e>
                      </m:d>
                      <m:r>
                        <a:rPr lang="es-MX" sz="2400" b="0" i="1" smtClean="0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MX" sz="2400" b="0" i="1" smtClean="0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𝑜</m:t>
                      </m:r>
                    </m:oMath>
                  </m:oMathPara>
                </a14:m>
                <a:endParaRPr lang="es-MX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i="1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𝕩</m:t>
                      </m:r>
                      <m:r>
                        <a:rPr lang="es-MX" sz="2400" i="1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400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400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s-MX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ángulo 9">
                <a:extLst>
                  <a:ext uri="{FF2B5EF4-FFF2-40B4-BE49-F238E27FC236}">
                    <a16:creationId xmlns:a16="http://schemas.microsoft.com/office/drawing/2014/main" id="{C7692867-F482-42D1-18D9-B240822195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6244" y="2160087"/>
                <a:ext cx="2226955" cy="3078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Marcador de círculo dibujado a mano: vector de stock (libre de regalías)  630196619 | Shutterstock">
            <a:extLst>
              <a:ext uri="{FF2B5EF4-FFF2-40B4-BE49-F238E27FC236}">
                <a16:creationId xmlns:a16="http://schemas.microsoft.com/office/drawing/2014/main" id="{C74A8C28-C091-020F-F551-0D2C604981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59" b="31578"/>
          <a:stretch/>
        </p:blipFill>
        <p:spPr bwMode="auto">
          <a:xfrm rot="5400000">
            <a:off x="8291648" y="2703847"/>
            <a:ext cx="1714325" cy="3705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552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Grp="1" noChangeArrowheads="1"/>
          </p:cNvSpPr>
          <p:nvPr>
            <p:ph idx="1"/>
          </p:nvPr>
        </p:nvSpPr>
        <p:spPr>
          <a:xfrm>
            <a:off x="1389695" y="1869145"/>
            <a:ext cx="8812140" cy="4525963"/>
          </a:xfrm>
        </p:spPr>
        <p:txBody>
          <a:bodyPr>
            <a:normAutofit/>
          </a:bodyPr>
          <a:lstStyle/>
          <a:p>
            <a:pPr eaLnBrk="1" fontAlgn="t" hangingPunct="1"/>
            <a:r>
              <a:rPr lang="en-US" sz="2000" dirty="0" err="1">
                <a:solidFill>
                  <a:schemeClr val="tx2"/>
                </a:solidFill>
              </a:rPr>
              <a:t>Modelo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Entero</a:t>
            </a:r>
            <a:r>
              <a:rPr lang="en-US" sz="2000" dirty="0">
                <a:solidFill>
                  <a:schemeClr val="tx2"/>
                </a:solidFill>
              </a:rPr>
              <a:t> Total:</a:t>
            </a:r>
          </a:p>
          <a:p>
            <a:pPr lvl="1" eaLnBrk="1" fontAlgn="t" hangingPunct="1"/>
            <a:r>
              <a:rPr lang="es-MX" sz="1800" dirty="0"/>
              <a:t>Requiere que </a:t>
            </a:r>
            <a:r>
              <a:rPr lang="es-MX" sz="1800" b="1" i="1" dirty="0"/>
              <a:t>todas las variables </a:t>
            </a:r>
            <a:r>
              <a:rPr lang="es-MX" sz="1800" dirty="0"/>
              <a:t>de decisión sean </a:t>
            </a:r>
            <a:r>
              <a:rPr lang="es-MX" sz="1800" b="1" i="1" dirty="0"/>
              <a:t>valores enteros</a:t>
            </a:r>
            <a:r>
              <a:rPr lang="en-US" sz="1800" b="1" dirty="0"/>
              <a:t>.</a:t>
            </a:r>
            <a:endParaRPr lang="en-US" sz="1800" b="1" i="1" dirty="0"/>
          </a:p>
          <a:p>
            <a:pPr eaLnBrk="1" fontAlgn="t" hangingPunct="1"/>
            <a:endParaRPr lang="en-US" sz="2000" dirty="0"/>
          </a:p>
          <a:p>
            <a:pPr eaLnBrk="1" fontAlgn="t" hangingPunct="1"/>
            <a:r>
              <a:rPr lang="en-US" sz="2000" dirty="0" err="1">
                <a:solidFill>
                  <a:schemeClr val="tx2"/>
                </a:solidFill>
              </a:rPr>
              <a:t>Modelo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Entero</a:t>
            </a:r>
            <a:r>
              <a:rPr lang="en-US" sz="2000" dirty="0">
                <a:solidFill>
                  <a:schemeClr val="tx2"/>
                </a:solidFill>
              </a:rPr>
              <a:t> 0-1:</a:t>
            </a:r>
          </a:p>
          <a:p>
            <a:pPr lvl="1" eaLnBrk="1" fontAlgn="t" hangingPunct="1"/>
            <a:r>
              <a:rPr lang="en-US" sz="1800" b="1" i="1" dirty="0" err="1"/>
              <a:t>Todas</a:t>
            </a:r>
            <a:r>
              <a:rPr lang="en-US" sz="1800" dirty="0"/>
              <a:t> la variables de </a:t>
            </a:r>
            <a:r>
              <a:rPr lang="en-US" sz="1800" dirty="0" err="1"/>
              <a:t>decisión</a:t>
            </a:r>
            <a:r>
              <a:rPr lang="en-US" sz="1800" dirty="0"/>
              <a:t> </a:t>
            </a:r>
            <a:r>
              <a:rPr lang="en-US" sz="1800" dirty="0" err="1"/>
              <a:t>deben</a:t>
            </a:r>
            <a:r>
              <a:rPr lang="en-US" sz="1800" dirty="0"/>
              <a:t> ser </a:t>
            </a:r>
            <a:r>
              <a:rPr lang="en-US" sz="1800" dirty="0" err="1"/>
              <a:t>valores</a:t>
            </a:r>
            <a:r>
              <a:rPr lang="en-US" sz="1800" dirty="0"/>
              <a:t> </a:t>
            </a:r>
            <a:r>
              <a:rPr lang="en-US" sz="1800" b="1" i="1" dirty="0" err="1"/>
              <a:t>enteros</a:t>
            </a:r>
            <a:r>
              <a:rPr lang="en-US" sz="1800" b="1" i="1" dirty="0"/>
              <a:t> de cero o uno </a:t>
            </a:r>
            <a:r>
              <a:rPr lang="en-US" sz="1800" dirty="0"/>
              <a:t>{0,1}</a:t>
            </a:r>
          </a:p>
          <a:p>
            <a:pPr eaLnBrk="1" fontAlgn="t" hangingPunct="1"/>
            <a:endParaRPr lang="en-US" sz="2000" dirty="0"/>
          </a:p>
          <a:p>
            <a:pPr eaLnBrk="1" fontAlgn="t" hangingPunct="1"/>
            <a:r>
              <a:rPr lang="en-US" sz="2000" dirty="0" err="1">
                <a:solidFill>
                  <a:schemeClr val="tx2"/>
                </a:solidFill>
              </a:rPr>
              <a:t>Modelo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Entero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Mixto</a:t>
            </a:r>
            <a:r>
              <a:rPr lang="en-US" sz="2000" dirty="0">
                <a:solidFill>
                  <a:schemeClr val="tx2"/>
                </a:solidFill>
              </a:rPr>
              <a:t>: </a:t>
            </a:r>
          </a:p>
          <a:p>
            <a:pPr lvl="1" eaLnBrk="1" fontAlgn="auto" hangingPunct="1"/>
            <a:r>
              <a:rPr lang="es-MX" sz="1800" b="1" i="1" dirty="0"/>
              <a:t>Algunas </a:t>
            </a:r>
            <a:r>
              <a:rPr lang="es-MX" sz="1800" dirty="0"/>
              <a:t>de las variables de decisión, no todas,</a:t>
            </a:r>
            <a:r>
              <a:rPr lang="es-MX" sz="1800" i="1" dirty="0"/>
              <a:t> </a:t>
            </a:r>
            <a:r>
              <a:rPr lang="es-MX" sz="1800" b="1" i="1" dirty="0"/>
              <a:t>requieren </a:t>
            </a:r>
            <a:r>
              <a:rPr lang="es-MX" sz="1800" dirty="0"/>
              <a:t>tener</a:t>
            </a:r>
            <a:r>
              <a:rPr lang="es-MX" sz="1800" i="1" dirty="0"/>
              <a:t> </a:t>
            </a:r>
            <a:r>
              <a:rPr lang="es-MX" sz="1800" b="1" i="1" dirty="0"/>
              <a:t>valores enteros.</a:t>
            </a:r>
          </a:p>
          <a:p>
            <a:pPr lvl="1" eaLnBrk="1" fontAlgn="auto" hangingPunct="1"/>
            <a:endParaRPr lang="es-MX" sz="1800" b="1" i="1" dirty="0"/>
          </a:p>
          <a:p>
            <a:r>
              <a:rPr lang="en-US" sz="2000" dirty="0" err="1">
                <a:solidFill>
                  <a:schemeClr val="tx2"/>
                </a:solidFill>
              </a:rPr>
              <a:t>Modelo</a:t>
            </a:r>
            <a:r>
              <a:rPr lang="en-US" sz="2000" dirty="0">
                <a:solidFill>
                  <a:schemeClr val="tx2"/>
                </a:solidFill>
              </a:rPr>
              <a:t> Lineal </a:t>
            </a:r>
            <a:r>
              <a:rPr lang="en-US" sz="2000" dirty="0" err="1">
                <a:solidFill>
                  <a:schemeClr val="tx2"/>
                </a:solidFill>
              </a:rPr>
              <a:t>Entero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Mixto</a:t>
            </a:r>
            <a:r>
              <a:rPr lang="en-US" sz="2000" dirty="0">
                <a:solidFill>
                  <a:schemeClr val="tx2"/>
                </a:solidFill>
              </a:rPr>
              <a:t> (MIP): </a:t>
            </a:r>
          </a:p>
          <a:p>
            <a:pPr lvl="1"/>
            <a:r>
              <a:rPr lang="en-US" sz="1800" dirty="0"/>
              <a:t>Es un </a:t>
            </a:r>
            <a:r>
              <a:rPr lang="en-US" sz="1800" b="1" i="1" dirty="0" err="1"/>
              <a:t>modelo</a:t>
            </a:r>
            <a:r>
              <a:rPr lang="en-US" sz="1800" b="1" i="1" dirty="0"/>
              <a:t> </a:t>
            </a:r>
            <a:r>
              <a:rPr lang="en-US" sz="1800" b="1" i="1" dirty="0" err="1"/>
              <a:t>entero</a:t>
            </a:r>
            <a:r>
              <a:rPr lang="en-US" sz="1800" b="1" i="1" dirty="0"/>
              <a:t> </a:t>
            </a:r>
            <a:r>
              <a:rPr lang="en-US" sz="1800" b="1" i="1" dirty="0" err="1"/>
              <a:t>mixto</a:t>
            </a:r>
            <a:r>
              <a:rPr lang="en-US" sz="1800" b="1" i="1" dirty="0"/>
              <a:t> </a:t>
            </a:r>
            <a:r>
              <a:rPr lang="en-US" sz="1800" dirty="0"/>
              <a:t>con </a:t>
            </a:r>
            <a:r>
              <a:rPr lang="en-US" sz="1800" b="1" i="1" dirty="0" err="1"/>
              <a:t>expresiones</a:t>
            </a:r>
            <a:r>
              <a:rPr lang="en-US" sz="1800" b="1" i="1" dirty="0"/>
              <a:t> </a:t>
            </a:r>
            <a:r>
              <a:rPr lang="en-US" sz="1800" b="1" i="1" dirty="0" err="1"/>
              <a:t>lineales</a:t>
            </a:r>
            <a:r>
              <a:rPr lang="en-US" sz="1800" b="1" i="1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la </a:t>
            </a:r>
            <a:r>
              <a:rPr lang="en-US" sz="1800" dirty="0" err="1"/>
              <a:t>función</a:t>
            </a:r>
            <a:r>
              <a:rPr lang="en-US" sz="1800" dirty="0"/>
              <a:t> </a:t>
            </a:r>
            <a:r>
              <a:rPr lang="en-US" sz="1800" dirty="0" err="1"/>
              <a:t>objetivo</a:t>
            </a:r>
            <a:r>
              <a:rPr lang="en-US" sz="1800" dirty="0"/>
              <a:t> y </a:t>
            </a:r>
            <a:r>
              <a:rPr lang="en-US" sz="1800" dirty="0" err="1"/>
              <a:t>en</a:t>
            </a:r>
            <a:r>
              <a:rPr lang="en-US" sz="1800" dirty="0"/>
              <a:t> las </a:t>
            </a:r>
            <a:r>
              <a:rPr lang="en-US" sz="1800" dirty="0" err="1"/>
              <a:t>restricciones</a:t>
            </a:r>
            <a:r>
              <a:rPr lang="en-US" sz="1800" dirty="0"/>
              <a:t>.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Tipos de modelos de programación entera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28682" y="2446040"/>
            <a:ext cx="7680489" cy="3680127"/>
          </a:xfrm>
        </p:spPr>
        <p:txBody>
          <a:bodyPr>
            <a:noAutofit/>
          </a:bodyPr>
          <a:lstStyle/>
          <a:p>
            <a:pPr lvl="0"/>
            <a:r>
              <a:rPr lang="es-MX" sz="1800" dirty="0"/>
              <a:t>Problema de la mochila</a:t>
            </a:r>
          </a:p>
          <a:p>
            <a:pPr lvl="0"/>
            <a:r>
              <a:rPr lang="es-MX" sz="1800" dirty="0"/>
              <a:t>Problemas de selección de proyectos (análisis de inversión)</a:t>
            </a:r>
          </a:p>
          <a:p>
            <a:pPr lvl="0"/>
            <a:r>
              <a:rPr lang="es-MX" sz="1800" dirty="0"/>
              <a:t>Problemas de asignación</a:t>
            </a:r>
          </a:p>
          <a:p>
            <a:r>
              <a:rPr lang="es-MX" sz="1800" dirty="0"/>
              <a:t>Problema de cargo fijo: localización de plantas</a:t>
            </a:r>
          </a:p>
          <a:p>
            <a:pPr lvl="0"/>
            <a:r>
              <a:rPr lang="es-MX" sz="1800" dirty="0"/>
              <a:t>Problema de cubrimiento de conjuntos (set </a:t>
            </a:r>
            <a:r>
              <a:rPr lang="es-MX" sz="1800" dirty="0" err="1"/>
              <a:t>covering</a:t>
            </a:r>
            <a:r>
              <a:rPr lang="es-MX" sz="1800" dirty="0"/>
              <a:t> </a:t>
            </a:r>
            <a:r>
              <a:rPr lang="es-MX" sz="1800" dirty="0" err="1"/>
              <a:t>problem</a:t>
            </a:r>
            <a:r>
              <a:rPr lang="es-MX" sz="1800" dirty="0"/>
              <a:t>)</a:t>
            </a:r>
          </a:p>
          <a:p>
            <a:pPr lvl="0"/>
            <a:r>
              <a:rPr lang="es-MX" sz="1800" dirty="0"/>
              <a:t>Problemas de secuenciación (con restricciones condicionales </a:t>
            </a:r>
            <a:r>
              <a:rPr lang="es-MX" sz="1800" dirty="0" err="1"/>
              <a:t>if</a:t>
            </a:r>
            <a:r>
              <a:rPr lang="es-MX" sz="1800" dirty="0"/>
              <a:t> – </a:t>
            </a:r>
            <a:r>
              <a:rPr lang="es-MX" sz="1800" dirty="0" err="1"/>
              <a:t>then</a:t>
            </a:r>
            <a:r>
              <a:rPr lang="es-MX" sz="1800" dirty="0"/>
              <a:t>)</a:t>
            </a:r>
          </a:p>
          <a:p>
            <a:pPr lvl="0"/>
            <a:r>
              <a:rPr lang="es-MX" sz="1800" dirty="0"/>
              <a:t>Problema de redes:</a:t>
            </a:r>
          </a:p>
          <a:p>
            <a:pPr lvl="1"/>
            <a:r>
              <a:rPr lang="es-MX" sz="1600" dirty="0"/>
              <a:t>Agente viajero (TSP: </a:t>
            </a:r>
            <a:r>
              <a:rPr lang="es-MX" sz="1600" dirty="0" err="1"/>
              <a:t>Traveling</a:t>
            </a:r>
            <a:r>
              <a:rPr lang="es-MX" sz="1600" dirty="0"/>
              <a:t> </a:t>
            </a:r>
            <a:r>
              <a:rPr lang="es-MX" sz="1600" dirty="0" err="1"/>
              <a:t>salesman</a:t>
            </a:r>
            <a:r>
              <a:rPr lang="es-MX" sz="1600" dirty="0"/>
              <a:t> </a:t>
            </a:r>
            <a:r>
              <a:rPr lang="es-MX" sz="1600" dirty="0" err="1"/>
              <a:t>problem</a:t>
            </a:r>
            <a:r>
              <a:rPr lang="es-MX" sz="1600" dirty="0"/>
              <a:t>)</a:t>
            </a:r>
          </a:p>
          <a:p>
            <a:pPr lvl="1"/>
            <a:r>
              <a:rPr lang="es-MX" sz="1600" dirty="0"/>
              <a:t>Ruta más corta (SPP)</a:t>
            </a:r>
          </a:p>
          <a:p>
            <a:pPr lvl="1"/>
            <a:r>
              <a:rPr lang="es-MX" sz="1600" dirty="0"/>
              <a:t>Localización de instalaciones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2564700" y="280666"/>
            <a:ext cx="6627644" cy="2742287"/>
            <a:chOff x="3193976" y="1988840"/>
            <a:chExt cx="5832648" cy="2191375"/>
          </a:xfrm>
        </p:grpSpPr>
        <p:graphicFrame>
          <p:nvGraphicFramePr>
            <p:cNvPr id="5" name="Diagrama 4"/>
            <p:cNvGraphicFramePr/>
            <p:nvPr/>
          </p:nvGraphicFramePr>
          <p:xfrm>
            <a:off x="3215680" y="1988840"/>
            <a:ext cx="5810944" cy="7531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6" name="Diagrama 5"/>
            <p:cNvGraphicFramePr/>
            <p:nvPr>
              <p:extLst>
                <p:ext uri="{D42A27DB-BD31-4B8C-83A1-F6EECF244321}">
                  <p14:modId xmlns:p14="http://schemas.microsoft.com/office/powerpoint/2010/main" val="1197669043"/>
                </p:ext>
              </p:extLst>
            </p:nvPr>
          </p:nvGraphicFramePr>
          <p:xfrm>
            <a:off x="3193976" y="2365391"/>
            <a:ext cx="5832648" cy="181482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215680" y="1988840"/>
            <a:ext cx="6192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15680" y="3208040"/>
            <a:ext cx="61926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215680" y="4646315"/>
            <a:ext cx="61926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Llamada de flecha a la derecha 10"/>
          <p:cNvSpPr/>
          <p:nvPr/>
        </p:nvSpPr>
        <p:spPr>
          <a:xfrm>
            <a:off x="191345" y="2770981"/>
            <a:ext cx="2937338" cy="2000548"/>
          </a:xfrm>
          <a:prstGeom prst="rightArrowCallou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r"/>
            <a:endParaRPr lang="es-MX" sz="2000" b="1" dirty="0">
              <a:solidFill>
                <a:srgbClr val="7030A0"/>
              </a:solidFill>
            </a:endParaRPr>
          </a:p>
          <a:p>
            <a:pPr algn="r"/>
            <a:r>
              <a:rPr lang="es-MX" sz="2000" b="1" dirty="0">
                <a:solidFill>
                  <a:srgbClr val="7030A0"/>
                </a:solidFill>
              </a:rPr>
              <a:t>Problemas típicos de Programación Entera</a:t>
            </a:r>
          </a:p>
          <a:p>
            <a:pPr algn="r"/>
            <a:endParaRPr lang="es-MX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727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Grp="1" noChangeArrowheads="1"/>
          </p:cNvSpPr>
          <p:nvPr>
            <p:ph idx="1"/>
          </p:nvPr>
        </p:nvSpPr>
        <p:spPr>
          <a:xfrm>
            <a:off x="968354" y="1600204"/>
            <a:ext cx="8559132" cy="4525963"/>
          </a:xfrm>
        </p:spPr>
        <p:txBody>
          <a:bodyPr>
            <a:normAutofit/>
          </a:bodyPr>
          <a:lstStyle/>
          <a:p>
            <a:pPr eaLnBrk="1" fontAlgn="t" hangingPunct="1"/>
            <a:r>
              <a:rPr lang="es-ES" sz="1800" dirty="0"/>
              <a:t>El dueño de un taller mecánico planea conseguir nuevas prensas y tornos para expandir su negocio.</a:t>
            </a:r>
          </a:p>
          <a:p>
            <a:pPr eaLnBrk="1" fontAlgn="t" hangingPunct="1"/>
            <a:r>
              <a:rPr lang="es-ES" sz="1800" dirty="0"/>
              <a:t>Rentabilidad marginal estimada: </a:t>
            </a:r>
          </a:p>
          <a:p>
            <a:pPr lvl="1" eaLnBrk="1" fontAlgn="t" hangingPunct="1"/>
            <a:r>
              <a:rPr lang="es-ES" sz="1600" dirty="0"/>
              <a:t>$ 100 por prensa por día, $ 150 por torno por día .</a:t>
            </a:r>
          </a:p>
          <a:p>
            <a:pPr eaLnBrk="1" fontAlgn="t" hangingPunct="1"/>
            <a:r>
              <a:rPr lang="es-ES" sz="1800" dirty="0"/>
              <a:t>Limitaciones de recursos: </a:t>
            </a:r>
          </a:p>
          <a:p>
            <a:pPr lvl="1" eaLnBrk="1" fontAlgn="t" hangingPunct="1"/>
            <a:r>
              <a:rPr lang="es-ES" sz="1600" dirty="0"/>
              <a:t>Presupuesto de $ 40,000, espacio en piso de 200 pies cuadrados.</a:t>
            </a:r>
          </a:p>
          <a:p>
            <a:pPr eaLnBrk="1" fontAlgn="t" hangingPunct="1"/>
            <a:r>
              <a:rPr lang="es-ES" sz="1800" dirty="0"/>
              <a:t>Precios de compra de las máquinas y requerimientos de espacio: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Un modelo entero total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241719"/>
              </p:ext>
            </p:extLst>
          </p:nvPr>
        </p:nvGraphicFramePr>
        <p:xfrm>
          <a:off x="2664514" y="4494998"/>
          <a:ext cx="4843191" cy="1631169"/>
        </p:xfrm>
        <a:graphic>
          <a:graphicData uri="http://schemas.openxmlformats.org/drawingml/2006/table">
            <a:tbl>
              <a:tblPr/>
              <a:tblGrid>
                <a:gridCol w="1120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98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800" b="1" noProof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Maquina</a:t>
                      </a:r>
                      <a:endParaRPr lang="es-MX" sz="700" noProof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0623" marR="606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800" b="1" noProof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Requerimiento</a:t>
                      </a:r>
                      <a:r>
                        <a:rPr lang="es-MX" sz="1800" b="1" baseline="0" noProof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 de </a:t>
                      </a:r>
                      <a:endParaRPr lang="es-MX" sz="700" noProof="0">
                        <a:latin typeface="+mn-lt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800" b="1" noProof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espacio</a:t>
                      </a:r>
                      <a:r>
                        <a:rPr lang="es-MX" sz="1800" b="1" baseline="0" noProof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 en piso</a:t>
                      </a:r>
                      <a:r>
                        <a:rPr lang="es-MX" sz="1800" b="1" noProof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(ft.</a:t>
                      </a:r>
                      <a:r>
                        <a:rPr lang="es-MX" sz="1800" b="1" baseline="30000" noProof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2</a:t>
                      </a:r>
                      <a:r>
                        <a:rPr lang="es-MX" sz="1800" b="1" noProof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)</a:t>
                      </a:r>
                      <a:endParaRPr lang="es-MX" sz="700" noProof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0623" marR="606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60170" algn="dec"/>
                          <a:tab pos="1751965" algn="dec"/>
                        </a:tabLst>
                      </a:pPr>
                      <a:r>
                        <a:rPr lang="es-MX" sz="1800" b="1" noProof="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Precio</a:t>
                      </a:r>
                      <a:r>
                        <a:rPr lang="es-MX" sz="1800" b="1" baseline="0" noProof="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 de compra</a:t>
                      </a:r>
                      <a:endParaRPr lang="es-MX" sz="700" noProof="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0623" marR="606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3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800" b="1" noProof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Prensa</a:t>
                      </a:r>
                      <a:endParaRPr lang="es-MX" sz="700" noProof="0">
                        <a:latin typeface="+mn-lt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800" b="1" noProof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Torno</a:t>
                      </a:r>
                      <a:endParaRPr lang="es-MX" sz="700" noProof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0623" marR="606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800" b="1" noProof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15</a:t>
                      </a:r>
                      <a:endParaRPr lang="es-MX" sz="700" noProof="0">
                        <a:latin typeface="+mn-lt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800" b="1" noProof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30</a:t>
                      </a:r>
                      <a:endParaRPr lang="es-MX" sz="700" noProof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0623" marR="606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360170" algn="dec"/>
                        </a:tabLst>
                      </a:pPr>
                      <a:r>
                        <a:rPr lang="es-MX" sz="1800" b="1" noProof="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$8,000</a:t>
                      </a:r>
                      <a:endParaRPr lang="es-MX" sz="700" noProof="0" dirty="0">
                        <a:latin typeface="+mn-lt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1360170" algn="dec"/>
                        </a:tabLst>
                      </a:pPr>
                      <a:r>
                        <a:rPr lang="es-MX" sz="1800" b="1" noProof="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Arial"/>
                        </a:rPr>
                        <a:t>$4,000</a:t>
                      </a:r>
                      <a:endParaRPr lang="es-MX" sz="700" noProof="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0623" marR="606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sz="2000" b="1" dirty="0"/>
              <a:t>Variables de decisión :</a:t>
            </a:r>
          </a:p>
          <a:p>
            <a:pPr>
              <a:buFont typeface="Wingdings" pitchFamily="2" charset="2"/>
              <a:buNone/>
            </a:pPr>
            <a:r>
              <a:rPr lang="es-MX" sz="2000" dirty="0"/>
              <a:t>		x</a:t>
            </a:r>
            <a:r>
              <a:rPr lang="es-MX" sz="2000" baseline="-25000" dirty="0"/>
              <a:t>1</a:t>
            </a:r>
            <a:r>
              <a:rPr lang="es-MX" sz="2000" dirty="0"/>
              <a:t> = Número de prensas</a:t>
            </a:r>
          </a:p>
          <a:p>
            <a:pPr>
              <a:buFont typeface="Wingdings" pitchFamily="2" charset="2"/>
              <a:buNone/>
            </a:pPr>
            <a:r>
              <a:rPr lang="es-MX" sz="2000" dirty="0"/>
              <a:t>		x</a:t>
            </a:r>
            <a:r>
              <a:rPr lang="es-MX" sz="2000" baseline="-25000" dirty="0"/>
              <a:t>2</a:t>
            </a:r>
            <a:r>
              <a:rPr lang="es-MX" sz="2000" dirty="0"/>
              <a:t> = Número de tornos</a:t>
            </a:r>
          </a:p>
          <a:p>
            <a:pPr>
              <a:spcBef>
                <a:spcPts val="2400"/>
              </a:spcBef>
            </a:pPr>
            <a:r>
              <a:rPr lang="es-MX" sz="2000" b="1" dirty="0"/>
              <a:t>Función objetivo:</a:t>
            </a:r>
            <a:r>
              <a:rPr lang="es-MX" sz="2000" dirty="0"/>
              <a:t> </a:t>
            </a:r>
          </a:p>
          <a:p>
            <a:pPr>
              <a:buFont typeface="Wingdings" pitchFamily="2" charset="2"/>
              <a:buNone/>
            </a:pPr>
            <a:r>
              <a:rPr lang="es-MX" sz="2000" dirty="0"/>
              <a:t>			Maximizar Z = $ 100x</a:t>
            </a:r>
            <a:r>
              <a:rPr lang="es-MX" sz="2000" baseline="-25000" dirty="0"/>
              <a:t>1</a:t>
            </a:r>
            <a:r>
              <a:rPr lang="es-MX" sz="2000" dirty="0"/>
              <a:t> + $ 150x</a:t>
            </a:r>
            <a:r>
              <a:rPr lang="es-MX" sz="2000" baseline="-25000" dirty="0"/>
              <a:t>2</a:t>
            </a:r>
            <a:endParaRPr lang="es-MX" sz="2000" dirty="0"/>
          </a:p>
          <a:p>
            <a:pPr>
              <a:spcBef>
                <a:spcPts val="2400"/>
              </a:spcBef>
            </a:pPr>
            <a:r>
              <a:rPr lang="es-MX" sz="2000" b="1" dirty="0"/>
              <a:t>Restricciones :</a:t>
            </a:r>
          </a:p>
          <a:p>
            <a:pPr>
              <a:spcBef>
                <a:spcPct val="35000"/>
              </a:spcBef>
            </a:pPr>
            <a:endParaRPr lang="es-MX" sz="2000" b="1" dirty="0"/>
          </a:p>
          <a:p>
            <a:pPr>
              <a:spcBef>
                <a:spcPct val="35000"/>
              </a:spcBef>
            </a:pPr>
            <a:endParaRPr lang="es-MX" sz="2000" b="1" dirty="0"/>
          </a:p>
          <a:p>
            <a:pPr>
              <a:spcBef>
                <a:spcPct val="35000"/>
              </a:spcBef>
            </a:pPr>
            <a:endParaRPr lang="es-MX" sz="2000" b="1" dirty="0"/>
          </a:p>
          <a:p>
            <a:pPr>
              <a:spcBef>
                <a:spcPct val="35000"/>
              </a:spcBef>
            </a:pPr>
            <a:endParaRPr lang="es-MX" sz="2000" dirty="0"/>
          </a:p>
          <a:p>
            <a:pPr>
              <a:spcBef>
                <a:spcPct val="35000"/>
              </a:spcBef>
            </a:pPr>
            <a:r>
              <a:rPr lang="es-MX" sz="2000" dirty="0"/>
              <a:t>En este caso es necesario obtener un resultado tal que ambas variables de decisión sean números enteros, ya que no es posible comprar fracciones de máquinas.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Un modelo entero total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31802"/>
              </p:ext>
            </p:extLst>
          </p:nvPr>
        </p:nvGraphicFramePr>
        <p:xfrm>
          <a:off x="2257711" y="4077072"/>
          <a:ext cx="7676578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51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4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$8000x</a:t>
                      </a:r>
                      <a:r>
                        <a:rPr lang="en-US" sz="2000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 + $4000x</a:t>
                      </a:r>
                      <a:r>
                        <a:rPr lang="en-US" sz="2000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Arial"/>
                          <a:cs typeface="Arial"/>
                          <a:sym typeface="Symbol" pitchFamily="18" charset="2"/>
                        </a:rPr>
                        <a:t>≤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$40,000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15x</a:t>
                      </a:r>
                      <a:r>
                        <a:rPr lang="en-US" sz="2000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 + 30x</a:t>
                      </a:r>
                      <a:r>
                        <a:rPr lang="en-US" sz="2000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≤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200 ft</a:t>
                      </a:r>
                      <a:r>
                        <a:rPr lang="en-US" sz="2000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000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, x</a:t>
                      </a:r>
                      <a:r>
                        <a:rPr lang="en-US" sz="2000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Arial"/>
                          <a:cs typeface="Arial"/>
                          <a:sym typeface="Symbol"/>
                        </a:rPr>
                        <a:t>≥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2000" b="0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0 y Entero</a:t>
                      </a:r>
                      <a:endParaRPr lang="en-US" sz="2000" b="0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Grp="1" noChangeArrowheads="1"/>
          </p:cNvSpPr>
          <p:nvPr>
            <p:ph idx="1"/>
          </p:nvPr>
        </p:nvSpPr>
        <p:spPr>
          <a:xfrm>
            <a:off x="968354" y="1600204"/>
            <a:ext cx="9269340" cy="4525963"/>
          </a:xfrm>
        </p:spPr>
        <p:txBody>
          <a:bodyPr/>
          <a:lstStyle/>
          <a:p>
            <a:pPr eaLnBrk="1" fontAlgn="t" hangingPunct="1"/>
            <a:r>
              <a:rPr lang="es-ES" sz="2000" dirty="0"/>
              <a:t>Un gobierno municipal debe decidir que instalaciones construir para beneficio de sus residentes y maximizar su utilización.</a:t>
            </a:r>
          </a:p>
          <a:p>
            <a:pPr eaLnBrk="1" fontAlgn="t" hangingPunct="1"/>
            <a:r>
              <a:rPr lang="es-ES" sz="2000" dirty="0"/>
              <a:t>Las propuestas incluyen una alberca, una cancha de tenis, un campo de atletismo y un gimnasio.</a:t>
            </a:r>
          </a:p>
          <a:p>
            <a:pPr eaLnBrk="1" fontAlgn="t" hangingPunct="1"/>
            <a:r>
              <a:rPr lang="es-ES" sz="2000" dirty="0"/>
              <a:t>Restricciones de recursos: Presupuesto de $ 120,000; disponibilidad de 12 hectáreas de terreno.</a:t>
            </a:r>
          </a:p>
          <a:p>
            <a:pPr eaLnBrk="1" fontAlgn="t" hangingPunct="1"/>
            <a:r>
              <a:rPr lang="es-ES" sz="2000" dirty="0"/>
              <a:t>La piscina y la cancha de tenis tendrían que ser construidas en la misma parcela de terreno, por lo tanto, sólo es posible construir una o la otra.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Un modelo entero 0-1 (Variables binarias)</a:t>
            </a:r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2070895" y="4353322"/>
          <a:ext cx="8050213" cy="253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982323" imgH="2830606" progId="Word.Document.8">
                  <p:embed/>
                </p:oleObj>
              </mc:Choice>
              <mc:Fallback>
                <p:oleObj name="Document" r:id="rId2" imgW="8982323" imgH="2830606" progId="Word.Document.8">
                  <p:embed/>
                  <p:pic>
                    <p:nvPicPr>
                      <p:cNvPr id="2457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895" y="4353322"/>
                        <a:ext cx="8050213" cy="2532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219" name="Rectangle 8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68354" y="1600204"/>
                <a:ext cx="9816187" cy="474680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s-MX" sz="1800" b="1" dirty="0"/>
                  <a:t>Variables de decisión :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s-MX" sz="1800" dirty="0"/>
                  <a:t>		x</a:t>
                </a:r>
                <a:r>
                  <a:rPr lang="es-MX" sz="1800" baseline="-25000" dirty="0"/>
                  <a:t>1</a:t>
                </a:r>
                <a:r>
                  <a:rPr lang="es-MX" sz="18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MX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MX" sz="1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m:rPr>
                                  <m:sty m:val="p"/>
                                  <m:brk m:alnAt="7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construye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la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alberca</m:t>
                              </m:r>
                            </m:e>
                          </m:mr>
                          <m:mr>
                            <m:e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de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otro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modo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                    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s-MX" sz="1800" dirty="0"/>
              </a:p>
              <a:p>
                <a:pPr>
                  <a:buFont typeface="Wingdings" pitchFamily="2" charset="2"/>
                  <a:buNone/>
                </a:pPr>
                <a:r>
                  <a:rPr lang="es-MX" sz="1800" dirty="0"/>
                  <a:t>		x</a:t>
                </a:r>
                <a:r>
                  <a:rPr lang="es-MX" sz="1800" baseline="-25000" dirty="0"/>
                  <a:t>2</a:t>
                </a:r>
                <a:r>
                  <a:rPr lang="es-MX" sz="18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MX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MX" sz="1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  <m:brk m:alnAt="7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construye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la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cancha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de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tenis</m:t>
                              </m:r>
                            </m:e>
                          </m:mr>
                          <m:mr>
                            <m:e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de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otro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modo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                     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                </m:t>
                              </m:r>
                            </m:e>
                          </m:mr>
                        </m:m>
                      </m:e>
                    </m:d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MX" sz="1800" dirty="0"/>
              </a:p>
              <a:p>
                <a:pPr>
                  <a:buFont typeface="Wingdings" pitchFamily="2" charset="2"/>
                  <a:buNone/>
                </a:pPr>
                <a:r>
                  <a:rPr lang="es-MX" sz="1800" dirty="0"/>
                  <a:t>		x</a:t>
                </a:r>
                <a:r>
                  <a:rPr lang="es-MX" sz="1800" baseline="-25000" dirty="0"/>
                  <a:t>3</a:t>
                </a:r>
                <a:r>
                  <a:rPr lang="es-MX" sz="18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MX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MX" sz="1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  <m:brk m:alnAt="7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construye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el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campo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de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atletismo</m:t>
                              </m:r>
                            </m:e>
                          </m:mr>
                          <m:mr>
                            <m:e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de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otro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modo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s-MX" sz="1800" dirty="0"/>
              </a:p>
              <a:p>
                <a:pPr>
                  <a:buNone/>
                </a:pPr>
                <a:r>
                  <a:rPr lang="es-MX" sz="1800" dirty="0"/>
                  <a:t>		x</a:t>
                </a:r>
                <a:r>
                  <a:rPr lang="es-MX" sz="1800" baseline="-25000" dirty="0"/>
                  <a:t>4</a:t>
                </a:r>
                <a:r>
                  <a:rPr lang="es-MX" sz="18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MX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MX" sz="1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  <m:brk m:alnAt="7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construye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el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gimnasio</m:t>
                              </m:r>
                            </m:e>
                          </m:mr>
                          <m:mr>
                            <m:e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de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otro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modo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                    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s-MX" sz="1800" dirty="0"/>
              </a:p>
              <a:p>
                <a:pPr>
                  <a:buNone/>
                </a:pPr>
                <a:endParaRPr lang="es-MX" sz="1800" dirty="0"/>
              </a:p>
              <a:p>
                <a:pPr>
                  <a:spcBef>
                    <a:spcPts val="1200"/>
                  </a:spcBef>
                </a:pPr>
                <a:r>
                  <a:rPr lang="es-MX" sz="1800" b="1" dirty="0"/>
                  <a:t>Función objetivo:</a:t>
                </a:r>
                <a:r>
                  <a:rPr lang="es-MX" sz="1800" dirty="0"/>
                  <a:t> </a:t>
                </a:r>
              </a:p>
              <a:p>
                <a:pPr>
                  <a:buNone/>
                </a:pPr>
                <a:r>
                  <a:rPr lang="es-MX" sz="1800" dirty="0"/>
                  <a:t>			Maximizar Z = 300x</a:t>
                </a:r>
                <a:r>
                  <a:rPr lang="es-MX" sz="1800" baseline="-25000" dirty="0"/>
                  <a:t>1</a:t>
                </a:r>
                <a:r>
                  <a:rPr lang="es-MX" sz="1800" dirty="0"/>
                  <a:t> + 90x</a:t>
                </a:r>
                <a:r>
                  <a:rPr lang="es-MX" sz="1800" baseline="-25000" dirty="0"/>
                  <a:t>2</a:t>
                </a:r>
                <a:r>
                  <a:rPr lang="es-MX" sz="1800" dirty="0"/>
                  <a:t> + 400x</a:t>
                </a:r>
                <a:r>
                  <a:rPr lang="es-MX" sz="1800" baseline="-25000" dirty="0"/>
                  <a:t>3</a:t>
                </a:r>
                <a:r>
                  <a:rPr lang="es-MX" sz="1800" dirty="0"/>
                  <a:t> + 150x</a:t>
                </a:r>
                <a:r>
                  <a:rPr lang="es-MX" sz="1800" baseline="-25000" dirty="0"/>
                  <a:t>4</a:t>
                </a:r>
                <a:endParaRPr lang="es-MX" sz="1800" dirty="0"/>
              </a:p>
              <a:p>
                <a:pPr>
                  <a:spcBef>
                    <a:spcPts val="1200"/>
                  </a:spcBef>
                </a:pPr>
                <a:r>
                  <a:rPr lang="es-MX" sz="1800" b="1" dirty="0"/>
                  <a:t>Restricciones :</a:t>
                </a:r>
              </a:p>
              <a:p>
                <a:pPr>
                  <a:spcBef>
                    <a:spcPct val="35000"/>
                  </a:spcBef>
                </a:pPr>
                <a:endParaRPr lang="es-MX" sz="1800" b="1" dirty="0"/>
              </a:p>
              <a:p>
                <a:pPr>
                  <a:spcBef>
                    <a:spcPct val="35000"/>
                  </a:spcBef>
                </a:pPr>
                <a:endParaRPr lang="es-MX" sz="1800" b="1" dirty="0"/>
              </a:p>
              <a:p>
                <a:pPr>
                  <a:spcBef>
                    <a:spcPct val="35000"/>
                  </a:spcBef>
                </a:pPr>
                <a:endParaRPr lang="es-MX" sz="1800" b="1" dirty="0"/>
              </a:p>
              <a:p>
                <a:pPr>
                  <a:spcBef>
                    <a:spcPct val="35000"/>
                  </a:spcBef>
                </a:pPr>
                <a:endParaRPr lang="es-MX" sz="1800" dirty="0"/>
              </a:p>
              <a:p>
                <a:pPr>
                  <a:spcBef>
                    <a:spcPct val="35000"/>
                  </a:spcBef>
                </a:pPr>
                <a:endParaRPr lang="es-MX" sz="1800" dirty="0"/>
              </a:p>
              <a:p>
                <a:pPr>
                  <a:spcBef>
                    <a:spcPct val="35000"/>
                  </a:spcBef>
                </a:pPr>
                <a:endParaRPr lang="es-MX" sz="1800" dirty="0"/>
              </a:p>
              <a:p>
                <a:pPr>
                  <a:spcBef>
                    <a:spcPct val="35000"/>
                  </a:spcBef>
                </a:pPr>
                <a:r>
                  <a:rPr lang="es-MX" sz="1800" dirty="0"/>
                  <a:t>En este caso los únicos valores válidos son 1 ó 0 ya que o se construye la instalación (1), o no se construye (0); y no se construye más de una de cada una de ellas. </a:t>
                </a:r>
              </a:p>
            </p:txBody>
          </p:sp>
        </mc:Choice>
        <mc:Fallback>
          <p:sp>
            <p:nvSpPr>
              <p:cNvPr id="9219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8354" y="1600204"/>
                <a:ext cx="9816187" cy="4746808"/>
              </a:xfrm>
              <a:blipFill>
                <a:blip r:embed="rId2"/>
                <a:stretch>
                  <a:fillRect l="-62" t="-16967" r="-373" b="-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Un modelo entero 0-1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806096"/>
              </p:ext>
            </p:extLst>
          </p:nvPr>
        </p:nvGraphicFramePr>
        <p:xfrm>
          <a:off x="2161459" y="4467715"/>
          <a:ext cx="7676578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6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0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r"/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$35,000x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+ 10,000x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+ 25,000x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+ 90,000x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≤</a:t>
                      </a:r>
                      <a:endParaRPr lang="es-MX" sz="16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noProof="0">
                          <a:solidFill>
                            <a:schemeClr val="bg1"/>
                          </a:solidFill>
                        </a:rPr>
                        <a:t>$120,000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872">
                <a:tc>
                  <a:txBody>
                    <a:bodyPr/>
                    <a:lstStyle/>
                    <a:p>
                      <a:pPr algn="r"/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4x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+ 2x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+ 7x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+ 3x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≤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12 hectáreas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872">
                <a:tc>
                  <a:txBody>
                    <a:bodyPr/>
                    <a:lstStyle/>
                    <a:p>
                      <a:pPr algn="r"/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+ 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≤</a:t>
                      </a:r>
                      <a:endParaRPr lang="es-MX" sz="16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noProof="0">
                          <a:solidFill>
                            <a:schemeClr val="bg1"/>
                          </a:solidFill>
                        </a:rPr>
                        <a:t>1 instalación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872">
                <a:tc>
                  <a:txBody>
                    <a:bodyPr/>
                    <a:lstStyle/>
                    <a:p>
                      <a:pPr algn="r"/>
                      <a:r>
                        <a:rPr lang="es-MX" sz="1600" noProof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sz="1600" baseline="-25000" noProof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sz="1600" noProof="0">
                          <a:solidFill>
                            <a:schemeClr val="bg1"/>
                          </a:solidFill>
                        </a:rPr>
                        <a:t>, x</a:t>
                      </a:r>
                      <a:r>
                        <a:rPr lang="es-MX" sz="1600" baseline="-25000" noProof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sz="1600" noProof="0">
                          <a:solidFill>
                            <a:schemeClr val="bg1"/>
                          </a:solidFill>
                        </a:rPr>
                        <a:t>, x</a:t>
                      </a:r>
                      <a:r>
                        <a:rPr lang="es-MX" sz="1600" baseline="-25000" noProof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es-MX" sz="1600" noProof="0">
                          <a:solidFill>
                            <a:schemeClr val="bg1"/>
                          </a:solidFill>
                        </a:rPr>
                        <a:t>, x</a:t>
                      </a:r>
                      <a:r>
                        <a:rPr lang="es-MX" sz="1600" baseline="-25000" noProof="0">
                          <a:solidFill>
                            <a:schemeClr val="bg1"/>
                          </a:solidFill>
                        </a:rPr>
                        <a:t>4 </a:t>
                      </a:r>
                      <a:r>
                        <a:rPr lang="es-MX" sz="1600" noProof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MX" sz="1600" noProof="0">
                          <a:solidFill>
                            <a:schemeClr val="bg1"/>
                          </a:solidFill>
                          <a:latin typeface="+mn-lt"/>
                          <a:cs typeface="Arial"/>
                          <a:sym typeface="Symbol"/>
                        </a:rPr>
                        <a:t>=</a:t>
                      </a:r>
                      <a:endParaRPr lang="es-MX" sz="1600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kern="1200" noProof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0 ó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Grp="1" noChangeArrowheads="1"/>
          </p:cNvSpPr>
          <p:nvPr>
            <p:ph idx="1"/>
          </p:nvPr>
        </p:nvSpPr>
        <p:spPr>
          <a:xfrm>
            <a:off x="968354" y="1600204"/>
            <a:ext cx="7180564" cy="4525963"/>
          </a:xfrm>
        </p:spPr>
        <p:txBody>
          <a:bodyPr>
            <a:normAutofit fontScale="92500" lnSpcReduction="10000"/>
          </a:bodyPr>
          <a:lstStyle/>
          <a:p>
            <a:r>
              <a:rPr lang="es-MX" sz="1800" b="1" dirty="0"/>
              <a:t>Mutuamente excluyente: </a:t>
            </a:r>
            <a:r>
              <a:rPr lang="es-MX" sz="1800" dirty="0"/>
              <a:t>	</a:t>
            </a:r>
            <a:r>
              <a:rPr lang="es-ES" altLang="en-US" sz="1800" dirty="0"/>
              <a:t> 	</a:t>
            </a:r>
            <a:endParaRPr lang="es-MX" sz="1800" dirty="0"/>
          </a:p>
          <a:p>
            <a:pPr lvl="1"/>
            <a:r>
              <a:rPr lang="es-ES" altLang="en-US" sz="1600" dirty="0"/>
              <a:t>Como en el caso de la alberca y la cancha de tenis, </a:t>
            </a:r>
            <a:r>
              <a:rPr lang="es-ES" altLang="en-US" sz="1600" b="1" i="1" dirty="0"/>
              <a:t>solamente una de las opciones </a:t>
            </a:r>
            <a:r>
              <a:rPr lang="es-ES" altLang="en-US" sz="1600" dirty="0"/>
              <a:t>puede ser construida. Es posible que no se construya ninguna de las dos (x</a:t>
            </a:r>
            <a:r>
              <a:rPr lang="es-ES" altLang="en-US" sz="1600" baseline="-25000" dirty="0"/>
              <a:t>1</a:t>
            </a:r>
            <a:r>
              <a:rPr lang="es-ES" altLang="en-US" sz="1600" dirty="0"/>
              <a:t> = 0,  x</a:t>
            </a:r>
            <a:r>
              <a:rPr lang="es-ES" altLang="en-US" sz="1600" baseline="-25000" dirty="0"/>
              <a:t>2</a:t>
            </a:r>
            <a:r>
              <a:rPr lang="es-ES" altLang="en-US" sz="1600" dirty="0"/>
              <a:t> = 0).</a:t>
            </a:r>
          </a:p>
          <a:p>
            <a:pPr>
              <a:spcBef>
                <a:spcPts val="2400"/>
              </a:spcBef>
            </a:pPr>
            <a:r>
              <a:rPr lang="es-MX" sz="1800" b="1" dirty="0"/>
              <a:t>De opción múltiple:</a:t>
            </a:r>
            <a:r>
              <a:rPr lang="es-MX" sz="1800" dirty="0"/>
              <a:t> 		 	</a:t>
            </a:r>
          </a:p>
          <a:p>
            <a:pPr lvl="1">
              <a:spcBef>
                <a:spcPts val="1200"/>
              </a:spcBef>
            </a:pPr>
            <a:r>
              <a:rPr lang="es-MX" sz="1600" dirty="0"/>
              <a:t>Esta restricción especifica que </a:t>
            </a:r>
            <a:r>
              <a:rPr lang="es-MX" sz="1600" b="1" i="1" dirty="0"/>
              <a:t>alguna</a:t>
            </a:r>
            <a:r>
              <a:rPr lang="es-MX" sz="1600" i="1" dirty="0"/>
              <a:t> </a:t>
            </a:r>
            <a:r>
              <a:rPr lang="es-MX" sz="1600" dirty="0"/>
              <a:t>de las instalaciones </a:t>
            </a:r>
            <a:r>
              <a:rPr lang="es-MX" sz="1600" b="1" i="1" dirty="0"/>
              <a:t>debe </a:t>
            </a:r>
            <a:r>
              <a:rPr lang="es-MX" sz="1600" dirty="0"/>
              <a:t>ser construida. En este caso el modelo obliga a tomar una decisión entre 2 opciones.</a:t>
            </a:r>
          </a:p>
          <a:p>
            <a:pPr>
              <a:spcBef>
                <a:spcPts val="2400"/>
              </a:spcBef>
            </a:pPr>
            <a:r>
              <a:rPr lang="es-MX" sz="1800" b="1" dirty="0"/>
              <a:t>De opción múltiple (variación):</a:t>
            </a:r>
            <a:r>
              <a:rPr lang="es-MX" sz="1800" dirty="0"/>
              <a:t>	</a:t>
            </a:r>
          </a:p>
          <a:p>
            <a:pPr lvl="1">
              <a:spcBef>
                <a:spcPts val="1200"/>
              </a:spcBef>
            </a:pPr>
            <a:r>
              <a:rPr lang="es-MX" sz="1600" dirty="0"/>
              <a:t>En esta variación del caso de opción múltiple se </a:t>
            </a:r>
            <a:r>
              <a:rPr lang="es-MX" sz="1600" b="1" i="1" dirty="0"/>
              <a:t>especifica el número de instalaciones a construir</a:t>
            </a:r>
            <a:r>
              <a:rPr lang="es-MX" sz="1600" dirty="0"/>
              <a:t>. Esta restricción especificaría la decisión del municipio de construir exactamente 2 instalaciones y forzaría a seleccionarlas.</a:t>
            </a:r>
          </a:p>
          <a:p>
            <a:pPr lvl="1">
              <a:spcBef>
                <a:spcPts val="1200"/>
              </a:spcBef>
            </a:pPr>
            <a:r>
              <a:rPr lang="es-MX" sz="1600" dirty="0"/>
              <a:t>Si el municipio hubiese decidido no construir más de 2 instalaciones entonces la restricción quedaría en la forma:</a:t>
            </a:r>
          </a:p>
          <a:p>
            <a:pPr>
              <a:spcBef>
                <a:spcPts val="1200"/>
              </a:spcBef>
              <a:buNone/>
            </a:pPr>
            <a:r>
              <a:rPr lang="es-MX" sz="1800" dirty="0"/>
              <a:t>						</a:t>
            </a:r>
            <a:endParaRPr lang="es-ES" altLang="en-US" sz="2200" dirty="0"/>
          </a:p>
          <a:p>
            <a:pPr lvl="1"/>
            <a:endParaRPr lang="en-US" altLang="en-US" sz="1800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000" dirty="0"/>
              <a:t>Tipos de restricciones en modelos enteros 0-1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BE43B6-F707-6B80-EEA7-3CC5F918EAD4}"/>
              </a:ext>
            </a:extLst>
          </p:cNvPr>
          <p:cNvSpPr txBox="1"/>
          <p:nvPr/>
        </p:nvSpPr>
        <p:spPr>
          <a:xfrm>
            <a:off x="8148918" y="1948934"/>
            <a:ext cx="2467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n-US" sz="1800" dirty="0">
                <a:solidFill>
                  <a:schemeClr val="bg1"/>
                </a:solidFill>
              </a:rPr>
              <a:t>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1</a:t>
            </a:r>
            <a:r>
              <a:rPr lang="es-ES" altLang="en-US" sz="1800" dirty="0">
                <a:solidFill>
                  <a:schemeClr val="bg1"/>
                </a:solidFill>
              </a:rPr>
              <a:t> + 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2</a:t>
            </a:r>
            <a:r>
              <a:rPr lang="es-ES" altLang="en-US" sz="1800" dirty="0">
                <a:solidFill>
                  <a:schemeClr val="bg1"/>
                </a:solidFill>
              </a:rPr>
              <a:t> </a:t>
            </a:r>
            <a:r>
              <a:rPr lang="es-MX" sz="1800" dirty="0">
                <a:solidFill>
                  <a:schemeClr val="bg1"/>
                </a:solidFill>
                <a:sym typeface="Symbol"/>
              </a:rPr>
              <a:t>≤ </a:t>
            </a:r>
            <a:r>
              <a:rPr lang="es-MX" sz="1800" dirty="0">
                <a:solidFill>
                  <a:schemeClr val="bg1"/>
                </a:solidFill>
              </a:rPr>
              <a:t>1 instalación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ADF79-C408-0DA5-DF76-6E69F1BCA218}"/>
              </a:ext>
            </a:extLst>
          </p:cNvPr>
          <p:cNvSpPr txBox="1"/>
          <p:nvPr/>
        </p:nvSpPr>
        <p:spPr>
          <a:xfrm>
            <a:off x="8164772" y="2935052"/>
            <a:ext cx="2467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n-US" sz="1800" dirty="0">
                <a:solidFill>
                  <a:schemeClr val="bg1"/>
                </a:solidFill>
              </a:rPr>
              <a:t>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1</a:t>
            </a:r>
            <a:r>
              <a:rPr lang="es-ES" altLang="en-US" sz="1800" dirty="0">
                <a:solidFill>
                  <a:schemeClr val="bg1"/>
                </a:solidFill>
              </a:rPr>
              <a:t> + 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2</a:t>
            </a:r>
            <a:r>
              <a:rPr lang="es-ES" altLang="en-US" sz="1800" dirty="0">
                <a:solidFill>
                  <a:schemeClr val="bg1"/>
                </a:solidFill>
              </a:rPr>
              <a:t> </a:t>
            </a:r>
            <a:r>
              <a:rPr lang="es-MX" altLang="en-US" dirty="0">
                <a:solidFill>
                  <a:schemeClr val="bg1"/>
                </a:solidFill>
                <a:sym typeface="Symbol"/>
              </a:rPr>
              <a:t>=</a:t>
            </a:r>
            <a:r>
              <a:rPr lang="es-MX" sz="1800" dirty="0">
                <a:solidFill>
                  <a:schemeClr val="bg1"/>
                </a:solidFill>
                <a:sym typeface="Symbol"/>
              </a:rPr>
              <a:t> </a:t>
            </a:r>
            <a:r>
              <a:rPr lang="es-MX" sz="1800" dirty="0">
                <a:solidFill>
                  <a:schemeClr val="bg1"/>
                </a:solidFill>
              </a:rPr>
              <a:t>1 instalación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DFB88-910A-5B0A-CAB7-CFD2D9D67F0C}"/>
              </a:ext>
            </a:extLst>
          </p:cNvPr>
          <p:cNvSpPr txBox="1"/>
          <p:nvPr/>
        </p:nvSpPr>
        <p:spPr>
          <a:xfrm>
            <a:off x="8148918" y="4179416"/>
            <a:ext cx="3550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n-US" sz="1800" dirty="0">
                <a:solidFill>
                  <a:schemeClr val="bg1"/>
                </a:solidFill>
              </a:rPr>
              <a:t>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1</a:t>
            </a:r>
            <a:r>
              <a:rPr lang="es-ES" altLang="en-US" sz="1800" dirty="0">
                <a:solidFill>
                  <a:schemeClr val="bg1"/>
                </a:solidFill>
              </a:rPr>
              <a:t> + 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2</a:t>
            </a:r>
            <a:r>
              <a:rPr lang="es-ES" altLang="en-US" sz="1800" dirty="0">
                <a:solidFill>
                  <a:schemeClr val="bg1"/>
                </a:solidFill>
              </a:rPr>
              <a:t> </a:t>
            </a:r>
            <a:r>
              <a:rPr lang="es-MX" sz="1800" dirty="0">
                <a:solidFill>
                  <a:schemeClr val="bg1"/>
                </a:solidFill>
              </a:rPr>
              <a:t>+ x</a:t>
            </a:r>
            <a:r>
              <a:rPr lang="es-MX" sz="1800" baseline="-25000" dirty="0">
                <a:solidFill>
                  <a:schemeClr val="bg1"/>
                </a:solidFill>
              </a:rPr>
              <a:t>3</a:t>
            </a:r>
            <a:r>
              <a:rPr lang="es-MX" sz="1800" dirty="0">
                <a:solidFill>
                  <a:schemeClr val="bg1"/>
                </a:solidFill>
              </a:rPr>
              <a:t> + x</a:t>
            </a:r>
            <a:r>
              <a:rPr lang="es-MX" sz="1800" baseline="-25000" dirty="0">
                <a:solidFill>
                  <a:schemeClr val="bg1"/>
                </a:solidFill>
              </a:rPr>
              <a:t>4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>
                <a:solidFill>
                  <a:schemeClr val="bg1"/>
                </a:solidFill>
                <a:sym typeface="Symbol"/>
              </a:rPr>
              <a:t>= </a:t>
            </a:r>
            <a:r>
              <a:rPr lang="es-MX" sz="1800" dirty="0">
                <a:solidFill>
                  <a:schemeClr val="bg1"/>
                </a:solidFill>
              </a:rPr>
              <a:t>2 instalaciones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09CDF-3F76-9FC0-05E8-5B6BE573A670}"/>
              </a:ext>
            </a:extLst>
          </p:cNvPr>
          <p:cNvSpPr txBox="1"/>
          <p:nvPr/>
        </p:nvSpPr>
        <p:spPr>
          <a:xfrm>
            <a:off x="8148918" y="5152791"/>
            <a:ext cx="3550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n-US" sz="1800" dirty="0">
                <a:solidFill>
                  <a:schemeClr val="bg1"/>
                </a:solidFill>
              </a:rPr>
              <a:t>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1</a:t>
            </a:r>
            <a:r>
              <a:rPr lang="es-ES" altLang="en-US" sz="1800" dirty="0">
                <a:solidFill>
                  <a:schemeClr val="bg1"/>
                </a:solidFill>
              </a:rPr>
              <a:t> + 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2</a:t>
            </a:r>
            <a:r>
              <a:rPr lang="es-ES" altLang="en-US" sz="1800" dirty="0">
                <a:solidFill>
                  <a:schemeClr val="bg1"/>
                </a:solidFill>
              </a:rPr>
              <a:t> </a:t>
            </a:r>
            <a:r>
              <a:rPr lang="es-MX" sz="1800" dirty="0">
                <a:solidFill>
                  <a:schemeClr val="bg1"/>
                </a:solidFill>
              </a:rPr>
              <a:t>+ x</a:t>
            </a:r>
            <a:r>
              <a:rPr lang="es-MX" sz="1800" baseline="-25000" dirty="0">
                <a:solidFill>
                  <a:schemeClr val="bg1"/>
                </a:solidFill>
              </a:rPr>
              <a:t>3</a:t>
            </a:r>
            <a:r>
              <a:rPr lang="es-MX" sz="1800" dirty="0">
                <a:solidFill>
                  <a:schemeClr val="bg1"/>
                </a:solidFill>
              </a:rPr>
              <a:t> + x</a:t>
            </a:r>
            <a:r>
              <a:rPr lang="es-MX" sz="1800" baseline="-25000" dirty="0">
                <a:solidFill>
                  <a:schemeClr val="bg1"/>
                </a:solidFill>
              </a:rPr>
              <a:t>4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>
                <a:solidFill>
                  <a:schemeClr val="bg1"/>
                </a:solidFill>
                <a:sym typeface="Symbol"/>
              </a:rPr>
              <a:t>≤ </a:t>
            </a:r>
            <a:r>
              <a:rPr lang="es-MX" sz="1800" dirty="0">
                <a:solidFill>
                  <a:schemeClr val="bg1"/>
                </a:solidFill>
              </a:rPr>
              <a:t>2 instalaciones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BEF2EF-D068-FAC8-E807-9C3EBBA3FC7D}"/>
              </a:ext>
            </a:extLst>
          </p:cNvPr>
          <p:cNvSpPr/>
          <p:nvPr/>
        </p:nvSpPr>
        <p:spPr>
          <a:xfrm>
            <a:off x="11867949" y="3304384"/>
            <a:ext cx="324051" cy="184840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/>
      <p:bldP spid="3" grpId="0"/>
      <p:bldP spid="4" grpId="0"/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Grp="1" noChangeArrowheads="1"/>
          </p:cNvSpPr>
          <p:nvPr>
            <p:ph idx="1"/>
          </p:nvPr>
        </p:nvSpPr>
        <p:spPr>
          <a:xfrm>
            <a:off x="952500" y="2117755"/>
            <a:ext cx="6163966" cy="4525963"/>
          </a:xfrm>
        </p:spPr>
        <p:txBody>
          <a:bodyPr/>
          <a:lstStyle/>
          <a:p>
            <a:r>
              <a:rPr lang="es-MX" sz="1800" b="1" dirty="0"/>
              <a:t>Condicional: </a:t>
            </a:r>
            <a:r>
              <a:rPr lang="es-MX" sz="1800" dirty="0"/>
              <a:t>	</a:t>
            </a:r>
            <a:r>
              <a:rPr lang="es-ES" altLang="en-US" sz="1800" dirty="0"/>
              <a:t> 			</a:t>
            </a:r>
            <a:endParaRPr lang="es-MX" sz="1800" dirty="0"/>
          </a:p>
          <a:p>
            <a:pPr lvl="1"/>
            <a:r>
              <a:rPr lang="es-ES" altLang="en-US" sz="1600" dirty="0"/>
              <a:t>En este caso la construcción de la cancha de tenis sería dependiente de la construcción de la alberca, es decir, la cancha de tenis </a:t>
            </a:r>
            <a:r>
              <a:rPr lang="es-ES" altLang="en-US" sz="1600" b="1" i="1" dirty="0"/>
              <a:t>podría</a:t>
            </a:r>
            <a:r>
              <a:rPr lang="es-ES" altLang="en-US" sz="1600" dirty="0"/>
              <a:t> ser construida </a:t>
            </a:r>
            <a:r>
              <a:rPr lang="es-ES" altLang="en-US" sz="1600" b="1" i="1" dirty="0"/>
              <a:t>sólo si</a:t>
            </a:r>
            <a:r>
              <a:rPr lang="es-ES" altLang="en-US" sz="1600" b="1" dirty="0"/>
              <a:t> </a:t>
            </a:r>
            <a:r>
              <a:rPr lang="es-ES" altLang="en-US" sz="1600" dirty="0"/>
              <a:t>la opción de la alberca ha sido aceptada también.</a:t>
            </a:r>
          </a:p>
          <a:p>
            <a:pPr>
              <a:spcBef>
                <a:spcPts val="2400"/>
              </a:spcBef>
            </a:pPr>
            <a:r>
              <a:rPr lang="es-MX" sz="1800" b="1" dirty="0"/>
              <a:t>Co-requisito:</a:t>
            </a:r>
            <a:r>
              <a:rPr lang="es-MX" sz="1800" dirty="0"/>
              <a:t> 		 	</a:t>
            </a:r>
          </a:p>
          <a:p>
            <a:pPr lvl="1">
              <a:spcBef>
                <a:spcPts val="1200"/>
              </a:spcBef>
            </a:pPr>
            <a:r>
              <a:rPr lang="es-MX" sz="1600" dirty="0"/>
              <a:t>Esta restricción hace que ambas opciones tengan el mismo valor, ya sea 1 ó 0.</a:t>
            </a:r>
          </a:p>
          <a:p>
            <a:pPr lvl="1">
              <a:spcBef>
                <a:spcPts val="1200"/>
              </a:spcBef>
            </a:pPr>
            <a:r>
              <a:rPr lang="es-MX" sz="1600" dirty="0"/>
              <a:t>De este modo especifica que si una de las instalaciones es construida entonces la otra </a:t>
            </a:r>
            <a:r>
              <a:rPr lang="es-MX" sz="1600" b="1" i="1" dirty="0"/>
              <a:t>también debe </a:t>
            </a:r>
            <a:r>
              <a:rPr lang="es-MX" sz="1600" dirty="0"/>
              <a:t>ser construida. 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000" dirty="0"/>
              <a:t>Tipos de restricciones en modelos enteros 0-1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420D66-E791-DFFC-9A93-C65E7A37C6E8}"/>
              </a:ext>
            </a:extLst>
          </p:cNvPr>
          <p:cNvSpPr txBox="1"/>
          <p:nvPr/>
        </p:nvSpPr>
        <p:spPr>
          <a:xfrm>
            <a:off x="7780210" y="2828042"/>
            <a:ext cx="2971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n-US" sz="1800" dirty="0">
                <a:solidFill>
                  <a:schemeClr val="bg1"/>
                </a:solidFill>
              </a:rPr>
              <a:t>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2</a:t>
            </a:r>
            <a:r>
              <a:rPr lang="es-ES" altLang="en-US" sz="1800" dirty="0">
                <a:solidFill>
                  <a:schemeClr val="bg1"/>
                </a:solidFill>
              </a:rPr>
              <a:t> </a:t>
            </a:r>
            <a:r>
              <a:rPr lang="es-MX" sz="1800" dirty="0">
                <a:solidFill>
                  <a:schemeClr val="bg1"/>
                </a:solidFill>
                <a:sym typeface="Symbol"/>
              </a:rPr>
              <a:t>≤</a:t>
            </a:r>
            <a:r>
              <a:rPr lang="es-ES" altLang="en-US" sz="1800" dirty="0">
                <a:solidFill>
                  <a:schemeClr val="bg1"/>
                </a:solidFill>
              </a:rPr>
              <a:t> 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1 </a:t>
            </a:r>
            <a:r>
              <a:rPr lang="es-ES" altLang="en-US" sz="1800" dirty="0">
                <a:solidFill>
                  <a:schemeClr val="bg1"/>
                </a:solidFill>
              </a:rPr>
              <a:t>      →	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1</a:t>
            </a:r>
            <a:r>
              <a:rPr lang="es-ES" altLang="en-US" sz="1800" dirty="0">
                <a:solidFill>
                  <a:schemeClr val="bg1"/>
                </a:solidFill>
              </a:rPr>
              <a:t> – 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2 </a:t>
            </a:r>
            <a:r>
              <a:rPr lang="en-US" sz="1800" dirty="0">
                <a:solidFill>
                  <a:schemeClr val="bg1"/>
                </a:solidFill>
                <a:cs typeface="Arial"/>
                <a:sym typeface="Symbol"/>
              </a:rPr>
              <a:t>≥</a:t>
            </a:r>
            <a:r>
              <a:rPr lang="es-MX" sz="1800" dirty="0">
                <a:solidFill>
                  <a:schemeClr val="bg1"/>
                </a:solidFill>
                <a:sym typeface="Symbol"/>
              </a:rPr>
              <a:t> 0</a:t>
            </a:r>
            <a:endParaRPr lang="es-MX" sz="1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21E48-A218-78D3-54DD-69518E54D8B8}"/>
              </a:ext>
            </a:extLst>
          </p:cNvPr>
          <p:cNvSpPr txBox="1"/>
          <p:nvPr/>
        </p:nvSpPr>
        <p:spPr>
          <a:xfrm>
            <a:off x="7780210" y="4380737"/>
            <a:ext cx="3064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s-ES" altLang="en-US" sz="1800" dirty="0">
                <a:solidFill>
                  <a:schemeClr val="bg1"/>
                </a:solidFill>
              </a:rPr>
              <a:t> 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2</a:t>
            </a:r>
            <a:r>
              <a:rPr lang="es-ES" altLang="en-US" sz="1800" dirty="0">
                <a:solidFill>
                  <a:schemeClr val="bg1"/>
                </a:solidFill>
              </a:rPr>
              <a:t> </a:t>
            </a:r>
            <a:r>
              <a:rPr lang="es-MX" sz="1800" dirty="0">
                <a:solidFill>
                  <a:schemeClr val="bg1"/>
                </a:solidFill>
                <a:sym typeface="Symbol"/>
              </a:rPr>
              <a:t>=</a:t>
            </a:r>
            <a:r>
              <a:rPr lang="es-ES" altLang="en-US" sz="1800" dirty="0">
                <a:solidFill>
                  <a:schemeClr val="bg1"/>
                </a:solidFill>
              </a:rPr>
              <a:t> 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1 </a:t>
            </a:r>
            <a:r>
              <a:rPr lang="es-ES" altLang="en-US" sz="1800" dirty="0">
                <a:solidFill>
                  <a:schemeClr val="bg1"/>
                </a:solidFill>
              </a:rPr>
              <a:t>      →	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2</a:t>
            </a:r>
            <a:r>
              <a:rPr lang="es-ES" altLang="en-US" sz="1800" dirty="0">
                <a:solidFill>
                  <a:schemeClr val="bg1"/>
                </a:solidFill>
              </a:rPr>
              <a:t> – x</a:t>
            </a:r>
            <a:r>
              <a:rPr lang="es-ES" altLang="en-US" sz="1800" baseline="-25000" dirty="0">
                <a:solidFill>
                  <a:schemeClr val="bg1"/>
                </a:solidFill>
              </a:rPr>
              <a:t>1 </a:t>
            </a:r>
            <a:r>
              <a:rPr lang="en-US" sz="1800" dirty="0">
                <a:solidFill>
                  <a:schemeClr val="bg1"/>
                </a:solidFill>
                <a:cs typeface="Arial"/>
                <a:sym typeface="Symbol"/>
              </a:rPr>
              <a:t>=</a:t>
            </a:r>
            <a:r>
              <a:rPr lang="es-MX" sz="1800" dirty="0">
                <a:solidFill>
                  <a:schemeClr val="bg1"/>
                </a:solidFill>
                <a:sym typeface="Symbol"/>
              </a:rPr>
              <a:t> 0</a:t>
            </a:r>
            <a:endParaRPr lang="es-MX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/>
      <p:bldP spid="3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Grp="1" noChangeArrowheads="1"/>
          </p:cNvSpPr>
          <p:nvPr>
            <p:ph idx="1"/>
          </p:nvPr>
        </p:nvSpPr>
        <p:spPr>
          <a:xfrm>
            <a:off x="968354" y="1600204"/>
            <a:ext cx="9051545" cy="4525963"/>
          </a:xfrm>
        </p:spPr>
        <p:txBody>
          <a:bodyPr>
            <a:normAutofit/>
          </a:bodyPr>
          <a:lstStyle/>
          <a:p>
            <a:pPr eaLnBrk="1" fontAlgn="t" hangingPunct="1"/>
            <a:r>
              <a:rPr lang="es-ES" sz="2000" dirty="0"/>
              <a:t>Una persona cuenta con $250,000 para invertir de manera que obtenga el mayor rendimiento después de un año.</a:t>
            </a:r>
          </a:p>
          <a:p>
            <a:pPr fontAlgn="t">
              <a:spcBef>
                <a:spcPts val="2400"/>
              </a:spcBef>
            </a:pPr>
            <a:r>
              <a:rPr lang="es-ES" sz="2000" dirty="0"/>
              <a:t>Opciones: </a:t>
            </a:r>
          </a:p>
          <a:p>
            <a:pPr lvl="1" eaLnBrk="1" fontAlgn="t" hangingPunct="1"/>
            <a:r>
              <a:rPr lang="es-ES" sz="1600" dirty="0"/>
              <a:t>Condominios con costo de $50,000 / unidad; $9,000 de utilidad si se venden después de un año.</a:t>
            </a:r>
          </a:p>
          <a:p>
            <a:pPr lvl="1" eaLnBrk="1" fontAlgn="t" hangingPunct="1"/>
            <a:r>
              <a:rPr lang="es-ES" sz="1600" dirty="0"/>
              <a:t>Terrenos con costo de $12,000 / hectárea; ganancia de $1,500 si se venden después de un año. Es posible comprar fracciones de </a:t>
            </a:r>
            <a:r>
              <a:rPr lang="es-ES" sz="1600" dirty="0" err="1"/>
              <a:t>hectarea</a:t>
            </a:r>
            <a:endParaRPr lang="es-ES" sz="1600" dirty="0"/>
          </a:p>
          <a:p>
            <a:pPr lvl="1" eaLnBrk="1" fontAlgn="t" hangingPunct="1"/>
            <a:r>
              <a:rPr lang="es-ES" sz="1600" dirty="0"/>
              <a:t>Bono municipal un costo de $8,000 / bono, ganancia de $1,000  si se venden después de un año.</a:t>
            </a:r>
          </a:p>
          <a:p>
            <a:pPr fontAlgn="t">
              <a:spcBef>
                <a:spcPts val="2400"/>
              </a:spcBef>
            </a:pPr>
            <a:r>
              <a:rPr lang="es-ES" sz="2000" dirty="0"/>
              <a:t>Sólo hay 4 condominios, 15 hectáreas de terreno y 20 bonos municipales disponibles.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Un modelo entero mixto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Grp="1" noChangeArrowheads="1"/>
          </p:cNvSpPr>
          <p:nvPr>
            <p:ph idx="1"/>
          </p:nvPr>
        </p:nvSpPr>
        <p:spPr>
          <a:xfrm>
            <a:off x="968354" y="1600204"/>
            <a:ext cx="9051545" cy="4892671"/>
          </a:xfrm>
        </p:spPr>
        <p:txBody>
          <a:bodyPr>
            <a:normAutofit fontScale="92500" lnSpcReduction="10000"/>
          </a:bodyPr>
          <a:lstStyle/>
          <a:p>
            <a:r>
              <a:rPr lang="es-MX" sz="1600" b="1" dirty="0"/>
              <a:t>Variables de decisión :</a:t>
            </a:r>
          </a:p>
          <a:p>
            <a:pPr>
              <a:buFont typeface="Wingdings" pitchFamily="2" charset="2"/>
              <a:buNone/>
            </a:pPr>
            <a:r>
              <a:rPr lang="es-MX" sz="1600" dirty="0"/>
              <a:t>		x</a:t>
            </a:r>
            <a:r>
              <a:rPr lang="es-MX" sz="1600" baseline="-25000" dirty="0"/>
              <a:t>1</a:t>
            </a:r>
            <a:r>
              <a:rPr lang="es-MX" sz="1600" dirty="0"/>
              <a:t> = Condominios comprados</a:t>
            </a:r>
          </a:p>
          <a:p>
            <a:pPr>
              <a:buFont typeface="Wingdings" pitchFamily="2" charset="2"/>
              <a:buNone/>
            </a:pPr>
            <a:r>
              <a:rPr lang="es-MX" sz="1600" dirty="0"/>
              <a:t>		x</a:t>
            </a:r>
            <a:r>
              <a:rPr lang="es-MX" sz="1600" baseline="-25000" dirty="0"/>
              <a:t>2</a:t>
            </a:r>
            <a:r>
              <a:rPr lang="es-MX" sz="1600" dirty="0"/>
              <a:t> = Hectáreas de terreno compradas</a:t>
            </a:r>
          </a:p>
          <a:p>
            <a:pPr>
              <a:buNone/>
            </a:pPr>
            <a:r>
              <a:rPr lang="es-MX" sz="1600" dirty="0"/>
              <a:t>		x</a:t>
            </a:r>
            <a:r>
              <a:rPr lang="es-MX" sz="1600" baseline="-25000" dirty="0"/>
              <a:t>3</a:t>
            </a:r>
            <a:r>
              <a:rPr lang="es-MX" sz="1600" dirty="0"/>
              <a:t> = Bonos municipales comprados</a:t>
            </a:r>
          </a:p>
          <a:p>
            <a:pPr>
              <a:spcBef>
                <a:spcPts val="1200"/>
              </a:spcBef>
            </a:pPr>
            <a:r>
              <a:rPr lang="es-MX" sz="1600" b="1" dirty="0"/>
              <a:t>Función objetivo:</a:t>
            </a:r>
            <a:r>
              <a:rPr lang="es-MX" sz="1600" dirty="0"/>
              <a:t> </a:t>
            </a:r>
          </a:p>
          <a:p>
            <a:pPr>
              <a:buNone/>
            </a:pPr>
            <a:r>
              <a:rPr lang="es-MX" sz="1600" dirty="0"/>
              <a:t>			Maximizar Z = $9,000x</a:t>
            </a:r>
            <a:r>
              <a:rPr lang="es-MX" sz="1600" baseline="-25000" dirty="0"/>
              <a:t>1</a:t>
            </a:r>
            <a:r>
              <a:rPr lang="es-MX" sz="1600" dirty="0"/>
              <a:t> + 1,500x</a:t>
            </a:r>
            <a:r>
              <a:rPr lang="es-MX" sz="1600" baseline="-25000" dirty="0"/>
              <a:t>2</a:t>
            </a:r>
            <a:r>
              <a:rPr lang="es-MX" sz="1600" dirty="0"/>
              <a:t> + 1,000x</a:t>
            </a:r>
            <a:r>
              <a:rPr lang="es-MX" sz="1600" baseline="-25000" dirty="0"/>
              <a:t>3</a:t>
            </a:r>
            <a:endParaRPr lang="es-MX" sz="1600" dirty="0"/>
          </a:p>
          <a:p>
            <a:pPr>
              <a:spcBef>
                <a:spcPts val="1200"/>
              </a:spcBef>
            </a:pPr>
            <a:r>
              <a:rPr lang="es-MX" sz="1600" b="1" dirty="0"/>
              <a:t>Restricciones :</a:t>
            </a:r>
          </a:p>
          <a:p>
            <a:pPr>
              <a:spcBef>
                <a:spcPts val="1200"/>
              </a:spcBef>
            </a:pPr>
            <a:endParaRPr lang="es-MX" sz="1600" b="1" dirty="0"/>
          </a:p>
          <a:p>
            <a:pPr>
              <a:spcBef>
                <a:spcPts val="1200"/>
              </a:spcBef>
            </a:pPr>
            <a:endParaRPr lang="es-MX" sz="1600" b="1" dirty="0"/>
          </a:p>
          <a:p>
            <a:pPr>
              <a:spcBef>
                <a:spcPct val="35000"/>
              </a:spcBef>
            </a:pPr>
            <a:endParaRPr lang="es-MX" sz="1600" b="1" dirty="0"/>
          </a:p>
          <a:p>
            <a:pPr>
              <a:spcBef>
                <a:spcPct val="35000"/>
              </a:spcBef>
            </a:pPr>
            <a:endParaRPr lang="es-MX" sz="1600" b="1" dirty="0"/>
          </a:p>
          <a:p>
            <a:pPr>
              <a:spcBef>
                <a:spcPct val="35000"/>
              </a:spcBef>
            </a:pPr>
            <a:endParaRPr lang="es-MX" sz="1600" b="1" dirty="0"/>
          </a:p>
          <a:p>
            <a:pPr>
              <a:spcBef>
                <a:spcPct val="35000"/>
              </a:spcBef>
            </a:pPr>
            <a:endParaRPr lang="es-MX" sz="1600" dirty="0"/>
          </a:p>
          <a:p>
            <a:pPr>
              <a:spcBef>
                <a:spcPct val="35000"/>
              </a:spcBef>
            </a:pPr>
            <a:endParaRPr lang="es-MX" sz="1800" dirty="0"/>
          </a:p>
          <a:p>
            <a:pPr>
              <a:spcBef>
                <a:spcPct val="35000"/>
              </a:spcBef>
            </a:pPr>
            <a:r>
              <a:rPr lang="es-MX" sz="1800" dirty="0"/>
              <a:t>En un modelo entero mixto las soluciones de algunas de las variables de decisión son enteras y otras pueden ser no-enteras.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Un modelo entero mixto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494488"/>
              </p:ext>
            </p:extLst>
          </p:nvPr>
        </p:nvGraphicFramePr>
        <p:xfrm>
          <a:off x="2257711" y="3573016"/>
          <a:ext cx="7676578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02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4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r"/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$50,000x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+ 12,000x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+ 8,000x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≤</a:t>
                      </a:r>
                      <a:endParaRPr lang="es-MX" sz="16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$250,000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872">
                <a:tc>
                  <a:txBody>
                    <a:bodyPr/>
                    <a:lstStyle/>
                    <a:p>
                      <a:pPr algn="r"/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≤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4 condominios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872">
                <a:tc>
                  <a:txBody>
                    <a:bodyPr/>
                    <a:lstStyle/>
                    <a:p>
                      <a:pPr algn="r"/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≤</a:t>
                      </a:r>
                      <a:endParaRPr lang="es-MX" sz="16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15 hectáreas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872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≤</a:t>
                      </a:r>
                      <a:endParaRPr lang="es-MX" sz="16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20 bonos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872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cs typeface="Arial"/>
                          <a:sym typeface="Symbol"/>
                        </a:rPr>
                        <a:t>≥</a:t>
                      </a:r>
                      <a:endParaRPr lang="es-MX" sz="16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872">
                <a:tc>
                  <a:txBody>
                    <a:bodyPr/>
                    <a:lstStyle/>
                    <a:p>
                      <a:pPr algn="r"/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, x</a:t>
                      </a:r>
                      <a:r>
                        <a:rPr lang="es-MX" sz="1600" baseline="-25000" noProof="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es-MX" sz="1600" noProof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cs typeface="Arial"/>
                          <a:sym typeface="Symbol"/>
                        </a:rPr>
                        <a:t>≥</a:t>
                      </a:r>
                      <a:endParaRPr lang="es-MX" sz="160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kern="1200" noProof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0, Entero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29_TF78853419_Win32.potx" id="{697C08D2-4C4A-4521-8070-5B07DA2F2744}" vid="{B4D4694D-4865-44CB-AD44-43D5DBA7E4D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{C3E9E1D6-00E4-460C-9279-E60217618BD0}tf78853419_win32</Template>
  <TotalTime>3178</TotalTime>
  <Words>1223</Words>
  <Application>Microsoft Office PowerPoint</Application>
  <PresentationFormat>Widescreen</PresentationFormat>
  <Paragraphs>177</Paragraphs>
  <Slides>12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Abadi</vt:lpstr>
      <vt:lpstr>Aptos</vt:lpstr>
      <vt:lpstr>Aptos Black</vt:lpstr>
      <vt:lpstr>Aptos Display</vt:lpstr>
      <vt:lpstr>Arial</vt:lpstr>
      <vt:lpstr>Calibri</vt:lpstr>
      <vt:lpstr>Cambria Math</vt:lpstr>
      <vt:lpstr>Forte</vt:lpstr>
      <vt:lpstr>Symbol</vt:lpstr>
      <vt:lpstr>Wingdings</vt:lpstr>
      <vt:lpstr>Tema1</vt:lpstr>
      <vt:lpstr>Document</vt:lpstr>
      <vt:lpstr>Modelos de Programación Entera</vt:lpstr>
      <vt:lpstr>Un modelo de programación lineal entera mixta</vt:lpstr>
      <vt:lpstr>Tipos de modelos de programación entera</vt:lpstr>
      <vt:lpstr>PowerPoint Presentation</vt:lpstr>
      <vt:lpstr>Un modelo entero total</vt:lpstr>
      <vt:lpstr>Un modelo entero total</vt:lpstr>
      <vt:lpstr>Un modelo entero 0-1 (Variables binarias)</vt:lpstr>
      <vt:lpstr>Un modelo entero 0-1</vt:lpstr>
      <vt:lpstr>Tipos de restricciones en modelos enteros 0-1</vt:lpstr>
      <vt:lpstr>Tipos de restricciones en modelos enteros 0-1</vt:lpstr>
      <vt:lpstr>Un modelo entero mixto</vt:lpstr>
      <vt:lpstr>Un modelo entero mixto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a Linear programming problem</dc:title>
  <dc:creator>Jenny Díaz Ramírez</dc:creator>
  <cp:lastModifiedBy>Jenny Díaz Ramírez</cp:lastModifiedBy>
  <cp:revision>6</cp:revision>
  <dcterms:created xsi:type="dcterms:W3CDTF">2023-10-30T18:22:20Z</dcterms:created>
  <dcterms:modified xsi:type="dcterms:W3CDTF">2025-02-19T16:55:47Z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