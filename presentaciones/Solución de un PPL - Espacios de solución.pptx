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8"/>
  </p:notesMasterIdLst>
  <p:handoutMasterIdLst>
    <p:handoutMasterId r:id="rId19"/>
  </p:handoutMasterIdLst>
  <p:sldIdLst>
    <p:sldId id="350" r:id="rId5"/>
    <p:sldId id="346" r:id="rId6"/>
    <p:sldId id="277" r:id="rId7"/>
    <p:sldId id="258" r:id="rId8"/>
    <p:sldId id="353" r:id="rId9"/>
    <p:sldId id="273" r:id="rId10"/>
    <p:sldId id="272" r:id="rId11"/>
    <p:sldId id="275" r:id="rId12"/>
    <p:sldId id="274" r:id="rId13"/>
    <p:sldId id="270" r:id="rId14"/>
    <p:sldId id="354" r:id="rId15"/>
    <p:sldId id="259" r:id="rId16"/>
    <p:sldId id="355" r:id="rId17"/>
  </p:sldIdLst>
  <p:sldSz cx="12192000" cy="6858000"/>
  <p:notesSz cx="6858000" cy="9144000"/>
  <p:defaultTextStyle>
    <a:defPPr rtl="0">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F2E9D5-2E88-4B37-8254-B6ACD0174DC2}" v="153" dt="2025-02-18T15:33:41.0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4019" autoAdjust="0"/>
  </p:normalViewPr>
  <p:slideViewPr>
    <p:cSldViewPr snapToGrid="0">
      <p:cViewPr varScale="1">
        <p:scale>
          <a:sx n="89" d="100"/>
          <a:sy n="89" d="100"/>
        </p:scale>
        <p:origin x="624" y="90"/>
      </p:cViewPr>
      <p:guideLst/>
    </p:cSldViewPr>
  </p:slideViewPr>
  <p:notesTextViewPr>
    <p:cViewPr>
      <p:scale>
        <a:sx n="3" d="2"/>
        <a:sy n="3" d="2"/>
      </p:scale>
      <p:origin x="0" y="0"/>
    </p:cViewPr>
  </p:notesTextViewPr>
  <p:sorterViewPr>
    <p:cViewPr>
      <p:scale>
        <a:sx n="83" d="100"/>
        <a:sy n="83" d="100"/>
      </p:scale>
      <p:origin x="0" y="0"/>
    </p:cViewPr>
  </p:sorterViewPr>
  <p:notesViewPr>
    <p:cSldViewPr snapToGrid="0" showGuides="1">
      <p:cViewPr varScale="1">
        <p:scale>
          <a:sx n="96" d="100"/>
          <a:sy n="96" d="100"/>
        </p:scale>
        <p:origin x="289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ny Díaz Ramírez" userId="df7d83af-54c1-43f9-a4ec-fea9744b3563" providerId="ADAL" clId="{3BBA35F7-7689-49C6-8938-C98689E3AC50}"/>
    <pc:docChg chg="undo custSel addSld delSld modSld modMainMaster">
      <pc:chgData name="Jenny Díaz Ramírez" userId="df7d83af-54c1-43f9-a4ec-fea9744b3563" providerId="ADAL" clId="{3BBA35F7-7689-49C6-8938-C98689E3AC50}" dt="2025-02-14T18:39:45.800" v="765" actId="2711"/>
      <pc:docMkLst>
        <pc:docMk/>
      </pc:docMkLst>
      <pc:sldChg chg="del">
        <pc:chgData name="Jenny Díaz Ramírez" userId="df7d83af-54c1-43f9-a4ec-fea9744b3563" providerId="ADAL" clId="{3BBA35F7-7689-49C6-8938-C98689E3AC50}" dt="2025-02-14T18:39:15.253" v="759" actId="47"/>
        <pc:sldMkLst>
          <pc:docMk/>
          <pc:sldMk cId="0" sldId="260"/>
        </pc:sldMkLst>
      </pc:sldChg>
      <pc:sldChg chg="del">
        <pc:chgData name="Jenny Díaz Ramírez" userId="df7d83af-54c1-43f9-a4ec-fea9744b3563" providerId="ADAL" clId="{3BBA35F7-7689-49C6-8938-C98689E3AC50}" dt="2025-02-14T18:39:26.853" v="762" actId="47"/>
        <pc:sldMkLst>
          <pc:docMk/>
          <pc:sldMk cId="0" sldId="261"/>
        </pc:sldMkLst>
      </pc:sldChg>
      <pc:sldChg chg="del">
        <pc:chgData name="Jenny Díaz Ramírez" userId="df7d83af-54c1-43f9-a4ec-fea9744b3563" providerId="ADAL" clId="{3BBA35F7-7689-49C6-8938-C98689E3AC50}" dt="2025-02-14T18:39:19.835" v="760" actId="47"/>
        <pc:sldMkLst>
          <pc:docMk/>
          <pc:sldMk cId="0" sldId="266"/>
        </pc:sldMkLst>
      </pc:sldChg>
      <pc:sldChg chg="del">
        <pc:chgData name="Jenny Díaz Ramírez" userId="df7d83af-54c1-43f9-a4ec-fea9744b3563" providerId="ADAL" clId="{3BBA35F7-7689-49C6-8938-C98689E3AC50}" dt="2025-02-14T18:39:19.835" v="760" actId="47"/>
        <pc:sldMkLst>
          <pc:docMk/>
          <pc:sldMk cId="4053190045" sldId="272"/>
        </pc:sldMkLst>
      </pc:sldChg>
      <pc:sldChg chg="del">
        <pc:chgData name="Jenny Díaz Ramírez" userId="df7d83af-54c1-43f9-a4ec-fea9744b3563" providerId="ADAL" clId="{3BBA35F7-7689-49C6-8938-C98689E3AC50}" dt="2025-02-14T18:39:15.253" v="759" actId="47"/>
        <pc:sldMkLst>
          <pc:docMk/>
          <pc:sldMk cId="0" sldId="273"/>
        </pc:sldMkLst>
      </pc:sldChg>
      <pc:sldChg chg="del">
        <pc:chgData name="Jenny Díaz Ramírez" userId="df7d83af-54c1-43f9-a4ec-fea9744b3563" providerId="ADAL" clId="{3BBA35F7-7689-49C6-8938-C98689E3AC50}" dt="2025-02-14T18:39:25.347" v="761" actId="47"/>
        <pc:sldMkLst>
          <pc:docMk/>
          <pc:sldMk cId="1762163509" sldId="275"/>
        </pc:sldMkLst>
      </pc:sldChg>
      <pc:sldChg chg="del">
        <pc:chgData name="Jenny Díaz Ramírez" userId="df7d83af-54c1-43f9-a4ec-fea9744b3563" providerId="ADAL" clId="{3BBA35F7-7689-49C6-8938-C98689E3AC50}" dt="2025-02-14T18:39:25.347" v="761" actId="47"/>
        <pc:sldMkLst>
          <pc:docMk/>
          <pc:sldMk cId="1999810849" sldId="276"/>
        </pc:sldMkLst>
      </pc:sldChg>
      <pc:sldChg chg="del">
        <pc:chgData name="Jenny Díaz Ramírez" userId="df7d83af-54c1-43f9-a4ec-fea9744b3563" providerId="ADAL" clId="{3BBA35F7-7689-49C6-8938-C98689E3AC50}" dt="2025-02-14T18:39:25.347" v="761" actId="47"/>
        <pc:sldMkLst>
          <pc:docMk/>
          <pc:sldMk cId="2595540467" sldId="277"/>
        </pc:sldMkLst>
      </pc:sldChg>
      <pc:sldChg chg="del">
        <pc:chgData name="Jenny Díaz Ramírez" userId="df7d83af-54c1-43f9-a4ec-fea9744b3563" providerId="ADAL" clId="{3BBA35F7-7689-49C6-8938-C98689E3AC50}" dt="2025-02-14T18:39:15.253" v="759" actId="47"/>
        <pc:sldMkLst>
          <pc:docMk/>
          <pc:sldMk cId="0" sldId="283"/>
        </pc:sldMkLst>
      </pc:sldChg>
      <pc:sldChg chg="del">
        <pc:chgData name="Jenny Díaz Ramírez" userId="df7d83af-54c1-43f9-a4ec-fea9744b3563" providerId="ADAL" clId="{3BBA35F7-7689-49C6-8938-C98689E3AC50}" dt="2025-02-14T18:39:15.253" v="759" actId="47"/>
        <pc:sldMkLst>
          <pc:docMk/>
          <pc:sldMk cId="0" sldId="285"/>
        </pc:sldMkLst>
      </pc:sldChg>
      <pc:sldChg chg="del">
        <pc:chgData name="Jenny Díaz Ramírez" userId="df7d83af-54c1-43f9-a4ec-fea9744b3563" providerId="ADAL" clId="{3BBA35F7-7689-49C6-8938-C98689E3AC50}" dt="2025-02-14T18:39:15.253" v="759" actId="47"/>
        <pc:sldMkLst>
          <pc:docMk/>
          <pc:sldMk cId="0" sldId="286"/>
        </pc:sldMkLst>
      </pc:sldChg>
      <pc:sldChg chg="del">
        <pc:chgData name="Jenny Díaz Ramírez" userId="df7d83af-54c1-43f9-a4ec-fea9744b3563" providerId="ADAL" clId="{3BBA35F7-7689-49C6-8938-C98689E3AC50}" dt="2025-02-14T18:39:15.253" v="759" actId="47"/>
        <pc:sldMkLst>
          <pc:docMk/>
          <pc:sldMk cId="0" sldId="287"/>
        </pc:sldMkLst>
      </pc:sldChg>
      <pc:sldChg chg="del">
        <pc:chgData name="Jenny Díaz Ramírez" userId="df7d83af-54c1-43f9-a4ec-fea9744b3563" providerId="ADAL" clId="{3BBA35F7-7689-49C6-8938-C98689E3AC50}" dt="2025-02-14T18:39:19.835" v="760" actId="47"/>
        <pc:sldMkLst>
          <pc:docMk/>
          <pc:sldMk cId="0" sldId="288"/>
        </pc:sldMkLst>
      </pc:sldChg>
      <pc:sldChg chg="del">
        <pc:chgData name="Jenny Díaz Ramírez" userId="df7d83af-54c1-43f9-a4ec-fea9744b3563" providerId="ADAL" clId="{3BBA35F7-7689-49C6-8938-C98689E3AC50}" dt="2025-02-14T18:39:19.835" v="760" actId="47"/>
        <pc:sldMkLst>
          <pc:docMk/>
          <pc:sldMk cId="0" sldId="289"/>
        </pc:sldMkLst>
      </pc:sldChg>
      <pc:sldChg chg="del">
        <pc:chgData name="Jenny Díaz Ramírez" userId="df7d83af-54c1-43f9-a4ec-fea9744b3563" providerId="ADAL" clId="{3BBA35F7-7689-49C6-8938-C98689E3AC50}" dt="2025-02-14T18:39:19.835" v="760" actId="47"/>
        <pc:sldMkLst>
          <pc:docMk/>
          <pc:sldMk cId="0" sldId="290"/>
        </pc:sldMkLst>
      </pc:sldChg>
      <pc:sldChg chg="del">
        <pc:chgData name="Jenny Díaz Ramírez" userId="df7d83af-54c1-43f9-a4ec-fea9744b3563" providerId="ADAL" clId="{3BBA35F7-7689-49C6-8938-C98689E3AC50}" dt="2025-02-14T18:39:15.253" v="759" actId="47"/>
        <pc:sldMkLst>
          <pc:docMk/>
          <pc:sldMk cId="0" sldId="292"/>
        </pc:sldMkLst>
      </pc:sldChg>
      <pc:sldChg chg="del">
        <pc:chgData name="Jenny Díaz Ramírez" userId="df7d83af-54c1-43f9-a4ec-fea9744b3563" providerId="ADAL" clId="{3BBA35F7-7689-49C6-8938-C98689E3AC50}" dt="2025-02-14T18:39:19.835" v="760" actId="47"/>
        <pc:sldMkLst>
          <pc:docMk/>
          <pc:sldMk cId="0" sldId="294"/>
        </pc:sldMkLst>
      </pc:sldChg>
      <pc:sldChg chg="del">
        <pc:chgData name="Jenny Díaz Ramírez" userId="df7d83af-54c1-43f9-a4ec-fea9744b3563" providerId="ADAL" clId="{3BBA35F7-7689-49C6-8938-C98689E3AC50}" dt="2025-02-14T18:39:15.253" v="759" actId="47"/>
        <pc:sldMkLst>
          <pc:docMk/>
          <pc:sldMk cId="2725073709" sldId="299"/>
        </pc:sldMkLst>
      </pc:sldChg>
      <pc:sldChg chg="modSp add mod">
        <pc:chgData name="Jenny Díaz Ramírez" userId="df7d83af-54c1-43f9-a4ec-fea9744b3563" providerId="ADAL" clId="{3BBA35F7-7689-49C6-8938-C98689E3AC50}" dt="2025-02-14T18:38:39.628" v="758" actId="27636"/>
        <pc:sldMkLst>
          <pc:docMk/>
          <pc:sldMk cId="1507004057" sldId="318"/>
        </pc:sldMkLst>
      </pc:sldChg>
      <pc:sldChg chg="modSp add mod">
        <pc:chgData name="Jenny Díaz Ramírez" userId="df7d83af-54c1-43f9-a4ec-fea9744b3563" providerId="ADAL" clId="{3BBA35F7-7689-49C6-8938-C98689E3AC50}" dt="2025-02-14T18:27:55.240" v="505" actId="1076"/>
        <pc:sldMkLst>
          <pc:docMk/>
          <pc:sldMk cId="2991445481" sldId="319"/>
        </pc:sldMkLst>
      </pc:sldChg>
      <pc:sldChg chg="modSp add mod">
        <pc:chgData name="Jenny Díaz Ramírez" userId="df7d83af-54c1-43f9-a4ec-fea9744b3563" providerId="ADAL" clId="{3BBA35F7-7689-49C6-8938-C98689E3AC50}" dt="2025-02-14T18:17:10.484" v="394" actId="27636"/>
        <pc:sldMkLst>
          <pc:docMk/>
          <pc:sldMk cId="1792991897" sldId="320"/>
        </pc:sldMkLst>
      </pc:sldChg>
      <pc:sldChg chg="addSp delSp modSp add mod">
        <pc:chgData name="Jenny Díaz Ramírez" userId="df7d83af-54c1-43f9-a4ec-fea9744b3563" providerId="ADAL" clId="{3BBA35F7-7689-49C6-8938-C98689E3AC50}" dt="2025-02-14T18:21:18.180" v="463" actId="403"/>
        <pc:sldMkLst>
          <pc:docMk/>
          <pc:sldMk cId="4099253287" sldId="321"/>
        </pc:sldMkLst>
      </pc:sldChg>
      <pc:sldChg chg="modSp add mod">
        <pc:chgData name="Jenny Díaz Ramírez" userId="df7d83af-54c1-43f9-a4ec-fea9744b3563" providerId="ADAL" clId="{3BBA35F7-7689-49C6-8938-C98689E3AC50}" dt="2025-02-14T18:21:39.740" v="465" actId="14100"/>
        <pc:sldMkLst>
          <pc:docMk/>
          <pc:sldMk cId="3829381081" sldId="322"/>
        </pc:sldMkLst>
      </pc:sldChg>
      <pc:sldChg chg="add del">
        <pc:chgData name="Jenny Díaz Ramírez" userId="df7d83af-54c1-43f9-a4ec-fea9744b3563" providerId="ADAL" clId="{3BBA35F7-7689-49C6-8938-C98689E3AC50}" dt="2025-02-14T18:25:43.782" v="484" actId="47"/>
        <pc:sldMkLst>
          <pc:docMk/>
          <pc:sldMk cId="2604061674" sldId="323"/>
        </pc:sldMkLst>
      </pc:sldChg>
      <pc:sldChg chg="modSp add mod">
        <pc:chgData name="Jenny Díaz Ramírez" userId="df7d83af-54c1-43f9-a4ec-fea9744b3563" providerId="ADAL" clId="{3BBA35F7-7689-49C6-8938-C98689E3AC50}" dt="2025-02-14T18:28:14.985" v="508" actId="404"/>
        <pc:sldMkLst>
          <pc:docMk/>
          <pc:sldMk cId="2181993696" sldId="324"/>
        </pc:sldMkLst>
      </pc:sldChg>
      <pc:sldChg chg="modSp add mod">
        <pc:chgData name="Jenny Díaz Ramírez" userId="df7d83af-54c1-43f9-a4ec-fea9744b3563" providerId="ADAL" clId="{3BBA35F7-7689-49C6-8938-C98689E3AC50}" dt="2025-02-14T18:28:48.414" v="513" actId="207"/>
        <pc:sldMkLst>
          <pc:docMk/>
          <pc:sldMk cId="1425488708" sldId="325"/>
        </pc:sldMkLst>
      </pc:sldChg>
      <pc:sldChg chg="modSp add mod">
        <pc:chgData name="Jenny Díaz Ramírez" userId="df7d83af-54c1-43f9-a4ec-fea9744b3563" providerId="ADAL" clId="{3BBA35F7-7689-49C6-8938-C98689E3AC50}" dt="2025-02-14T18:29:25.818" v="519" actId="20577"/>
        <pc:sldMkLst>
          <pc:docMk/>
          <pc:sldMk cId="361000383" sldId="326"/>
        </pc:sldMkLst>
      </pc:sldChg>
      <pc:sldChg chg="addSp delSp modSp add mod">
        <pc:chgData name="Jenny Díaz Ramírez" userId="df7d83af-54c1-43f9-a4ec-fea9744b3563" providerId="ADAL" clId="{3BBA35F7-7689-49C6-8938-C98689E3AC50}" dt="2025-02-14T18:38:24.124" v="753" actId="1076"/>
        <pc:sldMkLst>
          <pc:docMk/>
          <pc:sldMk cId="1078517728" sldId="327"/>
        </pc:sldMkLst>
      </pc:sldChg>
      <pc:sldChg chg="del">
        <pc:chgData name="Jenny Díaz Ramírez" userId="df7d83af-54c1-43f9-a4ec-fea9744b3563" providerId="ADAL" clId="{3BBA35F7-7689-49C6-8938-C98689E3AC50}" dt="2025-02-14T18:39:15.253" v="759" actId="47"/>
        <pc:sldMkLst>
          <pc:docMk/>
          <pc:sldMk cId="1335520051" sldId="329"/>
        </pc:sldMkLst>
      </pc:sldChg>
      <pc:sldChg chg="modSp add mod">
        <pc:chgData name="Jenny Díaz Ramírez" userId="df7d83af-54c1-43f9-a4ec-fea9744b3563" providerId="ADAL" clId="{3BBA35F7-7689-49C6-8938-C98689E3AC50}" dt="2025-02-14T18:26:29.338" v="490" actId="1076"/>
        <pc:sldMkLst>
          <pc:docMk/>
          <pc:sldMk cId="214513282" sldId="334"/>
        </pc:sldMkLst>
      </pc:sldChg>
      <pc:sldChg chg="modSp mod">
        <pc:chgData name="Jenny Díaz Ramírez" userId="df7d83af-54c1-43f9-a4ec-fea9744b3563" providerId="ADAL" clId="{3BBA35F7-7689-49C6-8938-C98689E3AC50}" dt="2025-02-14T18:15:09.621" v="388" actId="14100"/>
        <pc:sldMkLst>
          <pc:docMk/>
          <pc:sldMk cId="529042108" sldId="346"/>
        </pc:sldMkLst>
        <pc:spChg chg="mod">
          <ac:chgData name="Jenny Díaz Ramírez" userId="df7d83af-54c1-43f9-a4ec-fea9744b3563" providerId="ADAL" clId="{3BBA35F7-7689-49C6-8938-C98689E3AC50}" dt="2025-02-14T18:13:09.537" v="347" actId="20577"/>
          <ac:spMkLst>
            <pc:docMk/>
            <pc:sldMk cId="529042108" sldId="346"/>
            <ac:spMk id="2" creationId="{00000000-0000-0000-0000-000000000000}"/>
          </ac:spMkLst>
        </pc:spChg>
        <pc:graphicFrameChg chg="mod">
          <ac:chgData name="Jenny Díaz Ramírez" userId="df7d83af-54c1-43f9-a4ec-fea9744b3563" providerId="ADAL" clId="{3BBA35F7-7689-49C6-8938-C98689E3AC50}" dt="2025-02-14T18:15:09.621" v="388" actId="14100"/>
          <ac:graphicFrameMkLst>
            <pc:docMk/>
            <pc:sldMk cId="529042108" sldId="346"/>
            <ac:graphicFrameMk id="5" creationId="{00000000-0000-0000-0000-000000000000}"/>
          </ac:graphicFrameMkLst>
        </pc:graphicFrameChg>
      </pc:sldChg>
      <pc:sldChg chg="modSp mod">
        <pc:chgData name="Jenny Díaz Ramírez" userId="df7d83af-54c1-43f9-a4ec-fea9744b3563" providerId="ADAL" clId="{3BBA35F7-7689-49C6-8938-C98689E3AC50}" dt="2025-02-14T18:04:38.912" v="68" actId="20577"/>
        <pc:sldMkLst>
          <pc:docMk/>
          <pc:sldMk cId="2960950710" sldId="350"/>
        </pc:sldMkLst>
        <pc:spChg chg="mod">
          <ac:chgData name="Jenny Díaz Ramírez" userId="df7d83af-54c1-43f9-a4ec-fea9744b3563" providerId="ADAL" clId="{3BBA35F7-7689-49C6-8938-C98689E3AC50}" dt="2025-02-14T18:04:28.724" v="47" actId="20577"/>
          <ac:spMkLst>
            <pc:docMk/>
            <pc:sldMk cId="2960950710" sldId="350"/>
            <ac:spMk id="2" creationId="{293E168C-8042-5B4E-A5A4-A5BF693AE2D6}"/>
          </ac:spMkLst>
        </pc:spChg>
        <pc:spChg chg="mod">
          <ac:chgData name="Jenny Díaz Ramírez" userId="df7d83af-54c1-43f9-a4ec-fea9744b3563" providerId="ADAL" clId="{3BBA35F7-7689-49C6-8938-C98689E3AC50}" dt="2025-02-14T18:04:38.912" v="68" actId="20577"/>
          <ac:spMkLst>
            <pc:docMk/>
            <pc:sldMk cId="2960950710" sldId="350"/>
            <ac:spMk id="3" creationId="{F18E61D8-31A3-2D45-8E25-CBE846E26E1C}"/>
          </ac:spMkLst>
        </pc:spChg>
      </pc:sldChg>
      <pc:sldChg chg="del">
        <pc:chgData name="Jenny Díaz Ramírez" userId="df7d83af-54c1-43f9-a4ec-fea9744b3563" providerId="ADAL" clId="{3BBA35F7-7689-49C6-8938-C98689E3AC50}" dt="2025-02-14T18:39:15.253" v="759" actId="47"/>
        <pc:sldMkLst>
          <pc:docMk/>
          <pc:sldMk cId="0" sldId="456"/>
        </pc:sldMkLst>
      </pc:sldChg>
      <pc:sldChg chg="del">
        <pc:chgData name="Jenny Díaz Ramírez" userId="df7d83af-54c1-43f9-a4ec-fea9744b3563" providerId="ADAL" clId="{3BBA35F7-7689-49C6-8938-C98689E3AC50}" dt="2025-02-14T18:39:19.835" v="760" actId="47"/>
        <pc:sldMkLst>
          <pc:docMk/>
          <pc:sldMk cId="1247168403" sldId="457"/>
        </pc:sldMkLst>
      </pc:sldChg>
      <pc:sldChg chg="del">
        <pc:chgData name="Jenny Díaz Ramírez" userId="df7d83af-54c1-43f9-a4ec-fea9744b3563" providerId="ADAL" clId="{3BBA35F7-7689-49C6-8938-C98689E3AC50}" dt="2025-02-14T18:39:19.835" v="760" actId="47"/>
        <pc:sldMkLst>
          <pc:docMk/>
          <pc:sldMk cId="3248655243" sldId="458"/>
        </pc:sldMkLst>
      </pc:sldChg>
      <pc:sldChg chg="del">
        <pc:chgData name="Jenny Díaz Ramírez" userId="df7d83af-54c1-43f9-a4ec-fea9744b3563" providerId="ADAL" clId="{3BBA35F7-7689-49C6-8938-C98689E3AC50}" dt="2025-02-14T18:39:19.835" v="760" actId="47"/>
        <pc:sldMkLst>
          <pc:docMk/>
          <pc:sldMk cId="1535002486" sldId="459"/>
        </pc:sldMkLst>
      </pc:sldChg>
      <pc:sldChg chg="del">
        <pc:chgData name="Jenny Díaz Ramírez" userId="df7d83af-54c1-43f9-a4ec-fea9744b3563" providerId="ADAL" clId="{3BBA35F7-7689-49C6-8938-C98689E3AC50}" dt="2025-02-14T18:39:19.835" v="760" actId="47"/>
        <pc:sldMkLst>
          <pc:docMk/>
          <pc:sldMk cId="1307388035" sldId="460"/>
        </pc:sldMkLst>
      </pc:sldChg>
      <pc:sldChg chg="del">
        <pc:chgData name="Jenny Díaz Ramírez" userId="df7d83af-54c1-43f9-a4ec-fea9744b3563" providerId="ADAL" clId="{3BBA35F7-7689-49C6-8938-C98689E3AC50}" dt="2025-02-14T18:39:25.347" v="761" actId="47"/>
        <pc:sldMkLst>
          <pc:docMk/>
          <pc:sldMk cId="4145466643" sldId="461"/>
        </pc:sldMkLst>
      </pc:sldChg>
      <pc:sldChg chg="addSp delSp modSp new mod modClrScheme chgLayout">
        <pc:chgData name="Jenny Díaz Ramírez" userId="df7d83af-54c1-43f9-a4ec-fea9744b3563" providerId="ADAL" clId="{3BBA35F7-7689-49C6-8938-C98689E3AC50}" dt="2025-02-14T18:39:45.800" v="765" actId="2711"/>
        <pc:sldMkLst>
          <pc:docMk/>
          <pc:sldMk cId="2807952444" sldId="462"/>
        </pc:sldMkLst>
      </pc:sldChg>
      <pc:sldChg chg="modSp add mod">
        <pc:chgData name="Jenny Díaz Ramírez" userId="df7d83af-54c1-43f9-a4ec-fea9744b3563" providerId="ADAL" clId="{3BBA35F7-7689-49C6-8938-C98689E3AC50}" dt="2025-02-14T18:25:28.276" v="483" actId="6549"/>
        <pc:sldMkLst>
          <pc:docMk/>
          <pc:sldMk cId="4022233507" sldId="463"/>
        </pc:sldMkLst>
      </pc:sldChg>
      <pc:sldMasterChg chg="modSp mod modSldLayout">
        <pc:chgData name="Jenny Díaz Ramírez" userId="df7d83af-54c1-43f9-a4ec-fea9744b3563" providerId="ADAL" clId="{3BBA35F7-7689-49C6-8938-C98689E3AC50}" dt="2025-02-14T18:20:34.866" v="450"/>
        <pc:sldMasterMkLst>
          <pc:docMk/>
          <pc:sldMasterMk cId="3515892240" sldId="2147483658"/>
        </pc:sldMasterMkLst>
        <pc:spChg chg="mod">
          <ac:chgData name="Jenny Díaz Ramírez" userId="df7d83af-54c1-43f9-a4ec-fea9744b3563" providerId="ADAL" clId="{3BBA35F7-7689-49C6-8938-C98689E3AC50}" dt="2025-02-14T18:19:17.083" v="430" actId="1076"/>
          <ac:spMkLst>
            <pc:docMk/>
            <pc:sldMasterMk cId="3515892240" sldId="2147483658"/>
            <ac:spMk id="31" creationId="{C9955F1C-C0B1-BA44-8905-6991FA0D1EF3}"/>
          </ac:spMkLst>
        </pc:spChg>
        <pc:spChg chg="mod">
          <ac:chgData name="Jenny Díaz Ramírez" userId="df7d83af-54c1-43f9-a4ec-fea9744b3563" providerId="ADAL" clId="{3BBA35F7-7689-49C6-8938-C98689E3AC50}" dt="2025-02-14T18:19:13.064" v="429" actId="1076"/>
          <ac:spMkLst>
            <pc:docMk/>
            <pc:sldMasterMk cId="3515892240" sldId="2147483658"/>
            <ac:spMk id="32" creationId="{C8ADA0DF-3751-9A48-8A21-59F01C782D7C}"/>
          </ac:spMkLst>
        </pc:spChg>
        <pc:sldLayoutChg chg="addSp delSp modSp mod">
          <pc:chgData name="Jenny Díaz Ramírez" userId="df7d83af-54c1-43f9-a4ec-fea9744b3563" providerId="ADAL" clId="{3BBA35F7-7689-49C6-8938-C98689E3AC50}" dt="2025-02-14T18:19:38.466" v="437"/>
          <pc:sldLayoutMkLst>
            <pc:docMk/>
            <pc:sldMasterMk cId="3515892240" sldId="2147483658"/>
            <pc:sldLayoutMk cId="2065862895" sldId="2147483673"/>
          </pc:sldLayoutMkLst>
          <pc:spChg chg="mod">
            <ac:chgData name="Jenny Díaz Ramírez" userId="df7d83af-54c1-43f9-a4ec-fea9744b3563" providerId="ADAL" clId="{3BBA35F7-7689-49C6-8938-C98689E3AC50}" dt="2025-02-14T18:19:29.106" v="433" actId="1076"/>
            <ac:spMkLst>
              <pc:docMk/>
              <pc:sldMasterMk cId="3515892240" sldId="2147483658"/>
              <pc:sldLayoutMk cId="2065862895" sldId="2147483673"/>
              <ac:spMk id="4" creationId="{0919432A-F8B5-4A96-AEE6-2E159658D5DD}"/>
            </ac:spMkLst>
          </pc:spChg>
          <pc:spChg chg="add mod">
            <ac:chgData name="Jenny Díaz Ramírez" userId="df7d83af-54c1-43f9-a4ec-fea9744b3563" providerId="ADAL" clId="{3BBA35F7-7689-49C6-8938-C98689E3AC50}" dt="2025-02-14T18:19:38.466" v="437"/>
            <ac:spMkLst>
              <pc:docMk/>
              <pc:sldMasterMk cId="3515892240" sldId="2147483658"/>
              <pc:sldLayoutMk cId="2065862895" sldId="2147483673"/>
              <ac:spMk id="7" creationId="{F88E2CE6-D902-5A33-C844-8A40B1779D5B}"/>
            </ac:spMkLst>
          </pc:spChg>
        </pc:sldLayoutChg>
        <pc:sldLayoutChg chg="delSp modSp mod">
          <pc:chgData name="Jenny Díaz Ramírez" userId="df7d83af-54c1-43f9-a4ec-fea9744b3563" providerId="ADAL" clId="{3BBA35F7-7689-49C6-8938-C98689E3AC50}" dt="2025-02-14T18:18:03.328" v="424" actId="207"/>
          <pc:sldLayoutMkLst>
            <pc:docMk/>
            <pc:sldMasterMk cId="3515892240" sldId="2147483658"/>
            <pc:sldLayoutMk cId="1447829211" sldId="2147483675"/>
          </pc:sldLayoutMkLst>
          <pc:spChg chg="mod">
            <ac:chgData name="Jenny Díaz Ramírez" userId="df7d83af-54c1-43f9-a4ec-fea9744b3563" providerId="ADAL" clId="{3BBA35F7-7689-49C6-8938-C98689E3AC50}" dt="2025-02-14T18:18:03.328" v="424" actId="207"/>
            <ac:spMkLst>
              <pc:docMk/>
              <pc:sldMasterMk cId="3515892240" sldId="2147483658"/>
              <pc:sldLayoutMk cId="1447829211" sldId="2147483675"/>
              <ac:spMk id="3" creationId="{9CFD7E6B-8BA7-35DB-BE61-5DF2483E56D9}"/>
            </ac:spMkLst>
          </pc:spChg>
          <pc:spChg chg="mod">
            <ac:chgData name="Jenny Díaz Ramírez" userId="df7d83af-54c1-43f9-a4ec-fea9744b3563" providerId="ADAL" clId="{3BBA35F7-7689-49C6-8938-C98689E3AC50}" dt="2025-02-14T18:17:44.265" v="420" actId="1076"/>
            <ac:spMkLst>
              <pc:docMk/>
              <pc:sldMasterMk cId="3515892240" sldId="2147483658"/>
              <pc:sldLayoutMk cId="1447829211" sldId="2147483675"/>
              <ac:spMk id="4" creationId="{43FD86DC-D2BD-AECC-1A0A-3CE74BEE57C9}"/>
            </ac:spMkLst>
          </pc:spChg>
        </pc:sldLayoutChg>
        <pc:sldLayoutChg chg="addSp delSp modSp mod">
          <pc:chgData name="Jenny Díaz Ramírez" userId="df7d83af-54c1-43f9-a4ec-fea9744b3563" providerId="ADAL" clId="{3BBA35F7-7689-49C6-8938-C98689E3AC50}" dt="2025-02-14T18:20:09.400" v="442"/>
          <pc:sldLayoutMkLst>
            <pc:docMk/>
            <pc:sldMasterMk cId="3515892240" sldId="2147483658"/>
            <pc:sldLayoutMk cId="2986155231" sldId="2147483677"/>
          </pc:sldLayoutMkLst>
          <pc:spChg chg="add mod">
            <ac:chgData name="Jenny Díaz Ramírez" userId="df7d83af-54c1-43f9-a4ec-fea9744b3563" providerId="ADAL" clId="{3BBA35F7-7689-49C6-8938-C98689E3AC50}" dt="2025-02-14T18:20:09.400" v="442"/>
            <ac:spMkLst>
              <pc:docMk/>
              <pc:sldMasterMk cId="3515892240" sldId="2147483658"/>
              <pc:sldLayoutMk cId="2986155231" sldId="2147483677"/>
              <ac:spMk id="5" creationId="{23F1A244-DFA6-8C44-BF95-8851B5A76AB8}"/>
            </ac:spMkLst>
          </pc:spChg>
          <pc:spChg chg="add mod">
            <ac:chgData name="Jenny Díaz Ramírez" userId="df7d83af-54c1-43f9-a4ec-fea9744b3563" providerId="ADAL" clId="{3BBA35F7-7689-49C6-8938-C98689E3AC50}" dt="2025-02-14T18:20:09.400" v="442"/>
            <ac:spMkLst>
              <pc:docMk/>
              <pc:sldMasterMk cId="3515892240" sldId="2147483658"/>
              <pc:sldLayoutMk cId="2986155231" sldId="2147483677"/>
              <ac:spMk id="6" creationId="{19E1CAB4-A60C-2959-8605-86F431A58C13}"/>
            </ac:spMkLst>
          </pc:spChg>
        </pc:sldLayoutChg>
        <pc:sldLayoutChg chg="addSp delSp modSp mod">
          <pc:chgData name="Jenny Díaz Ramírez" userId="df7d83af-54c1-43f9-a4ec-fea9744b3563" providerId="ADAL" clId="{3BBA35F7-7689-49C6-8938-C98689E3AC50}" dt="2025-02-14T18:20:15.435" v="444"/>
          <pc:sldLayoutMkLst>
            <pc:docMk/>
            <pc:sldMasterMk cId="3515892240" sldId="2147483658"/>
            <pc:sldLayoutMk cId="2550425395" sldId="2147483685"/>
          </pc:sldLayoutMkLst>
          <pc:spChg chg="add mod">
            <ac:chgData name="Jenny Díaz Ramírez" userId="df7d83af-54c1-43f9-a4ec-fea9744b3563" providerId="ADAL" clId="{3BBA35F7-7689-49C6-8938-C98689E3AC50}" dt="2025-02-14T18:20:15.435" v="444"/>
            <ac:spMkLst>
              <pc:docMk/>
              <pc:sldMasterMk cId="3515892240" sldId="2147483658"/>
              <pc:sldLayoutMk cId="2550425395" sldId="2147483685"/>
              <ac:spMk id="5" creationId="{F94C5751-D7B6-785B-559F-3B3AF0781146}"/>
            </ac:spMkLst>
          </pc:spChg>
          <pc:spChg chg="add mod">
            <ac:chgData name="Jenny Díaz Ramírez" userId="df7d83af-54c1-43f9-a4ec-fea9744b3563" providerId="ADAL" clId="{3BBA35F7-7689-49C6-8938-C98689E3AC50}" dt="2025-02-14T18:20:15.435" v="444"/>
            <ac:spMkLst>
              <pc:docMk/>
              <pc:sldMasterMk cId="3515892240" sldId="2147483658"/>
              <pc:sldLayoutMk cId="2550425395" sldId="2147483685"/>
              <ac:spMk id="6" creationId="{32D17B95-1D7F-FF57-3E13-0B36D861BAEE}"/>
            </ac:spMkLst>
          </pc:spChg>
        </pc:sldLayoutChg>
        <pc:sldLayoutChg chg="addSp delSp modSp mod">
          <pc:chgData name="Jenny Díaz Ramírez" userId="df7d83af-54c1-43f9-a4ec-fea9744b3563" providerId="ADAL" clId="{3BBA35F7-7689-49C6-8938-C98689E3AC50}" dt="2025-02-14T18:20:22.678" v="446"/>
          <pc:sldLayoutMkLst>
            <pc:docMk/>
            <pc:sldMasterMk cId="3515892240" sldId="2147483658"/>
            <pc:sldLayoutMk cId="4227948718" sldId="2147483688"/>
          </pc:sldLayoutMkLst>
          <pc:spChg chg="add mod">
            <ac:chgData name="Jenny Díaz Ramírez" userId="df7d83af-54c1-43f9-a4ec-fea9744b3563" providerId="ADAL" clId="{3BBA35F7-7689-49C6-8938-C98689E3AC50}" dt="2025-02-14T18:20:22.678" v="446"/>
            <ac:spMkLst>
              <pc:docMk/>
              <pc:sldMasterMk cId="3515892240" sldId="2147483658"/>
              <pc:sldLayoutMk cId="4227948718" sldId="2147483688"/>
              <ac:spMk id="5" creationId="{8CEC982C-CBC7-82F8-DD9C-CEC7134E4694}"/>
            </ac:spMkLst>
          </pc:spChg>
          <pc:spChg chg="add mod">
            <ac:chgData name="Jenny Díaz Ramírez" userId="df7d83af-54c1-43f9-a4ec-fea9744b3563" providerId="ADAL" clId="{3BBA35F7-7689-49C6-8938-C98689E3AC50}" dt="2025-02-14T18:20:22.678" v="446"/>
            <ac:spMkLst>
              <pc:docMk/>
              <pc:sldMasterMk cId="3515892240" sldId="2147483658"/>
              <pc:sldLayoutMk cId="4227948718" sldId="2147483688"/>
              <ac:spMk id="6" creationId="{4B831637-7548-7CD1-8B74-EAFCD709322A}"/>
            </ac:spMkLst>
          </pc:spChg>
        </pc:sldLayoutChg>
        <pc:sldLayoutChg chg="addSp delSp modSp mod">
          <pc:chgData name="Jenny Díaz Ramírez" userId="df7d83af-54c1-43f9-a4ec-fea9744b3563" providerId="ADAL" clId="{3BBA35F7-7689-49C6-8938-C98689E3AC50}" dt="2025-02-14T18:20:29.748" v="448"/>
          <pc:sldLayoutMkLst>
            <pc:docMk/>
            <pc:sldMasterMk cId="3515892240" sldId="2147483658"/>
            <pc:sldLayoutMk cId="161733636" sldId="2147483696"/>
          </pc:sldLayoutMkLst>
        </pc:sldLayoutChg>
        <pc:sldLayoutChg chg="addSp delSp modSp mod">
          <pc:chgData name="Jenny Díaz Ramírez" userId="df7d83af-54c1-43f9-a4ec-fea9744b3563" providerId="ADAL" clId="{3BBA35F7-7689-49C6-8938-C98689E3AC50}" dt="2025-02-14T18:20:34.866" v="450"/>
          <pc:sldLayoutMkLst>
            <pc:docMk/>
            <pc:sldMasterMk cId="3515892240" sldId="2147483658"/>
            <pc:sldLayoutMk cId="4161254587" sldId="2147483697"/>
          </pc:sldLayoutMkLst>
          <pc:spChg chg="add mod">
            <ac:chgData name="Jenny Díaz Ramírez" userId="df7d83af-54c1-43f9-a4ec-fea9744b3563" providerId="ADAL" clId="{3BBA35F7-7689-49C6-8938-C98689E3AC50}" dt="2025-02-14T18:20:34.866" v="450"/>
            <ac:spMkLst>
              <pc:docMk/>
              <pc:sldMasterMk cId="3515892240" sldId="2147483658"/>
              <pc:sldLayoutMk cId="4161254587" sldId="2147483697"/>
              <ac:spMk id="6" creationId="{D2277398-E71C-9E18-6FA2-AF0656698E4B}"/>
            </ac:spMkLst>
          </pc:spChg>
          <pc:spChg chg="add mod">
            <ac:chgData name="Jenny Díaz Ramírez" userId="df7d83af-54c1-43f9-a4ec-fea9744b3563" providerId="ADAL" clId="{3BBA35F7-7689-49C6-8938-C98689E3AC50}" dt="2025-02-14T18:20:34.866" v="450"/>
            <ac:spMkLst>
              <pc:docMk/>
              <pc:sldMasterMk cId="3515892240" sldId="2147483658"/>
              <pc:sldLayoutMk cId="4161254587" sldId="2147483697"/>
              <ac:spMk id="7" creationId="{B84FCA9A-3098-8020-E608-4F4F97405E44}"/>
            </ac:spMkLst>
          </pc:spChg>
        </pc:sldLayoutChg>
        <pc:sldLayoutChg chg="addSp delSp modSp mod">
          <pc:chgData name="Jenny Díaz Ramírez" userId="df7d83af-54c1-43f9-a4ec-fea9744b3563" providerId="ADAL" clId="{3BBA35F7-7689-49C6-8938-C98689E3AC50}" dt="2025-02-14T18:19:58.420" v="440"/>
          <pc:sldLayoutMkLst>
            <pc:docMk/>
            <pc:sldMasterMk cId="3515892240" sldId="2147483658"/>
            <pc:sldLayoutMk cId="779080894" sldId="2147483698"/>
          </pc:sldLayoutMkLst>
          <pc:spChg chg="add mod">
            <ac:chgData name="Jenny Díaz Ramírez" userId="df7d83af-54c1-43f9-a4ec-fea9744b3563" providerId="ADAL" clId="{3BBA35F7-7689-49C6-8938-C98689E3AC50}" dt="2025-02-14T18:19:51.659" v="439"/>
            <ac:spMkLst>
              <pc:docMk/>
              <pc:sldMasterMk cId="3515892240" sldId="2147483658"/>
              <pc:sldLayoutMk cId="779080894" sldId="2147483698"/>
              <ac:spMk id="5" creationId="{8B6548D6-A880-04F4-F832-A1B39206F240}"/>
            </ac:spMkLst>
          </pc:spChg>
          <pc:spChg chg="add mod">
            <ac:chgData name="Jenny Díaz Ramírez" userId="df7d83af-54c1-43f9-a4ec-fea9744b3563" providerId="ADAL" clId="{3BBA35F7-7689-49C6-8938-C98689E3AC50}" dt="2025-02-14T18:19:58.420" v="440"/>
            <ac:spMkLst>
              <pc:docMk/>
              <pc:sldMasterMk cId="3515892240" sldId="2147483658"/>
              <pc:sldLayoutMk cId="779080894" sldId="2147483698"/>
              <ac:spMk id="6" creationId="{8843598B-FC54-B745-3054-795FE6B8A9C1}"/>
            </ac:spMkLst>
          </pc:spChg>
        </pc:sldLayoutChg>
      </pc:sldMasterChg>
    </pc:docChg>
  </pc:docChgLst>
  <pc:docChgLst>
    <pc:chgData name="Jenny Díaz Ramírez" userId="df7d83af-54c1-43f9-a4ec-fea9744b3563" providerId="ADAL" clId="{F0F2E9D5-2E88-4B37-8254-B6ACD0174DC2}"/>
    <pc:docChg chg="undo redo custSel addSld delSld modSld sldOrd modMainMaster">
      <pc:chgData name="Jenny Díaz Ramírez" userId="df7d83af-54c1-43f9-a4ec-fea9744b3563" providerId="ADAL" clId="{F0F2E9D5-2E88-4B37-8254-B6ACD0174DC2}" dt="2025-02-18T15:33:41.069" v="1149" actId="164"/>
      <pc:docMkLst>
        <pc:docMk/>
      </pc:docMkLst>
      <pc:sldChg chg="addSp delSp modSp add mod ord chgLayout">
        <pc:chgData name="Jenny Díaz Ramírez" userId="df7d83af-54c1-43f9-a4ec-fea9744b3563" providerId="ADAL" clId="{F0F2E9D5-2E88-4B37-8254-B6ACD0174DC2}" dt="2025-02-17T22:46:44.510" v="53"/>
        <pc:sldMkLst>
          <pc:docMk/>
          <pc:sldMk cId="0" sldId="258"/>
        </pc:sldMkLst>
        <pc:spChg chg="mod ord">
          <ac:chgData name="Jenny Díaz Ramírez" userId="df7d83af-54c1-43f9-a4ec-fea9744b3563" providerId="ADAL" clId="{F0F2E9D5-2E88-4B37-8254-B6ACD0174DC2}" dt="2025-02-17T22:46:29.187" v="49" actId="27636"/>
          <ac:spMkLst>
            <pc:docMk/>
            <pc:sldMk cId="0" sldId="258"/>
            <ac:spMk id="2" creationId="{00000000-0000-0000-0000-000000000000}"/>
          </ac:spMkLst>
        </pc:spChg>
        <pc:spChg chg="mod ord">
          <ac:chgData name="Jenny Díaz Ramírez" userId="df7d83af-54c1-43f9-a4ec-fea9744b3563" providerId="ADAL" clId="{F0F2E9D5-2E88-4B37-8254-B6ACD0174DC2}" dt="2025-02-17T22:46:35.494" v="51" actId="14100"/>
          <ac:spMkLst>
            <pc:docMk/>
            <pc:sldMk cId="0" sldId="258"/>
            <ac:spMk id="3" creationId="{00000000-0000-0000-0000-000000000000}"/>
          </ac:spMkLst>
        </pc:spChg>
        <pc:spChg chg="mod ord">
          <ac:chgData name="Jenny Díaz Ramírez" userId="df7d83af-54c1-43f9-a4ec-fea9744b3563" providerId="ADAL" clId="{F0F2E9D5-2E88-4B37-8254-B6ACD0174DC2}" dt="2025-02-17T22:46:29.071" v="48" actId="700"/>
          <ac:spMkLst>
            <pc:docMk/>
            <pc:sldMk cId="0" sldId="258"/>
            <ac:spMk id="4" creationId="{00000000-0000-0000-0000-000000000000}"/>
          </ac:spMkLst>
        </pc:spChg>
        <pc:spChg chg="mod ord">
          <ac:chgData name="Jenny Díaz Ramírez" userId="df7d83af-54c1-43f9-a4ec-fea9744b3563" providerId="ADAL" clId="{F0F2E9D5-2E88-4B37-8254-B6ACD0174DC2}" dt="2025-02-17T22:46:29.071" v="48" actId="700"/>
          <ac:spMkLst>
            <pc:docMk/>
            <pc:sldMk cId="0" sldId="258"/>
            <ac:spMk id="5" creationId="{00000000-0000-0000-0000-000000000000}"/>
          </ac:spMkLst>
        </pc:spChg>
        <pc:spChg chg="add del mod ord">
          <ac:chgData name="Jenny Díaz Ramírez" userId="df7d83af-54c1-43f9-a4ec-fea9744b3563" providerId="ADAL" clId="{F0F2E9D5-2E88-4B37-8254-B6ACD0174DC2}" dt="2025-02-17T22:46:29.071" v="48" actId="700"/>
          <ac:spMkLst>
            <pc:docMk/>
            <pc:sldMk cId="0" sldId="258"/>
            <ac:spMk id="6" creationId="{B57A1841-3C9A-34AF-DCA1-4BF4D9F66468}"/>
          </ac:spMkLst>
        </pc:spChg>
        <pc:spChg chg="add del mod ord">
          <ac:chgData name="Jenny Díaz Ramírez" userId="df7d83af-54c1-43f9-a4ec-fea9744b3563" providerId="ADAL" clId="{F0F2E9D5-2E88-4B37-8254-B6ACD0174DC2}" dt="2025-02-17T22:46:29.071" v="48" actId="700"/>
          <ac:spMkLst>
            <pc:docMk/>
            <pc:sldMk cId="0" sldId="258"/>
            <ac:spMk id="7" creationId="{90F37A7B-AD9F-CB86-2705-CE3D38B0A9E2}"/>
          </ac:spMkLst>
        </pc:spChg>
        <pc:spChg chg="add del mod ord">
          <ac:chgData name="Jenny Díaz Ramírez" userId="df7d83af-54c1-43f9-a4ec-fea9744b3563" providerId="ADAL" clId="{F0F2E9D5-2E88-4B37-8254-B6ACD0174DC2}" dt="2025-02-17T22:46:29.071" v="48" actId="700"/>
          <ac:spMkLst>
            <pc:docMk/>
            <pc:sldMk cId="0" sldId="258"/>
            <ac:spMk id="8" creationId="{B8FAFF71-DAA1-BD73-0CD1-967A1AC687D7}"/>
          </ac:spMkLst>
        </pc:spChg>
      </pc:sldChg>
      <pc:sldChg chg="addSp delSp modSp add mod delAnim chgLayout">
        <pc:chgData name="Jenny Díaz Ramírez" userId="df7d83af-54c1-43f9-a4ec-fea9744b3563" providerId="ADAL" clId="{F0F2E9D5-2E88-4B37-8254-B6ACD0174DC2}" dt="2025-02-18T15:15:39.759" v="728" actId="27636"/>
        <pc:sldMkLst>
          <pc:docMk/>
          <pc:sldMk cId="0" sldId="259"/>
        </pc:sldMkLst>
        <pc:spChg chg="mod ord">
          <ac:chgData name="Jenny Díaz Ramírez" userId="df7d83af-54c1-43f9-a4ec-fea9744b3563" providerId="ADAL" clId="{F0F2E9D5-2E88-4B37-8254-B6ACD0174DC2}" dt="2025-02-17T22:43:41.715" v="24" actId="700"/>
          <ac:spMkLst>
            <pc:docMk/>
            <pc:sldMk cId="0" sldId="259"/>
            <ac:spMk id="2" creationId="{00000000-0000-0000-0000-000000000000}"/>
          </ac:spMkLst>
        </pc:spChg>
        <pc:spChg chg="del mod ord">
          <ac:chgData name="Jenny Díaz Ramírez" userId="df7d83af-54c1-43f9-a4ec-fea9744b3563" providerId="ADAL" clId="{F0F2E9D5-2E88-4B37-8254-B6ACD0174DC2}" dt="2025-02-18T15:12:57.816" v="700" actId="478"/>
          <ac:spMkLst>
            <pc:docMk/>
            <pc:sldMk cId="0" sldId="259"/>
            <ac:spMk id="3" creationId="{00000000-0000-0000-0000-000000000000}"/>
          </ac:spMkLst>
        </pc:spChg>
        <pc:spChg chg="mod ord">
          <ac:chgData name="Jenny Díaz Ramírez" userId="df7d83af-54c1-43f9-a4ec-fea9744b3563" providerId="ADAL" clId="{F0F2E9D5-2E88-4B37-8254-B6ACD0174DC2}" dt="2025-02-17T22:43:41.715" v="24" actId="700"/>
          <ac:spMkLst>
            <pc:docMk/>
            <pc:sldMk cId="0" sldId="259"/>
            <ac:spMk id="4" creationId="{00000000-0000-0000-0000-000000000000}"/>
          </ac:spMkLst>
        </pc:spChg>
        <pc:spChg chg="mod">
          <ac:chgData name="Jenny Díaz Ramírez" userId="df7d83af-54c1-43f9-a4ec-fea9744b3563" providerId="ADAL" clId="{F0F2E9D5-2E88-4B37-8254-B6ACD0174DC2}" dt="2025-02-18T15:12:47.919" v="698" actId="1076"/>
          <ac:spMkLst>
            <pc:docMk/>
            <pc:sldMk cId="0" sldId="259"/>
            <ac:spMk id="5" creationId="{00000000-0000-0000-0000-000000000000}"/>
          </ac:spMkLst>
        </pc:spChg>
        <pc:spChg chg="mod">
          <ac:chgData name="Jenny Díaz Ramírez" userId="df7d83af-54c1-43f9-a4ec-fea9744b3563" providerId="ADAL" clId="{F0F2E9D5-2E88-4B37-8254-B6ACD0174DC2}" dt="2025-02-18T15:12:53.646" v="699" actId="1076"/>
          <ac:spMkLst>
            <pc:docMk/>
            <pc:sldMk cId="0" sldId="259"/>
            <ac:spMk id="6" creationId="{00000000-0000-0000-0000-000000000000}"/>
          </ac:spMkLst>
        </pc:spChg>
        <pc:spChg chg="del mod">
          <ac:chgData name="Jenny Díaz Ramírez" userId="df7d83af-54c1-43f9-a4ec-fea9744b3563" providerId="ADAL" clId="{F0F2E9D5-2E88-4B37-8254-B6ACD0174DC2}" dt="2025-02-18T15:14:30.656" v="714" actId="478"/>
          <ac:spMkLst>
            <pc:docMk/>
            <pc:sldMk cId="0" sldId="259"/>
            <ac:spMk id="8" creationId="{00000000-0000-0000-0000-000000000000}"/>
          </ac:spMkLst>
        </pc:spChg>
        <pc:spChg chg="add mod ord">
          <ac:chgData name="Jenny Díaz Ramírez" userId="df7d83af-54c1-43f9-a4ec-fea9744b3563" providerId="ADAL" clId="{F0F2E9D5-2E88-4B37-8254-B6ACD0174DC2}" dt="2025-02-17T22:47:10.294" v="54" actId="207"/>
          <ac:spMkLst>
            <pc:docMk/>
            <pc:sldMk cId="0" sldId="259"/>
            <ac:spMk id="9" creationId="{5E7FC3DB-23B0-A178-875D-7D97F994E584}"/>
          </ac:spMkLst>
        </pc:spChg>
        <pc:spChg chg="add mod ord">
          <ac:chgData name="Jenny Díaz Ramírez" userId="df7d83af-54c1-43f9-a4ec-fea9744b3563" providerId="ADAL" clId="{F0F2E9D5-2E88-4B37-8254-B6ACD0174DC2}" dt="2025-02-18T15:14:23.257" v="712" actId="20577"/>
          <ac:spMkLst>
            <pc:docMk/>
            <pc:sldMk cId="0" sldId="259"/>
            <ac:spMk id="10" creationId="{B5EC36FC-DB57-331F-8033-0B34E34A0811}"/>
          </ac:spMkLst>
        </pc:spChg>
        <pc:spChg chg="add mod ord">
          <ac:chgData name="Jenny Díaz Ramírez" userId="df7d83af-54c1-43f9-a4ec-fea9744b3563" providerId="ADAL" clId="{F0F2E9D5-2E88-4B37-8254-B6ACD0174DC2}" dt="2025-02-18T15:15:39.759" v="728" actId="27636"/>
          <ac:spMkLst>
            <pc:docMk/>
            <pc:sldMk cId="0" sldId="259"/>
            <ac:spMk id="11" creationId="{3FEC1D2B-694D-529D-DE32-883F465AB9F4}"/>
          </ac:spMkLst>
        </pc:spChg>
        <pc:picChg chg="mod ord">
          <ac:chgData name="Jenny Díaz Ramírez" userId="df7d83af-54c1-43f9-a4ec-fea9744b3563" providerId="ADAL" clId="{F0F2E9D5-2E88-4B37-8254-B6ACD0174DC2}" dt="2025-02-18T15:13:39.968" v="702"/>
          <ac:picMkLst>
            <pc:docMk/>
            <pc:sldMk cId="0" sldId="259"/>
            <ac:picMk id="7" creationId="{00000000-0000-0000-0000-000000000000}"/>
          </ac:picMkLst>
        </pc:picChg>
      </pc:sldChg>
      <pc:sldChg chg="addSp modSp add del mod chgLayout">
        <pc:chgData name="Jenny Díaz Ramírez" userId="df7d83af-54c1-43f9-a4ec-fea9744b3563" providerId="ADAL" clId="{F0F2E9D5-2E88-4B37-8254-B6ACD0174DC2}" dt="2025-02-18T15:12:31.993" v="695" actId="47"/>
        <pc:sldMkLst>
          <pc:docMk/>
          <pc:sldMk cId="0" sldId="269"/>
        </pc:sldMkLst>
        <pc:spChg chg="mod ord">
          <ac:chgData name="Jenny Díaz Ramírez" userId="df7d83af-54c1-43f9-a4ec-fea9744b3563" providerId="ADAL" clId="{F0F2E9D5-2E88-4B37-8254-B6ACD0174DC2}" dt="2025-02-17T22:43:41.715" v="24" actId="700"/>
          <ac:spMkLst>
            <pc:docMk/>
            <pc:sldMk cId="0" sldId="269"/>
            <ac:spMk id="2" creationId="{00000000-0000-0000-0000-000000000000}"/>
          </ac:spMkLst>
        </pc:spChg>
        <pc:spChg chg="mod ord">
          <ac:chgData name="Jenny Díaz Ramírez" userId="df7d83af-54c1-43f9-a4ec-fea9744b3563" providerId="ADAL" clId="{F0F2E9D5-2E88-4B37-8254-B6ACD0174DC2}" dt="2025-02-17T22:43:41.715" v="24" actId="700"/>
          <ac:spMkLst>
            <pc:docMk/>
            <pc:sldMk cId="0" sldId="269"/>
            <ac:spMk id="3" creationId="{00000000-0000-0000-0000-000000000000}"/>
          </ac:spMkLst>
        </pc:spChg>
        <pc:spChg chg="mod ord">
          <ac:chgData name="Jenny Díaz Ramírez" userId="df7d83af-54c1-43f9-a4ec-fea9744b3563" providerId="ADAL" clId="{F0F2E9D5-2E88-4B37-8254-B6ACD0174DC2}" dt="2025-02-17T22:43:41.715" v="24" actId="700"/>
          <ac:spMkLst>
            <pc:docMk/>
            <pc:sldMk cId="0" sldId="269"/>
            <ac:spMk id="4" creationId="{00000000-0000-0000-0000-000000000000}"/>
          </ac:spMkLst>
        </pc:spChg>
        <pc:spChg chg="mod">
          <ac:chgData name="Jenny Díaz Ramírez" userId="df7d83af-54c1-43f9-a4ec-fea9744b3563" providerId="ADAL" clId="{F0F2E9D5-2E88-4B37-8254-B6ACD0174DC2}" dt="2025-02-17T22:47:20.601" v="55" actId="207"/>
          <ac:spMkLst>
            <pc:docMk/>
            <pc:sldMk cId="0" sldId="269"/>
            <ac:spMk id="6" creationId="{00000000-0000-0000-0000-000000000000}"/>
          </ac:spMkLst>
        </pc:spChg>
        <pc:spChg chg="mod">
          <ac:chgData name="Jenny Díaz Ramírez" userId="df7d83af-54c1-43f9-a4ec-fea9744b3563" providerId="ADAL" clId="{F0F2E9D5-2E88-4B37-8254-B6ACD0174DC2}" dt="2025-02-17T22:47:20.601" v="55" actId="207"/>
          <ac:spMkLst>
            <pc:docMk/>
            <pc:sldMk cId="0" sldId="269"/>
            <ac:spMk id="7" creationId="{00000000-0000-0000-0000-000000000000}"/>
          </ac:spMkLst>
        </pc:spChg>
        <pc:spChg chg="mod">
          <ac:chgData name="Jenny Díaz Ramírez" userId="df7d83af-54c1-43f9-a4ec-fea9744b3563" providerId="ADAL" clId="{F0F2E9D5-2E88-4B37-8254-B6ACD0174DC2}" dt="2025-02-17T22:47:20.601" v="55" actId="207"/>
          <ac:spMkLst>
            <pc:docMk/>
            <pc:sldMk cId="0" sldId="269"/>
            <ac:spMk id="8" creationId="{00000000-0000-0000-0000-000000000000}"/>
          </ac:spMkLst>
        </pc:spChg>
        <pc:spChg chg="mod">
          <ac:chgData name="Jenny Díaz Ramírez" userId="df7d83af-54c1-43f9-a4ec-fea9744b3563" providerId="ADAL" clId="{F0F2E9D5-2E88-4B37-8254-B6ACD0174DC2}" dt="2025-02-17T22:47:20.601" v="55" actId="207"/>
          <ac:spMkLst>
            <pc:docMk/>
            <pc:sldMk cId="0" sldId="269"/>
            <ac:spMk id="9" creationId="{00000000-0000-0000-0000-000000000000}"/>
          </ac:spMkLst>
        </pc:spChg>
        <pc:spChg chg="mod">
          <ac:chgData name="Jenny Díaz Ramírez" userId="df7d83af-54c1-43f9-a4ec-fea9744b3563" providerId="ADAL" clId="{F0F2E9D5-2E88-4B37-8254-B6ACD0174DC2}" dt="2025-02-17T22:47:20.601" v="55" actId="207"/>
          <ac:spMkLst>
            <pc:docMk/>
            <pc:sldMk cId="0" sldId="269"/>
            <ac:spMk id="10" creationId="{00000000-0000-0000-0000-000000000000}"/>
          </ac:spMkLst>
        </pc:spChg>
        <pc:spChg chg="mod">
          <ac:chgData name="Jenny Díaz Ramírez" userId="df7d83af-54c1-43f9-a4ec-fea9744b3563" providerId="ADAL" clId="{F0F2E9D5-2E88-4B37-8254-B6ACD0174DC2}" dt="2025-02-17T22:47:20.601" v="55" actId="207"/>
          <ac:spMkLst>
            <pc:docMk/>
            <pc:sldMk cId="0" sldId="269"/>
            <ac:spMk id="11" creationId="{00000000-0000-0000-0000-000000000000}"/>
          </ac:spMkLst>
        </pc:spChg>
        <pc:spChg chg="add mod ord">
          <ac:chgData name="Jenny Díaz Ramírez" userId="df7d83af-54c1-43f9-a4ec-fea9744b3563" providerId="ADAL" clId="{F0F2E9D5-2E88-4B37-8254-B6ACD0174DC2}" dt="2025-02-17T22:47:20.601" v="55" actId="207"/>
          <ac:spMkLst>
            <pc:docMk/>
            <pc:sldMk cId="0" sldId="269"/>
            <ac:spMk id="12" creationId="{6715E464-21A3-11F0-DBFA-88B671E6D174}"/>
          </ac:spMkLst>
        </pc:spChg>
        <pc:spChg chg="add mod ord">
          <ac:chgData name="Jenny Díaz Ramírez" userId="df7d83af-54c1-43f9-a4ec-fea9744b3563" providerId="ADAL" clId="{F0F2E9D5-2E88-4B37-8254-B6ACD0174DC2}" dt="2025-02-17T22:47:20.601" v="55" actId="207"/>
          <ac:spMkLst>
            <pc:docMk/>
            <pc:sldMk cId="0" sldId="269"/>
            <ac:spMk id="13" creationId="{B5CFB42E-EC0E-A281-D833-898BD288615A}"/>
          </ac:spMkLst>
        </pc:spChg>
        <pc:spChg chg="add mod ord">
          <ac:chgData name="Jenny Díaz Ramírez" userId="df7d83af-54c1-43f9-a4ec-fea9744b3563" providerId="ADAL" clId="{F0F2E9D5-2E88-4B37-8254-B6ACD0174DC2}" dt="2025-02-17T22:47:20.601" v="55" actId="207"/>
          <ac:spMkLst>
            <pc:docMk/>
            <pc:sldMk cId="0" sldId="269"/>
            <ac:spMk id="14" creationId="{D6A8E38A-7D63-6ABF-ABE1-48F548ABD6B8}"/>
          </ac:spMkLst>
        </pc:spChg>
        <pc:picChg chg="mod ord">
          <ac:chgData name="Jenny Díaz Ramírez" userId="df7d83af-54c1-43f9-a4ec-fea9744b3563" providerId="ADAL" clId="{F0F2E9D5-2E88-4B37-8254-B6ACD0174DC2}" dt="2025-02-17T22:47:20.601" v="55" actId="207"/>
          <ac:picMkLst>
            <pc:docMk/>
            <pc:sldMk cId="0" sldId="269"/>
            <ac:picMk id="5" creationId="{00000000-0000-0000-0000-000000000000}"/>
          </ac:picMkLst>
        </pc:picChg>
        <pc:picChg chg="add mod">
          <ac:chgData name="Jenny Díaz Ramírez" userId="df7d83af-54c1-43f9-a4ec-fea9744b3563" providerId="ADAL" clId="{F0F2E9D5-2E88-4B37-8254-B6ACD0174DC2}" dt="2025-02-17T22:47:28.003" v="57"/>
          <ac:picMkLst>
            <pc:docMk/>
            <pc:sldMk cId="0" sldId="269"/>
            <ac:picMk id="15" creationId="{E9A6FCE7-B716-46E9-CA9E-75C14EF176B5}"/>
          </ac:picMkLst>
        </pc:picChg>
        <pc:picChg chg="add mod">
          <ac:chgData name="Jenny Díaz Ramírez" userId="df7d83af-54c1-43f9-a4ec-fea9744b3563" providerId="ADAL" clId="{F0F2E9D5-2E88-4B37-8254-B6ACD0174DC2}" dt="2025-02-17T22:47:35.590" v="59"/>
          <ac:picMkLst>
            <pc:docMk/>
            <pc:sldMk cId="0" sldId="269"/>
            <ac:picMk id="16" creationId="{F4733DA0-695B-4263-480C-662C952A492D}"/>
          </ac:picMkLst>
        </pc:picChg>
      </pc:sldChg>
      <pc:sldChg chg="addSp delSp modSp add mod delAnim chgLayout">
        <pc:chgData name="Jenny Díaz Ramírez" userId="df7d83af-54c1-43f9-a4ec-fea9744b3563" providerId="ADAL" clId="{F0F2E9D5-2E88-4B37-8254-B6ACD0174DC2}" dt="2025-02-18T15:11:06.082" v="627" actId="1076"/>
        <pc:sldMkLst>
          <pc:docMk/>
          <pc:sldMk cId="0" sldId="270"/>
        </pc:sldMkLst>
        <pc:spChg chg="mod ord">
          <ac:chgData name="Jenny Díaz Ramírez" userId="df7d83af-54c1-43f9-a4ec-fea9744b3563" providerId="ADAL" clId="{F0F2E9D5-2E88-4B37-8254-B6ACD0174DC2}" dt="2025-02-17T23:04:38.744" v="225" actId="20577"/>
          <ac:spMkLst>
            <pc:docMk/>
            <pc:sldMk cId="0" sldId="270"/>
            <ac:spMk id="2" creationId="{00000000-0000-0000-0000-000000000000}"/>
          </ac:spMkLst>
        </pc:spChg>
        <pc:spChg chg="mod ord">
          <ac:chgData name="Jenny Díaz Ramírez" userId="df7d83af-54c1-43f9-a4ec-fea9744b3563" providerId="ADAL" clId="{F0F2E9D5-2E88-4B37-8254-B6ACD0174DC2}" dt="2025-02-17T22:43:41.715" v="24" actId="700"/>
          <ac:spMkLst>
            <pc:docMk/>
            <pc:sldMk cId="0" sldId="270"/>
            <ac:spMk id="3" creationId="{00000000-0000-0000-0000-000000000000}"/>
          </ac:spMkLst>
        </pc:spChg>
        <pc:spChg chg="mod ord">
          <ac:chgData name="Jenny Díaz Ramírez" userId="df7d83af-54c1-43f9-a4ec-fea9744b3563" providerId="ADAL" clId="{F0F2E9D5-2E88-4B37-8254-B6ACD0174DC2}" dt="2025-02-17T22:43:41.715" v="24" actId="700"/>
          <ac:spMkLst>
            <pc:docMk/>
            <pc:sldMk cId="0" sldId="270"/>
            <ac:spMk id="4" creationId="{00000000-0000-0000-0000-000000000000}"/>
          </ac:spMkLst>
        </pc:spChg>
        <pc:spChg chg="del mod">
          <ac:chgData name="Jenny Díaz Ramírez" userId="df7d83af-54c1-43f9-a4ec-fea9744b3563" providerId="ADAL" clId="{F0F2E9D5-2E88-4B37-8254-B6ACD0174DC2}" dt="2025-02-17T23:05:34.845" v="247" actId="478"/>
          <ac:spMkLst>
            <pc:docMk/>
            <pc:sldMk cId="0" sldId="270"/>
            <ac:spMk id="6" creationId="{00000000-0000-0000-0000-000000000000}"/>
          </ac:spMkLst>
        </pc:spChg>
        <pc:spChg chg="mod">
          <ac:chgData name="Jenny Díaz Ramírez" userId="df7d83af-54c1-43f9-a4ec-fea9744b3563" providerId="ADAL" clId="{F0F2E9D5-2E88-4B37-8254-B6ACD0174DC2}" dt="2025-02-18T15:11:06.082" v="627" actId="1076"/>
          <ac:spMkLst>
            <pc:docMk/>
            <pc:sldMk cId="0" sldId="270"/>
            <ac:spMk id="7" creationId="{00000000-0000-0000-0000-000000000000}"/>
          </ac:spMkLst>
        </pc:spChg>
        <pc:spChg chg="mod">
          <ac:chgData name="Jenny Díaz Ramírez" userId="df7d83af-54c1-43f9-a4ec-fea9744b3563" providerId="ADAL" clId="{F0F2E9D5-2E88-4B37-8254-B6ACD0174DC2}" dt="2025-02-18T15:01:00.266" v="434" actId="1076"/>
          <ac:spMkLst>
            <pc:docMk/>
            <pc:sldMk cId="0" sldId="270"/>
            <ac:spMk id="8" creationId="{00000000-0000-0000-0000-000000000000}"/>
          </ac:spMkLst>
        </pc:spChg>
        <pc:spChg chg="mod">
          <ac:chgData name="Jenny Díaz Ramírez" userId="df7d83af-54c1-43f9-a4ec-fea9744b3563" providerId="ADAL" clId="{F0F2E9D5-2E88-4B37-8254-B6ACD0174DC2}" dt="2025-02-18T15:01:00.266" v="434" actId="1076"/>
          <ac:spMkLst>
            <pc:docMk/>
            <pc:sldMk cId="0" sldId="270"/>
            <ac:spMk id="9" creationId="{00000000-0000-0000-0000-000000000000}"/>
          </ac:spMkLst>
        </pc:spChg>
        <pc:spChg chg="mod">
          <ac:chgData name="Jenny Díaz Ramírez" userId="df7d83af-54c1-43f9-a4ec-fea9744b3563" providerId="ADAL" clId="{F0F2E9D5-2E88-4B37-8254-B6ACD0174DC2}" dt="2025-02-18T15:01:00.266" v="434" actId="1076"/>
          <ac:spMkLst>
            <pc:docMk/>
            <pc:sldMk cId="0" sldId="270"/>
            <ac:spMk id="10" creationId="{00000000-0000-0000-0000-000000000000}"/>
          </ac:spMkLst>
        </pc:spChg>
        <pc:spChg chg="mod">
          <ac:chgData name="Jenny Díaz Ramírez" userId="df7d83af-54c1-43f9-a4ec-fea9744b3563" providerId="ADAL" clId="{F0F2E9D5-2E88-4B37-8254-B6ACD0174DC2}" dt="2025-02-18T15:01:00.266" v="434" actId="1076"/>
          <ac:spMkLst>
            <pc:docMk/>
            <pc:sldMk cId="0" sldId="270"/>
            <ac:spMk id="11" creationId="{00000000-0000-0000-0000-000000000000}"/>
          </ac:spMkLst>
        </pc:spChg>
        <pc:spChg chg="add del mod ord">
          <ac:chgData name="Jenny Díaz Ramírez" userId="df7d83af-54c1-43f9-a4ec-fea9744b3563" providerId="ADAL" clId="{F0F2E9D5-2E88-4B37-8254-B6ACD0174DC2}" dt="2025-02-18T15:00:50.795" v="433" actId="478"/>
          <ac:spMkLst>
            <pc:docMk/>
            <pc:sldMk cId="0" sldId="270"/>
            <ac:spMk id="12" creationId="{2E00F3A8-9D1C-8607-D20A-2C5EEE1486E3}"/>
          </ac:spMkLst>
        </pc:spChg>
        <pc:spChg chg="add mod ord">
          <ac:chgData name="Jenny Díaz Ramírez" userId="df7d83af-54c1-43f9-a4ec-fea9744b3563" providerId="ADAL" clId="{F0F2E9D5-2E88-4B37-8254-B6ACD0174DC2}" dt="2025-02-17T23:04:52.028" v="237" actId="207"/>
          <ac:spMkLst>
            <pc:docMk/>
            <pc:sldMk cId="0" sldId="270"/>
            <ac:spMk id="13" creationId="{BFB8792B-6677-BDA3-E4B5-3B0D610644DE}"/>
          </ac:spMkLst>
        </pc:spChg>
        <pc:spChg chg="add mod ord">
          <ac:chgData name="Jenny Díaz Ramírez" userId="df7d83af-54c1-43f9-a4ec-fea9744b3563" providerId="ADAL" clId="{F0F2E9D5-2E88-4B37-8254-B6ACD0174DC2}" dt="2025-02-17T23:06:46.075" v="432" actId="27636"/>
          <ac:spMkLst>
            <pc:docMk/>
            <pc:sldMk cId="0" sldId="270"/>
            <ac:spMk id="14" creationId="{B3ED3B04-8CC8-C5BE-A8F5-CF49BCB47C9D}"/>
          </ac:spMkLst>
        </pc:spChg>
        <pc:picChg chg="mod ord">
          <ac:chgData name="Jenny Díaz Ramírez" userId="df7d83af-54c1-43f9-a4ec-fea9744b3563" providerId="ADAL" clId="{F0F2E9D5-2E88-4B37-8254-B6ACD0174DC2}" dt="2025-02-18T15:01:00.266" v="434" actId="1076"/>
          <ac:picMkLst>
            <pc:docMk/>
            <pc:sldMk cId="0" sldId="270"/>
            <ac:picMk id="5" creationId="{00000000-0000-0000-0000-000000000000}"/>
          </ac:picMkLst>
        </pc:picChg>
      </pc:sldChg>
      <pc:sldChg chg="addSp modSp add mod chgLayout">
        <pc:chgData name="Jenny Díaz Ramírez" userId="df7d83af-54c1-43f9-a4ec-fea9744b3563" providerId="ADAL" clId="{F0F2E9D5-2E88-4B37-8254-B6ACD0174DC2}" dt="2025-02-17T23:04:03.362" v="214" actId="1076"/>
        <pc:sldMkLst>
          <pc:docMk/>
          <pc:sldMk cId="979308640" sldId="272"/>
        </pc:sldMkLst>
        <pc:spChg chg="mod ord">
          <ac:chgData name="Jenny Díaz Ramírez" userId="df7d83af-54c1-43f9-a4ec-fea9744b3563" providerId="ADAL" clId="{F0F2E9D5-2E88-4B37-8254-B6ACD0174DC2}" dt="2025-02-17T22:43:41.715" v="24" actId="700"/>
          <ac:spMkLst>
            <pc:docMk/>
            <pc:sldMk cId="979308640" sldId="272"/>
            <ac:spMk id="2" creationId="{00000000-0000-0000-0000-000000000000}"/>
          </ac:spMkLst>
        </pc:spChg>
        <pc:spChg chg="mod ord">
          <ac:chgData name="Jenny Díaz Ramírez" userId="df7d83af-54c1-43f9-a4ec-fea9744b3563" providerId="ADAL" clId="{F0F2E9D5-2E88-4B37-8254-B6ACD0174DC2}" dt="2025-02-17T22:43:41.715" v="24" actId="700"/>
          <ac:spMkLst>
            <pc:docMk/>
            <pc:sldMk cId="979308640" sldId="272"/>
            <ac:spMk id="3" creationId="{00000000-0000-0000-0000-000000000000}"/>
          </ac:spMkLst>
        </pc:spChg>
        <pc:spChg chg="add mod ord">
          <ac:chgData name="Jenny Díaz Ramírez" userId="df7d83af-54c1-43f9-a4ec-fea9744b3563" providerId="ADAL" clId="{F0F2E9D5-2E88-4B37-8254-B6ACD0174DC2}" dt="2025-02-17T22:43:41.715" v="24" actId="700"/>
          <ac:spMkLst>
            <pc:docMk/>
            <pc:sldMk cId="979308640" sldId="272"/>
            <ac:spMk id="4" creationId="{C99426A0-4414-E253-1738-8132C35FBE36}"/>
          </ac:spMkLst>
        </pc:spChg>
        <pc:spChg chg="add mod ord">
          <ac:chgData name="Jenny Díaz Ramírez" userId="df7d83af-54c1-43f9-a4ec-fea9744b3563" providerId="ADAL" clId="{F0F2E9D5-2E88-4B37-8254-B6ACD0174DC2}" dt="2025-02-17T22:43:41.715" v="24" actId="700"/>
          <ac:spMkLst>
            <pc:docMk/>
            <pc:sldMk cId="979308640" sldId="272"/>
            <ac:spMk id="5" creationId="{304AC2D9-1784-AB91-9B22-FD9100B154DF}"/>
          </ac:spMkLst>
        </pc:spChg>
        <pc:spChg chg="mod">
          <ac:chgData name="Jenny Díaz Ramírez" userId="df7d83af-54c1-43f9-a4ec-fea9744b3563" providerId="ADAL" clId="{F0F2E9D5-2E88-4B37-8254-B6ACD0174DC2}" dt="2025-02-17T23:03:13.734" v="202" actId="1076"/>
          <ac:spMkLst>
            <pc:docMk/>
            <pc:sldMk cId="979308640" sldId="272"/>
            <ac:spMk id="7" creationId="{00000000-0000-0000-0000-000000000000}"/>
          </ac:spMkLst>
        </pc:spChg>
        <pc:spChg chg="mod">
          <ac:chgData name="Jenny Díaz Ramírez" userId="df7d83af-54c1-43f9-a4ec-fea9744b3563" providerId="ADAL" clId="{F0F2E9D5-2E88-4B37-8254-B6ACD0174DC2}" dt="2025-02-17T23:03:39.695" v="209" actId="1076"/>
          <ac:spMkLst>
            <pc:docMk/>
            <pc:sldMk cId="979308640" sldId="272"/>
            <ac:spMk id="8" creationId="{00000000-0000-0000-0000-000000000000}"/>
          </ac:spMkLst>
        </pc:spChg>
        <pc:spChg chg="mod">
          <ac:chgData name="Jenny Díaz Ramírez" userId="df7d83af-54c1-43f9-a4ec-fea9744b3563" providerId="ADAL" clId="{F0F2E9D5-2E88-4B37-8254-B6ACD0174DC2}" dt="2025-02-17T23:03:39.695" v="209" actId="1076"/>
          <ac:spMkLst>
            <pc:docMk/>
            <pc:sldMk cId="979308640" sldId="272"/>
            <ac:spMk id="9" creationId="{00000000-0000-0000-0000-000000000000}"/>
          </ac:spMkLst>
        </pc:spChg>
        <pc:spChg chg="add mod ord">
          <ac:chgData name="Jenny Díaz Ramírez" userId="df7d83af-54c1-43f9-a4ec-fea9744b3563" providerId="ADAL" clId="{F0F2E9D5-2E88-4B37-8254-B6ACD0174DC2}" dt="2025-02-17T22:43:41.715" v="24" actId="700"/>
          <ac:spMkLst>
            <pc:docMk/>
            <pc:sldMk cId="979308640" sldId="272"/>
            <ac:spMk id="10" creationId="{0009F6FB-2D7D-8AA1-1FB7-1DB9390375EB}"/>
          </ac:spMkLst>
        </pc:spChg>
        <pc:spChg chg="mod">
          <ac:chgData name="Jenny Díaz Ramírez" userId="df7d83af-54c1-43f9-a4ec-fea9744b3563" providerId="ADAL" clId="{F0F2E9D5-2E88-4B37-8254-B6ACD0174DC2}" dt="2025-02-17T23:03:39.695" v="209" actId="1076"/>
          <ac:spMkLst>
            <pc:docMk/>
            <pc:sldMk cId="979308640" sldId="272"/>
            <ac:spMk id="12" creationId="{00000000-0000-0000-0000-000000000000}"/>
          </ac:spMkLst>
        </pc:spChg>
        <pc:spChg chg="mod">
          <ac:chgData name="Jenny Díaz Ramírez" userId="df7d83af-54c1-43f9-a4ec-fea9744b3563" providerId="ADAL" clId="{F0F2E9D5-2E88-4B37-8254-B6ACD0174DC2}" dt="2025-02-17T23:03:39.695" v="209" actId="1076"/>
          <ac:spMkLst>
            <pc:docMk/>
            <pc:sldMk cId="979308640" sldId="272"/>
            <ac:spMk id="14" creationId="{00000000-0000-0000-0000-000000000000}"/>
          </ac:spMkLst>
        </pc:spChg>
        <pc:spChg chg="mod">
          <ac:chgData name="Jenny Díaz Ramírez" userId="df7d83af-54c1-43f9-a4ec-fea9744b3563" providerId="ADAL" clId="{F0F2E9D5-2E88-4B37-8254-B6ACD0174DC2}" dt="2025-02-17T23:03:39.695" v="209" actId="1076"/>
          <ac:spMkLst>
            <pc:docMk/>
            <pc:sldMk cId="979308640" sldId="272"/>
            <ac:spMk id="17" creationId="{00000000-0000-0000-0000-000000000000}"/>
          </ac:spMkLst>
        </pc:spChg>
        <pc:spChg chg="mod">
          <ac:chgData name="Jenny Díaz Ramírez" userId="df7d83af-54c1-43f9-a4ec-fea9744b3563" providerId="ADAL" clId="{F0F2E9D5-2E88-4B37-8254-B6ACD0174DC2}" dt="2025-02-17T23:03:51.520" v="211" actId="1076"/>
          <ac:spMkLst>
            <pc:docMk/>
            <pc:sldMk cId="979308640" sldId="272"/>
            <ac:spMk id="27" creationId="{00000000-0000-0000-0000-000000000000}"/>
          </ac:spMkLst>
        </pc:spChg>
        <pc:spChg chg="mod">
          <ac:chgData name="Jenny Díaz Ramírez" userId="df7d83af-54c1-43f9-a4ec-fea9744b3563" providerId="ADAL" clId="{F0F2E9D5-2E88-4B37-8254-B6ACD0174DC2}" dt="2025-02-17T23:00:49.366" v="172" actId="404"/>
          <ac:spMkLst>
            <pc:docMk/>
            <pc:sldMk cId="979308640" sldId="272"/>
            <ac:spMk id="39" creationId="{00000000-0000-0000-0000-000000000000}"/>
          </ac:spMkLst>
        </pc:spChg>
        <pc:picChg chg="mod">
          <ac:chgData name="Jenny Díaz Ramírez" userId="df7d83af-54c1-43f9-a4ec-fea9744b3563" providerId="ADAL" clId="{F0F2E9D5-2E88-4B37-8254-B6ACD0174DC2}" dt="2025-02-17T23:03:20.772" v="203" actId="1076"/>
          <ac:picMkLst>
            <pc:docMk/>
            <pc:sldMk cId="979308640" sldId="272"/>
            <ac:picMk id="6" creationId="{00000000-0000-0000-0000-000000000000}"/>
          </ac:picMkLst>
        </pc:picChg>
        <pc:picChg chg="mod">
          <ac:chgData name="Jenny Díaz Ramírez" userId="df7d83af-54c1-43f9-a4ec-fea9744b3563" providerId="ADAL" clId="{F0F2E9D5-2E88-4B37-8254-B6ACD0174DC2}" dt="2025-02-17T23:03:45.515" v="210" actId="1076"/>
          <ac:picMkLst>
            <pc:docMk/>
            <pc:sldMk cId="979308640" sldId="272"/>
            <ac:picMk id="29" creationId="{00000000-0000-0000-0000-000000000000}"/>
          </ac:picMkLst>
        </pc:picChg>
        <pc:cxnChg chg="mod">
          <ac:chgData name="Jenny Díaz Ramírez" userId="df7d83af-54c1-43f9-a4ec-fea9744b3563" providerId="ADAL" clId="{F0F2E9D5-2E88-4B37-8254-B6ACD0174DC2}" dt="2025-02-17T23:03:39.695" v="209" actId="1076"/>
          <ac:cxnSpMkLst>
            <pc:docMk/>
            <pc:sldMk cId="979308640" sldId="272"/>
            <ac:cxnSpMk id="11" creationId="{00000000-0000-0000-0000-000000000000}"/>
          </ac:cxnSpMkLst>
        </pc:cxnChg>
        <pc:cxnChg chg="mod">
          <ac:chgData name="Jenny Díaz Ramírez" userId="df7d83af-54c1-43f9-a4ec-fea9744b3563" providerId="ADAL" clId="{F0F2E9D5-2E88-4B37-8254-B6ACD0174DC2}" dt="2025-02-17T23:04:03.362" v="214" actId="1076"/>
          <ac:cxnSpMkLst>
            <pc:docMk/>
            <pc:sldMk cId="979308640" sldId="272"/>
            <ac:cxnSpMk id="31" creationId="{00000000-0000-0000-0000-000000000000}"/>
          </ac:cxnSpMkLst>
        </pc:cxnChg>
        <pc:cxnChg chg="mod">
          <ac:chgData name="Jenny Díaz Ramírez" userId="df7d83af-54c1-43f9-a4ec-fea9744b3563" providerId="ADAL" clId="{F0F2E9D5-2E88-4B37-8254-B6ACD0174DC2}" dt="2025-02-17T23:03:59.231" v="213" actId="1076"/>
          <ac:cxnSpMkLst>
            <pc:docMk/>
            <pc:sldMk cId="979308640" sldId="272"/>
            <ac:cxnSpMk id="34" creationId="{00000000-0000-0000-0000-000000000000}"/>
          </ac:cxnSpMkLst>
        </pc:cxnChg>
        <pc:cxnChg chg="mod">
          <ac:chgData name="Jenny Díaz Ramírez" userId="df7d83af-54c1-43f9-a4ec-fea9744b3563" providerId="ADAL" clId="{F0F2E9D5-2E88-4B37-8254-B6ACD0174DC2}" dt="2025-02-17T23:03:45.515" v="210" actId="1076"/>
          <ac:cxnSpMkLst>
            <pc:docMk/>
            <pc:sldMk cId="979308640" sldId="272"/>
            <ac:cxnSpMk id="36" creationId="{00000000-0000-0000-0000-000000000000}"/>
          </ac:cxnSpMkLst>
        </pc:cxnChg>
        <pc:cxnChg chg="mod">
          <ac:chgData name="Jenny Díaz Ramírez" userId="df7d83af-54c1-43f9-a4ec-fea9744b3563" providerId="ADAL" clId="{F0F2E9D5-2E88-4B37-8254-B6ACD0174DC2}" dt="2025-02-17T23:03:56.850" v="212" actId="1076"/>
          <ac:cxnSpMkLst>
            <pc:docMk/>
            <pc:sldMk cId="979308640" sldId="272"/>
            <ac:cxnSpMk id="38" creationId="{00000000-0000-0000-0000-000000000000}"/>
          </ac:cxnSpMkLst>
        </pc:cxnChg>
      </pc:sldChg>
      <pc:sldChg chg="addSp delSp modSp add mod ord chgLayout">
        <pc:chgData name="Jenny Díaz Ramírez" userId="df7d83af-54c1-43f9-a4ec-fea9744b3563" providerId="ADAL" clId="{F0F2E9D5-2E88-4B37-8254-B6ACD0174DC2}" dt="2025-02-17T23:02:00.854" v="186" actId="1076"/>
        <pc:sldMkLst>
          <pc:docMk/>
          <pc:sldMk cId="4234947058" sldId="273"/>
        </pc:sldMkLst>
        <pc:spChg chg="mod ord">
          <ac:chgData name="Jenny Díaz Ramírez" userId="df7d83af-54c1-43f9-a4ec-fea9744b3563" providerId="ADAL" clId="{F0F2E9D5-2E88-4B37-8254-B6ACD0174DC2}" dt="2025-02-17T22:44:19.828" v="30" actId="27636"/>
          <ac:spMkLst>
            <pc:docMk/>
            <pc:sldMk cId="4234947058" sldId="273"/>
            <ac:spMk id="2" creationId="{00000000-0000-0000-0000-000000000000}"/>
          </ac:spMkLst>
        </pc:spChg>
        <pc:spChg chg="mod ord">
          <ac:chgData name="Jenny Díaz Ramírez" userId="df7d83af-54c1-43f9-a4ec-fea9744b3563" providerId="ADAL" clId="{F0F2E9D5-2E88-4B37-8254-B6ACD0174DC2}" dt="2025-02-17T22:44:19.824" v="29" actId="27636"/>
          <ac:spMkLst>
            <pc:docMk/>
            <pc:sldMk cId="4234947058" sldId="273"/>
            <ac:spMk id="3" creationId="{00000000-0000-0000-0000-000000000000}"/>
          </ac:spMkLst>
        </pc:spChg>
        <pc:spChg chg="del mod">
          <ac:chgData name="Jenny Díaz Ramírez" userId="df7d83af-54c1-43f9-a4ec-fea9744b3563" providerId="ADAL" clId="{F0F2E9D5-2E88-4B37-8254-B6ACD0174DC2}" dt="2025-02-17T23:01:43.775" v="181" actId="478"/>
          <ac:spMkLst>
            <pc:docMk/>
            <pc:sldMk cId="4234947058" sldId="273"/>
            <ac:spMk id="5" creationId="{00000000-0000-0000-0000-000000000000}"/>
          </ac:spMkLst>
        </pc:spChg>
        <pc:spChg chg="del mod">
          <ac:chgData name="Jenny Díaz Ramírez" userId="df7d83af-54c1-43f9-a4ec-fea9744b3563" providerId="ADAL" clId="{F0F2E9D5-2E88-4B37-8254-B6ACD0174DC2}" dt="2025-02-17T23:01:43.775" v="181" actId="478"/>
          <ac:spMkLst>
            <pc:docMk/>
            <pc:sldMk cId="4234947058" sldId="273"/>
            <ac:spMk id="6" creationId="{00000000-0000-0000-0000-000000000000}"/>
          </ac:spMkLst>
        </pc:spChg>
        <pc:spChg chg="del mod">
          <ac:chgData name="Jenny Díaz Ramírez" userId="df7d83af-54c1-43f9-a4ec-fea9744b3563" providerId="ADAL" clId="{F0F2E9D5-2E88-4B37-8254-B6ACD0174DC2}" dt="2025-02-17T23:01:43.775" v="181" actId="478"/>
          <ac:spMkLst>
            <pc:docMk/>
            <pc:sldMk cId="4234947058" sldId="273"/>
            <ac:spMk id="7" creationId="{00000000-0000-0000-0000-000000000000}"/>
          </ac:spMkLst>
        </pc:spChg>
        <pc:spChg chg="del mod">
          <ac:chgData name="Jenny Díaz Ramírez" userId="df7d83af-54c1-43f9-a4ec-fea9744b3563" providerId="ADAL" clId="{F0F2E9D5-2E88-4B37-8254-B6ACD0174DC2}" dt="2025-02-17T23:01:43.775" v="181" actId="478"/>
          <ac:spMkLst>
            <pc:docMk/>
            <pc:sldMk cId="4234947058" sldId="273"/>
            <ac:spMk id="8" creationId="{00000000-0000-0000-0000-000000000000}"/>
          </ac:spMkLst>
        </pc:spChg>
        <pc:spChg chg="mod">
          <ac:chgData name="Jenny Díaz Ramírez" userId="df7d83af-54c1-43f9-a4ec-fea9744b3563" providerId="ADAL" clId="{F0F2E9D5-2E88-4B37-8254-B6ACD0174DC2}" dt="2025-02-17T23:01:28.790" v="177" actId="207"/>
          <ac:spMkLst>
            <pc:docMk/>
            <pc:sldMk cId="4234947058" sldId="273"/>
            <ac:spMk id="10" creationId="{00000000-0000-0000-0000-000000000000}"/>
          </ac:spMkLst>
        </pc:spChg>
        <pc:spChg chg="add mod ord">
          <ac:chgData name="Jenny Díaz Ramírez" userId="df7d83af-54c1-43f9-a4ec-fea9744b3563" providerId="ADAL" clId="{F0F2E9D5-2E88-4B37-8254-B6ACD0174DC2}" dt="2025-02-17T22:43:41.715" v="24" actId="700"/>
          <ac:spMkLst>
            <pc:docMk/>
            <pc:sldMk cId="4234947058" sldId="273"/>
            <ac:spMk id="11" creationId="{A4F891BB-C67F-BB5D-0F3A-1503A19D6A4E}"/>
          </ac:spMkLst>
        </pc:spChg>
        <pc:spChg chg="add mod ord">
          <ac:chgData name="Jenny Díaz Ramírez" userId="df7d83af-54c1-43f9-a4ec-fea9744b3563" providerId="ADAL" clId="{F0F2E9D5-2E88-4B37-8254-B6ACD0174DC2}" dt="2025-02-17T22:43:41.715" v="24" actId="700"/>
          <ac:spMkLst>
            <pc:docMk/>
            <pc:sldMk cId="4234947058" sldId="273"/>
            <ac:spMk id="12" creationId="{1F5436D1-DE03-237D-4585-5F49CB4CC068}"/>
          </ac:spMkLst>
        </pc:spChg>
        <pc:spChg chg="add del mod ord">
          <ac:chgData name="Jenny Díaz Ramírez" userId="df7d83af-54c1-43f9-a4ec-fea9744b3563" providerId="ADAL" clId="{F0F2E9D5-2E88-4B37-8254-B6ACD0174DC2}" dt="2025-02-17T23:01:50.015" v="182"/>
          <ac:spMkLst>
            <pc:docMk/>
            <pc:sldMk cId="4234947058" sldId="273"/>
            <ac:spMk id="13" creationId="{3DD81555-4598-23C9-D96F-F447790AC5F0}"/>
          </ac:spMkLst>
        </pc:spChg>
        <pc:picChg chg="mod">
          <ac:chgData name="Jenny Díaz Ramírez" userId="df7d83af-54c1-43f9-a4ec-fea9744b3563" providerId="ADAL" clId="{F0F2E9D5-2E88-4B37-8254-B6ACD0174DC2}" dt="2025-02-17T23:01:36.842" v="180" actId="1076"/>
          <ac:picMkLst>
            <pc:docMk/>
            <pc:sldMk cId="4234947058" sldId="273"/>
            <ac:picMk id="4" creationId="{00000000-0000-0000-0000-000000000000}"/>
          </ac:picMkLst>
        </pc:picChg>
        <pc:picChg chg="del mod">
          <ac:chgData name="Jenny Díaz Ramírez" userId="df7d83af-54c1-43f9-a4ec-fea9744b3563" providerId="ADAL" clId="{F0F2E9D5-2E88-4B37-8254-B6ACD0174DC2}" dt="2025-02-17T23:01:51.948" v="183" actId="478"/>
          <ac:picMkLst>
            <pc:docMk/>
            <pc:sldMk cId="4234947058" sldId="273"/>
            <ac:picMk id="9" creationId="{00000000-0000-0000-0000-000000000000}"/>
          </ac:picMkLst>
        </pc:picChg>
        <pc:picChg chg="add mod">
          <ac:chgData name="Jenny Díaz Ramírez" userId="df7d83af-54c1-43f9-a4ec-fea9744b3563" providerId="ADAL" clId="{F0F2E9D5-2E88-4B37-8254-B6ACD0174DC2}" dt="2025-02-17T23:02:00.854" v="186" actId="1076"/>
          <ac:picMkLst>
            <pc:docMk/>
            <pc:sldMk cId="4234947058" sldId="273"/>
            <ac:picMk id="14" creationId="{E547F6BD-E42F-AEB3-4AC9-F39CCF60F004}"/>
          </ac:picMkLst>
        </pc:picChg>
      </pc:sldChg>
      <pc:sldChg chg="addSp modSp add mod chgLayout">
        <pc:chgData name="Jenny Díaz Ramírez" userId="df7d83af-54c1-43f9-a4ec-fea9744b3563" providerId="ADAL" clId="{F0F2E9D5-2E88-4B37-8254-B6ACD0174DC2}" dt="2025-02-17T23:04:19.378" v="216" actId="207"/>
        <pc:sldMkLst>
          <pc:docMk/>
          <pc:sldMk cId="3172114924" sldId="274"/>
        </pc:sldMkLst>
        <pc:spChg chg="mod ord">
          <ac:chgData name="Jenny Díaz Ramírez" userId="df7d83af-54c1-43f9-a4ec-fea9744b3563" providerId="ADAL" clId="{F0F2E9D5-2E88-4B37-8254-B6ACD0174DC2}" dt="2025-02-17T22:44:19.845" v="31" actId="27636"/>
          <ac:spMkLst>
            <pc:docMk/>
            <pc:sldMk cId="3172114924" sldId="274"/>
            <ac:spMk id="2" creationId="{00000000-0000-0000-0000-000000000000}"/>
          </ac:spMkLst>
        </pc:spChg>
        <pc:spChg chg="mod ord">
          <ac:chgData name="Jenny Díaz Ramírez" userId="df7d83af-54c1-43f9-a4ec-fea9744b3563" providerId="ADAL" clId="{F0F2E9D5-2E88-4B37-8254-B6ACD0174DC2}" dt="2025-02-17T22:44:19.866" v="32" actId="27636"/>
          <ac:spMkLst>
            <pc:docMk/>
            <pc:sldMk cId="3172114924" sldId="274"/>
            <ac:spMk id="3" creationId="{00000000-0000-0000-0000-000000000000}"/>
          </ac:spMkLst>
        </pc:spChg>
        <pc:spChg chg="add mod ord">
          <ac:chgData name="Jenny Díaz Ramírez" userId="df7d83af-54c1-43f9-a4ec-fea9744b3563" providerId="ADAL" clId="{F0F2E9D5-2E88-4B37-8254-B6ACD0174DC2}" dt="2025-02-17T22:43:41.715" v="24" actId="700"/>
          <ac:spMkLst>
            <pc:docMk/>
            <pc:sldMk cId="3172114924" sldId="274"/>
            <ac:spMk id="4" creationId="{2600A1EB-8460-211B-9B61-CBB09C3065DA}"/>
          </ac:spMkLst>
        </pc:spChg>
        <pc:spChg chg="add mod ord">
          <ac:chgData name="Jenny Díaz Ramírez" userId="df7d83af-54c1-43f9-a4ec-fea9744b3563" providerId="ADAL" clId="{F0F2E9D5-2E88-4B37-8254-B6ACD0174DC2}" dt="2025-02-17T22:43:41.715" v="24" actId="700"/>
          <ac:spMkLst>
            <pc:docMk/>
            <pc:sldMk cId="3172114924" sldId="274"/>
            <ac:spMk id="5" creationId="{9DD2C2AD-88D9-D06A-0172-655914FD2ECF}"/>
          </ac:spMkLst>
        </pc:spChg>
        <pc:spChg chg="mod">
          <ac:chgData name="Jenny Díaz Ramírez" userId="df7d83af-54c1-43f9-a4ec-fea9744b3563" providerId="ADAL" clId="{F0F2E9D5-2E88-4B37-8254-B6ACD0174DC2}" dt="2025-02-17T23:02:29.898" v="190" actId="1076"/>
          <ac:spMkLst>
            <pc:docMk/>
            <pc:sldMk cId="3172114924" sldId="274"/>
            <ac:spMk id="7" creationId="{00000000-0000-0000-0000-000000000000}"/>
          </ac:spMkLst>
        </pc:spChg>
        <pc:spChg chg="mod">
          <ac:chgData name="Jenny Díaz Ramírez" userId="df7d83af-54c1-43f9-a4ec-fea9744b3563" providerId="ADAL" clId="{F0F2E9D5-2E88-4B37-8254-B6ACD0174DC2}" dt="2025-02-17T23:02:29.898" v="190" actId="1076"/>
          <ac:spMkLst>
            <pc:docMk/>
            <pc:sldMk cId="3172114924" sldId="274"/>
            <ac:spMk id="8" creationId="{00000000-0000-0000-0000-000000000000}"/>
          </ac:spMkLst>
        </pc:spChg>
        <pc:spChg chg="mod">
          <ac:chgData name="Jenny Díaz Ramírez" userId="df7d83af-54c1-43f9-a4ec-fea9744b3563" providerId="ADAL" clId="{F0F2E9D5-2E88-4B37-8254-B6ACD0174DC2}" dt="2025-02-17T23:02:29.898" v="190" actId="1076"/>
          <ac:spMkLst>
            <pc:docMk/>
            <pc:sldMk cId="3172114924" sldId="274"/>
            <ac:spMk id="9" creationId="{00000000-0000-0000-0000-000000000000}"/>
          </ac:spMkLst>
        </pc:spChg>
        <pc:spChg chg="mod">
          <ac:chgData name="Jenny Díaz Ramírez" userId="df7d83af-54c1-43f9-a4ec-fea9744b3563" providerId="ADAL" clId="{F0F2E9D5-2E88-4B37-8254-B6ACD0174DC2}" dt="2025-02-17T23:02:29.898" v="190" actId="1076"/>
          <ac:spMkLst>
            <pc:docMk/>
            <pc:sldMk cId="3172114924" sldId="274"/>
            <ac:spMk id="10" creationId="{00000000-0000-0000-0000-000000000000}"/>
          </ac:spMkLst>
        </pc:spChg>
        <pc:spChg chg="add mod ord">
          <ac:chgData name="Jenny Díaz Ramírez" userId="df7d83af-54c1-43f9-a4ec-fea9744b3563" providerId="ADAL" clId="{F0F2E9D5-2E88-4B37-8254-B6ACD0174DC2}" dt="2025-02-17T22:43:41.715" v="24" actId="700"/>
          <ac:spMkLst>
            <pc:docMk/>
            <pc:sldMk cId="3172114924" sldId="274"/>
            <ac:spMk id="11" creationId="{90B6F3A4-417E-1D5A-DF17-ABCDFD3E878F}"/>
          </ac:spMkLst>
        </pc:spChg>
        <pc:spChg chg="mod">
          <ac:chgData name="Jenny Díaz Ramírez" userId="df7d83af-54c1-43f9-a4ec-fea9744b3563" providerId="ADAL" clId="{F0F2E9D5-2E88-4B37-8254-B6ACD0174DC2}" dt="2025-02-17T23:04:19.378" v="216" actId="207"/>
          <ac:spMkLst>
            <pc:docMk/>
            <pc:sldMk cId="3172114924" sldId="274"/>
            <ac:spMk id="26" creationId="{00000000-0000-0000-0000-000000000000}"/>
          </ac:spMkLst>
        </pc:spChg>
        <pc:picChg chg="mod">
          <ac:chgData name="Jenny Díaz Ramírez" userId="df7d83af-54c1-43f9-a4ec-fea9744b3563" providerId="ADAL" clId="{F0F2E9D5-2E88-4B37-8254-B6ACD0174DC2}" dt="2025-02-17T23:02:29.898" v="190" actId="1076"/>
          <ac:picMkLst>
            <pc:docMk/>
            <pc:sldMk cId="3172114924" sldId="274"/>
            <ac:picMk id="6" creationId="{00000000-0000-0000-0000-000000000000}"/>
          </ac:picMkLst>
        </pc:picChg>
      </pc:sldChg>
      <pc:sldChg chg="addSp delSp modSp add mod ord chgLayout">
        <pc:chgData name="Jenny Díaz Ramírez" userId="df7d83af-54c1-43f9-a4ec-fea9744b3563" providerId="ADAL" clId="{F0F2E9D5-2E88-4B37-8254-B6ACD0174DC2}" dt="2025-02-17T23:03:02.169" v="201" actId="207"/>
        <pc:sldMkLst>
          <pc:docMk/>
          <pc:sldMk cId="421576921" sldId="275"/>
        </pc:sldMkLst>
        <pc:spChg chg="mod ord">
          <ac:chgData name="Jenny Díaz Ramírez" userId="df7d83af-54c1-43f9-a4ec-fea9744b3563" providerId="ADAL" clId="{F0F2E9D5-2E88-4B37-8254-B6ACD0174DC2}" dt="2025-02-17T22:44:19.889" v="33" actId="27636"/>
          <ac:spMkLst>
            <pc:docMk/>
            <pc:sldMk cId="421576921" sldId="275"/>
            <ac:spMk id="2" creationId="{00000000-0000-0000-0000-000000000000}"/>
          </ac:spMkLst>
        </pc:spChg>
        <pc:spChg chg="mod ord">
          <ac:chgData name="Jenny Díaz Ramírez" userId="df7d83af-54c1-43f9-a4ec-fea9744b3563" providerId="ADAL" clId="{F0F2E9D5-2E88-4B37-8254-B6ACD0174DC2}" dt="2025-02-17T22:43:41.715" v="24" actId="700"/>
          <ac:spMkLst>
            <pc:docMk/>
            <pc:sldMk cId="421576921" sldId="275"/>
            <ac:spMk id="3" creationId="{00000000-0000-0000-0000-000000000000}"/>
          </ac:spMkLst>
        </pc:spChg>
        <pc:spChg chg="add mod ord">
          <ac:chgData name="Jenny Díaz Ramírez" userId="df7d83af-54c1-43f9-a4ec-fea9744b3563" providerId="ADAL" clId="{F0F2E9D5-2E88-4B37-8254-B6ACD0174DC2}" dt="2025-02-17T22:43:41.715" v="24" actId="700"/>
          <ac:spMkLst>
            <pc:docMk/>
            <pc:sldMk cId="421576921" sldId="275"/>
            <ac:spMk id="4" creationId="{6B551FCF-16B3-C7BF-5F62-BAB9D1B0C893}"/>
          </ac:spMkLst>
        </pc:spChg>
        <pc:spChg chg="mod">
          <ac:chgData name="Jenny Díaz Ramírez" userId="df7d83af-54c1-43f9-a4ec-fea9744b3563" providerId="ADAL" clId="{F0F2E9D5-2E88-4B37-8254-B6ACD0174DC2}" dt="2025-02-17T23:02:39.484" v="192" actId="1076"/>
          <ac:spMkLst>
            <pc:docMk/>
            <pc:sldMk cId="421576921" sldId="275"/>
            <ac:spMk id="6" creationId="{00000000-0000-0000-0000-000000000000}"/>
          </ac:spMkLst>
        </pc:spChg>
        <pc:spChg chg="mod">
          <ac:chgData name="Jenny Díaz Ramírez" userId="df7d83af-54c1-43f9-a4ec-fea9744b3563" providerId="ADAL" clId="{F0F2E9D5-2E88-4B37-8254-B6ACD0174DC2}" dt="2025-02-17T23:02:39.484" v="192" actId="1076"/>
          <ac:spMkLst>
            <pc:docMk/>
            <pc:sldMk cId="421576921" sldId="275"/>
            <ac:spMk id="7" creationId="{00000000-0000-0000-0000-000000000000}"/>
          </ac:spMkLst>
        </pc:spChg>
        <pc:spChg chg="mod">
          <ac:chgData name="Jenny Díaz Ramírez" userId="df7d83af-54c1-43f9-a4ec-fea9744b3563" providerId="ADAL" clId="{F0F2E9D5-2E88-4B37-8254-B6ACD0174DC2}" dt="2025-02-17T23:02:39.484" v="192" actId="1076"/>
          <ac:spMkLst>
            <pc:docMk/>
            <pc:sldMk cId="421576921" sldId="275"/>
            <ac:spMk id="8" creationId="{00000000-0000-0000-0000-000000000000}"/>
          </ac:spMkLst>
        </pc:spChg>
        <pc:spChg chg="mod">
          <ac:chgData name="Jenny Díaz Ramírez" userId="df7d83af-54c1-43f9-a4ec-fea9744b3563" providerId="ADAL" clId="{F0F2E9D5-2E88-4B37-8254-B6ACD0174DC2}" dt="2025-02-17T23:02:39.484" v="192" actId="1076"/>
          <ac:spMkLst>
            <pc:docMk/>
            <pc:sldMk cId="421576921" sldId="275"/>
            <ac:spMk id="9" creationId="{00000000-0000-0000-0000-000000000000}"/>
          </ac:spMkLst>
        </pc:spChg>
        <pc:spChg chg="add mod ord">
          <ac:chgData name="Jenny Díaz Ramírez" userId="df7d83af-54c1-43f9-a4ec-fea9744b3563" providerId="ADAL" clId="{F0F2E9D5-2E88-4B37-8254-B6ACD0174DC2}" dt="2025-02-17T22:43:41.715" v="24" actId="700"/>
          <ac:spMkLst>
            <pc:docMk/>
            <pc:sldMk cId="421576921" sldId="275"/>
            <ac:spMk id="10" creationId="{D33BA9F4-7A7B-4100-C3CD-9F5EBA0574C5}"/>
          </ac:spMkLst>
        </pc:spChg>
        <pc:spChg chg="mod">
          <ac:chgData name="Jenny Díaz Ramírez" userId="df7d83af-54c1-43f9-a4ec-fea9744b3563" providerId="ADAL" clId="{F0F2E9D5-2E88-4B37-8254-B6ACD0174DC2}" dt="2025-02-17T23:03:02.169" v="201" actId="207"/>
          <ac:spMkLst>
            <pc:docMk/>
            <pc:sldMk cId="421576921" sldId="275"/>
            <ac:spMk id="12" creationId="{00000000-0000-0000-0000-000000000000}"/>
          </ac:spMkLst>
        </pc:spChg>
        <pc:spChg chg="add del mod ord">
          <ac:chgData name="Jenny Díaz Ramírez" userId="df7d83af-54c1-43f9-a4ec-fea9744b3563" providerId="ADAL" clId="{F0F2E9D5-2E88-4B37-8254-B6ACD0174DC2}" dt="2025-02-17T23:02:54.023" v="197"/>
          <ac:spMkLst>
            <pc:docMk/>
            <pc:sldMk cId="421576921" sldId="275"/>
            <ac:spMk id="13" creationId="{8553697C-55B0-1DB5-8EA1-05D74F6DA7C0}"/>
          </ac:spMkLst>
        </pc:spChg>
        <pc:picChg chg="mod">
          <ac:chgData name="Jenny Díaz Ramírez" userId="df7d83af-54c1-43f9-a4ec-fea9744b3563" providerId="ADAL" clId="{F0F2E9D5-2E88-4B37-8254-B6ACD0174DC2}" dt="2025-02-17T23:02:39.484" v="192" actId="1076"/>
          <ac:picMkLst>
            <pc:docMk/>
            <pc:sldMk cId="421576921" sldId="275"/>
            <ac:picMk id="5" creationId="{00000000-0000-0000-0000-000000000000}"/>
          </ac:picMkLst>
        </pc:picChg>
        <pc:picChg chg="add del mod">
          <ac:chgData name="Jenny Díaz Ramírez" userId="df7d83af-54c1-43f9-a4ec-fea9744b3563" providerId="ADAL" clId="{F0F2E9D5-2E88-4B37-8254-B6ACD0174DC2}" dt="2025-02-17T23:02:51.422" v="196" actId="21"/>
          <ac:picMkLst>
            <pc:docMk/>
            <pc:sldMk cId="421576921" sldId="275"/>
            <ac:picMk id="11" creationId="{00000000-0000-0000-0000-000000000000}"/>
          </ac:picMkLst>
        </pc:picChg>
        <pc:picChg chg="add mod">
          <ac:chgData name="Jenny Díaz Ramírez" userId="df7d83af-54c1-43f9-a4ec-fea9744b3563" providerId="ADAL" clId="{F0F2E9D5-2E88-4B37-8254-B6ACD0174DC2}" dt="2025-02-17T23:02:58.835" v="199" actId="14100"/>
          <ac:picMkLst>
            <pc:docMk/>
            <pc:sldMk cId="421576921" sldId="275"/>
            <ac:picMk id="14" creationId="{00000000-0000-0000-0000-000000000000}"/>
          </ac:picMkLst>
        </pc:picChg>
      </pc:sldChg>
      <pc:sldChg chg="addSp delSp modSp add mod ord modClrScheme chgLayout">
        <pc:chgData name="Jenny Díaz Ramírez" userId="df7d83af-54c1-43f9-a4ec-fea9744b3563" providerId="ADAL" clId="{F0F2E9D5-2E88-4B37-8254-B6ACD0174DC2}" dt="2025-02-17T22:45:53.243" v="45" actId="478"/>
        <pc:sldMkLst>
          <pc:docMk/>
          <pc:sldMk cId="0" sldId="277"/>
        </pc:sldMkLst>
        <pc:spChg chg="mod ord">
          <ac:chgData name="Jenny Díaz Ramírez" userId="df7d83af-54c1-43f9-a4ec-fea9744b3563" providerId="ADAL" clId="{F0F2E9D5-2E88-4B37-8254-B6ACD0174DC2}" dt="2025-02-17T22:45:21.262" v="40" actId="700"/>
          <ac:spMkLst>
            <pc:docMk/>
            <pc:sldMk cId="0" sldId="277"/>
            <ac:spMk id="2" creationId="{00000000-0000-0000-0000-000000000000}"/>
          </ac:spMkLst>
        </pc:spChg>
        <pc:spChg chg="mod ord">
          <ac:chgData name="Jenny Díaz Ramírez" userId="df7d83af-54c1-43f9-a4ec-fea9744b3563" providerId="ADAL" clId="{F0F2E9D5-2E88-4B37-8254-B6ACD0174DC2}" dt="2025-02-17T22:45:47.290" v="44" actId="14100"/>
          <ac:spMkLst>
            <pc:docMk/>
            <pc:sldMk cId="0" sldId="277"/>
            <ac:spMk id="3" creationId="{00000000-0000-0000-0000-000000000000}"/>
          </ac:spMkLst>
        </pc:spChg>
        <pc:spChg chg="del mod ord">
          <ac:chgData name="Jenny Díaz Ramírez" userId="df7d83af-54c1-43f9-a4ec-fea9744b3563" providerId="ADAL" clId="{F0F2E9D5-2E88-4B37-8254-B6ACD0174DC2}" dt="2025-02-17T22:45:53.243" v="45" actId="478"/>
          <ac:spMkLst>
            <pc:docMk/>
            <pc:sldMk cId="0" sldId="277"/>
            <ac:spMk id="4" creationId="{00000000-0000-0000-0000-000000000000}"/>
          </ac:spMkLst>
        </pc:spChg>
        <pc:spChg chg="mod ord">
          <ac:chgData name="Jenny Díaz Ramírez" userId="df7d83af-54c1-43f9-a4ec-fea9744b3563" providerId="ADAL" clId="{F0F2E9D5-2E88-4B37-8254-B6ACD0174DC2}" dt="2025-02-17T22:45:21.262" v="40" actId="700"/>
          <ac:spMkLst>
            <pc:docMk/>
            <pc:sldMk cId="0" sldId="277"/>
            <ac:spMk id="5" creationId="{00000000-0000-0000-0000-000000000000}"/>
          </ac:spMkLst>
        </pc:spChg>
        <pc:spChg chg="add del mod ord">
          <ac:chgData name="Jenny Díaz Ramírez" userId="df7d83af-54c1-43f9-a4ec-fea9744b3563" providerId="ADAL" clId="{F0F2E9D5-2E88-4B37-8254-B6ACD0174DC2}" dt="2025-02-17T22:44:19.483" v="27" actId="700"/>
          <ac:spMkLst>
            <pc:docMk/>
            <pc:sldMk cId="0" sldId="277"/>
            <ac:spMk id="6" creationId="{11E344FF-E40D-8351-540B-B67DA505742E}"/>
          </ac:spMkLst>
        </pc:spChg>
        <pc:spChg chg="add del mod ord">
          <ac:chgData name="Jenny Díaz Ramírez" userId="df7d83af-54c1-43f9-a4ec-fea9744b3563" providerId="ADAL" clId="{F0F2E9D5-2E88-4B37-8254-B6ACD0174DC2}" dt="2025-02-17T22:44:19.483" v="27" actId="700"/>
          <ac:spMkLst>
            <pc:docMk/>
            <pc:sldMk cId="0" sldId="277"/>
            <ac:spMk id="7" creationId="{8A44E777-BAFD-5EB0-28B3-15DE53194303}"/>
          </ac:spMkLst>
        </pc:spChg>
        <pc:spChg chg="add del mod ord">
          <ac:chgData name="Jenny Díaz Ramírez" userId="df7d83af-54c1-43f9-a4ec-fea9744b3563" providerId="ADAL" clId="{F0F2E9D5-2E88-4B37-8254-B6ACD0174DC2}" dt="2025-02-17T22:44:19.483" v="27" actId="700"/>
          <ac:spMkLst>
            <pc:docMk/>
            <pc:sldMk cId="0" sldId="277"/>
            <ac:spMk id="8" creationId="{DCD5E92D-D869-4817-B2BE-EA11A679C43B}"/>
          </ac:spMkLst>
        </pc:spChg>
        <pc:spChg chg="add del mod ord">
          <ac:chgData name="Jenny Díaz Ramírez" userId="df7d83af-54c1-43f9-a4ec-fea9744b3563" providerId="ADAL" clId="{F0F2E9D5-2E88-4B37-8254-B6ACD0174DC2}" dt="2025-02-17T22:45:21.262" v="40" actId="700"/>
          <ac:spMkLst>
            <pc:docMk/>
            <pc:sldMk cId="0" sldId="277"/>
            <ac:spMk id="9" creationId="{E4D6C9A9-8F76-35FC-4F75-3301EDE61675}"/>
          </ac:spMkLst>
        </pc:spChg>
        <pc:spChg chg="add del mod ord">
          <ac:chgData name="Jenny Díaz Ramírez" userId="df7d83af-54c1-43f9-a4ec-fea9744b3563" providerId="ADAL" clId="{F0F2E9D5-2E88-4B37-8254-B6ACD0174DC2}" dt="2025-02-17T22:45:21.262" v="40" actId="700"/>
          <ac:spMkLst>
            <pc:docMk/>
            <pc:sldMk cId="0" sldId="277"/>
            <ac:spMk id="10" creationId="{379B8C3C-7CCD-58E2-0D29-DAA789D7ABE1}"/>
          </ac:spMkLst>
        </pc:spChg>
        <pc:spChg chg="add del mod ord">
          <ac:chgData name="Jenny Díaz Ramírez" userId="df7d83af-54c1-43f9-a4ec-fea9744b3563" providerId="ADAL" clId="{F0F2E9D5-2E88-4B37-8254-B6ACD0174DC2}" dt="2025-02-17T22:45:21.262" v="40" actId="700"/>
          <ac:spMkLst>
            <pc:docMk/>
            <pc:sldMk cId="0" sldId="277"/>
            <ac:spMk id="11" creationId="{B91E215C-1396-05F6-77F9-FEBDCFB72D64}"/>
          </ac:spMkLst>
        </pc:spChg>
        <pc:spChg chg="add del mod ord">
          <ac:chgData name="Jenny Díaz Ramírez" userId="df7d83af-54c1-43f9-a4ec-fea9744b3563" providerId="ADAL" clId="{F0F2E9D5-2E88-4B37-8254-B6ACD0174DC2}" dt="2025-02-17T22:45:21.262" v="40" actId="700"/>
          <ac:spMkLst>
            <pc:docMk/>
            <pc:sldMk cId="0" sldId="277"/>
            <ac:spMk id="13" creationId="{595341AF-0958-DA10-401C-6330DC76B1F8}"/>
          </ac:spMkLst>
        </pc:spChg>
        <pc:spChg chg="add del mod ord">
          <ac:chgData name="Jenny Díaz Ramírez" userId="df7d83af-54c1-43f9-a4ec-fea9744b3563" providerId="ADAL" clId="{F0F2E9D5-2E88-4B37-8254-B6ACD0174DC2}" dt="2025-02-17T22:45:21.262" v="40" actId="700"/>
          <ac:spMkLst>
            <pc:docMk/>
            <pc:sldMk cId="0" sldId="277"/>
            <ac:spMk id="15" creationId="{AC8E8B40-64EA-4A82-2347-9DEAA0D1749F}"/>
          </ac:spMkLst>
        </pc:spChg>
        <pc:spChg chg="add del mod ord">
          <ac:chgData name="Jenny Díaz Ramírez" userId="df7d83af-54c1-43f9-a4ec-fea9744b3563" providerId="ADAL" clId="{F0F2E9D5-2E88-4B37-8254-B6ACD0174DC2}" dt="2025-02-17T22:45:21.262" v="40" actId="700"/>
          <ac:spMkLst>
            <pc:docMk/>
            <pc:sldMk cId="0" sldId="277"/>
            <ac:spMk id="17" creationId="{E29A017C-89B4-A9E5-8975-70244A21D3F8}"/>
          </ac:spMkLst>
        </pc:spChg>
      </pc:sldChg>
      <pc:sldChg chg="del">
        <pc:chgData name="Jenny Díaz Ramírez" userId="df7d83af-54c1-43f9-a4ec-fea9744b3563" providerId="ADAL" clId="{F0F2E9D5-2E88-4B37-8254-B6ACD0174DC2}" dt="2025-02-17T01:17:42.663" v="18" actId="47"/>
        <pc:sldMkLst>
          <pc:docMk/>
          <pc:sldMk cId="1507004057" sldId="318"/>
        </pc:sldMkLst>
      </pc:sldChg>
      <pc:sldChg chg="del">
        <pc:chgData name="Jenny Díaz Ramírez" userId="df7d83af-54c1-43f9-a4ec-fea9744b3563" providerId="ADAL" clId="{F0F2E9D5-2E88-4B37-8254-B6ACD0174DC2}" dt="2025-02-17T01:17:37.865" v="13" actId="47"/>
        <pc:sldMkLst>
          <pc:docMk/>
          <pc:sldMk cId="2991445481" sldId="319"/>
        </pc:sldMkLst>
      </pc:sldChg>
      <pc:sldChg chg="del">
        <pc:chgData name="Jenny Díaz Ramírez" userId="df7d83af-54c1-43f9-a4ec-fea9744b3563" providerId="ADAL" clId="{F0F2E9D5-2E88-4B37-8254-B6ACD0174DC2}" dt="2025-02-17T01:17:34.063" v="8" actId="47"/>
        <pc:sldMkLst>
          <pc:docMk/>
          <pc:sldMk cId="1792991897" sldId="320"/>
        </pc:sldMkLst>
      </pc:sldChg>
      <pc:sldChg chg="del">
        <pc:chgData name="Jenny Díaz Ramírez" userId="df7d83af-54c1-43f9-a4ec-fea9744b3563" providerId="ADAL" clId="{F0F2E9D5-2E88-4B37-8254-B6ACD0174DC2}" dt="2025-02-17T01:17:34.561" v="9" actId="47"/>
        <pc:sldMkLst>
          <pc:docMk/>
          <pc:sldMk cId="4099253287" sldId="321"/>
        </pc:sldMkLst>
      </pc:sldChg>
      <pc:sldChg chg="del">
        <pc:chgData name="Jenny Díaz Ramírez" userId="df7d83af-54c1-43f9-a4ec-fea9744b3563" providerId="ADAL" clId="{F0F2E9D5-2E88-4B37-8254-B6ACD0174DC2}" dt="2025-02-17T01:17:35.738" v="10" actId="47"/>
        <pc:sldMkLst>
          <pc:docMk/>
          <pc:sldMk cId="3829381081" sldId="322"/>
        </pc:sldMkLst>
      </pc:sldChg>
      <pc:sldChg chg="del">
        <pc:chgData name="Jenny Díaz Ramírez" userId="df7d83af-54c1-43f9-a4ec-fea9744b3563" providerId="ADAL" clId="{F0F2E9D5-2E88-4B37-8254-B6ACD0174DC2}" dt="2025-02-17T01:17:38.340" v="14" actId="47"/>
        <pc:sldMkLst>
          <pc:docMk/>
          <pc:sldMk cId="2181993696" sldId="324"/>
        </pc:sldMkLst>
      </pc:sldChg>
      <pc:sldChg chg="del">
        <pc:chgData name="Jenny Díaz Ramírez" userId="df7d83af-54c1-43f9-a4ec-fea9744b3563" providerId="ADAL" clId="{F0F2E9D5-2E88-4B37-8254-B6ACD0174DC2}" dt="2025-02-17T01:17:38.732" v="15" actId="47"/>
        <pc:sldMkLst>
          <pc:docMk/>
          <pc:sldMk cId="1425488708" sldId="325"/>
        </pc:sldMkLst>
      </pc:sldChg>
      <pc:sldChg chg="del">
        <pc:chgData name="Jenny Díaz Ramírez" userId="df7d83af-54c1-43f9-a4ec-fea9744b3563" providerId="ADAL" clId="{F0F2E9D5-2E88-4B37-8254-B6ACD0174DC2}" dt="2025-02-17T01:17:39.984" v="16" actId="47"/>
        <pc:sldMkLst>
          <pc:docMk/>
          <pc:sldMk cId="361000383" sldId="326"/>
        </pc:sldMkLst>
      </pc:sldChg>
      <pc:sldChg chg="del">
        <pc:chgData name="Jenny Díaz Ramírez" userId="df7d83af-54c1-43f9-a4ec-fea9744b3563" providerId="ADAL" clId="{F0F2E9D5-2E88-4B37-8254-B6ACD0174DC2}" dt="2025-02-17T01:17:42.223" v="17" actId="47"/>
        <pc:sldMkLst>
          <pc:docMk/>
          <pc:sldMk cId="1078517728" sldId="327"/>
        </pc:sldMkLst>
      </pc:sldChg>
      <pc:sldChg chg="del">
        <pc:chgData name="Jenny Díaz Ramírez" userId="df7d83af-54c1-43f9-a4ec-fea9744b3563" providerId="ADAL" clId="{F0F2E9D5-2E88-4B37-8254-B6ACD0174DC2}" dt="2025-02-17T01:17:37.300" v="12" actId="47"/>
        <pc:sldMkLst>
          <pc:docMk/>
          <pc:sldMk cId="214513282" sldId="334"/>
        </pc:sldMkLst>
      </pc:sldChg>
      <pc:sldChg chg="addSp modSp mod">
        <pc:chgData name="Jenny Díaz Ramírez" userId="df7d83af-54c1-43f9-a4ec-fea9744b3563" providerId="ADAL" clId="{F0F2E9D5-2E88-4B37-8254-B6ACD0174DC2}" dt="2025-02-17T01:17:21.404" v="6" actId="171"/>
        <pc:sldMkLst>
          <pc:docMk/>
          <pc:sldMk cId="529042108" sldId="346"/>
        </pc:sldMkLst>
        <pc:spChg chg="add mod ord">
          <ac:chgData name="Jenny Díaz Ramírez" userId="df7d83af-54c1-43f9-a4ec-fea9744b3563" providerId="ADAL" clId="{F0F2E9D5-2E88-4B37-8254-B6ACD0174DC2}" dt="2025-02-17T01:17:21.404" v="6" actId="171"/>
          <ac:spMkLst>
            <pc:docMk/>
            <pc:sldMk cId="529042108" sldId="346"/>
            <ac:spMk id="7" creationId="{49864FD5-32DF-02F9-8CCC-13D4E3F68FDB}"/>
          </ac:spMkLst>
        </pc:spChg>
      </pc:sldChg>
      <pc:sldChg chg="addSp delSp modSp new del mod chgLayout">
        <pc:chgData name="Jenny Díaz Ramírez" userId="df7d83af-54c1-43f9-a4ec-fea9744b3563" providerId="ADAL" clId="{F0F2E9D5-2E88-4B37-8254-B6ACD0174DC2}" dt="2025-02-18T15:15:45.008" v="729" actId="47"/>
        <pc:sldMkLst>
          <pc:docMk/>
          <pc:sldMk cId="217101269" sldId="351"/>
        </pc:sldMkLst>
        <pc:spChg chg="del mod ord">
          <ac:chgData name="Jenny Díaz Ramírez" userId="df7d83af-54c1-43f9-a4ec-fea9744b3563" providerId="ADAL" clId="{F0F2E9D5-2E88-4B37-8254-B6ACD0174DC2}" dt="2025-02-17T22:43:41.715" v="24" actId="700"/>
          <ac:spMkLst>
            <pc:docMk/>
            <pc:sldMk cId="217101269" sldId="351"/>
            <ac:spMk id="2" creationId="{278B1821-44E3-9DCC-D01C-75F41ACE9A43}"/>
          </ac:spMkLst>
        </pc:spChg>
        <pc:spChg chg="del mod ord">
          <ac:chgData name="Jenny Díaz Ramírez" userId="df7d83af-54c1-43f9-a4ec-fea9744b3563" providerId="ADAL" clId="{F0F2E9D5-2E88-4B37-8254-B6ACD0174DC2}" dt="2025-02-17T22:43:41.715" v="24" actId="700"/>
          <ac:spMkLst>
            <pc:docMk/>
            <pc:sldMk cId="217101269" sldId="351"/>
            <ac:spMk id="3" creationId="{001856B4-E019-27BD-1D42-A8A2C327F639}"/>
          </ac:spMkLst>
        </pc:spChg>
        <pc:spChg chg="mod ord">
          <ac:chgData name="Jenny Díaz Ramírez" userId="df7d83af-54c1-43f9-a4ec-fea9744b3563" providerId="ADAL" clId="{F0F2E9D5-2E88-4B37-8254-B6ACD0174DC2}" dt="2025-02-17T22:43:41.715" v="24" actId="700"/>
          <ac:spMkLst>
            <pc:docMk/>
            <pc:sldMk cId="217101269" sldId="351"/>
            <ac:spMk id="4" creationId="{D44BB664-A895-EAD6-3C8D-9BD1A8E2C439}"/>
          </ac:spMkLst>
        </pc:spChg>
        <pc:spChg chg="mod ord">
          <ac:chgData name="Jenny Díaz Ramírez" userId="df7d83af-54c1-43f9-a4ec-fea9744b3563" providerId="ADAL" clId="{F0F2E9D5-2E88-4B37-8254-B6ACD0174DC2}" dt="2025-02-17T22:43:41.715" v="24" actId="700"/>
          <ac:spMkLst>
            <pc:docMk/>
            <pc:sldMk cId="217101269" sldId="351"/>
            <ac:spMk id="5" creationId="{2B9B8A05-CF59-E6A2-9D26-D9A0F70FAE2E}"/>
          </ac:spMkLst>
        </pc:spChg>
        <pc:spChg chg="mod ord">
          <ac:chgData name="Jenny Díaz Ramírez" userId="df7d83af-54c1-43f9-a4ec-fea9744b3563" providerId="ADAL" clId="{F0F2E9D5-2E88-4B37-8254-B6ACD0174DC2}" dt="2025-02-17T22:43:41.715" v="24" actId="700"/>
          <ac:spMkLst>
            <pc:docMk/>
            <pc:sldMk cId="217101269" sldId="351"/>
            <ac:spMk id="6" creationId="{60FCD626-06BC-479D-FAF8-40E79DAE1713}"/>
          </ac:spMkLst>
        </pc:spChg>
        <pc:spChg chg="add mod ord">
          <ac:chgData name="Jenny Díaz Ramírez" userId="df7d83af-54c1-43f9-a4ec-fea9744b3563" providerId="ADAL" clId="{F0F2E9D5-2E88-4B37-8254-B6ACD0174DC2}" dt="2025-02-17T22:43:41.715" v="24" actId="700"/>
          <ac:spMkLst>
            <pc:docMk/>
            <pc:sldMk cId="217101269" sldId="351"/>
            <ac:spMk id="7" creationId="{DD968E17-9930-82A4-BC88-E3EEF4D15A98}"/>
          </ac:spMkLst>
        </pc:spChg>
        <pc:spChg chg="add mod ord">
          <ac:chgData name="Jenny Díaz Ramírez" userId="df7d83af-54c1-43f9-a4ec-fea9744b3563" providerId="ADAL" clId="{F0F2E9D5-2E88-4B37-8254-B6ACD0174DC2}" dt="2025-02-17T22:43:41.715" v="24" actId="700"/>
          <ac:spMkLst>
            <pc:docMk/>
            <pc:sldMk cId="217101269" sldId="351"/>
            <ac:spMk id="8" creationId="{CA5403CC-CD95-B27F-1323-AE8F57807583}"/>
          </ac:spMkLst>
        </pc:spChg>
        <pc:spChg chg="add mod ord">
          <ac:chgData name="Jenny Díaz Ramírez" userId="df7d83af-54c1-43f9-a4ec-fea9744b3563" providerId="ADAL" clId="{F0F2E9D5-2E88-4B37-8254-B6ACD0174DC2}" dt="2025-02-17T22:43:41.715" v="24" actId="700"/>
          <ac:spMkLst>
            <pc:docMk/>
            <pc:sldMk cId="217101269" sldId="351"/>
            <ac:spMk id="9" creationId="{693EBEAD-ED1D-E48D-E428-099C7E601C59}"/>
          </ac:spMkLst>
        </pc:spChg>
        <pc:spChg chg="add mod ord">
          <ac:chgData name="Jenny Díaz Ramírez" userId="df7d83af-54c1-43f9-a4ec-fea9744b3563" providerId="ADAL" clId="{F0F2E9D5-2E88-4B37-8254-B6ACD0174DC2}" dt="2025-02-17T22:43:41.715" v="24" actId="700"/>
          <ac:spMkLst>
            <pc:docMk/>
            <pc:sldMk cId="217101269" sldId="351"/>
            <ac:spMk id="10" creationId="{B033B255-11C6-997E-CB66-C2BBC6C4DF61}"/>
          </ac:spMkLst>
        </pc:spChg>
        <pc:spChg chg="add mod ord">
          <ac:chgData name="Jenny Díaz Ramírez" userId="df7d83af-54c1-43f9-a4ec-fea9744b3563" providerId="ADAL" clId="{F0F2E9D5-2E88-4B37-8254-B6ACD0174DC2}" dt="2025-02-17T22:43:41.715" v="24" actId="700"/>
          <ac:spMkLst>
            <pc:docMk/>
            <pc:sldMk cId="217101269" sldId="351"/>
            <ac:spMk id="11" creationId="{53AD1EDB-3630-1837-F82E-14AEAF394DFE}"/>
          </ac:spMkLst>
        </pc:spChg>
      </pc:sldChg>
      <pc:sldChg chg="new del">
        <pc:chgData name="Jenny Díaz Ramírez" userId="df7d83af-54c1-43f9-a4ec-fea9744b3563" providerId="ADAL" clId="{F0F2E9D5-2E88-4B37-8254-B6ACD0174DC2}" dt="2025-02-17T23:00:34.375" v="170" actId="47"/>
        <pc:sldMkLst>
          <pc:docMk/>
          <pc:sldMk cId="2429500895" sldId="352"/>
        </pc:sldMkLst>
      </pc:sldChg>
      <pc:sldChg chg="addSp delSp modSp add mod">
        <pc:chgData name="Jenny Díaz Ramírez" userId="df7d83af-54c1-43f9-a4ec-fea9744b3563" providerId="ADAL" clId="{F0F2E9D5-2E88-4B37-8254-B6ACD0174DC2}" dt="2025-02-17T23:00:18.486" v="169" actId="14100"/>
        <pc:sldMkLst>
          <pc:docMk/>
          <pc:sldMk cId="3473027783" sldId="353"/>
        </pc:sldMkLst>
        <pc:spChg chg="mod">
          <ac:chgData name="Jenny Díaz Ramírez" userId="df7d83af-54c1-43f9-a4ec-fea9744b3563" providerId="ADAL" clId="{F0F2E9D5-2E88-4B37-8254-B6ACD0174DC2}" dt="2025-02-17T22:48:31.152" v="83" actId="20577"/>
          <ac:spMkLst>
            <pc:docMk/>
            <pc:sldMk cId="3473027783" sldId="353"/>
            <ac:spMk id="2" creationId="{8688D0B3-E289-E7FA-6673-271E7D47FFE5}"/>
          </ac:spMkLst>
        </pc:spChg>
        <pc:spChg chg="del">
          <ac:chgData name="Jenny Díaz Ramírez" userId="df7d83af-54c1-43f9-a4ec-fea9744b3563" providerId="ADAL" clId="{F0F2E9D5-2E88-4B37-8254-B6ACD0174DC2}" dt="2025-02-17T22:49:34.266" v="146" actId="478"/>
          <ac:spMkLst>
            <pc:docMk/>
            <pc:sldMk cId="3473027783" sldId="353"/>
            <ac:spMk id="3" creationId="{0559BB37-B48B-0EEE-C762-48AFCDDA7070}"/>
          </ac:spMkLst>
        </pc:spChg>
        <pc:spChg chg="mod">
          <ac:chgData name="Jenny Díaz Ramírez" userId="df7d83af-54c1-43f9-a4ec-fea9744b3563" providerId="ADAL" clId="{F0F2E9D5-2E88-4B37-8254-B6ACD0174DC2}" dt="2025-02-17T22:48:47.594" v="116" actId="20577"/>
          <ac:spMkLst>
            <pc:docMk/>
            <pc:sldMk cId="3473027783" sldId="353"/>
            <ac:spMk id="4" creationId="{0FC51D51-6877-15ED-04A2-0D31B74D6ED3}"/>
          </ac:spMkLst>
        </pc:spChg>
        <pc:spChg chg="mod">
          <ac:chgData name="Jenny Díaz Ramírez" userId="df7d83af-54c1-43f9-a4ec-fea9744b3563" providerId="ADAL" clId="{F0F2E9D5-2E88-4B37-8254-B6ACD0174DC2}" dt="2025-02-17T22:48:56.371" v="142" actId="20577"/>
          <ac:spMkLst>
            <pc:docMk/>
            <pc:sldMk cId="3473027783" sldId="353"/>
            <ac:spMk id="5" creationId="{3A74D9C5-5808-182E-E5F1-575210663869}"/>
          </ac:spMkLst>
        </pc:spChg>
        <pc:spChg chg="del mod">
          <ac:chgData name="Jenny Díaz Ramírez" userId="df7d83af-54c1-43f9-a4ec-fea9744b3563" providerId="ADAL" clId="{F0F2E9D5-2E88-4B37-8254-B6ACD0174DC2}" dt="2025-02-17T22:49:43.291" v="149" actId="478"/>
          <ac:spMkLst>
            <pc:docMk/>
            <pc:sldMk cId="3473027783" sldId="353"/>
            <ac:spMk id="8" creationId="{B315F273-69DB-8D15-D7C4-3C5D604608A3}"/>
          </ac:spMkLst>
        </pc:spChg>
        <pc:spChg chg="del mod">
          <ac:chgData name="Jenny Díaz Ramírez" userId="df7d83af-54c1-43f9-a4ec-fea9744b3563" providerId="ADAL" clId="{F0F2E9D5-2E88-4B37-8254-B6ACD0174DC2}" dt="2025-02-17T22:49:43.291" v="149" actId="478"/>
          <ac:spMkLst>
            <pc:docMk/>
            <pc:sldMk cId="3473027783" sldId="353"/>
            <ac:spMk id="9" creationId="{8E106E6D-725E-DCA6-E9F6-FE9255AD09E5}"/>
          </ac:spMkLst>
        </pc:spChg>
        <pc:spChg chg="del">
          <ac:chgData name="Jenny Díaz Ramírez" userId="df7d83af-54c1-43f9-a4ec-fea9744b3563" providerId="ADAL" clId="{F0F2E9D5-2E88-4B37-8254-B6ACD0174DC2}" dt="2025-02-17T22:50:17.713" v="156" actId="478"/>
          <ac:spMkLst>
            <pc:docMk/>
            <pc:sldMk cId="3473027783" sldId="353"/>
            <ac:spMk id="10" creationId="{337A8062-7C38-558B-F7E5-7B29C4619782}"/>
          </ac:spMkLst>
        </pc:spChg>
        <pc:spChg chg="del mod">
          <ac:chgData name="Jenny Díaz Ramírez" userId="df7d83af-54c1-43f9-a4ec-fea9744b3563" providerId="ADAL" clId="{F0F2E9D5-2E88-4B37-8254-B6ACD0174DC2}" dt="2025-02-17T22:49:43.291" v="149" actId="478"/>
          <ac:spMkLst>
            <pc:docMk/>
            <pc:sldMk cId="3473027783" sldId="353"/>
            <ac:spMk id="12" creationId="{E58EC616-DAF4-C432-B8B2-76E07227AFA7}"/>
          </ac:spMkLst>
        </pc:spChg>
        <pc:spChg chg="del mod">
          <ac:chgData name="Jenny Díaz Ramírez" userId="df7d83af-54c1-43f9-a4ec-fea9744b3563" providerId="ADAL" clId="{F0F2E9D5-2E88-4B37-8254-B6ACD0174DC2}" dt="2025-02-17T22:49:43.291" v="149" actId="478"/>
          <ac:spMkLst>
            <pc:docMk/>
            <pc:sldMk cId="3473027783" sldId="353"/>
            <ac:spMk id="14" creationId="{E3B5CDEF-2112-5DC8-95AF-43E93CEF59A4}"/>
          </ac:spMkLst>
        </pc:spChg>
        <pc:spChg chg="add del mod">
          <ac:chgData name="Jenny Díaz Ramírez" userId="df7d83af-54c1-43f9-a4ec-fea9744b3563" providerId="ADAL" clId="{F0F2E9D5-2E88-4B37-8254-B6ACD0174DC2}" dt="2025-02-17T22:49:37.772" v="147" actId="478"/>
          <ac:spMkLst>
            <pc:docMk/>
            <pc:sldMk cId="3473027783" sldId="353"/>
            <ac:spMk id="15" creationId="{26F0716B-2A8E-81EA-A973-C4262F0D8D82}"/>
          </ac:spMkLst>
        </pc:spChg>
        <pc:spChg chg="del mod">
          <ac:chgData name="Jenny Díaz Ramírez" userId="df7d83af-54c1-43f9-a4ec-fea9744b3563" providerId="ADAL" clId="{F0F2E9D5-2E88-4B37-8254-B6ACD0174DC2}" dt="2025-02-17T22:49:43.291" v="149" actId="478"/>
          <ac:spMkLst>
            <pc:docMk/>
            <pc:sldMk cId="3473027783" sldId="353"/>
            <ac:spMk id="17" creationId="{58A0D1B4-297B-AA50-48ED-7E8BC79BDAEE}"/>
          </ac:spMkLst>
        </pc:spChg>
        <pc:spChg chg="del">
          <ac:chgData name="Jenny Díaz Ramírez" userId="df7d83af-54c1-43f9-a4ec-fea9744b3563" providerId="ADAL" clId="{F0F2E9D5-2E88-4B37-8254-B6ACD0174DC2}" dt="2025-02-17T22:49:43.291" v="149" actId="478"/>
          <ac:spMkLst>
            <pc:docMk/>
            <pc:sldMk cId="3473027783" sldId="353"/>
            <ac:spMk id="27" creationId="{0A148974-5F8E-DFFC-43B5-DC924FE00DFF}"/>
          </ac:spMkLst>
        </pc:spChg>
        <pc:spChg chg="del mod">
          <ac:chgData name="Jenny Díaz Ramírez" userId="df7d83af-54c1-43f9-a4ec-fea9744b3563" providerId="ADAL" clId="{F0F2E9D5-2E88-4B37-8254-B6ACD0174DC2}" dt="2025-02-17T22:50:19.674" v="157" actId="478"/>
          <ac:spMkLst>
            <pc:docMk/>
            <pc:sldMk cId="3473027783" sldId="353"/>
            <ac:spMk id="39" creationId="{96537F70-05FA-768A-375C-3C8F94BC9A72}"/>
          </ac:spMkLst>
        </pc:spChg>
        <pc:picChg chg="del">
          <ac:chgData name="Jenny Díaz Ramírez" userId="df7d83af-54c1-43f9-a4ec-fea9744b3563" providerId="ADAL" clId="{F0F2E9D5-2E88-4B37-8254-B6ACD0174DC2}" dt="2025-02-17T22:49:40.917" v="148" actId="478"/>
          <ac:picMkLst>
            <pc:docMk/>
            <pc:sldMk cId="3473027783" sldId="353"/>
            <ac:picMk id="6" creationId="{1A47467B-7852-DD84-53CD-748C0324EECD}"/>
          </ac:picMkLst>
        </pc:picChg>
        <pc:picChg chg="add del mod">
          <ac:chgData name="Jenny Díaz Ramírez" userId="df7d83af-54c1-43f9-a4ec-fea9744b3563" providerId="ADAL" clId="{F0F2E9D5-2E88-4B37-8254-B6ACD0174DC2}" dt="2025-02-17T22:59:57.382" v="161" actId="478"/>
          <ac:picMkLst>
            <pc:docMk/>
            <pc:sldMk cId="3473027783" sldId="353"/>
            <ac:picMk id="16" creationId="{37D38567-FB23-D9C9-50E3-CDE322A7F5AC}"/>
          </ac:picMkLst>
        </pc:picChg>
        <pc:picChg chg="mod">
          <ac:chgData name="Jenny Díaz Ramírez" userId="df7d83af-54c1-43f9-a4ec-fea9744b3563" providerId="ADAL" clId="{F0F2E9D5-2E88-4B37-8254-B6ACD0174DC2}" dt="2025-02-17T23:00:15.222" v="168" actId="1076"/>
          <ac:picMkLst>
            <pc:docMk/>
            <pc:sldMk cId="3473027783" sldId="353"/>
            <ac:picMk id="29" creationId="{92148B45-B461-A5FB-27B4-4D77EE2A492D}"/>
          </ac:picMkLst>
        </pc:picChg>
        <pc:picChg chg="add mod">
          <ac:chgData name="Jenny Díaz Ramírez" userId="df7d83af-54c1-43f9-a4ec-fea9744b3563" providerId="ADAL" clId="{F0F2E9D5-2E88-4B37-8254-B6ACD0174DC2}" dt="2025-02-17T23:00:18.486" v="169" actId="14100"/>
          <ac:picMkLst>
            <pc:docMk/>
            <pc:sldMk cId="3473027783" sldId="353"/>
            <ac:picMk id="1026" creationId="{A2C4C984-B095-C846-8289-33B77146FA47}"/>
          </ac:picMkLst>
        </pc:picChg>
        <pc:cxnChg chg="del mod">
          <ac:chgData name="Jenny Díaz Ramírez" userId="df7d83af-54c1-43f9-a4ec-fea9744b3563" providerId="ADAL" clId="{F0F2E9D5-2E88-4B37-8254-B6ACD0174DC2}" dt="2025-02-17T22:49:43.291" v="149" actId="478"/>
          <ac:cxnSpMkLst>
            <pc:docMk/>
            <pc:sldMk cId="3473027783" sldId="353"/>
            <ac:cxnSpMk id="11" creationId="{30E15A63-BB41-34CB-F779-B547E7F42BEF}"/>
          </ac:cxnSpMkLst>
        </pc:cxnChg>
        <pc:cxnChg chg="del">
          <ac:chgData name="Jenny Díaz Ramírez" userId="df7d83af-54c1-43f9-a4ec-fea9744b3563" providerId="ADAL" clId="{F0F2E9D5-2E88-4B37-8254-B6ACD0174DC2}" dt="2025-02-17T22:50:22.497" v="158" actId="478"/>
          <ac:cxnSpMkLst>
            <pc:docMk/>
            <pc:sldMk cId="3473027783" sldId="353"/>
            <ac:cxnSpMk id="31" creationId="{A79FC83C-D9C9-45EE-0522-689DDA1EEB65}"/>
          </ac:cxnSpMkLst>
        </pc:cxnChg>
        <pc:cxnChg chg="del">
          <ac:chgData name="Jenny Díaz Ramírez" userId="df7d83af-54c1-43f9-a4ec-fea9744b3563" providerId="ADAL" clId="{F0F2E9D5-2E88-4B37-8254-B6ACD0174DC2}" dt="2025-02-17T22:49:48.329" v="150" actId="478"/>
          <ac:cxnSpMkLst>
            <pc:docMk/>
            <pc:sldMk cId="3473027783" sldId="353"/>
            <ac:cxnSpMk id="34" creationId="{8583781E-38AE-5503-E9CE-43143C9610BB}"/>
          </ac:cxnSpMkLst>
        </pc:cxnChg>
        <pc:cxnChg chg="del">
          <ac:chgData name="Jenny Díaz Ramírez" userId="df7d83af-54c1-43f9-a4ec-fea9744b3563" providerId="ADAL" clId="{F0F2E9D5-2E88-4B37-8254-B6ACD0174DC2}" dt="2025-02-17T22:50:22.497" v="158" actId="478"/>
          <ac:cxnSpMkLst>
            <pc:docMk/>
            <pc:sldMk cId="3473027783" sldId="353"/>
            <ac:cxnSpMk id="36" creationId="{574712A0-9FE3-D63A-9A77-EDEA4094DFE9}"/>
          </ac:cxnSpMkLst>
        </pc:cxnChg>
        <pc:cxnChg chg="del">
          <ac:chgData name="Jenny Díaz Ramírez" userId="df7d83af-54c1-43f9-a4ec-fea9744b3563" providerId="ADAL" clId="{F0F2E9D5-2E88-4B37-8254-B6ACD0174DC2}" dt="2025-02-17T22:49:51.416" v="151" actId="478"/>
          <ac:cxnSpMkLst>
            <pc:docMk/>
            <pc:sldMk cId="3473027783" sldId="353"/>
            <ac:cxnSpMk id="38" creationId="{A0D9FA6C-DAFE-76C8-D290-D13C174902E9}"/>
          </ac:cxnSpMkLst>
        </pc:cxnChg>
      </pc:sldChg>
      <pc:sldChg chg="addSp delSp modSp add mod delAnim modNotesTx">
        <pc:chgData name="Jenny Díaz Ramírez" userId="df7d83af-54c1-43f9-a4ec-fea9744b3563" providerId="ADAL" clId="{F0F2E9D5-2E88-4B37-8254-B6ACD0174DC2}" dt="2025-02-18T15:15:22.725" v="726" actId="14100"/>
        <pc:sldMkLst>
          <pc:docMk/>
          <pc:sldMk cId="396852928" sldId="354"/>
        </pc:sldMkLst>
        <pc:spChg chg="del">
          <ac:chgData name="Jenny Díaz Ramírez" userId="df7d83af-54c1-43f9-a4ec-fea9744b3563" providerId="ADAL" clId="{F0F2E9D5-2E88-4B37-8254-B6ACD0174DC2}" dt="2025-02-18T15:03:06.081" v="497" actId="478"/>
          <ac:spMkLst>
            <pc:docMk/>
            <pc:sldMk cId="396852928" sldId="354"/>
            <ac:spMk id="3" creationId="{50E9488D-6679-DA19-DD9B-C2487D087662}"/>
          </ac:spMkLst>
        </pc:spChg>
        <pc:spChg chg="del">
          <ac:chgData name="Jenny Díaz Ramírez" userId="df7d83af-54c1-43f9-a4ec-fea9744b3563" providerId="ADAL" clId="{F0F2E9D5-2E88-4B37-8254-B6ACD0174DC2}" dt="2025-02-18T15:03:02.661" v="496" actId="478"/>
          <ac:spMkLst>
            <pc:docMk/>
            <pc:sldMk cId="396852928" sldId="354"/>
            <ac:spMk id="7" creationId="{FE09FFCC-FCED-412A-AE9E-85354D0A7987}"/>
          </ac:spMkLst>
        </pc:spChg>
        <pc:spChg chg="del">
          <ac:chgData name="Jenny Díaz Ramírez" userId="df7d83af-54c1-43f9-a4ec-fea9744b3563" providerId="ADAL" clId="{F0F2E9D5-2E88-4B37-8254-B6ACD0174DC2}" dt="2025-02-18T15:03:02.661" v="496" actId="478"/>
          <ac:spMkLst>
            <pc:docMk/>
            <pc:sldMk cId="396852928" sldId="354"/>
            <ac:spMk id="8" creationId="{E778A58C-1F5B-D90C-9F23-BF37C443624E}"/>
          </ac:spMkLst>
        </pc:spChg>
        <pc:spChg chg="del">
          <ac:chgData name="Jenny Díaz Ramírez" userId="df7d83af-54c1-43f9-a4ec-fea9744b3563" providerId="ADAL" clId="{F0F2E9D5-2E88-4B37-8254-B6ACD0174DC2}" dt="2025-02-18T15:03:02.661" v="496" actId="478"/>
          <ac:spMkLst>
            <pc:docMk/>
            <pc:sldMk cId="396852928" sldId="354"/>
            <ac:spMk id="9" creationId="{0185B12E-04F8-2EF1-9158-4D090EE9E6BA}"/>
          </ac:spMkLst>
        </pc:spChg>
        <pc:spChg chg="del">
          <ac:chgData name="Jenny Díaz Ramírez" userId="df7d83af-54c1-43f9-a4ec-fea9744b3563" providerId="ADAL" clId="{F0F2E9D5-2E88-4B37-8254-B6ACD0174DC2}" dt="2025-02-18T15:03:02.661" v="496" actId="478"/>
          <ac:spMkLst>
            <pc:docMk/>
            <pc:sldMk cId="396852928" sldId="354"/>
            <ac:spMk id="10" creationId="{9EB52D7A-131E-45AF-53DC-E2E997987741}"/>
          </ac:spMkLst>
        </pc:spChg>
        <pc:spChg chg="del">
          <ac:chgData name="Jenny Díaz Ramírez" userId="df7d83af-54c1-43f9-a4ec-fea9744b3563" providerId="ADAL" clId="{F0F2E9D5-2E88-4B37-8254-B6ACD0174DC2}" dt="2025-02-18T15:03:02.661" v="496" actId="478"/>
          <ac:spMkLst>
            <pc:docMk/>
            <pc:sldMk cId="396852928" sldId="354"/>
            <ac:spMk id="11" creationId="{4C062CCA-4BAB-E14E-5C5C-A1ABFBC486BB}"/>
          </ac:spMkLst>
        </pc:spChg>
        <pc:spChg chg="add del mod">
          <ac:chgData name="Jenny Díaz Ramírez" userId="df7d83af-54c1-43f9-a4ec-fea9744b3563" providerId="ADAL" clId="{F0F2E9D5-2E88-4B37-8254-B6ACD0174DC2}" dt="2025-02-18T15:02:58.842" v="495" actId="478"/>
          <ac:spMkLst>
            <pc:docMk/>
            <pc:sldMk cId="396852928" sldId="354"/>
            <ac:spMk id="12" creationId="{47CC5A0A-6BB5-C02B-EAF3-0E9A91AF0BBA}"/>
          </ac:spMkLst>
        </pc:spChg>
        <pc:spChg chg="mod">
          <ac:chgData name="Jenny Díaz Ramírez" userId="df7d83af-54c1-43f9-a4ec-fea9744b3563" providerId="ADAL" clId="{F0F2E9D5-2E88-4B37-8254-B6ACD0174DC2}" dt="2025-02-18T15:15:22.725" v="726" actId="14100"/>
          <ac:spMkLst>
            <pc:docMk/>
            <pc:sldMk cId="396852928" sldId="354"/>
            <ac:spMk id="14" creationId="{1BFE07E6-FC12-0D83-DFEC-08DD3DD451AC}"/>
          </ac:spMkLst>
        </pc:spChg>
        <pc:spChg chg="add mod ord topLvl">
          <ac:chgData name="Jenny Díaz Ramírez" userId="df7d83af-54c1-43f9-a4ec-fea9744b3563" providerId="ADAL" clId="{F0F2E9D5-2E88-4B37-8254-B6ACD0174DC2}" dt="2025-02-18T15:09:11.130" v="548" actId="206"/>
          <ac:spMkLst>
            <pc:docMk/>
            <pc:sldMk cId="396852928" sldId="354"/>
            <ac:spMk id="16" creationId="{2D4900B2-6551-6127-1237-39C0B25870AF}"/>
          </ac:spMkLst>
        </pc:spChg>
        <pc:spChg chg="add del mod">
          <ac:chgData name="Jenny Díaz Ramírez" userId="df7d83af-54c1-43f9-a4ec-fea9744b3563" providerId="ADAL" clId="{F0F2E9D5-2E88-4B37-8254-B6ACD0174DC2}" dt="2025-02-18T15:07:48.696" v="537" actId="478"/>
          <ac:spMkLst>
            <pc:docMk/>
            <pc:sldMk cId="396852928" sldId="354"/>
            <ac:spMk id="22" creationId="{A61C041F-2A2E-D4C2-7706-D6C05807FB3D}"/>
          </ac:spMkLst>
        </pc:spChg>
        <pc:grpChg chg="add del mod">
          <ac:chgData name="Jenny Díaz Ramírez" userId="df7d83af-54c1-43f9-a4ec-fea9744b3563" providerId="ADAL" clId="{F0F2E9D5-2E88-4B37-8254-B6ACD0174DC2}" dt="2025-02-18T15:08:30.743" v="542" actId="165"/>
          <ac:grpSpMkLst>
            <pc:docMk/>
            <pc:sldMk cId="396852928" sldId="354"/>
            <ac:grpSpMk id="20" creationId="{D353EB40-102D-E142-D05D-3E22AF652BD8}"/>
          </ac:grpSpMkLst>
        </pc:grpChg>
        <pc:picChg chg="del">
          <ac:chgData name="Jenny Díaz Ramírez" userId="df7d83af-54c1-43f9-a4ec-fea9744b3563" providerId="ADAL" clId="{F0F2E9D5-2E88-4B37-8254-B6ACD0174DC2}" dt="2025-02-18T15:02:55.353" v="494" actId="478"/>
          <ac:picMkLst>
            <pc:docMk/>
            <pc:sldMk cId="396852928" sldId="354"/>
            <ac:picMk id="5" creationId="{B587EC2D-AF1C-5DF9-CBBC-406636B0905F}"/>
          </ac:picMkLst>
        </pc:picChg>
        <pc:picChg chg="add del mod modCrop">
          <ac:chgData name="Jenny Díaz Ramírez" userId="df7d83af-54c1-43f9-a4ec-fea9744b3563" providerId="ADAL" clId="{F0F2E9D5-2E88-4B37-8254-B6ACD0174DC2}" dt="2025-02-18T15:07:45.216" v="536" actId="478"/>
          <ac:picMkLst>
            <pc:docMk/>
            <pc:sldMk cId="396852928" sldId="354"/>
            <ac:picMk id="15" creationId="{67A00081-3C18-2D5D-5637-430CE47D7CEA}"/>
          </ac:picMkLst>
        </pc:picChg>
        <pc:picChg chg="add mod ord topLvl">
          <ac:chgData name="Jenny Díaz Ramírez" userId="df7d83af-54c1-43f9-a4ec-fea9744b3563" providerId="ADAL" clId="{F0F2E9D5-2E88-4B37-8254-B6ACD0174DC2}" dt="2025-02-18T15:08:42.651" v="545" actId="171"/>
          <ac:picMkLst>
            <pc:docMk/>
            <pc:sldMk cId="396852928" sldId="354"/>
            <ac:picMk id="19" creationId="{3EB9CD3D-24A5-073E-151D-C70FC7971EB3}"/>
          </ac:picMkLst>
        </pc:picChg>
        <pc:cxnChg chg="add mod topLvl">
          <ac:chgData name="Jenny Díaz Ramírez" userId="df7d83af-54c1-43f9-a4ec-fea9744b3563" providerId="ADAL" clId="{F0F2E9D5-2E88-4B37-8254-B6ACD0174DC2}" dt="2025-02-18T15:09:23.375" v="549" actId="14100"/>
          <ac:cxnSpMkLst>
            <pc:docMk/>
            <pc:sldMk cId="396852928" sldId="354"/>
            <ac:cxnSpMk id="18" creationId="{F05E1634-AEF2-3F1B-0735-0BB889235E24}"/>
          </ac:cxnSpMkLst>
        </pc:cxnChg>
      </pc:sldChg>
      <pc:sldChg chg="addSp delSp modSp add mod modAnim">
        <pc:chgData name="Jenny Díaz Ramírez" userId="df7d83af-54c1-43f9-a4ec-fea9744b3563" providerId="ADAL" clId="{F0F2E9D5-2E88-4B37-8254-B6ACD0174DC2}" dt="2025-02-18T15:33:41.069" v="1149" actId="164"/>
        <pc:sldMkLst>
          <pc:docMk/>
          <pc:sldMk cId="3835254975" sldId="355"/>
        </pc:sldMkLst>
        <pc:spChg chg="add mod ord">
          <ac:chgData name="Jenny Díaz Ramírez" userId="df7d83af-54c1-43f9-a4ec-fea9744b3563" providerId="ADAL" clId="{F0F2E9D5-2E88-4B37-8254-B6ACD0174DC2}" dt="2025-02-18T15:33:41.069" v="1149" actId="164"/>
          <ac:spMkLst>
            <pc:docMk/>
            <pc:sldMk cId="3835254975" sldId="355"/>
            <ac:spMk id="3" creationId="{4C9CB985-6073-7454-6DE1-EBF78B0D3C83}"/>
          </ac:spMkLst>
        </pc:spChg>
        <pc:spChg chg="mod">
          <ac:chgData name="Jenny Díaz Ramírez" userId="df7d83af-54c1-43f9-a4ec-fea9744b3563" providerId="ADAL" clId="{F0F2E9D5-2E88-4B37-8254-B6ACD0174DC2}" dt="2025-02-18T15:33:41.069" v="1149" actId="164"/>
          <ac:spMkLst>
            <pc:docMk/>
            <pc:sldMk cId="3835254975" sldId="355"/>
            <ac:spMk id="5" creationId="{32B79327-F78D-13F7-BC6C-6C0DCA2B7C5D}"/>
          </ac:spMkLst>
        </pc:spChg>
        <pc:spChg chg="mod">
          <ac:chgData name="Jenny Díaz Ramírez" userId="df7d83af-54c1-43f9-a4ec-fea9744b3563" providerId="ADAL" clId="{F0F2E9D5-2E88-4B37-8254-B6ACD0174DC2}" dt="2025-02-18T15:33:41.069" v="1149" actId="164"/>
          <ac:spMkLst>
            <pc:docMk/>
            <pc:sldMk cId="3835254975" sldId="355"/>
            <ac:spMk id="6" creationId="{CBD53AD9-4940-F291-3124-B6424D593BD8}"/>
          </ac:spMkLst>
        </pc:spChg>
        <pc:spChg chg="add mod">
          <ac:chgData name="Jenny Díaz Ramírez" userId="df7d83af-54c1-43f9-a4ec-fea9744b3563" providerId="ADAL" clId="{F0F2E9D5-2E88-4B37-8254-B6ACD0174DC2}" dt="2025-02-18T15:33:41.069" v="1149" actId="164"/>
          <ac:spMkLst>
            <pc:docMk/>
            <pc:sldMk cId="3835254975" sldId="355"/>
            <ac:spMk id="15" creationId="{FD0EA781-4901-0AEA-483F-1939A815B40F}"/>
          </ac:spMkLst>
        </pc:spChg>
        <pc:spChg chg="add del mod">
          <ac:chgData name="Jenny Díaz Ramírez" userId="df7d83af-54c1-43f9-a4ec-fea9744b3563" providerId="ADAL" clId="{F0F2E9D5-2E88-4B37-8254-B6ACD0174DC2}" dt="2025-02-18T15:27:32.555" v="1081" actId="478"/>
          <ac:spMkLst>
            <pc:docMk/>
            <pc:sldMk cId="3835254975" sldId="355"/>
            <ac:spMk id="18" creationId="{EEBC2EB5-EA70-7B57-895E-AE8297B7B512}"/>
          </ac:spMkLst>
        </pc:spChg>
        <pc:spChg chg="add mod ord">
          <ac:chgData name="Jenny Díaz Ramírez" userId="df7d83af-54c1-43f9-a4ec-fea9744b3563" providerId="ADAL" clId="{F0F2E9D5-2E88-4B37-8254-B6ACD0174DC2}" dt="2025-02-18T15:33:41.069" v="1149" actId="164"/>
          <ac:spMkLst>
            <pc:docMk/>
            <pc:sldMk cId="3835254975" sldId="355"/>
            <ac:spMk id="19" creationId="{9706EF03-2739-B8CC-6195-DBA146C8B8E5}"/>
          </ac:spMkLst>
        </pc:spChg>
        <pc:grpChg chg="add mod">
          <ac:chgData name="Jenny Díaz Ramírez" userId="df7d83af-54c1-43f9-a4ec-fea9744b3563" providerId="ADAL" clId="{F0F2E9D5-2E88-4B37-8254-B6ACD0174DC2}" dt="2025-02-18T15:33:41.069" v="1149" actId="164"/>
          <ac:grpSpMkLst>
            <pc:docMk/>
            <pc:sldMk cId="3835254975" sldId="355"/>
            <ac:grpSpMk id="20" creationId="{E1AC3D38-6C34-B0FB-855F-A4CA1B994C41}"/>
          </ac:grpSpMkLst>
        </pc:grpChg>
        <pc:picChg chg="del">
          <ac:chgData name="Jenny Díaz Ramírez" userId="df7d83af-54c1-43f9-a4ec-fea9744b3563" providerId="ADAL" clId="{F0F2E9D5-2E88-4B37-8254-B6ACD0174DC2}" dt="2025-02-18T15:27:21.089" v="1080" actId="478"/>
          <ac:picMkLst>
            <pc:docMk/>
            <pc:sldMk cId="3835254975" sldId="355"/>
            <ac:picMk id="7" creationId="{9C5E3A01-2901-3D46-3020-C255B350D1B5}"/>
          </ac:picMkLst>
        </pc:picChg>
        <pc:picChg chg="add mod ord">
          <ac:chgData name="Jenny Díaz Ramírez" userId="df7d83af-54c1-43f9-a4ec-fea9744b3563" providerId="ADAL" clId="{F0F2E9D5-2E88-4B37-8254-B6ACD0174DC2}" dt="2025-02-18T15:33:41.069" v="1149" actId="164"/>
          <ac:picMkLst>
            <pc:docMk/>
            <pc:sldMk cId="3835254975" sldId="355"/>
            <ac:picMk id="16" creationId="{699B22EA-C8E6-75E2-41C3-C6A59C33DB9C}"/>
          </ac:picMkLst>
        </pc:picChg>
        <pc:cxnChg chg="add mod ord">
          <ac:chgData name="Jenny Díaz Ramírez" userId="df7d83af-54c1-43f9-a4ec-fea9744b3563" providerId="ADAL" clId="{F0F2E9D5-2E88-4B37-8254-B6ACD0174DC2}" dt="2025-02-18T15:33:41.069" v="1149" actId="164"/>
          <ac:cxnSpMkLst>
            <pc:docMk/>
            <pc:sldMk cId="3835254975" sldId="355"/>
            <ac:cxnSpMk id="12" creationId="{A041417D-9557-EB83-61FD-BB25C0652408}"/>
          </ac:cxnSpMkLst>
        </pc:cxnChg>
        <pc:cxnChg chg="add del">
          <ac:chgData name="Jenny Díaz Ramírez" userId="df7d83af-54c1-43f9-a4ec-fea9744b3563" providerId="ADAL" clId="{F0F2E9D5-2E88-4B37-8254-B6ACD0174DC2}" dt="2025-02-18T15:22:03.666" v="850" actId="478"/>
          <ac:cxnSpMkLst>
            <pc:docMk/>
            <pc:sldMk cId="3835254975" sldId="355"/>
            <ac:cxnSpMk id="14" creationId="{3CD39935-72F9-CF53-13A5-E73F8ABB34D4}"/>
          </ac:cxnSpMkLst>
        </pc:cxnChg>
      </pc:sldChg>
      <pc:sldChg chg="del">
        <pc:chgData name="Jenny Díaz Ramírez" userId="df7d83af-54c1-43f9-a4ec-fea9744b3563" providerId="ADAL" clId="{F0F2E9D5-2E88-4B37-8254-B6ACD0174DC2}" dt="2025-02-17T01:17:31.776" v="7" actId="47"/>
        <pc:sldMkLst>
          <pc:docMk/>
          <pc:sldMk cId="2807952444" sldId="462"/>
        </pc:sldMkLst>
      </pc:sldChg>
      <pc:sldChg chg="del">
        <pc:chgData name="Jenny Díaz Ramírez" userId="df7d83af-54c1-43f9-a4ec-fea9744b3563" providerId="ADAL" clId="{F0F2E9D5-2E88-4B37-8254-B6ACD0174DC2}" dt="2025-02-17T01:17:36.700" v="11" actId="47"/>
        <pc:sldMkLst>
          <pc:docMk/>
          <pc:sldMk cId="4022233507" sldId="463"/>
        </pc:sldMkLst>
      </pc:sldChg>
      <pc:sldMasterChg chg="delSldLayout modSldLayout">
        <pc:chgData name="Jenny Díaz Ramírez" userId="df7d83af-54c1-43f9-a4ec-fea9744b3563" providerId="ADAL" clId="{F0F2E9D5-2E88-4B37-8254-B6ACD0174DC2}" dt="2025-02-17T22:45:07.388" v="39"/>
        <pc:sldMasterMkLst>
          <pc:docMk/>
          <pc:sldMasterMk cId="3515892240" sldId="2147483658"/>
        </pc:sldMasterMkLst>
        <pc:sldLayoutChg chg="del">
          <pc:chgData name="Jenny Díaz Ramírez" userId="df7d83af-54c1-43f9-a4ec-fea9744b3563" providerId="ADAL" clId="{F0F2E9D5-2E88-4B37-8254-B6ACD0174DC2}" dt="2025-02-17T01:17:42.663" v="18" actId="47"/>
          <pc:sldLayoutMkLst>
            <pc:docMk/>
            <pc:sldMasterMk cId="3515892240" sldId="2147483658"/>
            <pc:sldLayoutMk cId="161733636" sldId="2147483696"/>
          </pc:sldLayoutMkLst>
        </pc:sldLayoutChg>
        <pc:sldLayoutChg chg="addSp delSp modSp mod">
          <pc:chgData name="Jenny Díaz Ramírez" userId="df7d83af-54c1-43f9-a4ec-fea9744b3563" providerId="ADAL" clId="{F0F2E9D5-2E88-4B37-8254-B6ACD0174DC2}" dt="2025-02-17T22:45:07.388" v="39"/>
          <pc:sldLayoutMkLst>
            <pc:docMk/>
            <pc:sldMasterMk cId="3515892240" sldId="2147483658"/>
            <pc:sldLayoutMk cId="3703424826" sldId="2147483699"/>
          </pc:sldLayoutMkLst>
          <pc:spChg chg="del">
            <ac:chgData name="Jenny Díaz Ramírez" userId="df7d83af-54c1-43f9-a4ec-fea9744b3563" providerId="ADAL" clId="{F0F2E9D5-2E88-4B37-8254-B6ACD0174DC2}" dt="2025-02-17T22:45:06.666" v="38" actId="478"/>
            <ac:spMkLst>
              <pc:docMk/>
              <pc:sldMasterMk cId="3515892240" sldId="2147483658"/>
              <pc:sldLayoutMk cId="3703424826" sldId="2147483699"/>
              <ac:spMk id="5" creationId="{00000000-0000-0000-0000-000000000000}"/>
            </ac:spMkLst>
          </pc:spChg>
          <pc:spChg chg="mod">
            <ac:chgData name="Jenny Díaz Ramírez" userId="df7d83af-54c1-43f9-a4ec-fea9744b3563" providerId="ADAL" clId="{F0F2E9D5-2E88-4B37-8254-B6ACD0174DC2}" dt="2025-02-17T22:44:53.580" v="37"/>
            <ac:spMkLst>
              <pc:docMk/>
              <pc:sldMasterMk cId="3515892240" sldId="2147483658"/>
              <pc:sldLayoutMk cId="3703424826" sldId="2147483699"/>
              <ac:spMk id="8" creationId="{D6ADBB8B-B0AC-77AB-CAD5-8122A2D02037}"/>
            </ac:spMkLst>
          </pc:spChg>
          <pc:spChg chg="mod">
            <ac:chgData name="Jenny Díaz Ramírez" userId="df7d83af-54c1-43f9-a4ec-fea9744b3563" providerId="ADAL" clId="{F0F2E9D5-2E88-4B37-8254-B6ACD0174DC2}" dt="2025-02-17T22:44:53.580" v="37"/>
            <ac:spMkLst>
              <pc:docMk/>
              <pc:sldMasterMk cId="3515892240" sldId="2147483658"/>
              <pc:sldLayoutMk cId="3703424826" sldId="2147483699"/>
              <ac:spMk id="9" creationId="{8B1F3EE8-CD52-0EB1-58BA-1BF7D2360D2E}"/>
            </ac:spMkLst>
          </pc:spChg>
          <pc:spChg chg="mod">
            <ac:chgData name="Jenny Díaz Ramírez" userId="df7d83af-54c1-43f9-a4ec-fea9744b3563" providerId="ADAL" clId="{F0F2E9D5-2E88-4B37-8254-B6ACD0174DC2}" dt="2025-02-17T22:44:53.580" v="37"/>
            <ac:spMkLst>
              <pc:docMk/>
              <pc:sldMasterMk cId="3515892240" sldId="2147483658"/>
              <pc:sldLayoutMk cId="3703424826" sldId="2147483699"/>
              <ac:spMk id="10" creationId="{9283A563-A54C-4361-DCAA-A30BB2F1B073}"/>
            </ac:spMkLst>
          </pc:spChg>
          <pc:spChg chg="add mod">
            <ac:chgData name="Jenny Díaz Ramírez" userId="df7d83af-54c1-43f9-a4ec-fea9744b3563" providerId="ADAL" clId="{F0F2E9D5-2E88-4B37-8254-B6ACD0174DC2}" dt="2025-02-17T22:45:07.388" v="39"/>
            <ac:spMkLst>
              <pc:docMk/>
              <pc:sldMasterMk cId="3515892240" sldId="2147483658"/>
              <pc:sldLayoutMk cId="3703424826" sldId="2147483699"/>
              <ac:spMk id="11" creationId="{82F87A99-FFCE-937F-E5D9-469A181B58E5}"/>
            </ac:spMkLst>
          </pc:spChg>
          <pc:grpChg chg="add mod">
            <ac:chgData name="Jenny Díaz Ramírez" userId="df7d83af-54c1-43f9-a4ec-fea9744b3563" providerId="ADAL" clId="{F0F2E9D5-2E88-4B37-8254-B6ACD0174DC2}" dt="2025-02-17T22:44:53.580" v="37"/>
            <ac:grpSpMkLst>
              <pc:docMk/>
              <pc:sldMasterMk cId="3515892240" sldId="2147483658"/>
              <pc:sldLayoutMk cId="3703424826" sldId="2147483699"/>
              <ac:grpSpMk id="7" creationId="{C1F00275-95D8-478D-0444-76E6774679F8}"/>
            </ac:grpSpMkLst>
          </pc:grpChg>
        </pc:sldLayoutChg>
      </pc:sldMasterChg>
    </pc:docChg>
  </pc:docChgLst>
  <pc:docChgLst>
    <pc:chgData name="Jenny Díaz Ramírez" userId="df7d83af-54c1-43f9-a4ec-fea9744b3563" providerId="ADAL" clId="{225523A6-6F73-41A0-8952-28FF3F5E5521}"/>
    <pc:docChg chg="custSel modSld modMainMaster">
      <pc:chgData name="Jenny Díaz Ramírez" userId="df7d83af-54c1-43f9-a4ec-fea9744b3563" providerId="ADAL" clId="{225523A6-6F73-41A0-8952-28FF3F5E5521}" dt="2025-02-14T18:00:04.160" v="165" actId="14100"/>
      <pc:docMkLst>
        <pc:docMk/>
      </pc:docMkLst>
      <pc:sldChg chg="modSp mod">
        <pc:chgData name="Jenny Díaz Ramírez" userId="df7d83af-54c1-43f9-a4ec-fea9744b3563" providerId="ADAL" clId="{225523A6-6F73-41A0-8952-28FF3F5E5521}" dt="2025-02-14T17:57:14.187" v="133" actId="27636"/>
        <pc:sldMkLst>
          <pc:docMk/>
          <pc:sldMk cId="0" sldId="260"/>
        </pc:sldMkLst>
      </pc:sldChg>
      <pc:sldChg chg="mod modShow">
        <pc:chgData name="Jenny Díaz Ramírez" userId="df7d83af-54c1-43f9-a4ec-fea9744b3563" providerId="ADAL" clId="{225523A6-6F73-41A0-8952-28FF3F5E5521}" dt="2025-02-14T17:57:55.713" v="139" actId="729"/>
        <pc:sldMkLst>
          <pc:docMk/>
          <pc:sldMk cId="0" sldId="261"/>
        </pc:sldMkLst>
      </pc:sldChg>
      <pc:sldChg chg="addSp delSp modSp mod">
        <pc:chgData name="Jenny Díaz Ramírez" userId="df7d83af-54c1-43f9-a4ec-fea9744b3563" providerId="ADAL" clId="{225523A6-6F73-41A0-8952-28FF3F5E5521}" dt="2025-02-14T18:00:04.160" v="165" actId="14100"/>
        <pc:sldMkLst>
          <pc:docMk/>
          <pc:sldMk cId="0" sldId="266"/>
        </pc:sldMkLst>
      </pc:sldChg>
      <pc:sldChg chg="modSp mod">
        <pc:chgData name="Jenny Díaz Ramírez" userId="df7d83af-54c1-43f9-a4ec-fea9744b3563" providerId="ADAL" clId="{225523A6-6F73-41A0-8952-28FF3F5E5521}" dt="2025-02-14T17:57:47.776" v="138" actId="1076"/>
        <pc:sldMkLst>
          <pc:docMk/>
          <pc:sldMk cId="1762163509" sldId="275"/>
        </pc:sldMkLst>
      </pc:sldChg>
      <pc:sldChg chg="modSp mod">
        <pc:chgData name="Jenny Díaz Ramírez" userId="df7d83af-54c1-43f9-a4ec-fea9744b3563" providerId="ADAL" clId="{225523A6-6F73-41A0-8952-28FF3F5E5521}" dt="2025-02-14T17:57:41.940" v="137" actId="1076"/>
        <pc:sldMkLst>
          <pc:docMk/>
          <pc:sldMk cId="1999810849" sldId="276"/>
        </pc:sldMkLst>
      </pc:sldChg>
      <pc:sldChg chg="modSp mod">
        <pc:chgData name="Jenny Díaz Ramírez" userId="df7d83af-54c1-43f9-a4ec-fea9744b3563" providerId="ADAL" clId="{225523A6-6F73-41A0-8952-28FF3F5E5521}" dt="2025-02-14T17:56:52.395" v="131" actId="14100"/>
        <pc:sldMkLst>
          <pc:docMk/>
          <pc:sldMk cId="2595540467" sldId="277"/>
        </pc:sldMkLst>
      </pc:sldChg>
      <pc:sldChg chg="modSp mod">
        <pc:chgData name="Jenny Díaz Ramírez" userId="df7d83af-54c1-43f9-a4ec-fea9744b3563" providerId="ADAL" clId="{225523A6-6F73-41A0-8952-28FF3F5E5521}" dt="2025-02-14T17:52:13.746" v="122" actId="1076"/>
        <pc:sldMkLst>
          <pc:docMk/>
          <pc:sldMk cId="2725073709" sldId="299"/>
        </pc:sldMkLst>
      </pc:sldChg>
      <pc:sldChg chg="modSp mod">
        <pc:chgData name="Jenny Díaz Ramírez" userId="df7d83af-54c1-43f9-a4ec-fea9744b3563" providerId="ADAL" clId="{225523A6-6F73-41A0-8952-28FF3F5E5521}" dt="2025-02-14T17:49:17.001" v="74" actId="20577"/>
        <pc:sldMkLst>
          <pc:docMk/>
          <pc:sldMk cId="2960950710" sldId="350"/>
        </pc:sldMkLst>
        <pc:spChg chg="mod">
          <ac:chgData name="Jenny Díaz Ramírez" userId="df7d83af-54c1-43f9-a4ec-fea9744b3563" providerId="ADAL" clId="{225523A6-6F73-41A0-8952-28FF3F5E5521}" dt="2025-02-14T17:49:17.001" v="74" actId="20577"/>
          <ac:spMkLst>
            <pc:docMk/>
            <pc:sldMk cId="2960950710" sldId="350"/>
            <ac:spMk id="2" creationId="{293E168C-8042-5B4E-A5A4-A5BF693AE2D6}"/>
          </ac:spMkLst>
        </pc:spChg>
      </pc:sldChg>
      <pc:sldMasterChg chg="delSp modSp mod modSldLayout">
        <pc:chgData name="Jenny Díaz Ramírez" userId="df7d83af-54c1-43f9-a4ec-fea9744b3563" providerId="ADAL" clId="{225523A6-6F73-41A0-8952-28FF3F5E5521}" dt="2025-02-14T17:57:30.055" v="135" actId="1076"/>
        <pc:sldMasterMkLst>
          <pc:docMk/>
          <pc:sldMasterMk cId="3515892240" sldId="2147483658"/>
        </pc:sldMasterMkLst>
        <pc:spChg chg="mod">
          <ac:chgData name="Jenny Díaz Ramírez" userId="df7d83af-54c1-43f9-a4ec-fea9744b3563" providerId="ADAL" clId="{225523A6-6F73-41A0-8952-28FF3F5E5521}" dt="2025-02-14T17:56:37.886" v="130" actId="207"/>
          <ac:spMkLst>
            <pc:docMk/>
            <pc:sldMasterMk cId="3515892240" sldId="2147483658"/>
            <ac:spMk id="31" creationId="{C9955F1C-C0B1-BA44-8905-6991FA0D1EF3}"/>
          </ac:spMkLst>
        </pc:spChg>
        <pc:spChg chg="mod">
          <ac:chgData name="Jenny Díaz Ramírez" userId="df7d83af-54c1-43f9-a4ec-fea9744b3563" providerId="ADAL" clId="{225523A6-6F73-41A0-8952-28FF3F5E5521}" dt="2025-02-14T17:55:47.055" v="123" actId="1076"/>
          <ac:spMkLst>
            <pc:docMk/>
            <pc:sldMasterMk cId="3515892240" sldId="2147483658"/>
            <ac:spMk id="32" creationId="{C8ADA0DF-3751-9A48-8A21-59F01C782D7C}"/>
          </ac:spMkLst>
        </pc:spChg>
        <pc:sldLayoutChg chg="modSp mod">
          <pc:chgData name="Jenny Díaz Ramírez" userId="df7d83af-54c1-43f9-a4ec-fea9744b3563" providerId="ADAL" clId="{225523A6-6F73-41A0-8952-28FF3F5E5521}" dt="2025-02-14T17:57:30.055" v="135" actId="1076"/>
          <pc:sldLayoutMkLst>
            <pc:docMk/>
            <pc:sldMasterMk cId="3515892240" sldId="2147483658"/>
            <pc:sldLayoutMk cId="3073769527" sldId="2147483671"/>
          </pc:sldLayoutMkLst>
          <pc:spChg chg="mod">
            <ac:chgData name="Jenny Díaz Ramírez" userId="df7d83af-54c1-43f9-a4ec-fea9744b3563" providerId="ADAL" clId="{225523A6-6F73-41A0-8952-28FF3F5E5521}" dt="2025-02-14T17:57:22.667" v="134" actId="1076"/>
            <ac:spMkLst>
              <pc:docMk/>
              <pc:sldMasterMk cId="3515892240" sldId="2147483658"/>
              <pc:sldLayoutMk cId="3073769527" sldId="2147483671"/>
              <ac:spMk id="3" creationId="{B7E0EC46-C626-4D58-AB64-0B3B850D1482}"/>
            </ac:spMkLst>
          </pc:spChg>
          <pc:spChg chg="mod">
            <ac:chgData name="Jenny Díaz Ramírez" userId="df7d83af-54c1-43f9-a4ec-fea9744b3563" providerId="ADAL" clId="{225523A6-6F73-41A0-8952-28FF3F5E5521}" dt="2025-02-14T17:57:30.055" v="135" actId="1076"/>
            <ac:spMkLst>
              <pc:docMk/>
              <pc:sldMasterMk cId="3515892240" sldId="2147483658"/>
              <pc:sldLayoutMk cId="3073769527" sldId="2147483671"/>
              <ac:spMk id="4" creationId="{8F25D00C-8F5C-4528-87FA-F9431D967555}"/>
            </ac:spMkLst>
          </pc:sp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95F2D1-9FFC-4DC9-9998-49E18EB751AF}" type="doc">
      <dgm:prSet loTypeId="urn:microsoft.com/office/officeart/2005/8/layout/lProcess1" loCatId="process" qsTypeId="urn:microsoft.com/office/officeart/2005/8/quickstyle/simple1" qsCatId="simple" csTypeId="urn:microsoft.com/office/officeart/2005/8/colors/colorful1" csCatId="colorful" phldr="1"/>
      <dgm:spPr/>
      <dgm:t>
        <a:bodyPr/>
        <a:lstStyle/>
        <a:p>
          <a:endParaRPr lang="es-ES"/>
        </a:p>
      </dgm:t>
    </dgm:pt>
    <dgm:pt modelId="{20BA57C7-4969-4A90-AC51-24D0D83B1818}">
      <dgm:prSet phldrT="[Texto]"/>
      <dgm:spPr/>
      <dgm:t>
        <a:bodyPr/>
        <a:lstStyle/>
        <a:p>
          <a:r>
            <a:rPr lang="es-ES" dirty="0"/>
            <a:t>Notación</a:t>
          </a:r>
        </a:p>
      </dgm:t>
    </dgm:pt>
    <dgm:pt modelId="{C400F307-324D-48B7-ACBA-B44B4A852FFB}" type="parTrans" cxnId="{6925B54B-947D-4E6B-8F3D-2F3667C6CF5D}">
      <dgm:prSet/>
      <dgm:spPr/>
      <dgm:t>
        <a:bodyPr/>
        <a:lstStyle/>
        <a:p>
          <a:endParaRPr lang="es-ES"/>
        </a:p>
      </dgm:t>
    </dgm:pt>
    <dgm:pt modelId="{46C1E1BE-45C9-4FEC-BFE9-FA2F5D6D378A}" type="sibTrans" cxnId="{6925B54B-947D-4E6B-8F3D-2F3667C6CF5D}">
      <dgm:prSet/>
      <dgm:spPr/>
      <dgm:t>
        <a:bodyPr/>
        <a:lstStyle/>
        <a:p>
          <a:endParaRPr lang="es-ES"/>
        </a:p>
      </dgm:t>
    </dgm:pt>
    <dgm:pt modelId="{3F216AD1-6305-4FB0-941C-765A71D20FE7}">
      <dgm:prSet phldrT="[Texto]"/>
      <dgm:spPr/>
      <dgm:t>
        <a:bodyPr/>
        <a:lstStyle/>
        <a:p>
          <a:r>
            <a:rPr lang="es-ES" dirty="0"/>
            <a:t>Solución</a:t>
          </a:r>
        </a:p>
      </dgm:t>
    </dgm:pt>
    <dgm:pt modelId="{61F5B55A-00BC-4E37-B2D4-1F699F6A1615}" type="parTrans" cxnId="{6206D314-8669-4A6C-AC2D-2CBC14D8A8C9}">
      <dgm:prSet/>
      <dgm:spPr/>
      <dgm:t>
        <a:bodyPr/>
        <a:lstStyle/>
        <a:p>
          <a:endParaRPr lang="es-ES"/>
        </a:p>
      </dgm:t>
    </dgm:pt>
    <dgm:pt modelId="{9B5E24EE-5236-43F4-8C45-4C1954A50B7C}" type="sibTrans" cxnId="{6206D314-8669-4A6C-AC2D-2CBC14D8A8C9}">
      <dgm:prSet/>
      <dgm:spPr/>
      <dgm:t>
        <a:bodyPr/>
        <a:lstStyle/>
        <a:p>
          <a:endParaRPr lang="es-ES"/>
        </a:p>
      </dgm:t>
    </dgm:pt>
    <dgm:pt modelId="{5F1F5053-7867-437C-8772-6F909FABC426}">
      <dgm:prSet phldrT="[Texto]"/>
      <dgm:spPr/>
      <dgm:t>
        <a:bodyPr/>
        <a:lstStyle/>
        <a:p>
          <a:r>
            <a:rPr lang="es-ES" dirty="0"/>
            <a:t>Método de B&amp;B</a:t>
          </a:r>
        </a:p>
      </dgm:t>
    </dgm:pt>
    <dgm:pt modelId="{395CE6D9-3F3D-4FCE-A4FD-D5EE6B07AA3C}" type="parTrans" cxnId="{515B1B97-1B5C-4A96-BC9E-157589AEE0E5}">
      <dgm:prSet/>
      <dgm:spPr/>
      <dgm:t>
        <a:bodyPr/>
        <a:lstStyle/>
        <a:p>
          <a:endParaRPr lang="es-ES"/>
        </a:p>
      </dgm:t>
    </dgm:pt>
    <dgm:pt modelId="{D40438EA-4945-4D41-8374-1E800A96BD3F}" type="sibTrans" cxnId="{515B1B97-1B5C-4A96-BC9E-157589AEE0E5}">
      <dgm:prSet/>
      <dgm:spPr/>
      <dgm:t>
        <a:bodyPr/>
        <a:lstStyle/>
        <a:p>
          <a:endParaRPr lang="es-ES"/>
        </a:p>
      </dgm:t>
    </dgm:pt>
    <dgm:pt modelId="{55E69F3B-5077-42F4-BD47-3D396425F3F2}">
      <dgm:prSet phldrT="[Texto]"/>
      <dgm:spPr/>
      <dgm:t>
        <a:bodyPr/>
        <a:lstStyle/>
        <a:p>
          <a:r>
            <a:rPr lang="es-ES" dirty="0"/>
            <a:t>Algebraica</a:t>
          </a:r>
        </a:p>
      </dgm:t>
    </dgm:pt>
    <dgm:pt modelId="{54219654-28C6-4360-A738-956B3F3EB534}" type="parTrans" cxnId="{2D468B5B-1958-4B5B-AF2D-D059E6C35D86}">
      <dgm:prSet/>
      <dgm:spPr/>
      <dgm:t>
        <a:bodyPr/>
        <a:lstStyle/>
        <a:p>
          <a:endParaRPr lang="es-ES"/>
        </a:p>
      </dgm:t>
    </dgm:pt>
    <dgm:pt modelId="{7750E049-86CD-48A4-A808-B4801ADFF224}" type="sibTrans" cxnId="{2D468B5B-1958-4B5B-AF2D-D059E6C35D86}">
      <dgm:prSet/>
      <dgm:spPr/>
      <dgm:t>
        <a:bodyPr/>
        <a:lstStyle/>
        <a:p>
          <a:endParaRPr lang="es-ES"/>
        </a:p>
      </dgm:t>
    </dgm:pt>
    <dgm:pt modelId="{E8824C48-89F8-4E2D-B184-4E51DC7B58A6}">
      <dgm:prSet phldrT="[Texto]"/>
      <dgm:spPr/>
      <dgm:t>
        <a:bodyPr/>
        <a:lstStyle/>
        <a:p>
          <a:r>
            <a:rPr lang="es-ES" dirty="0"/>
            <a:t>Matricial</a:t>
          </a:r>
        </a:p>
      </dgm:t>
    </dgm:pt>
    <dgm:pt modelId="{97D717A4-71E3-4C42-83C9-CD0C15092AF7}" type="parTrans" cxnId="{FD67D657-5D19-437A-AD99-19266300C7EE}">
      <dgm:prSet/>
      <dgm:spPr/>
      <dgm:t>
        <a:bodyPr/>
        <a:lstStyle/>
        <a:p>
          <a:endParaRPr lang="es-ES"/>
        </a:p>
      </dgm:t>
    </dgm:pt>
    <dgm:pt modelId="{D2969FBB-94CE-4C9A-912E-D73F81F78D09}" type="sibTrans" cxnId="{FD67D657-5D19-437A-AD99-19266300C7EE}">
      <dgm:prSet/>
      <dgm:spPr/>
      <dgm:t>
        <a:bodyPr/>
        <a:lstStyle/>
        <a:p>
          <a:endParaRPr lang="es-ES"/>
        </a:p>
      </dgm:t>
    </dgm:pt>
    <dgm:pt modelId="{58C7CE55-3705-414C-A99D-6D5C6EF0625A}">
      <dgm:prSet phldrT="[Texto]"/>
      <dgm:spPr/>
      <dgm:t>
        <a:bodyPr/>
        <a:lstStyle/>
        <a:p>
          <a:r>
            <a:rPr lang="es-ES" dirty="0"/>
            <a:t>Espacios de solución</a:t>
          </a:r>
        </a:p>
      </dgm:t>
    </dgm:pt>
    <dgm:pt modelId="{E7470D9B-54C3-4CAC-BDB8-62C361F9CFA5}" type="parTrans" cxnId="{81BE24C9-F6AB-40E0-8BEA-10271A4C8969}">
      <dgm:prSet/>
      <dgm:spPr/>
      <dgm:t>
        <a:bodyPr/>
        <a:lstStyle/>
        <a:p>
          <a:endParaRPr lang="es-ES"/>
        </a:p>
      </dgm:t>
    </dgm:pt>
    <dgm:pt modelId="{1388855D-C69A-4F50-BA3A-19FB741F4314}" type="sibTrans" cxnId="{81BE24C9-F6AB-40E0-8BEA-10271A4C8969}">
      <dgm:prSet/>
      <dgm:spPr/>
      <dgm:t>
        <a:bodyPr/>
        <a:lstStyle/>
        <a:p>
          <a:endParaRPr lang="es-ES"/>
        </a:p>
      </dgm:t>
    </dgm:pt>
    <dgm:pt modelId="{277C10AB-1744-4421-BDF6-103B11EFEAB5}">
      <dgm:prSet phldrT="[Texto]"/>
      <dgm:spPr/>
      <dgm:t>
        <a:bodyPr/>
        <a:lstStyle/>
        <a:p>
          <a:r>
            <a:rPr lang="es-ES" dirty="0"/>
            <a:t>Tipos de solución</a:t>
          </a:r>
        </a:p>
      </dgm:t>
    </dgm:pt>
    <dgm:pt modelId="{697AEF14-9A35-4306-B1A3-1C71E9A583FC}" type="parTrans" cxnId="{AA01BE27-47FC-45CE-BE9F-CCAE91CABF64}">
      <dgm:prSet/>
      <dgm:spPr/>
      <dgm:t>
        <a:bodyPr/>
        <a:lstStyle/>
        <a:p>
          <a:endParaRPr lang="es-ES"/>
        </a:p>
      </dgm:t>
    </dgm:pt>
    <dgm:pt modelId="{5A703D59-6E1D-4640-92A8-AAC5024DFF9A}" type="sibTrans" cxnId="{AA01BE27-47FC-45CE-BE9F-CCAE91CABF64}">
      <dgm:prSet/>
      <dgm:spPr/>
      <dgm:t>
        <a:bodyPr/>
        <a:lstStyle/>
        <a:p>
          <a:endParaRPr lang="es-ES"/>
        </a:p>
      </dgm:t>
    </dgm:pt>
    <dgm:pt modelId="{372A84CE-0BBA-4EFE-8B2F-3650D408C9DD}">
      <dgm:prSet phldrT="[Texto]"/>
      <dgm:spPr/>
      <dgm:t>
        <a:bodyPr/>
        <a:lstStyle/>
        <a:p>
          <a:r>
            <a:rPr lang="es-ES" dirty="0"/>
            <a:t>Método Gráfico</a:t>
          </a:r>
        </a:p>
      </dgm:t>
    </dgm:pt>
    <dgm:pt modelId="{7C613DB5-43D4-4E91-A90B-882F1FE4AAAB}" type="parTrans" cxnId="{E03BFCE4-2E53-4351-969F-E8812B1671B7}">
      <dgm:prSet/>
      <dgm:spPr/>
      <dgm:t>
        <a:bodyPr/>
        <a:lstStyle/>
        <a:p>
          <a:endParaRPr lang="en-US"/>
        </a:p>
      </dgm:t>
    </dgm:pt>
    <dgm:pt modelId="{69C7C79E-1058-4AD7-89F3-63F00DA7A3FA}" type="sibTrans" cxnId="{E03BFCE4-2E53-4351-969F-E8812B1671B7}">
      <dgm:prSet/>
      <dgm:spPr/>
      <dgm:t>
        <a:bodyPr/>
        <a:lstStyle/>
        <a:p>
          <a:endParaRPr lang="en-US"/>
        </a:p>
      </dgm:t>
    </dgm:pt>
    <dgm:pt modelId="{215D5F0A-16E0-4272-823F-0C2384036CBE}">
      <dgm:prSet phldrT="[Texto]"/>
      <dgm:spPr/>
      <dgm:t>
        <a:bodyPr/>
        <a:lstStyle/>
        <a:p>
          <a:r>
            <a:rPr lang="es-ES" dirty="0"/>
            <a:t>Métodos Simplex</a:t>
          </a:r>
        </a:p>
      </dgm:t>
    </dgm:pt>
    <dgm:pt modelId="{4A4AEFB8-3EA8-4738-A25E-02FE69D51F40}" type="parTrans" cxnId="{6B4D3F3E-7473-4347-BA86-2FFFF5577065}">
      <dgm:prSet/>
      <dgm:spPr/>
      <dgm:t>
        <a:bodyPr/>
        <a:lstStyle/>
        <a:p>
          <a:endParaRPr lang="en-US"/>
        </a:p>
      </dgm:t>
    </dgm:pt>
    <dgm:pt modelId="{9CFC0607-9CFC-4548-8F52-BED8D73D763A}" type="sibTrans" cxnId="{6B4D3F3E-7473-4347-BA86-2FFFF5577065}">
      <dgm:prSet/>
      <dgm:spPr/>
      <dgm:t>
        <a:bodyPr/>
        <a:lstStyle/>
        <a:p>
          <a:endParaRPr lang="en-US"/>
        </a:p>
      </dgm:t>
    </dgm:pt>
    <dgm:pt modelId="{DEA047EF-5C57-4885-9D26-F0D90BF6F7B3}">
      <dgm:prSet phldrT="[Texto]"/>
      <dgm:spPr/>
      <dgm:t>
        <a:bodyPr/>
        <a:lstStyle/>
        <a:p>
          <a:r>
            <a:rPr lang="es-ES" dirty="0"/>
            <a:t>Para problemas enteros </a:t>
          </a:r>
        </a:p>
      </dgm:t>
    </dgm:pt>
    <dgm:pt modelId="{3303A7A1-F4FE-455C-B338-80FF4FB4EE64}" type="parTrans" cxnId="{52598A4E-6A96-43D4-ACFC-768B80478F0D}">
      <dgm:prSet/>
      <dgm:spPr/>
      <dgm:t>
        <a:bodyPr/>
        <a:lstStyle/>
        <a:p>
          <a:endParaRPr lang="en-US"/>
        </a:p>
      </dgm:t>
    </dgm:pt>
    <dgm:pt modelId="{5A4A898E-B530-43D0-80F1-13F49AE60AEB}" type="sibTrans" cxnId="{52598A4E-6A96-43D4-ACFC-768B80478F0D}">
      <dgm:prSet/>
      <dgm:spPr/>
      <dgm:t>
        <a:bodyPr/>
        <a:lstStyle/>
        <a:p>
          <a:endParaRPr lang="en-US"/>
        </a:p>
      </dgm:t>
    </dgm:pt>
    <dgm:pt modelId="{0007019D-BE48-4638-A758-11431E394BA5}">
      <dgm:prSet phldrT="[Texto]"/>
      <dgm:spPr/>
      <dgm:t>
        <a:bodyPr/>
        <a:lstStyle/>
        <a:p>
          <a:r>
            <a:rPr lang="es-ES" dirty="0"/>
            <a:t>Estructura de una iteración</a:t>
          </a:r>
        </a:p>
      </dgm:t>
    </dgm:pt>
    <dgm:pt modelId="{5E8FDF75-2D20-4CFB-BD80-353B46F7CE6B}" type="parTrans" cxnId="{7A6AADAD-1532-48A7-B758-6CBD8D8FCA7C}">
      <dgm:prSet/>
      <dgm:spPr/>
      <dgm:t>
        <a:bodyPr/>
        <a:lstStyle/>
        <a:p>
          <a:endParaRPr lang="en-US"/>
        </a:p>
      </dgm:t>
    </dgm:pt>
    <dgm:pt modelId="{5903D355-A23F-47EC-B7EF-60D5C3C924C7}" type="sibTrans" cxnId="{7A6AADAD-1532-48A7-B758-6CBD8D8FCA7C}">
      <dgm:prSet/>
      <dgm:spPr/>
      <dgm:t>
        <a:bodyPr/>
        <a:lstStyle/>
        <a:p>
          <a:endParaRPr lang="en-US"/>
        </a:p>
      </dgm:t>
    </dgm:pt>
    <dgm:pt modelId="{F879121B-3B6F-494F-A6B0-9D9D880A98F3}">
      <dgm:prSet phldrT="[Texto]"/>
      <dgm:spPr/>
      <dgm:t>
        <a:bodyPr/>
        <a:lstStyle/>
        <a:p>
          <a:r>
            <a:rPr lang="es-ES" dirty="0"/>
            <a:t>Complejidad matemática</a:t>
          </a:r>
        </a:p>
      </dgm:t>
    </dgm:pt>
    <dgm:pt modelId="{75924DA9-7DDA-431C-BD22-9C134871FF33}" type="parTrans" cxnId="{D8A9688E-5CEF-4228-AC53-8023404E2183}">
      <dgm:prSet/>
      <dgm:spPr/>
      <dgm:t>
        <a:bodyPr/>
        <a:lstStyle/>
        <a:p>
          <a:endParaRPr lang="en-US"/>
        </a:p>
      </dgm:t>
    </dgm:pt>
    <dgm:pt modelId="{11FA5C7F-B48D-4D3E-9B1F-36FC84C2149F}" type="sibTrans" cxnId="{D8A9688E-5CEF-4228-AC53-8023404E2183}">
      <dgm:prSet/>
      <dgm:spPr/>
      <dgm:t>
        <a:bodyPr/>
        <a:lstStyle/>
        <a:p>
          <a:endParaRPr lang="en-US"/>
        </a:p>
      </dgm:t>
    </dgm:pt>
    <dgm:pt modelId="{08FE693D-850A-4B40-8FF2-9445DA2D25AC}">
      <dgm:prSet phldrT="[Texto]"/>
      <dgm:spPr/>
      <dgm:t>
        <a:bodyPr/>
        <a:lstStyle/>
        <a:p>
          <a:r>
            <a:rPr lang="es-ES" dirty="0"/>
            <a:t>Para problemas pequeños (2 </a:t>
          </a:r>
          <a:r>
            <a:rPr lang="es-ES" dirty="0" err="1"/>
            <a:t>var</a:t>
          </a:r>
          <a:r>
            <a:rPr lang="es-ES" dirty="0"/>
            <a:t>)</a:t>
          </a:r>
        </a:p>
      </dgm:t>
    </dgm:pt>
    <dgm:pt modelId="{DA56D5DD-5750-4B8F-B4C8-C815BFB1C98E}" type="parTrans" cxnId="{F77112FB-379B-499F-88B0-EDB8DCF65A99}">
      <dgm:prSet/>
      <dgm:spPr/>
      <dgm:t>
        <a:bodyPr/>
        <a:lstStyle/>
        <a:p>
          <a:endParaRPr lang="en-US"/>
        </a:p>
      </dgm:t>
    </dgm:pt>
    <dgm:pt modelId="{D87FC6F8-6A74-4CA0-B5AF-6BFA148479D4}" type="sibTrans" cxnId="{F77112FB-379B-499F-88B0-EDB8DCF65A99}">
      <dgm:prSet/>
      <dgm:spPr/>
      <dgm:t>
        <a:bodyPr/>
        <a:lstStyle/>
        <a:p>
          <a:endParaRPr lang="en-US"/>
        </a:p>
      </dgm:t>
    </dgm:pt>
    <dgm:pt modelId="{6AD91508-2DB0-4F8F-A27C-D4504EE3C201}" type="pres">
      <dgm:prSet presAssocID="{5C95F2D1-9FFC-4DC9-9998-49E18EB751AF}" presName="Name0" presStyleCnt="0">
        <dgm:presLayoutVars>
          <dgm:dir/>
          <dgm:animLvl val="lvl"/>
          <dgm:resizeHandles val="exact"/>
        </dgm:presLayoutVars>
      </dgm:prSet>
      <dgm:spPr/>
    </dgm:pt>
    <dgm:pt modelId="{8E0F53AA-013A-4CDA-AFE3-4AC8257F5AE7}" type="pres">
      <dgm:prSet presAssocID="{20BA57C7-4969-4A90-AC51-24D0D83B1818}" presName="vertFlow" presStyleCnt="0"/>
      <dgm:spPr/>
    </dgm:pt>
    <dgm:pt modelId="{97199732-22D3-4D58-B7C8-962AB9606A85}" type="pres">
      <dgm:prSet presAssocID="{20BA57C7-4969-4A90-AC51-24D0D83B1818}" presName="header" presStyleLbl="node1" presStyleIdx="0" presStyleCnt="5"/>
      <dgm:spPr/>
    </dgm:pt>
    <dgm:pt modelId="{26BD821F-CD8E-40CE-AF95-EC5966F3B356}" type="pres">
      <dgm:prSet presAssocID="{54219654-28C6-4360-A738-956B3F3EB534}" presName="parTrans" presStyleLbl="sibTrans2D1" presStyleIdx="0" presStyleCnt="8"/>
      <dgm:spPr/>
    </dgm:pt>
    <dgm:pt modelId="{3D6BFEE7-2020-4FA5-9BAB-5A229DDECB65}" type="pres">
      <dgm:prSet presAssocID="{55E69F3B-5077-42F4-BD47-3D396425F3F2}" presName="child" presStyleLbl="alignAccFollowNode1" presStyleIdx="0" presStyleCnt="8">
        <dgm:presLayoutVars>
          <dgm:chMax val="0"/>
          <dgm:bulletEnabled val="1"/>
        </dgm:presLayoutVars>
      </dgm:prSet>
      <dgm:spPr/>
    </dgm:pt>
    <dgm:pt modelId="{B357538F-AA79-4CC6-BE79-302F1201BF7E}" type="pres">
      <dgm:prSet presAssocID="{7750E049-86CD-48A4-A808-B4801ADFF224}" presName="sibTrans" presStyleLbl="sibTrans2D1" presStyleIdx="1" presStyleCnt="8"/>
      <dgm:spPr/>
    </dgm:pt>
    <dgm:pt modelId="{AACA5BA9-33E9-4D22-B3BA-B0E28BE5D756}" type="pres">
      <dgm:prSet presAssocID="{E8824C48-89F8-4E2D-B184-4E51DC7B58A6}" presName="child" presStyleLbl="alignAccFollowNode1" presStyleIdx="1" presStyleCnt="8">
        <dgm:presLayoutVars>
          <dgm:chMax val="0"/>
          <dgm:bulletEnabled val="1"/>
        </dgm:presLayoutVars>
      </dgm:prSet>
      <dgm:spPr/>
    </dgm:pt>
    <dgm:pt modelId="{D881AE06-50DA-416E-A2E0-79BEEAC64ED8}" type="pres">
      <dgm:prSet presAssocID="{20BA57C7-4969-4A90-AC51-24D0D83B1818}" presName="hSp" presStyleCnt="0"/>
      <dgm:spPr/>
    </dgm:pt>
    <dgm:pt modelId="{697967CA-7870-4CD7-95A8-1FC39E3217D6}" type="pres">
      <dgm:prSet presAssocID="{3F216AD1-6305-4FB0-941C-765A71D20FE7}" presName="vertFlow" presStyleCnt="0"/>
      <dgm:spPr/>
    </dgm:pt>
    <dgm:pt modelId="{80A669FE-51D7-4237-8202-D9BC9B1E52CB}" type="pres">
      <dgm:prSet presAssocID="{3F216AD1-6305-4FB0-941C-765A71D20FE7}" presName="header" presStyleLbl="node1" presStyleIdx="1" presStyleCnt="5"/>
      <dgm:spPr/>
    </dgm:pt>
    <dgm:pt modelId="{59934E18-18FF-4689-9164-FDD519257429}" type="pres">
      <dgm:prSet presAssocID="{E7470D9B-54C3-4CAC-BDB8-62C361F9CFA5}" presName="parTrans" presStyleLbl="sibTrans2D1" presStyleIdx="2" presStyleCnt="8"/>
      <dgm:spPr/>
    </dgm:pt>
    <dgm:pt modelId="{C9CB6B0D-52AE-45C2-992F-F16D5A34857A}" type="pres">
      <dgm:prSet presAssocID="{58C7CE55-3705-414C-A99D-6D5C6EF0625A}" presName="child" presStyleLbl="alignAccFollowNode1" presStyleIdx="2" presStyleCnt="8">
        <dgm:presLayoutVars>
          <dgm:chMax val="0"/>
          <dgm:bulletEnabled val="1"/>
        </dgm:presLayoutVars>
      </dgm:prSet>
      <dgm:spPr/>
    </dgm:pt>
    <dgm:pt modelId="{84323F49-06A9-4F37-B1A6-DC832E2DC220}" type="pres">
      <dgm:prSet presAssocID="{1388855D-C69A-4F50-BA3A-19FB741F4314}" presName="sibTrans" presStyleLbl="sibTrans2D1" presStyleIdx="3" presStyleCnt="8"/>
      <dgm:spPr/>
    </dgm:pt>
    <dgm:pt modelId="{8021EFB3-77FD-42C2-90D1-C95C53596EF1}" type="pres">
      <dgm:prSet presAssocID="{277C10AB-1744-4421-BDF6-103B11EFEAB5}" presName="child" presStyleLbl="alignAccFollowNode1" presStyleIdx="3" presStyleCnt="8">
        <dgm:presLayoutVars>
          <dgm:chMax val="0"/>
          <dgm:bulletEnabled val="1"/>
        </dgm:presLayoutVars>
      </dgm:prSet>
      <dgm:spPr/>
    </dgm:pt>
    <dgm:pt modelId="{8D2ACAA9-DF79-45FC-9198-28CE51F6BA18}" type="pres">
      <dgm:prSet presAssocID="{3F216AD1-6305-4FB0-941C-765A71D20FE7}" presName="hSp" presStyleCnt="0"/>
      <dgm:spPr/>
    </dgm:pt>
    <dgm:pt modelId="{DDFB7E4C-0C5E-4953-A22B-CCF057F9FA0F}" type="pres">
      <dgm:prSet presAssocID="{372A84CE-0BBA-4EFE-8B2F-3650D408C9DD}" presName="vertFlow" presStyleCnt="0"/>
      <dgm:spPr/>
    </dgm:pt>
    <dgm:pt modelId="{E723AFB1-778C-49C2-894D-D418A663E930}" type="pres">
      <dgm:prSet presAssocID="{372A84CE-0BBA-4EFE-8B2F-3650D408C9DD}" presName="header" presStyleLbl="node1" presStyleIdx="2" presStyleCnt="5"/>
      <dgm:spPr/>
    </dgm:pt>
    <dgm:pt modelId="{3E02E781-5BE2-45AA-9143-2CC178FA455E}" type="pres">
      <dgm:prSet presAssocID="{DA56D5DD-5750-4B8F-B4C8-C815BFB1C98E}" presName="parTrans" presStyleLbl="sibTrans2D1" presStyleIdx="4" presStyleCnt="8"/>
      <dgm:spPr/>
    </dgm:pt>
    <dgm:pt modelId="{469E4D95-2117-4314-A3CF-FEA6FB9D18D0}" type="pres">
      <dgm:prSet presAssocID="{08FE693D-850A-4B40-8FF2-9445DA2D25AC}" presName="child" presStyleLbl="alignAccFollowNode1" presStyleIdx="4" presStyleCnt="8">
        <dgm:presLayoutVars>
          <dgm:chMax val="0"/>
          <dgm:bulletEnabled val="1"/>
        </dgm:presLayoutVars>
      </dgm:prSet>
      <dgm:spPr/>
    </dgm:pt>
    <dgm:pt modelId="{76B4F20C-0E3A-450C-8D6B-0BECFBC6B12D}" type="pres">
      <dgm:prSet presAssocID="{372A84CE-0BBA-4EFE-8B2F-3650D408C9DD}" presName="hSp" presStyleCnt="0"/>
      <dgm:spPr/>
    </dgm:pt>
    <dgm:pt modelId="{B322878A-3403-457F-84CE-139C17E8F8A3}" type="pres">
      <dgm:prSet presAssocID="{5F1F5053-7867-437C-8772-6F909FABC426}" presName="vertFlow" presStyleCnt="0"/>
      <dgm:spPr/>
    </dgm:pt>
    <dgm:pt modelId="{D3CA2416-1B43-4029-8B78-4CA665BCB691}" type="pres">
      <dgm:prSet presAssocID="{5F1F5053-7867-437C-8772-6F909FABC426}" presName="header" presStyleLbl="node1" presStyleIdx="3" presStyleCnt="5"/>
      <dgm:spPr/>
    </dgm:pt>
    <dgm:pt modelId="{F4A7FEC3-13E9-4073-8C3F-3CACFE2209DC}" type="pres">
      <dgm:prSet presAssocID="{3303A7A1-F4FE-455C-B338-80FF4FB4EE64}" presName="parTrans" presStyleLbl="sibTrans2D1" presStyleIdx="5" presStyleCnt="8"/>
      <dgm:spPr/>
    </dgm:pt>
    <dgm:pt modelId="{42FBB82F-2E67-45B4-841A-415A09821E25}" type="pres">
      <dgm:prSet presAssocID="{DEA047EF-5C57-4885-9D26-F0D90BF6F7B3}" presName="child" presStyleLbl="alignAccFollowNode1" presStyleIdx="5" presStyleCnt="8">
        <dgm:presLayoutVars>
          <dgm:chMax val="0"/>
          <dgm:bulletEnabled val="1"/>
        </dgm:presLayoutVars>
      </dgm:prSet>
      <dgm:spPr/>
    </dgm:pt>
    <dgm:pt modelId="{3CB3C43E-5D68-4959-AC49-5023ED88866D}" type="pres">
      <dgm:prSet presAssocID="{5F1F5053-7867-437C-8772-6F909FABC426}" presName="hSp" presStyleCnt="0"/>
      <dgm:spPr/>
    </dgm:pt>
    <dgm:pt modelId="{E438B12F-87B6-4D20-B676-1ED9BD1E71C4}" type="pres">
      <dgm:prSet presAssocID="{215D5F0A-16E0-4272-823F-0C2384036CBE}" presName="vertFlow" presStyleCnt="0"/>
      <dgm:spPr/>
    </dgm:pt>
    <dgm:pt modelId="{1F1E2FFF-DE45-4707-9C4E-DEF136024FEF}" type="pres">
      <dgm:prSet presAssocID="{215D5F0A-16E0-4272-823F-0C2384036CBE}" presName="header" presStyleLbl="node1" presStyleIdx="4" presStyleCnt="5"/>
      <dgm:spPr/>
    </dgm:pt>
    <dgm:pt modelId="{CF6AEAD6-B0B5-40A1-886E-349EAFCBF537}" type="pres">
      <dgm:prSet presAssocID="{5E8FDF75-2D20-4CFB-BD80-353B46F7CE6B}" presName="parTrans" presStyleLbl="sibTrans2D1" presStyleIdx="6" presStyleCnt="8"/>
      <dgm:spPr/>
    </dgm:pt>
    <dgm:pt modelId="{8B04FC04-5B0B-4532-B067-3A96B91B1A71}" type="pres">
      <dgm:prSet presAssocID="{0007019D-BE48-4638-A758-11431E394BA5}" presName="child" presStyleLbl="alignAccFollowNode1" presStyleIdx="6" presStyleCnt="8">
        <dgm:presLayoutVars>
          <dgm:chMax val="0"/>
          <dgm:bulletEnabled val="1"/>
        </dgm:presLayoutVars>
      </dgm:prSet>
      <dgm:spPr/>
    </dgm:pt>
    <dgm:pt modelId="{40CDE28E-6463-4F26-9A6E-6F6001E14359}" type="pres">
      <dgm:prSet presAssocID="{5903D355-A23F-47EC-B7EF-60D5C3C924C7}" presName="sibTrans" presStyleLbl="sibTrans2D1" presStyleIdx="7" presStyleCnt="8"/>
      <dgm:spPr/>
    </dgm:pt>
    <dgm:pt modelId="{3CEBE889-FAE6-4538-9DB6-FFDB9389BE19}" type="pres">
      <dgm:prSet presAssocID="{F879121B-3B6F-494F-A6B0-9D9D880A98F3}" presName="child" presStyleLbl="alignAccFollowNode1" presStyleIdx="7" presStyleCnt="8">
        <dgm:presLayoutVars>
          <dgm:chMax val="0"/>
          <dgm:bulletEnabled val="1"/>
        </dgm:presLayoutVars>
      </dgm:prSet>
      <dgm:spPr/>
    </dgm:pt>
  </dgm:ptLst>
  <dgm:cxnLst>
    <dgm:cxn modelId="{92B4A912-C6E9-4E00-8107-C4CF9E65E8FE}" type="presOf" srcId="{1388855D-C69A-4F50-BA3A-19FB741F4314}" destId="{84323F49-06A9-4F37-B1A6-DC832E2DC220}" srcOrd="0" destOrd="0" presId="urn:microsoft.com/office/officeart/2005/8/layout/lProcess1"/>
    <dgm:cxn modelId="{38AB1613-474C-492D-8600-9BC14C8293B9}" type="presOf" srcId="{3F216AD1-6305-4FB0-941C-765A71D20FE7}" destId="{80A669FE-51D7-4237-8202-D9BC9B1E52CB}" srcOrd="0" destOrd="0" presId="urn:microsoft.com/office/officeart/2005/8/layout/lProcess1"/>
    <dgm:cxn modelId="{6206D314-8669-4A6C-AC2D-2CBC14D8A8C9}" srcId="{5C95F2D1-9FFC-4DC9-9998-49E18EB751AF}" destId="{3F216AD1-6305-4FB0-941C-765A71D20FE7}" srcOrd="1" destOrd="0" parTransId="{61F5B55A-00BC-4E37-B2D4-1F699F6A1615}" sibTransId="{9B5E24EE-5236-43F4-8C45-4C1954A50B7C}"/>
    <dgm:cxn modelId="{F7DA411F-ADF0-4011-8C6D-3F335A21CC5F}" type="presOf" srcId="{E7470D9B-54C3-4CAC-BDB8-62C361F9CFA5}" destId="{59934E18-18FF-4689-9164-FDD519257429}" srcOrd="0" destOrd="0" presId="urn:microsoft.com/office/officeart/2005/8/layout/lProcess1"/>
    <dgm:cxn modelId="{381AD720-D0BB-4DB7-8192-BD60618DF4ED}" type="presOf" srcId="{58C7CE55-3705-414C-A99D-6D5C6EF0625A}" destId="{C9CB6B0D-52AE-45C2-992F-F16D5A34857A}" srcOrd="0" destOrd="0" presId="urn:microsoft.com/office/officeart/2005/8/layout/lProcess1"/>
    <dgm:cxn modelId="{FEDFD121-9EAC-42BA-A69A-A54B1F9AA57B}" type="presOf" srcId="{215D5F0A-16E0-4272-823F-0C2384036CBE}" destId="{1F1E2FFF-DE45-4707-9C4E-DEF136024FEF}" srcOrd="0" destOrd="0" presId="urn:microsoft.com/office/officeart/2005/8/layout/lProcess1"/>
    <dgm:cxn modelId="{AA01BE27-47FC-45CE-BE9F-CCAE91CABF64}" srcId="{3F216AD1-6305-4FB0-941C-765A71D20FE7}" destId="{277C10AB-1744-4421-BDF6-103B11EFEAB5}" srcOrd="1" destOrd="0" parTransId="{697AEF14-9A35-4306-B1A3-1C71E9A583FC}" sibTransId="{5A703D59-6E1D-4640-92A8-AAC5024DFF9A}"/>
    <dgm:cxn modelId="{6B4D3F3E-7473-4347-BA86-2FFFF5577065}" srcId="{5C95F2D1-9FFC-4DC9-9998-49E18EB751AF}" destId="{215D5F0A-16E0-4272-823F-0C2384036CBE}" srcOrd="4" destOrd="0" parTransId="{4A4AEFB8-3EA8-4738-A25E-02FE69D51F40}" sibTransId="{9CFC0607-9CFC-4548-8F52-BED8D73D763A}"/>
    <dgm:cxn modelId="{2D468B5B-1958-4B5B-AF2D-D059E6C35D86}" srcId="{20BA57C7-4969-4A90-AC51-24D0D83B1818}" destId="{55E69F3B-5077-42F4-BD47-3D396425F3F2}" srcOrd="0" destOrd="0" parTransId="{54219654-28C6-4360-A738-956B3F3EB534}" sibTransId="{7750E049-86CD-48A4-A808-B4801ADFF224}"/>
    <dgm:cxn modelId="{55A65E68-18E8-486B-BFC5-181A40BD38DC}" type="presOf" srcId="{E8824C48-89F8-4E2D-B184-4E51DC7B58A6}" destId="{AACA5BA9-33E9-4D22-B3BA-B0E28BE5D756}" srcOrd="0" destOrd="0" presId="urn:microsoft.com/office/officeart/2005/8/layout/lProcess1"/>
    <dgm:cxn modelId="{21E52E49-F5F8-44E5-8F61-256F0254501E}" type="presOf" srcId="{DA56D5DD-5750-4B8F-B4C8-C815BFB1C98E}" destId="{3E02E781-5BE2-45AA-9143-2CC178FA455E}" srcOrd="0" destOrd="0" presId="urn:microsoft.com/office/officeart/2005/8/layout/lProcess1"/>
    <dgm:cxn modelId="{6925B54B-947D-4E6B-8F3D-2F3667C6CF5D}" srcId="{5C95F2D1-9FFC-4DC9-9998-49E18EB751AF}" destId="{20BA57C7-4969-4A90-AC51-24D0D83B1818}" srcOrd="0" destOrd="0" parTransId="{C400F307-324D-48B7-ACBA-B44B4A852FFB}" sibTransId="{46C1E1BE-45C9-4FEC-BFE9-FA2F5D6D378A}"/>
    <dgm:cxn modelId="{DC6C7A4C-83B2-416E-9472-E4E6F6480508}" type="presOf" srcId="{DEA047EF-5C57-4885-9D26-F0D90BF6F7B3}" destId="{42FBB82F-2E67-45B4-841A-415A09821E25}" srcOrd="0" destOrd="0" presId="urn:microsoft.com/office/officeart/2005/8/layout/lProcess1"/>
    <dgm:cxn modelId="{B518F46C-A7A0-452F-8F78-4EB63BA8E749}" type="presOf" srcId="{5F1F5053-7867-437C-8772-6F909FABC426}" destId="{D3CA2416-1B43-4029-8B78-4CA665BCB691}" srcOrd="0" destOrd="0" presId="urn:microsoft.com/office/officeart/2005/8/layout/lProcess1"/>
    <dgm:cxn modelId="{52598A4E-6A96-43D4-ACFC-768B80478F0D}" srcId="{5F1F5053-7867-437C-8772-6F909FABC426}" destId="{DEA047EF-5C57-4885-9D26-F0D90BF6F7B3}" srcOrd="0" destOrd="0" parTransId="{3303A7A1-F4FE-455C-B338-80FF4FB4EE64}" sibTransId="{5A4A898E-B530-43D0-80F1-13F49AE60AEB}"/>
    <dgm:cxn modelId="{38DFFC6E-A3B9-4335-AD29-889149D4EFFE}" type="presOf" srcId="{54219654-28C6-4360-A738-956B3F3EB534}" destId="{26BD821F-CD8E-40CE-AF95-EC5966F3B356}" srcOrd="0" destOrd="0" presId="urn:microsoft.com/office/officeart/2005/8/layout/lProcess1"/>
    <dgm:cxn modelId="{DEAB854F-5391-48B8-9918-AC59996A3876}" type="presOf" srcId="{372A84CE-0BBA-4EFE-8B2F-3650D408C9DD}" destId="{E723AFB1-778C-49C2-894D-D418A663E930}" srcOrd="0" destOrd="0" presId="urn:microsoft.com/office/officeart/2005/8/layout/lProcess1"/>
    <dgm:cxn modelId="{8F580B72-6F54-4DD7-9469-F045DC1CC096}" type="presOf" srcId="{5E8FDF75-2D20-4CFB-BD80-353B46F7CE6B}" destId="{CF6AEAD6-B0B5-40A1-886E-349EAFCBF537}" srcOrd="0" destOrd="0" presId="urn:microsoft.com/office/officeart/2005/8/layout/lProcess1"/>
    <dgm:cxn modelId="{FD67D657-5D19-437A-AD99-19266300C7EE}" srcId="{20BA57C7-4969-4A90-AC51-24D0D83B1818}" destId="{E8824C48-89F8-4E2D-B184-4E51DC7B58A6}" srcOrd="1" destOrd="0" parTransId="{97D717A4-71E3-4C42-83C9-CD0C15092AF7}" sibTransId="{D2969FBB-94CE-4C9A-912E-D73F81F78D09}"/>
    <dgm:cxn modelId="{CA7D0C80-0E4A-49CE-AFFB-1C02ABEFDFE5}" type="presOf" srcId="{277C10AB-1744-4421-BDF6-103B11EFEAB5}" destId="{8021EFB3-77FD-42C2-90D1-C95C53596EF1}" srcOrd="0" destOrd="0" presId="urn:microsoft.com/office/officeart/2005/8/layout/lProcess1"/>
    <dgm:cxn modelId="{7B2A8D85-66EC-46E7-908A-B391A5EDAC95}" type="presOf" srcId="{20BA57C7-4969-4A90-AC51-24D0D83B1818}" destId="{97199732-22D3-4D58-B7C8-962AB9606A85}" srcOrd="0" destOrd="0" presId="urn:microsoft.com/office/officeart/2005/8/layout/lProcess1"/>
    <dgm:cxn modelId="{C00A018A-FDEA-414B-8081-F3534CDC4590}" type="presOf" srcId="{7750E049-86CD-48A4-A808-B4801ADFF224}" destId="{B357538F-AA79-4CC6-BE79-302F1201BF7E}" srcOrd="0" destOrd="0" presId="urn:microsoft.com/office/officeart/2005/8/layout/lProcess1"/>
    <dgm:cxn modelId="{D8A9688E-5CEF-4228-AC53-8023404E2183}" srcId="{215D5F0A-16E0-4272-823F-0C2384036CBE}" destId="{F879121B-3B6F-494F-A6B0-9D9D880A98F3}" srcOrd="1" destOrd="0" parTransId="{75924DA9-7DDA-431C-BD22-9C134871FF33}" sibTransId="{11FA5C7F-B48D-4D3E-9B1F-36FC84C2149F}"/>
    <dgm:cxn modelId="{515B1B97-1B5C-4A96-BC9E-157589AEE0E5}" srcId="{5C95F2D1-9FFC-4DC9-9998-49E18EB751AF}" destId="{5F1F5053-7867-437C-8772-6F909FABC426}" srcOrd="3" destOrd="0" parTransId="{395CE6D9-3F3D-4FCE-A4FD-D5EE6B07AA3C}" sibTransId="{D40438EA-4945-4D41-8374-1E800A96BD3F}"/>
    <dgm:cxn modelId="{7FD54EA3-5021-4E3E-9A5D-D6E55E1CC50F}" type="presOf" srcId="{0007019D-BE48-4638-A758-11431E394BA5}" destId="{8B04FC04-5B0B-4532-B067-3A96B91B1A71}" srcOrd="0" destOrd="0" presId="urn:microsoft.com/office/officeart/2005/8/layout/lProcess1"/>
    <dgm:cxn modelId="{2181C5AC-F614-48C6-9EFD-38D4867CABE0}" type="presOf" srcId="{08FE693D-850A-4B40-8FF2-9445DA2D25AC}" destId="{469E4D95-2117-4314-A3CF-FEA6FB9D18D0}" srcOrd="0" destOrd="0" presId="urn:microsoft.com/office/officeart/2005/8/layout/lProcess1"/>
    <dgm:cxn modelId="{7A6AADAD-1532-48A7-B758-6CBD8D8FCA7C}" srcId="{215D5F0A-16E0-4272-823F-0C2384036CBE}" destId="{0007019D-BE48-4638-A758-11431E394BA5}" srcOrd="0" destOrd="0" parTransId="{5E8FDF75-2D20-4CFB-BD80-353B46F7CE6B}" sibTransId="{5903D355-A23F-47EC-B7EF-60D5C3C924C7}"/>
    <dgm:cxn modelId="{5CA010BB-4B8F-43CB-B04B-9D510D3D4A7D}" type="presOf" srcId="{5903D355-A23F-47EC-B7EF-60D5C3C924C7}" destId="{40CDE28E-6463-4F26-9A6E-6F6001E14359}" srcOrd="0" destOrd="0" presId="urn:microsoft.com/office/officeart/2005/8/layout/lProcess1"/>
    <dgm:cxn modelId="{81EF45BF-AD37-4986-8D2A-E0A3D680462D}" type="presOf" srcId="{3303A7A1-F4FE-455C-B338-80FF4FB4EE64}" destId="{F4A7FEC3-13E9-4073-8C3F-3CACFE2209DC}" srcOrd="0" destOrd="0" presId="urn:microsoft.com/office/officeart/2005/8/layout/lProcess1"/>
    <dgm:cxn modelId="{81BE24C9-F6AB-40E0-8BEA-10271A4C8969}" srcId="{3F216AD1-6305-4FB0-941C-765A71D20FE7}" destId="{58C7CE55-3705-414C-A99D-6D5C6EF0625A}" srcOrd="0" destOrd="0" parTransId="{E7470D9B-54C3-4CAC-BDB8-62C361F9CFA5}" sibTransId="{1388855D-C69A-4F50-BA3A-19FB741F4314}"/>
    <dgm:cxn modelId="{AF643BD7-9BBA-49A7-9C65-78A8083E6593}" type="presOf" srcId="{F879121B-3B6F-494F-A6B0-9D9D880A98F3}" destId="{3CEBE889-FAE6-4538-9DB6-FFDB9389BE19}" srcOrd="0" destOrd="0" presId="urn:microsoft.com/office/officeart/2005/8/layout/lProcess1"/>
    <dgm:cxn modelId="{E03BFCE4-2E53-4351-969F-E8812B1671B7}" srcId="{5C95F2D1-9FFC-4DC9-9998-49E18EB751AF}" destId="{372A84CE-0BBA-4EFE-8B2F-3650D408C9DD}" srcOrd="2" destOrd="0" parTransId="{7C613DB5-43D4-4E91-A90B-882F1FE4AAAB}" sibTransId="{69C7C79E-1058-4AD7-89F3-63F00DA7A3FA}"/>
    <dgm:cxn modelId="{73499FED-7208-4005-A6EE-F1E56B9BF479}" type="presOf" srcId="{55E69F3B-5077-42F4-BD47-3D396425F3F2}" destId="{3D6BFEE7-2020-4FA5-9BAB-5A229DDECB65}" srcOrd="0" destOrd="0" presId="urn:microsoft.com/office/officeart/2005/8/layout/lProcess1"/>
    <dgm:cxn modelId="{A9224CF1-CEFE-4F5F-A95F-FC3D6F9C7112}" type="presOf" srcId="{5C95F2D1-9FFC-4DC9-9998-49E18EB751AF}" destId="{6AD91508-2DB0-4F8F-A27C-D4504EE3C201}" srcOrd="0" destOrd="0" presId="urn:microsoft.com/office/officeart/2005/8/layout/lProcess1"/>
    <dgm:cxn modelId="{F77112FB-379B-499F-88B0-EDB8DCF65A99}" srcId="{372A84CE-0BBA-4EFE-8B2F-3650D408C9DD}" destId="{08FE693D-850A-4B40-8FF2-9445DA2D25AC}" srcOrd="0" destOrd="0" parTransId="{DA56D5DD-5750-4B8F-B4C8-C815BFB1C98E}" sibTransId="{D87FC6F8-6A74-4CA0-B5AF-6BFA148479D4}"/>
    <dgm:cxn modelId="{5E229206-948A-4BDE-88D6-36652FA3793B}" type="presParOf" srcId="{6AD91508-2DB0-4F8F-A27C-D4504EE3C201}" destId="{8E0F53AA-013A-4CDA-AFE3-4AC8257F5AE7}" srcOrd="0" destOrd="0" presId="urn:microsoft.com/office/officeart/2005/8/layout/lProcess1"/>
    <dgm:cxn modelId="{624B74EC-C3DE-4B58-BE46-0F94E374EDE0}" type="presParOf" srcId="{8E0F53AA-013A-4CDA-AFE3-4AC8257F5AE7}" destId="{97199732-22D3-4D58-B7C8-962AB9606A85}" srcOrd="0" destOrd="0" presId="urn:microsoft.com/office/officeart/2005/8/layout/lProcess1"/>
    <dgm:cxn modelId="{245BBF7B-FB53-464A-A0A1-3EE50C54D6C2}" type="presParOf" srcId="{8E0F53AA-013A-4CDA-AFE3-4AC8257F5AE7}" destId="{26BD821F-CD8E-40CE-AF95-EC5966F3B356}" srcOrd="1" destOrd="0" presId="urn:microsoft.com/office/officeart/2005/8/layout/lProcess1"/>
    <dgm:cxn modelId="{1E6D22E1-2016-4A03-89D1-152B1BA9EB5D}" type="presParOf" srcId="{8E0F53AA-013A-4CDA-AFE3-4AC8257F5AE7}" destId="{3D6BFEE7-2020-4FA5-9BAB-5A229DDECB65}" srcOrd="2" destOrd="0" presId="urn:microsoft.com/office/officeart/2005/8/layout/lProcess1"/>
    <dgm:cxn modelId="{BC815E9B-12F1-4C4E-BB14-6118AD8E56EF}" type="presParOf" srcId="{8E0F53AA-013A-4CDA-AFE3-4AC8257F5AE7}" destId="{B357538F-AA79-4CC6-BE79-302F1201BF7E}" srcOrd="3" destOrd="0" presId="urn:microsoft.com/office/officeart/2005/8/layout/lProcess1"/>
    <dgm:cxn modelId="{CA19DBD2-B227-44A8-A3A4-45AB5A7D03F3}" type="presParOf" srcId="{8E0F53AA-013A-4CDA-AFE3-4AC8257F5AE7}" destId="{AACA5BA9-33E9-4D22-B3BA-B0E28BE5D756}" srcOrd="4" destOrd="0" presId="urn:microsoft.com/office/officeart/2005/8/layout/lProcess1"/>
    <dgm:cxn modelId="{8E28F73C-DDC1-4597-A030-37000C99610E}" type="presParOf" srcId="{6AD91508-2DB0-4F8F-A27C-D4504EE3C201}" destId="{D881AE06-50DA-416E-A2E0-79BEEAC64ED8}" srcOrd="1" destOrd="0" presId="urn:microsoft.com/office/officeart/2005/8/layout/lProcess1"/>
    <dgm:cxn modelId="{F0DB5894-80AC-4923-A72E-58A45B4A4399}" type="presParOf" srcId="{6AD91508-2DB0-4F8F-A27C-D4504EE3C201}" destId="{697967CA-7870-4CD7-95A8-1FC39E3217D6}" srcOrd="2" destOrd="0" presId="urn:microsoft.com/office/officeart/2005/8/layout/lProcess1"/>
    <dgm:cxn modelId="{B0F2A63E-97B3-4DCA-9E12-92307C4AC230}" type="presParOf" srcId="{697967CA-7870-4CD7-95A8-1FC39E3217D6}" destId="{80A669FE-51D7-4237-8202-D9BC9B1E52CB}" srcOrd="0" destOrd="0" presId="urn:microsoft.com/office/officeart/2005/8/layout/lProcess1"/>
    <dgm:cxn modelId="{EDCAB896-7318-44D2-A351-C453E90BCC60}" type="presParOf" srcId="{697967CA-7870-4CD7-95A8-1FC39E3217D6}" destId="{59934E18-18FF-4689-9164-FDD519257429}" srcOrd="1" destOrd="0" presId="urn:microsoft.com/office/officeart/2005/8/layout/lProcess1"/>
    <dgm:cxn modelId="{3674D6FC-384C-4C09-A099-46E26A7971EB}" type="presParOf" srcId="{697967CA-7870-4CD7-95A8-1FC39E3217D6}" destId="{C9CB6B0D-52AE-45C2-992F-F16D5A34857A}" srcOrd="2" destOrd="0" presId="urn:microsoft.com/office/officeart/2005/8/layout/lProcess1"/>
    <dgm:cxn modelId="{C7209D3F-925F-4CB5-9108-4869D45F312D}" type="presParOf" srcId="{697967CA-7870-4CD7-95A8-1FC39E3217D6}" destId="{84323F49-06A9-4F37-B1A6-DC832E2DC220}" srcOrd="3" destOrd="0" presId="urn:microsoft.com/office/officeart/2005/8/layout/lProcess1"/>
    <dgm:cxn modelId="{B8C83064-244D-434F-9CD2-97FD1602FD12}" type="presParOf" srcId="{697967CA-7870-4CD7-95A8-1FC39E3217D6}" destId="{8021EFB3-77FD-42C2-90D1-C95C53596EF1}" srcOrd="4" destOrd="0" presId="urn:microsoft.com/office/officeart/2005/8/layout/lProcess1"/>
    <dgm:cxn modelId="{26BC58F7-6B05-4548-BD5E-3E3430526F1E}" type="presParOf" srcId="{6AD91508-2DB0-4F8F-A27C-D4504EE3C201}" destId="{8D2ACAA9-DF79-45FC-9198-28CE51F6BA18}" srcOrd="3" destOrd="0" presId="urn:microsoft.com/office/officeart/2005/8/layout/lProcess1"/>
    <dgm:cxn modelId="{49416230-B29F-4C7A-B780-779422EEB185}" type="presParOf" srcId="{6AD91508-2DB0-4F8F-A27C-D4504EE3C201}" destId="{DDFB7E4C-0C5E-4953-A22B-CCF057F9FA0F}" srcOrd="4" destOrd="0" presId="urn:microsoft.com/office/officeart/2005/8/layout/lProcess1"/>
    <dgm:cxn modelId="{BEAC9E1C-E7C3-45FD-B2EE-24F08BB16B91}" type="presParOf" srcId="{DDFB7E4C-0C5E-4953-A22B-CCF057F9FA0F}" destId="{E723AFB1-778C-49C2-894D-D418A663E930}" srcOrd="0" destOrd="0" presId="urn:microsoft.com/office/officeart/2005/8/layout/lProcess1"/>
    <dgm:cxn modelId="{B7613617-B064-428B-BC8A-BFEEF1D3517A}" type="presParOf" srcId="{DDFB7E4C-0C5E-4953-A22B-CCF057F9FA0F}" destId="{3E02E781-5BE2-45AA-9143-2CC178FA455E}" srcOrd="1" destOrd="0" presId="urn:microsoft.com/office/officeart/2005/8/layout/lProcess1"/>
    <dgm:cxn modelId="{1457A1B9-D9D3-4E53-92D0-80E9E295780F}" type="presParOf" srcId="{DDFB7E4C-0C5E-4953-A22B-CCF057F9FA0F}" destId="{469E4D95-2117-4314-A3CF-FEA6FB9D18D0}" srcOrd="2" destOrd="0" presId="urn:microsoft.com/office/officeart/2005/8/layout/lProcess1"/>
    <dgm:cxn modelId="{63802FFC-77F2-4DFD-A5E1-B58B77698460}" type="presParOf" srcId="{6AD91508-2DB0-4F8F-A27C-D4504EE3C201}" destId="{76B4F20C-0E3A-450C-8D6B-0BECFBC6B12D}" srcOrd="5" destOrd="0" presId="urn:microsoft.com/office/officeart/2005/8/layout/lProcess1"/>
    <dgm:cxn modelId="{C05337A1-5087-4953-9F59-1E31015D49B9}" type="presParOf" srcId="{6AD91508-2DB0-4F8F-A27C-D4504EE3C201}" destId="{B322878A-3403-457F-84CE-139C17E8F8A3}" srcOrd="6" destOrd="0" presId="urn:microsoft.com/office/officeart/2005/8/layout/lProcess1"/>
    <dgm:cxn modelId="{7F9B30AB-742F-410A-8AF0-AD8073A669F4}" type="presParOf" srcId="{B322878A-3403-457F-84CE-139C17E8F8A3}" destId="{D3CA2416-1B43-4029-8B78-4CA665BCB691}" srcOrd="0" destOrd="0" presId="urn:microsoft.com/office/officeart/2005/8/layout/lProcess1"/>
    <dgm:cxn modelId="{F913468E-E4C9-47D5-A547-DD6F6EFF8B18}" type="presParOf" srcId="{B322878A-3403-457F-84CE-139C17E8F8A3}" destId="{F4A7FEC3-13E9-4073-8C3F-3CACFE2209DC}" srcOrd="1" destOrd="0" presId="urn:microsoft.com/office/officeart/2005/8/layout/lProcess1"/>
    <dgm:cxn modelId="{3D585B06-23F1-4AB4-B915-2D3AB8698008}" type="presParOf" srcId="{B322878A-3403-457F-84CE-139C17E8F8A3}" destId="{42FBB82F-2E67-45B4-841A-415A09821E25}" srcOrd="2" destOrd="0" presId="urn:microsoft.com/office/officeart/2005/8/layout/lProcess1"/>
    <dgm:cxn modelId="{5998C07F-C99B-4FBA-9E4A-53EB7B2194E3}" type="presParOf" srcId="{6AD91508-2DB0-4F8F-A27C-D4504EE3C201}" destId="{3CB3C43E-5D68-4959-AC49-5023ED88866D}" srcOrd="7" destOrd="0" presId="urn:microsoft.com/office/officeart/2005/8/layout/lProcess1"/>
    <dgm:cxn modelId="{863A71CC-04C9-4CFA-8C82-57D19F3C2B6A}" type="presParOf" srcId="{6AD91508-2DB0-4F8F-A27C-D4504EE3C201}" destId="{E438B12F-87B6-4D20-B676-1ED9BD1E71C4}" srcOrd="8" destOrd="0" presId="urn:microsoft.com/office/officeart/2005/8/layout/lProcess1"/>
    <dgm:cxn modelId="{72B75FA8-A2DC-4F9B-898A-DCABCD0A06F1}" type="presParOf" srcId="{E438B12F-87B6-4D20-B676-1ED9BD1E71C4}" destId="{1F1E2FFF-DE45-4707-9C4E-DEF136024FEF}" srcOrd="0" destOrd="0" presId="urn:microsoft.com/office/officeart/2005/8/layout/lProcess1"/>
    <dgm:cxn modelId="{5BFB8B88-3930-4BA9-9AFB-940105B32840}" type="presParOf" srcId="{E438B12F-87B6-4D20-B676-1ED9BD1E71C4}" destId="{CF6AEAD6-B0B5-40A1-886E-349EAFCBF537}" srcOrd="1" destOrd="0" presId="urn:microsoft.com/office/officeart/2005/8/layout/lProcess1"/>
    <dgm:cxn modelId="{E906FE5E-D0ED-4DDE-BB61-91F222F60281}" type="presParOf" srcId="{E438B12F-87B6-4D20-B676-1ED9BD1E71C4}" destId="{8B04FC04-5B0B-4532-B067-3A96B91B1A71}" srcOrd="2" destOrd="0" presId="urn:microsoft.com/office/officeart/2005/8/layout/lProcess1"/>
    <dgm:cxn modelId="{68D98F03-5650-4CF8-B3CE-F343D43C31E3}" type="presParOf" srcId="{E438B12F-87B6-4D20-B676-1ED9BD1E71C4}" destId="{40CDE28E-6463-4F26-9A6E-6F6001E14359}" srcOrd="3" destOrd="0" presId="urn:microsoft.com/office/officeart/2005/8/layout/lProcess1"/>
    <dgm:cxn modelId="{1730EDA4-0993-4F48-AAA5-E6CDAFBD3F91}" type="presParOf" srcId="{E438B12F-87B6-4D20-B676-1ED9BD1E71C4}" destId="{3CEBE889-FAE6-4538-9DB6-FFDB9389BE19}" srcOrd="4" destOrd="0" presId="urn:microsoft.com/office/officeart/2005/8/layout/l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199732-22D3-4D58-B7C8-962AB9606A85}">
      <dsp:nvSpPr>
        <dsp:cNvPr id="0" name=""/>
        <dsp:cNvSpPr/>
      </dsp:nvSpPr>
      <dsp:spPr>
        <a:xfrm>
          <a:off x="3860" y="1313948"/>
          <a:ext cx="1423321" cy="355830"/>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s-ES" sz="1400" kern="1200" dirty="0"/>
            <a:t>Notación</a:t>
          </a:r>
        </a:p>
      </dsp:txBody>
      <dsp:txXfrm>
        <a:off x="14282" y="1324370"/>
        <a:ext cx="1402477" cy="334986"/>
      </dsp:txXfrm>
    </dsp:sp>
    <dsp:sp modelId="{26BD821F-CD8E-40CE-AF95-EC5966F3B356}">
      <dsp:nvSpPr>
        <dsp:cNvPr id="0" name=""/>
        <dsp:cNvSpPr/>
      </dsp:nvSpPr>
      <dsp:spPr>
        <a:xfrm rot="5400000">
          <a:off x="684386" y="1700913"/>
          <a:ext cx="62270" cy="62270"/>
        </a:xfrm>
        <a:prstGeom prst="rightArrow">
          <a:avLst>
            <a:gd name="adj1" fmla="val 667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D6BFEE7-2020-4FA5-9BAB-5A229DDECB65}">
      <dsp:nvSpPr>
        <dsp:cNvPr id="0" name=""/>
        <dsp:cNvSpPr/>
      </dsp:nvSpPr>
      <dsp:spPr>
        <a:xfrm>
          <a:off x="3860" y="1794319"/>
          <a:ext cx="1423321" cy="355830"/>
        </a:xfrm>
        <a:prstGeom prst="roundRect">
          <a:avLst>
            <a:gd name="adj" fmla="val 10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ES" sz="1000" kern="1200" dirty="0"/>
            <a:t>Algebraica</a:t>
          </a:r>
        </a:p>
      </dsp:txBody>
      <dsp:txXfrm>
        <a:off x="14282" y="1804741"/>
        <a:ext cx="1402477" cy="334986"/>
      </dsp:txXfrm>
    </dsp:sp>
    <dsp:sp modelId="{B357538F-AA79-4CC6-BE79-302F1201BF7E}">
      <dsp:nvSpPr>
        <dsp:cNvPr id="0" name=""/>
        <dsp:cNvSpPr/>
      </dsp:nvSpPr>
      <dsp:spPr>
        <a:xfrm rot="5400000">
          <a:off x="684386" y="2181284"/>
          <a:ext cx="62270" cy="62270"/>
        </a:xfrm>
        <a:prstGeom prst="rightArrow">
          <a:avLst>
            <a:gd name="adj1" fmla="val 667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ACA5BA9-33E9-4D22-B3BA-B0E28BE5D756}">
      <dsp:nvSpPr>
        <dsp:cNvPr id="0" name=""/>
        <dsp:cNvSpPr/>
      </dsp:nvSpPr>
      <dsp:spPr>
        <a:xfrm>
          <a:off x="3860" y="2274690"/>
          <a:ext cx="1423321" cy="355830"/>
        </a:xfrm>
        <a:prstGeom prst="roundRect">
          <a:avLst>
            <a:gd name="adj" fmla="val 10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ES" sz="1000" kern="1200" dirty="0"/>
            <a:t>Matricial</a:t>
          </a:r>
        </a:p>
      </dsp:txBody>
      <dsp:txXfrm>
        <a:off x="14282" y="2285112"/>
        <a:ext cx="1402477" cy="334986"/>
      </dsp:txXfrm>
    </dsp:sp>
    <dsp:sp modelId="{80A669FE-51D7-4237-8202-D9BC9B1E52CB}">
      <dsp:nvSpPr>
        <dsp:cNvPr id="0" name=""/>
        <dsp:cNvSpPr/>
      </dsp:nvSpPr>
      <dsp:spPr>
        <a:xfrm>
          <a:off x="1626447" y="1313948"/>
          <a:ext cx="1423321" cy="355830"/>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s-ES" sz="1400" kern="1200" dirty="0"/>
            <a:t>Solución</a:t>
          </a:r>
        </a:p>
      </dsp:txBody>
      <dsp:txXfrm>
        <a:off x="1636869" y="1324370"/>
        <a:ext cx="1402477" cy="334986"/>
      </dsp:txXfrm>
    </dsp:sp>
    <dsp:sp modelId="{59934E18-18FF-4689-9164-FDD519257429}">
      <dsp:nvSpPr>
        <dsp:cNvPr id="0" name=""/>
        <dsp:cNvSpPr/>
      </dsp:nvSpPr>
      <dsp:spPr>
        <a:xfrm rot="5400000">
          <a:off x="2306972" y="1700913"/>
          <a:ext cx="62270" cy="62270"/>
        </a:xfrm>
        <a:prstGeom prst="rightArrow">
          <a:avLst>
            <a:gd name="adj1" fmla="val 667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9CB6B0D-52AE-45C2-992F-F16D5A34857A}">
      <dsp:nvSpPr>
        <dsp:cNvPr id="0" name=""/>
        <dsp:cNvSpPr/>
      </dsp:nvSpPr>
      <dsp:spPr>
        <a:xfrm>
          <a:off x="1626447" y="1794319"/>
          <a:ext cx="1423321" cy="355830"/>
        </a:xfrm>
        <a:prstGeom prst="roundRect">
          <a:avLst>
            <a:gd name="adj" fmla="val 10000"/>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ES" sz="1000" kern="1200" dirty="0"/>
            <a:t>Espacios de solución</a:t>
          </a:r>
        </a:p>
      </dsp:txBody>
      <dsp:txXfrm>
        <a:off x="1636869" y="1804741"/>
        <a:ext cx="1402477" cy="334986"/>
      </dsp:txXfrm>
    </dsp:sp>
    <dsp:sp modelId="{84323F49-06A9-4F37-B1A6-DC832E2DC220}">
      <dsp:nvSpPr>
        <dsp:cNvPr id="0" name=""/>
        <dsp:cNvSpPr/>
      </dsp:nvSpPr>
      <dsp:spPr>
        <a:xfrm rot="5400000">
          <a:off x="2306972" y="2181284"/>
          <a:ext cx="62270" cy="62270"/>
        </a:xfrm>
        <a:prstGeom prst="rightArrow">
          <a:avLst>
            <a:gd name="adj1" fmla="val 667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021EFB3-77FD-42C2-90D1-C95C53596EF1}">
      <dsp:nvSpPr>
        <dsp:cNvPr id="0" name=""/>
        <dsp:cNvSpPr/>
      </dsp:nvSpPr>
      <dsp:spPr>
        <a:xfrm>
          <a:off x="1626447" y="2274690"/>
          <a:ext cx="1423321" cy="355830"/>
        </a:xfrm>
        <a:prstGeom prst="roundRect">
          <a:avLst>
            <a:gd name="adj" fmla="val 10000"/>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ES" sz="1000" kern="1200" dirty="0"/>
            <a:t>Tipos de solución</a:t>
          </a:r>
        </a:p>
      </dsp:txBody>
      <dsp:txXfrm>
        <a:off x="1636869" y="2285112"/>
        <a:ext cx="1402477" cy="334986"/>
      </dsp:txXfrm>
    </dsp:sp>
    <dsp:sp modelId="{E723AFB1-778C-49C2-894D-D418A663E930}">
      <dsp:nvSpPr>
        <dsp:cNvPr id="0" name=""/>
        <dsp:cNvSpPr/>
      </dsp:nvSpPr>
      <dsp:spPr>
        <a:xfrm>
          <a:off x="3249033" y="1313948"/>
          <a:ext cx="1423321" cy="35583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s-ES" sz="1400" kern="1200" dirty="0"/>
            <a:t>Método Gráfico</a:t>
          </a:r>
        </a:p>
      </dsp:txBody>
      <dsp:txXfrm>
        <a:off x="3259455" y="1324370"/>
        <a:ext cx="1402477" cy="334986"/>
      </dsp:txXfrm>
    </dsp:sp>
    <dsp:sp modelId="{3E02E781-5BE2-45AA-9143-2CC178FA455E}">
      <dsp:nvSpPr>
        <dsp:cNvPr id="0" name=""/>
        <dsp:cNvSpPr/>
      </dsp:nvSpPr>
      <dsp:spPr>
        <a:xfrm rot="5400000">
          <a:off x="3929559" y="1700913"/>
          <a:ext cx="62270" cy="62270"/>
        </a:xfrm>
        <a:prstGeom prst="rightArrow">
          <a:avLst>
            <a:gd name="adj1" fmla="val 667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69E4D95-2117-4314-A3CF-FEA6FB9D18D0}">
      <dsp:nvSpPr>
        <dsp:cNvPr id="0" name=""/>
        <dsp:cNvSpPr/>
      </dsp:nvSpPr>
      <dsp:spPr>
        <a:xfrm>
          <a:off x="3249033" y="1794319"/>
          <a:ext cx="1423321" cy="355830"/>
        </a:xfrm>
        <a:prstGeom prst="roundRect">
          <a:avLst>
            <a:gd name="adj" fmla="val 10000"/>
          </a:avLst>
        </a:prstGeom>
        <a:solidFill>
          <a:schemeClr val="accent6">
            <a:tint val="40000"/>
            <a:alpha val="90000"/>
            <a:hueOff val="0"/>
            <a:satOff val="0"/>
            <a:lumOff val="0"/>
            <a:alphaOff val="0"/>
          </a:schemeClr>
        </a:solidFill>
        <a:ln w="1270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ES" sz="1000" kern="1200" dirty="0"/>
            <a:t>Para problemas pequeños (2 </a:t>
          </a:r>
          <a:r>
            <a:rPr lang="es-ES" sz="1000" kern="1200" dirty="0" err="1"/>
            <a:t>var</a:t>
          </a:r>
          <a:r>
            <a:rPr lang="es-ES" sz="1000" kern="1200" dirty="0"/>
            <a:t>)</a:t>
          </a:r>
        </a:p>
      </dsp:txBody>
      <dsp:txXfrm>
        <a:off x="3259455" y="1804741"/>
        <a:ext cx="1402477" cy="334986"/>
      </dsp:txXfrm>
    </dsp:sp>
    <dsp:sp modelId="{D3CA2416-1B43-4029-8B78-4CA665BCB691}">
      <dsp:nvSpPr>
        <dsp:cNvPr id="0" name=""/>
        <dsp:cNvSpPr/>
      </dsp:nvSpPr>
      <dsp:spPr>
        <a:xfrm>
          <a:off x="4871620" y="1313948"/>
          <a:ext cx="1423321" cy="355830"/>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s-ES" sz="1400" kern="1200" dirty="0"/>
            <a:t>Método de B&amp;B</a:t>
          </a:r>
        </a:p>
      </dsp:txBody>
      <dsp:txXfrm>
        <a:off x="4882042" y="1324370"/>
        <a:ext cx="1402477" cy="334986"/>
      </dsp:txXfrm>
    </dsp:sp>
    <dsp:sp modelId="{F4A7FEC3-13E9-4073-8C3F-3CACFE2209DC}">
      <dsp:nvSpPr>
        <dsp:cNvPr id="0" name=""/>
        <dsp:cNvSpPr/>
      </dsp:nvSpPr>
      <dsp:spPr>
        <a:xfrm rot="5400000">
          <a:off x="5552145" y="1700913"/>
          <a:ext cx="62270" cy="62270"/>
        </a:xfrm>
        <a:prstGeom prst="rightArrow">
          <a:avLst>
            <a:gd name="adj1" fmla="val 667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2FBB82F-2E67-45B4-841A-415A09821E25}">
      <dsp:nvSpPr>
        <dsp:cNvPr id="0" name=""/>
        <dsp:cNvSpPr/>
      </dsp:nvSpPr>
      <dsp:spPr>
        <a:xfrm>
          <a:off x="4871620" y="1794319"/>
          <a:ext cx="1423321" cy="355830"/>
        </a:xfrm>
        <a:prstGeom prst="roundRect">
          <a:avLst>
            <a:gd name="adj" fmla="val 10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ES" sz="1000" kern="1200" dirty="0"/>
            <a:t>Para problemas enteros </a:t>
          </a:r>
        </a:p>
      </dsp:txBody>
      <dsp:txXfrm>
        <a:off x="4882042" y="1804741"/>
        <a:ext cx="1402477" cy="334986"/>
      </dsp:txXfrm>
    </dsp:sp>
    <dsp:sp modelId="{1F1E2FFF-DE45-4707-9C4E-DEF136024FEF}">
      <dsp:nvSpPr>
        <dsp:cNvPr id="0" name=""/>
        <dsp:cNvSpPr/>
      </dsp:nvSpPr>
      <dsp:spPr>
        <a:xfrm>
          <a:off x="6494206" y="1313948"/>
          <a:ext cx="1423321" cy="355830"/>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s-ES" sz="1400" kern="1200" dirty="0"/>
            <a:t>Métodos Simplex</a:t>
          </a:r>
        </a:p>
      </dsp:txBody>
      <dsp:txXfrm>
        <a:off x="6504628" y="1324370"/>
        <a:ext cx="1402477" cy="334986"/>
      </dsp:txXfrm>
    </dsp:sp>
    <dsp:sp modelId="{CF6AEAD6-B0B5-40A1-886E-349EAFCBF537}">
      <dsp:nvSpPr>
        <dsp:cNvPr id="0" name=""/>
        <dsp:cNvSpPr/>
      </dsp:nvSpPr>
      <dsp:spPr>
        <a:xfrm rot="5400000">
          <a:off x="7174732" y="1700913"/>
          <a:ext cx="62270" cy="62270"/>
        </a:xfrm>
        <a:prstGeom prst="rightArrow">
          <a:avLst>
            <a:gd name="adj1" fmla="val 667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B04FC04-5B0B-4532-B067-3A96B91B1A71}">
      <dsp:nvSpPr>
        <dsp:cNvPr id="0" name=""/>
        <dsp:cNvSpPr/>
      </dsp:nvSpPr>
      <dsp:spPr>
        <a:xfrm>
          <a:off x="6494206" y="1794319"/>
          <a:ext cx="1423321" cy="355830"/>
        </a:xfrm>
        <a:prstGeom prst="roundRect">
          <a:avLst>
            <a:gd name="adj" fmla="val 10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ES" sz="1000" kern="1200" dirty="0"/>
            <a:t>Estructura de una iteración</a:t>
          </a:r>
        </a:p>
      </dsp:txBody>
      <dsp:txXfrm>
        <a:off x="6504628" y="1804741"/>
        <a:ext cx="1402477" cy="334986"/>
      </dsp:txXfrm>
    </dsp:sp>
    <dsp:sp modelId="{40CDE28E-6463-4F26-9A6E-6F6001E14359}">
      <dsp:nvSpPr>
        <dsp:cNvPr id="0" name=""/>
        <dsp:cNvSpPr/>
      </dsp:nvSpPr>
      <dsp:spPr>
        <a:xfrm rot="5400000">
          <a:off x="7174732" y="2181284"/>
          <a:ext cx="62270" cy="62270"/>
        </a:xfrm>
        <a:prstGeom prst="rightArrow">
          <a:avLst>
            <a:gd name="adj1" fmla="val 667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CEBE889-FAE6-4538-9DB6-FFDB9389BE19}">
      <dsp:nvSpPr>
        <dsp:cNvPr id="0" name=""/>
        <dsp:cNvSpPr/>
      </dsp:nvSpPr>
      <dsp:spPr>
        <a:xfrm>
          <a:off x="6494206" y="2274690"/>
          <a:ext cx="1423321" cy="355830"/>
        </a:xfrm>
        <a:prstGeom prst="roundRect">
          <a:avLst>
            <a:gd name="adj" fmla="val 10000"/>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ES" sz="1000" kern="1200" dirty="0"/>
            <a:t>Complejidad matemática</a:t>
          </a:r>
        </a:p>
      </dsp:txBody>
      <dsp:txXfrm>
        <a:off x="6504628" y="2285112"/>
        <a:ext cx="1402477" cy="334986"/>
      </dsp:txXfrm>
    </dsp:sp>
  </dsp:spTree>
</dsp:drawing>
</file>

<file path=ppt/diagrams/layout1.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395B66E5-15AA-4745-8A67-3CE257BEE3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a:p>
        </p:txBody>
      </p:sp>
      <p:sp>
        <p:nvSpPr>
          <p:cNvPr id="4" name="Marcador de pie de página 3">
            <a:extLst>
              <a:ext uri="{FF2B5EF4-FFF2-40B4-BE49-F238E27FC236}">
                <a16:creationId xmlns:a16="http://schemas.microsoft.com/office/drawing/2014/main" id="{AC844A45-21B3-834A-A491-E4E4B9DC11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a:p>
        </p:txBody>
      </p:sp>
      <p:sp>
        <p:nvSpPr>
          <p:cNvPr id="5" name="Marcador de posición de número de diapositiva 4">
            <a:extLst>
              <a:ext uri="{FF2B5EF4-FFF2-40B4-BE49-F238E27FC236}">
                <a16:creationId xmlns:a16="http://schemas.microsoft.com/office/drawing/2014/main" id="{AC039FDB-18A0-074D-8BA3-A4C3DE896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E6D13E5-4CEC-3A4A-8E5D-AFCEE7512EEC}" type="slidenum">
              <a:rPr lang="es-MX" smtClean="0"/>
              <a:t>‹#›</a:t>
            </a:fld>
            <a:endParaRPr lang="es-MX"/>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noProof="0"/>
          </a:p>
        </p:txBody>
      </p:sp>
      <p:sp>
        <p:nvSpPr>
          <p:cNvPr id="3" name="Marcador de posición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16DDD5-62CD-490F-AED1-A4E3DCB5364D}" type="datetime1">
              <a:rPr lang="es-MX" smtClean="0"/>
              <a:pPr/>
              <a:t>17/02/2025</a:t>
            </a:fld>
            <a:endParaRPr lang="es-MX" dirty="0"/>
          </a:p>
        </p:txBody>
      </p:sp>
      <p:sp>
        <p:nvSpPr>
          <p:cNvPr id="4" name="Marcador de posición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MX"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89C7E07-3C67-C64C-8DA0-0404F6303970}" type="slidenum">
              <a:rPr lang="es-MX" noProof="0" smtClean="0"/>
              <a:t>‹#›</a:t>
            </a:fld>
            <a:endParaRPr lang="es-MX" noProof="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1</a:t>
            </a:fld>
            <a:endParaRPr lang="es-MX"/>
          </a:p>
        </p:txBody>
      </p:sp>
    </p:spTree>
    <p:extLst>
      <p:ext uri="{BB962C8B-B14F-4D97-AF65-F5344CB8AC3E}">
        <p14:creationId xmlns:p14="http://schemas.microsoft.com/office/powerpoint/2010/main" val="33340699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err="1"/>
              <a:t>Primera</a:t>
            </a:r>
            <a:r>
              <a:rPr lang="en-US" dirty="0"/>
              <a:t> </a:t>
            </a:r>
            <a:r>
              <a:rPr lang="en-US" dirty="0" err="1"/>
              <a:t>actividad</a:t>
            </a:r>
            <a:r>
              <a:rPr lang="en-US" dirty="0"/>
              <a:t> de </a:t>
            </a:r>
            <a:r>
              <a:rPr lang="en-US" dirty="0" err="1"/>
              <a:t>formulación</a:t>
            </a:r>
            <a:r>
              <a:rPr lang="en-US" dirty="0"/>
              <a:t>.</a:t>
            </a:r>
          </a:p>
          <a:p>
            <a:r>
              <a:rPr lang="en-US" dirty="0"/>
              <a:t>Primero individual, </a:t>
            </a:r>
            <a:r>
              <a:rPr lang="en-US" dirty="0" err="1"/>
              <a:t>luego</a:t>
            </a:r>
            <a:r>
              <a:rPr lang="en-US" dirty="0"/>
              <a:t> </a:t>
            </a:r>
            <a:r>
              <a:rPr lang="en-US" dirty="0" err="1"/>
              <a:t>en</a:t>
            </a:r>
            <a:r>
              <a:rPr lang="en-US" dirty="0"/>
              <a:t> </a:t>
            </a:r>
            <a:r>
              <a:rPr lang="en-US" dirty="0" err="1"/>
              <a:t>equipos</a:t>
            </a:r>
            <a:r>
              <a:rPr lang="en-US" dirty="0"/>
              <a:t>.</a:t>
            </a:r>
          </a:p>
          <a:p>
            <a:endParaRPr lang="en-US" dirty="0"/>
          </a:p>
        </p:txBody>
      </p:sp>
      <p:sp>
        <p:nvSpPr>
          <p:cNvPr id="4" name="Marcador de número de diapositiva 3"/>
          <p:cNvSpPr>
            <a:spLocks noGrp="1"/>
          </p:cNvSpPr>
          <p:nvPr>
            <p:ph type="sldNum" sz="quarter" idx="10"/>
          </p:nvPr>
        </p:nvSpPr>
        <p:spPr/>
        <p:txBody>
          <a:bodyPr/>
          <a:lstStyle/>
          <a:p>
            <a:fld id="{4E3A7F30-9D1A-4F69-B462-041F90EFBDBD}" type="slidenum">
              <a:rPr lang="en-US" smtClean="0"/>
              <a:t>2</a:t>
            </a:fld>
            <a:endParaRPr lang="en-US"/>
          </a:p>
        </p:txBody>
      </p:sp>
    </p:spTree>
    <p:extLst>
      <p:ext uri="{BB962C8B-B14F-4D97-AF65-F5344CB8AC3E}">
        <p14:creationId xmlns:p14="http://schemas.microsoft.com/office/powerpoint/2010/main" val="14622879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r>
              <a:rPr lang="es-MX" sz="1200" i="1" dirty="0" err="1">
                <a:solidFill>
                  <a:srgbClr val="0070C0"/>
                </a:solidFill>
              </a:rPr>
              <a:t>Feasible</a:t>
            </a:r>
            <a:r>
              <a:rPr lang="es-MX" sz="1200" i="1" dirty="0">
                <a:solidFill>
                  <a:srgbClr val="0070C0"/>
                </a:solidFill>
              </a:rPr>
              <a:t> </a:t>
            </a:r>
            <a:r>
              <a:rPr lang="es-MX" sz="1200" i="1" dirty="0" err="1">
                <a:solidFill>
                  <a:srgbClr val="0070C0"/>
                </a:solidFill>
              </a:rPr>
              <a:t>solution</a:t>
            </a:r>
            <a:r>
              <a:rPr lang="es-MX" sz="1200" i="1" dirty="0">
                <a:solidFill>
                  <a:srgbClr val="0070C0"/>
                </a:solidFill>
              </a:rPr>
              <a:t>:</a:t>
            </a:r>
          </a:p>
          <a:p>
            <a:pPr>
              <a:buNone/>
            </a:pPr>
            <a:r>
              <a:rPr lang="es-MX" sz="1200" dirty="0"/>
              <a:t>	Vector </a:t>
            </a:r>
            <a:r>
              <a:rPr lang="es-MX" sz="1200" dirty="0" err="1"/>
              <a:t>satisfying</a:t>
            </a:r>
            <a:r>
              <a:rPr lang="es-MX" sz="1200" dirty="0"/>
              <a:t> </a:t>
            </a:r>
            <a:r>
              <a:rPr lang="es-MX" sz="1200" dirty="0" err="1"/>
              <a:t>all</a:t>
            </a:r>
            <a:r>
              <a:rPr lang="es-MX" sz="1200" dirty="0"/>
              <a:t> </a:t>
            </a:r>
            <a:r>
              <a:rPr lang="es-MX" sz="1200" dirty="0" err="1"/>
              <a:t>the</a:t>
            </a:r>
            <a:r>
              <a:rPr lang="es-MX" sz="1200" dirty="0"/>
              <a:t> </a:t>
            </a:r>
            <a:r>
              <a:rPr lang="es-MX" sz="1200" dirty="0" err="1"/>
              <a:t>constraints</a:t>
            </a:r>
            <a:endParaRPr lang="es-MX" sz="1200" dirty="0"/>
          </a:p>
          <a:p>
            <a:pPr>
              <a:buNone/>
            </a:pPr>
            <a:endParaRPr lang="es-MX" sz="1200" i="1" dirty="0">
              <a:solidFill>
                <a:srgbClr val="0070C0"/>
              </a:solidFill>
            </a:endParaRPr>
          </a:p>
          <a:p>
            <a:r>
              <a:rPr lang="es-MX" sz="1200" i="1" dirty="0" err="1">
                <a:solidFill>
                  <a:srgbClr val="0070C0"/>
                </a:solidFill>
              </a:rPr>
              <a:t>Solution</a:t>
            </a:r>
            <a:r>
              <a:rPr lang="es-MX" sz="1200" i="1" dirty="0">
                <a:solidFill>
                  <a:srgbClr val="0070C0"/>
                </a:solidFill>
              </a:rPr>
              <a:t> </a:t>
            </a:r>
            <a:r>
              <a:rPr lang="es-MX" sz="1200" i="1" dirty="0" err="1">
                <a:solidFill>
                  <a:srgbClr val="0070C0"/>
                </a:solidFill>
              </a:rPr>
              <a:t>space</a:t>
            </a:r>
            <a:r>
              <a:rPr lang="es-MX" sz="1200" i="1" dirty="0">
                <a:solidFill>
                  <a:srgbClr val="0070C0"/>
                </a:solidFill>
              </a:rPr>
              <a:t> (</a:t>
            </a:r>
            <a:r>
              <a:rPr lang="es-MX" sz="1200" i="1" dirty="0" err="1">
                <a:solidFill>
                  <a:srgbClr val="0070C0"/>
                </a:solidFill>
              </a:rPr>
              <a:t>feasible</a:t>
            </a:r>
            <a:r>
              <a:rPr lang="es-MX" sz="1200" i="1" dirty="0">
                <a:solidFill>
                  <a:srgbClr val="0070C0"/>
                </a:solidFill>
              </a:rPr>
              <a:t> </a:t>
            </a:r>
            <a:r>
              <a:rPr lang="es-MX" sz="1200" i="1" dirty="0" err="1">
                <a:solidFill>
                  <a:srgbClr val="0070C0"/>
                </a:solidFill>
              </a:rPr>
              <a:t>region</a:t>
            </a:r>
            <a:r>
              <a:rPr lang="es-MX" sz="1200" i="1" dirty="0">
                <a:solidFill>
                  <a:srgbClr val="0070C0"/>
                </a:solidFill>
              </a:rPr>
              <a:t>):</a:t>
            </a:r>
          </a:p>
          <a:p>
            <a:pPr>
              <a:buNone/>
            </a:pPr>
            <a:r>
              <a:rPr lang="es-MX" sz="1200" dirty="0"/>
              <a:t>	</a:t>
            </a:r>
            <a:r>
              <a:rPr lang="es-MX" sz="1200" dirty="0" err="1"/>
              <a:t>The</a:t>
            </a:r>
            <a:r>
              <a:rPr lang="es-MX" sz="1200" dirty="0"/>
              <a:t> set of </a:t>
            </a:r>
            <a:r>
              <a:rPr lang="es-MX" sz="1200" dirty="0" err="1"/>
              <a:t>all</a:t>
            </a:r>
            <a:r>
              <a:rPr lang="es-MX" sz="1200" dirty="0"/>
              <a:t> </a:t>
            </a:r>
            <a:r>
              <a:rPr lang="es-MX" sz="1200" dirty="0" err="1"/>
              <a:t>feasible</a:t>
            </a:r>
            <a:r>
              <a:rPr lang="es-MX" sz="1200" dirty="0"/>
              <a:t> </a:t>
            </a:r>
            <a:r>
              <a:rPr lang="es-MX" sz="1200" dirty="0" err="1"/>
              <a:t>solutions</a:t>
            </a:r>
            <a:endParaRPr lang="es-MX" sz="1200" dirty="0"/>
          </a:p>
          <a:p>
            <a:pPr>
              <a:buNone/>
            </a:pPr>
            <a:endParaRPr lang="es-MX" sz="1200" dirty="0"/>
          </a:p>
          <a:p>
            <a:r>
              <a:rPr lang="es-MX" sz="1200" dirty="0" err="1"/>
              <a:t>If</a:t>
            </a:r>
            <a:r>
              <a:rPr lang="es-MX" sz="1200" dirty="0"/>
              <a:t> a LPP has a </a:t>
            </a:r>
            <a:r>
              <a:rPr lang="es-MX" sz="1200" dirty="0" err="1"/>
              <a:t>solution</a:t>
            </a:r>
            <a:r>
              <a:rPr lang="es-MX" sz="1200" dirty="0"/>
              <a:t>, </a:t>
            </a:r>
            <a:r>
              <a:rPr lang="es-MX" sz="1200" dirty="0" err="1"/>
              <a:t>an</a:t>
            </a:r>
            <a:r>
              <a:rPr lang="es-MX" sz="1200" dirty="0"/>
              <a:t> </a:t>
            </a:r>
            <a:r>
              <a:rPr lang="es-MX" sz="1200" dirty="0" err="1"/>
              <a:t>optimal</a:t>
            </a:r>
            <a:r>
              <a:rPr lang="es-MX" sz="1200" dirty="0"/>
              <a:t> </a:t>
            </a:r>
            <a:r>
              <a:rPr lang="es-MX" sz="1200" dirty="0" err="1"/>
              <a:t>solution</a:t>
            </a:r>
            <a:r>
              <a:rPr lang="es-MX" sz="1200" dirty="0"/>
              <a:t> can </a:t>
            </a:r>
            <a:r>
              <a:rPr lang="es-MX" sz="1200" dirty="0" err="1"/>
              <a:t>be</a:t>
            </a:r>
            <a:r>
              <a:rPr lang="es-MX" sz="1200" dirty="0"/>
              <a:t> </a:t>
            </a:r>
            <a:r>
              <a:rPr lang="es-MX" sz="1200" dirty="0" err="1"/>
              <a:t>found</a:t>
            </a:r>
            <a:r>
              <a:rPr lang="es-MX" sz="1200" dirty="0"/>
              <a:t> in a </a:t>
            </a:r>
            <a:r>
              <a:rPr lang="es-MX" sz="1200" dirty="0" err="1"/>
              <a:t>vertex</a:t>
            </a:r>
            <a:r>
              <a:rPr lang="es-MX" sz="1200" dirty="0"/>
              <a:t> of </a:t>
            </a:r>
            <a:r>
              <a:rPr lang="es-MX" sz="1200" dirty="0" err="1"/>
              <a:t>the</a:t>
            </a:r>
            <a:r>
              <a:rPr lang="es-MX" sz="1200" dirty="0"/>
              <a:t> </a:t>
            </a:r>
            <a:r>
              <a:rPr lang="es-MX" sz="1200" dirty="0" err="1"/>
              <a:t>solution</a:t>
            </a:r>
            <a:r>
              <a:rPr lang="es-MX" sz="1200" dirty="0"/>
              <a:t> </a:t>
            </a:r>
            <a:r>
              <a:rPr lang="es-MX" sz="1200" dirty="0" err="1"/>
              <a:t>space</a:t>
            </a:r>
            <a:endParaRPr lang="es-MX" sz="1200" dirty="0"/>
          </a:p>
          <a:p>
            <a:endParaRPr lang="es-MX" sz="1200" dirty="0"/>
          </a:p>
          <a:p>
            <a:r>
              <a:rPr lang="es-MX" sz="1200" dirty="0">
                <a:solidFill>
                  <a:srgbClr val="0070C0"/>
                </a:solidFill>
              </a:rPr>
              <a:t>A </a:t>
            </a:r>
            <a:r>
              <a:rPr lang="es-MX" sz="1200" dirty="0" err="1">
                <a:solidFill>
                  <a:srgbClr val="0070C0"/>
                </a:solidFill>
              </a:rPr>
              <a:t>vertex</a:t>
            </a:r>
            <a:r>
              <a:rPr lang="es-MX" sz="1200" dirty="0">
                <a:solidFill>
                  <a:srgbClr val="0070C0"/>
                </a:solidFill>
              </a:rPr>
              <a:t> == Basic </a:t>
            </a:r>
            <a:r>
              <a:rPr lang="es-MX" sz="1200" dirty="0" err="1">
                <a:solidFill>
                  <a:srgbClr val="0070C0"/>
                </a:solidFill>
              </a:rPr>
              <a:t>feasible</a:t>
            </a:r>
            <a:r>
              <a:rPr lang="es-MX" sz="1200" dirty="0">
                <a:solidFill>
                  <a:srgbClr val="0070C0"/>
                </a:solidFill>
              </a:rPr>
              <a:t> </a:t>
            </a:r>
            <a:r>
              <a:rPr lang="es-MX" sz="1200" dirty="0" err="1">
                <a:solidFill>
                  <a:srgbClr val="0070C0"/>
                </a:solidFill>
              </a:rPr>
              <a:t>solution</a:t>
            </a:r>
            <a:endParaRPr lang="es-MX" sz="1200" dirty="0">
              <a:solidFill>
                <a:srgbClr val="0070C0"/>
              </a:solidFill>
            </a:endParaRPr>
          </a:p>
          <a:p>
            <a:endParaRPr lang="es-MX" sz="1200" dirty="0">
              <a:solidFill>
                <a:srgbClr val="0070C0"/>
              </a:solidFill>
            </a:endParaRPr>
          </a:p>
          <a:p>
            <a:r>
              <a:rPr lang="es-MX" sz="1200" i="1" dirty="0" err="1">
                <a:solidFill>
                  <a:srgbClr val="0070C0"/>
                </a:solidFill>
              </a:rPr>
              <a:t>Degenerate</a:t>
            </a:r>
            <a:r>
              <a:rPr lang="es-MX" sz="1200" i="1" dirty="0">
                <a:solidFill>
                  <a:srgbClr val="0070C0"/>
                </a:solidFill>
              </a:rPr>
              <a:t> </a:t>
            </a:r>
            <a:r>
              <a:rPr lang="es-MX" sz="1200" i="1" dirty="0" err="1">
                <a:solidFill>
                  <a:srgbClr val="0070C0"/>
                </a:solidFill>
              </a:rPr>
              <a:t>solution</a:t>
            </a:r>
            <a:r>
              <a:rPr lang="es-MX" sz="1200" i="1" dirty="0">
                <a:solidFill>
                  <a:srgbClr val="0070C0"/>
                </a:solidFill>
              </a:rPr>
              <a:t>:</a:t>
            </a:r>
          </a:p>
          <a:p>
            <a:pPr>
              <a:buNone/>
            </a:pPr>
            <a:r>
              <a:rPr lang="es-MX" sz="1200" dirty="0"/>
              <a:t>	</a:t>
            </a:r>
            <a:r>
              <a:rPr lang="es-MX" sz="1200" dirty="0" err="1"/>
              <a:t>Vertex</a:t>
            </a:r>
            <a:r>
              <a:rPr lang="es-MX" sz="1200" dirty="0"/>
              <a:t> </a:t>
            </a:r>
            <a:r>
              <a:rPr lang="es-MX" sz="1200" dirty="0" err="1"/>
              <a:t>formed</a:t>
            </a:r>
            <a:r>
              <a:rPr lang="es-MX" sz="1200" dirty="0"/>
              <a:t> </a:t>
            </a:r>
            <a:r>
              <a:rPr lang="es-MX" sz="1200" dirty="0" err="1"/>
              <a:t>by</a:t>
            </a:r>
            <a:r>
              <a:rPr lang="es-MX" sz="1200" dirty="0"/>
              <a:t> more </a:t>
            </a:r>
            <a:r>
              <a:rPr lang="es-MX" sz="1200" dirty="0" err="1"/>
              <a:t>than</a:t>
            </a:r>
            <a:r>
              <a:rPr lang="es-MX" sz="1200" dirty="0"/>
              <a:t> n </a:t>
            </a:r>
            <a:r>
              <a:rPr lang="es-MX" sz="1200" dirty="0" err="1"/>
              <a:t>constraints</a:t>
            </a:r>
            <a:r>
              <a:rPr lang="es-MX" sz="1200" dirty="0"/>
              <a:t> (n=di</a:t>
            </a:r>
          </a:p>
          <a:p>
            <a:endParaRPr lang="es-MX" dirty="0"/>
          </a:p>
        </p:txBody>
      </p:sp>
      <p:sp>
        <p:nvSpPr>
          <p:cNvPr id="4" name="3 Marcador de número de diapositiva"/>
          <p:cNvSpPr>
            <a:spLocks noGrp="1"/>
          </p:cNvSpPr>
          <p:nvPr>
            <p:ph type="sldNum" sz="quarter" idx="10"/>
          </p:nvPr>
        </p:nvSpPr>
        <p:spPr/>
        <p:txBody>
          <a:bodyPr/>
          <a:lstStyle/>
          <a:p>
            <a:fld id="{562A13FD-97A8-4A30-9A5A-F2D0AB17A06A}" type="slidenum">
              <a:rPr lang="es-ES" smtClean="0"/>
              <a:pPr/>
              <a:t>3</a:t>
            </a:fld>
            <a:endParaRPr lang="es-ES"/>
          </a:p>
        </p:txBody>
      </p:sp>
    </p:spTree>
    <p:extLst>
      <p:ext uri="{BB962C8B-B14F-4D97-AF65-F5344CB8AC3E}">
        <p14:creationId xmlns:p14="http://schemas.microsoft.com/office/powerpoint/2010/main" val="2749561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562A13FD-97A8-4A30-9A5A-F2D0AB17A06A}" type="slidenum">
              <a:rPr lang="es-ES" smtClean="0"/>
              <a:pPr/>
              <a:t>4</a:t>
            </a:fld>
            <a:endParaRPr lang="es-ES"/>
          </a:p>
        </p:txBody>
      </p:sp>
    </p:spTree>
    <p:extLst>
      <p:ext uri="{BB962C8B-B14F-4D97-AF65-F5344CB8AC3E}">
        <p14:creationId xmlns:p14="http://schemas.microsoft.com/office/powerpoint/2010/main" val="1179512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Acotada</a:t>
            </a:r>
            <a:r>
              <a:rPr lang="en-US" dirty="0"/>
              <a:t>, z finito, 5 SBFs, multiples </a:t>
            </a:r>
            <a:r>
              <a:rPr lang="en-US" dirty="0" err="1"/>
              <a:t>óptimos</a:t>
            </a:r>
            <a:r>
              <a:rPr lang="en-US" dirty="0"/>
              <a:t>, no </a:t>
            </a:r>
            <a:r>
              <a:rPr lang="en-US" dirty="0" err="1"/>
              <a:t>degeneradas</a:t>
            </a:r>
            <a:r>
              <a:rPr lang="en-US" dirty="0"/>
              <a:t>.</a:t>
            </a:r>
          </a:p>
        </p:txBody>
      </p:sp>
      <p:sp>
        <p:nvSpPr>
          <p:cNvPr id="4" name="Slide Number Placeholder 3"/>
          <p:cNvSpPr>
            <a:spLocks noGrp="1"/>
          </p:cNvSpPr>
          <p:nvPr>
            <p:ph type="sldNum" sz="quarter" idx="5"/>
          </p:nvPr>
        </p:nvSpPr>
        <p:spPr/>
        <p:txBody>
          <a:bodyPr/>
          <a:lstStyle/>
          <a:p>
            <a:pPr rtl="0"/>
            <a:fld id="{A89C7E07-3C67-C64C-8DA0-0404F6303970}" type="slidenum">
              <a:rPr lang="es-MX" noProof="0" smtClean="0"/>
              <a:t>11</a:t>
            </a:fld>
            <a:endParaRPr lang="es-MX" noProof="0"/>
          </a:p>
        </p:txBody>
      </p:sp>
    </p:spTree>
    <p:extLst>
      <p:ext uri="{BB962C8B-B14F-4D97-AF65-F5344CB8AC3E}">
        <p14:creationId xmlns:p14="http://schemas.microsoft.com/office/powerpoint/2010/main" val="4290521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n-US" noProof="0"/>
              <a:t>Click to edit Master title style</a:t>
            </a:r>
            <a:endParaRPr lang="es-MX" noProof="0" dirty="0"/>
          </a:p>
        </p:txBody>
      </p:sp>
      <p:grpSp>
        <p:nvGrpSpPr>
          <p:cNvPr id="9" name="Grupo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8" name="Marcador de posición de texto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13" name="Conector recto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710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n-US" noProof="0"/>
              <a:t>Click to edit Master title style</a:t>
            </a:r>
            <a:endParaRPr lang="es-MX" noProof="0" dirty="0"/>
          </a:p>
        </p:txBody>
      </p:sp>
      <p:cxnSp>
        <p:nvCxnSpPr>
          <p:cNvPr id="13" name="Conector recto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Marcador de posición de texto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5" name="Marcador de posición de texto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16" name="Conector recto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Marcador de posición de texto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8" name="Marcador de posición de texto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0" name="Conector recto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Marcador de posición de texto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2" name="Marcador de posición de texto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3" name="Conector recto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Marcador de posición de texto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5" name="Marcador de posición de texto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6" name="Conector recto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Marcador de posición de texto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8" name="Marcador de posición de texto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 name="Marcador de fecha 1">
            <a:extLst>
              <a:ext uri="{FF2B5EF4-FFF2-40B4-BE49-F238E27FC236}">
                <a16:creationId xmlns:a16="http://schemas.microsoft.com/office/drawing/2014/main" id="{62655503-4608-4F79-A5D4-B2F67958F263}"/>
              </a:ext>
            </a:extLst>
          </p:cNvPr>
          <p:cNvSpPr>
            <a:spLocks noGrp="1"/>
          </p:cNvSpPr>
          <p:nvPr>
            <p:ph type="dt" sz="half" idx="25"/>
          </p:nvPr>
        </p:nvSpPr>
        <p:spPr>
          <a:xfrm>
            <a:off x="6745412" y="6492875"/>
            <a:ext cx="1562125" cy="247651"/>
          </a:xfrm>
          <a:prstGeom prst="rect">
            <a:avLst/>
          </a:prstGeom>
        </p:spPr>
        <p:txBody>
          <a:bodyPr rtlCol="0"/>
          <a:lstStyle/>
          <a:p>
            <a:pPr rtl="0"/>
            <a:fld id="{029A217F-D76A-49DF-A17D-DFD53CAD5FA9}" type="datetimeyyyy">
              <a:rPr lang="es-MX" noProof="0" smtClean="0">
                <a:latin typeface="+mn-lt"/>
              </a:rPr>
              <a:t>2025</a:t>
            </a:fld>
            <a:endParaRPr lang="es-MX" noProof="0" dirty="0">
              <a:latin typeface="+mn-lt"/>
            </a:endParaRPr>
          </a:p>
        </p:txBody>
      </p:sp>
      <p:sp>
        <p:nvSpPr>
          <p:cNvPr id="3" name="Marcador de pie de página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rtl="0"/>
            <a:r>
              <a:rPr lang="es-MX" noProof="0"/>
              <a:t>OPTIMIZACIÓN DE OPERACIONES</a:t>
            </a:r>
            <a:endParaRPr lang="es-MX" b="0" noProof="0" dirty="0"/>
          </a:p>
        </p:txBody>
      </p:sp>
      <p:sp>
        <p:nvSpPr>
          <p:cNvPr id="4" name="Marcador de posición de número de diapositiva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rtl="0"/>
            <a:fld id="{294A09A9-5501-47C1-A89A-A340965A2BE2}" type="slidenum">
              <a:rPr lang="es-MX" noProof="0" smtClean="0"/>
              <a:pPr rtl="0"/>
              <a:t>‹#›</a:t>
            </a:fld>
            <a:endParaRPr lang="es-MX" noProof="0" dirty="0"/>
          </a:p>
        </p:txBody>
      </p:sp>
    </p:spTree>
    <p:extLst>
      <p:ext uri="{BB962C8B-B14F-4D97-AF65-F5344CB8AC3E}">
        <p14:creationId xmlns:p14="http://schemas.microsoft.com/office/powerpoint/2010/main" val="4093066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ción">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orma libre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6" name="Forma libre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9" name="Forma libre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4" name="Marcador de posición de imagen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n-US" noProof="0"/>
              <a:t>Click icon to add picture</a:t>
            </a:r>
            <a:endParaRPr lang="es-MX" noProof="0" dirty="0"/>
          </a:p>
        </p:txBody>
      </p:sp>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Aptos Black" panose="020B0004020202020204" pitchFamily="34" charset="0"/>
              </a:defRPr>
            </a:lvl1pPr>
          </a:lstStyle>
          <a:p>
            <a:pPr rtl="0"/>
            <a:r>
              <a:rPr lang="en-US" noProof="0" dirty="0"/>
              <a:t>Click to edit Master title style</a:t>
            </a:r>
            <a:endParaRPr lang="es-MX" noProof="0" dirty="0"/>
          </a:p>
        </p:txBody>
      </p:sp>
      <p:cxnSp>
        <p:nvCxnSpPr>
          <p:cNvPr id="17" name="Conector recto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Marcador de posición de texto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Aptos" panose="020B0004020202020204" pitchFamily="34" charset="0"/>
              </a:defRPr>
            </a:lvl1pPr>
            <a:lvl2pPr>
              <a:defRPr sz="4000"/>
            </a:lvl2pPr>
            <a:lvl3pPr>
              <a:defRPr sz="4000"/>
            </a:lvl3pPr>
            <a:lvl4pPr>
              <a:defRPr sz="4000"/>
            </a:lvl4pPr>
            <a:lvl5pPr>
              <a:defRPr sz="4000"/>
            </a:lvl5pPr>
          </a:lstStyle>
          <a:p>
            <a:pPr lvl="0" rtl="0"/>
            <a:r>
              <a:rPr lang="en-US" noProof="0" dirty="0"/>
              <a:t>Click to edit Master text styles</a:t>
            </a:r>
          </a:p>
        </p:txBody>
      </p:sp>
      <p:sp>
        <p:nvSpPr>
          <p:cNvPr id="2" name="Marcador de fecha 1">
            <a:extLst>
              <a:ext uri="{FF2B5EF4-FFF2-40B4-BE49-F238E27FC236}">
                <a16:creationId xmlns:a16="http://schemas.microsoft.com/office/drawing/2014/main" id="{CA64E0B3-57C5-4DAF-8531-F39610E77C09}"/>
              </a:ext>
            </a:extLst>
          </p:cNvPr>
          <p:cNvSpPr>
            <a:spLocks noGrp="1"/>
          </p:cNvSpPr>
          <p:nvPr>
            <p:ph type="dt" sz="half" idx="14"/>
          </p:nvPr>
        </p:nvSpPr>
        <p:spPr>
          <a:xfrm>
            <a:off x="6745413" y="6610348"/>
            <a:ext cx="1562125" cy="247651"/>
          </a:xfrm>
          <a:prstGeom prst="rect">
            <a:avLst/>
          </a:prstGeom>
        </p:spPr>
        <p:txBody>
          <a:bodyPr rtlCol="0"/>
          <a:lstStyle/>
          <a:p>
            <a:pPr rtl="0"/>
            <a:fld id="{7D785354-D3F9-4F56-8BC7-7DFCD291EBBB}" type="datetimeyyyy">
              <a:rPr lang="es-MX" noProof="0" smtClean="0">
                <a:latin typeface="+mn-lt"/>
              </a:rPr>
              <a:t>2025</a:t>
            </a:fld>
            <a:endParaRPr lang="es-MX" noProof="0" dirty="0">
              <a:latin typeface="+mn-lt"/>
            </a:endParaRPr>
          </a:p>
        </p:txBody>
      </p:sp>
      <p:sp>
        <p:nvSpPr>
          <p:cNvPr id="3" name="Marcador de pie de página 2">
            <a:extLst>
              <a:ext uri="{FF2B5EF4-FFF2-40B4-BE49-F238E27FC236}">
                <a16:creationId xmlns:a16="http://schemas.microsoft.com/office/drawing/2014/main" id="{B7E0EC46-C626-4D58-AB64-0B3B850D1482}"/>
              </a:ext>
            </a:extLst>
          </p:cNvPr>
          <p:cNvSpPr>
            <a:spLocks noGrp="1"/>
          </p:cNvSpPr>
          <p:nvPr>
            <p:ph type="ftr" sz="quarter" idx="15"/>
          </p:nvPr>
        </p:nvSpPr>
        <p:spPr>
          <a:xfrm>
            <a:off x="4931216" y="6632892"/>
            <a:ext cx="2324569" cy="247651"/>
          </a:xfrm>
        </p:spPr>
        <p:txBody>
          <a:bodyPr rtlCol="0"/>
          <a:lstStyle/>
          <a:p>
            <a:pPr rtl="0"/>
            <a:r>
              <a:rPr lang="es-MX" noProof="0" dirty="0"/>
              <a:t>OPTIMIZACIÓN DE OPERACIONES</a:t>
            </a:r>
            <a:endParaRPr lang="es-MX" b="0" noProof="0" dirty="0"/>
          </a:p>
        </p:txBody>
      </p:sp>
      <p:sp>
        <p:nvSpPr>
          <p:cNvPr id="4" name="Marcador de posición de número de diapositiva 3">
            <a:extLst>
              <a:ext uri="{FF2B5EF4-FFF2-40B4-BE49-F238E27FC236}">
                <a16:creationId xmlns:a16="http://schemas.microsoft.com/office/drawing/2014/main" id="{8F25D00C-8F5C-4528-87FA-F9431D967555}"/>
              </a:ext>
            </a:extLst>
          </p:cNvPr>
          <p:cNvSpPr>
            <a:spLocks noGrp="1"/>
          </p:cNvSpPr>
          <p:nvPr>
            <p:ph type="sldNum" sz="quarter" idx="16"/>
          </p:nvPr>
        </p:nvSpPr>
        <p:spPr>
          <a:xfrm>
            <a:off x="11668760" y="6610347"/>
            <a:ext cx="523240" cy="247651"/>
          </a:xfrm>
        </p:spPr>
        <p:txBody>
          <a:bodyPr rtlCol="0"/>
          <a:lstStyle/>
          <a:p>
            <a:pPr rtl="0"/>
            <a:fld id="{294A09A9-5501-47C1-A89A-A340965A2BE2}" type="slidenum">
              <a:rPr lang="es-MX" noProof="0" smtClean="0"/>
              <a:pPr rtl="0"/>
              <a:t>‹#›</a:t>
            </a:fld>
            <a:endParaRPr lang="es-MX" noProof="0" dirty="0"/>
          </a:p>
        </p:txBody>
      </p:sp>
    </p:spTree>
    <p:extLst>
      <p:ext uri="{BB962C8B-B14F-4D97-AF65-F5344CB8AC3E}">
        <p14:creationId xmlns:p14="http://schemas.microsoft.com/office/powerpoint/2010/main" val="3073769527"/>
      </p:ext>
    </p:extLst>
  </p:cSld>
  <p:clrMapOvr>
    <a:masterClrMapping/>
  </p:clrMapOvr>
  <p:extLst>
    <p:ext uri="{DCECCB84-F9BA-43D5-87BE-67443E8EF086}">
      <p15:sldGuideLst xmlns:p15="http://schemas.microsoft.com/office/powerpoint/2012/main">
        <p15:guide id="1" pos="600">
          <p15:clr>
            <a:srgbClr val="FBAE40"/>
          </p15:clr>
        </p15:guide>
        <p15:guide id="6" pos="3480" userDrawn="1">
          <p15:clr>
            <a:srgbClr val="FBAE40"/>
          </p15:clr>
        </p15:guide>
        <p15:guide id="7" orient="horz" pos="1440" userDrawn="1">
          <p15:clr>
            <a:srgbClr val="FBAE40"/>
          </p15:clr>
        </p15:guide>
        <p15:guide id="9" orient="horz" pos="1224" userDrawn="1">
          <p15:clr>
            <a:srgbClr val="FBAE40"/>
          </p15:clr>
        </p15:guide>
        <p15:guide id="10" orient="horz" pos="55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anso">
    <p:bg>
      <p:bgPr>
        <a:solidFill>
          <a:schemeClr val="tx1"/>
        </a:solidFill>
        <a:effectLst/>
      </p:bgPr>
    </p:bg>
    <p:spTree>
      <p:nvGrpSpPr>
        <p:cNvPr id="1" name=""/>
        <p:cNvGrpSpPr/>
        <p:nvPr/>
      </p:nvGrpSpPr>
      <p:grpSpPr>
        <a:xfrm>
          <a:off x="0" y="0"/>
          <a:ext cx="0" cy="0"/>
          <a:chOff x="0" y="0"/>
          <a:chExt cx="0" cy="0"/>
        </a:xfrm>
      </p:grpSpPr>
      <p:sp>
        <p:nvSpPr>
          <p:cNvPr id="21" name="Marcador de posición de imagen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n-US" noProof="0"/>
              <a:t>Click icon to add picture</a:t>
            </a:r>
            <a:endParaRPr lang="es-MX" noProof="0" dirty="0"/>
          </a:p>
        </p:txBody>
      </p:sp>
      <p:sp>
        <p:nvSpPr>
          <p:cNvPr id="18" name="Título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n-US" noProof="0"/>
              <a:t>Click to edit Master title style</a:t>
            </a:r>
            <a:endParaRPr lang="es-MX" noProof="0" dirty="0"/>
          </a:p>
        </p:txBody>
      </p:sp>
      <p:cxnSp>
        <p:nvCxnSpPr>
          <p:cNvPr id="20" name="Conector recto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upo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orma libre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4" name="Forma libre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5" name="Forma libre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Tree>
    <p:extLst>
      <p:ext uri="{BB962C8B-B14F-4D97-AF65-F5344CB8AC3E}">
        <p14:creationId xmlns:p14="http://schemas.microsoft.com/office/powerpoint/2010/main" val="2357889184"/>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áfico">
    <p:bg>
      <p:bgPr>
        <a:solidFill>
          <a:schemeClr val="tx1"/>
        </a:solidFill>
        <a:effectLst/>
      </p:bgPr>
    </p:bg>
    <p:spTree>
      <p:nvGrpSpPr>
        <p:cNvPr id="1" name=""/>
        <p:cNvGrpSpPr/>
        <p:nvPr/>
      </p:nvGrpSpPr>
      <p:grpSpPr>
        <a:xfrm>
          <a:off x="0" y="0"/>
          <a:ext cx="0" cy="0"/>
          <a:chOff x="0" y="0"/>
          <a:chExt cx="0" cy="0"/>
        </a:xfrm>
      </p:grpSpPr>
      <p:sp>
        <p:nvSpPr>
          <p:cNvPr id="6" name="Marcador de posición de gráfico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latin typeface="Aptos" panose="020B0004020202020204" pitchFamily="34" charset="0"/>
              </a:defRPr>
            </a:lvl1pPr>
          </a:lstStyle>
          <a:p>
            <a:pPr rtl="0"/>
            <a:r>
              <a:rPr lang="en-US" noProof="0"/>
              <a:t>Click icon to add chart</a:t>
            </a:r>
            <a:endParaRPr lang="es-MX" noProof="0"/>
          </a:p>
        </p:txBody>
      </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Aptos Black" panose="020B0004020202020204" pitchFamily="34" charset="0"/>
              </a:defRPr>
            </a:lvl1pPr>
          </a:lstStyle>
          <a:p>
            <a:pPr rtl="0"/>
            <a:r>
              <a:rPr lang="es-MX" noProof="0" dirty="0"/>
              <a:t>Haz clic para editar </a:t>
            </a:r>
          </a:p>
        </p:txBody>
      </p:sp>
      <p:sp>
        <p:nvSpPr>
          <p:cNvPr id="4" name="Marcador de posición de número de diapositiva 3">
            <a:extLst>
              <a:ext uri="{FF2B5EF4-FFF2-40B4-BE49-F238E27FC236}">
                <a16:creationId xmlns:a16="http://schemas.microsoft.com/office/drawing/2014/main" id="{0919432A-F8B5-4A96-AEE6-2E159658D5DD}"/>
              </a:ext>
            </a:extLst>
          </p:cNvPr>
          <p:cNvSpPr>
            <a:spLocks noGrp="1"/>
          </p:cNvSpPr>
          <p:nvPr>
            <p:ph type="sldNum" sz="quarter" idx="13"/>
          </p:nvPr>
        </p:nvSpPr>
        <p:spPr>
          <a:xfrm>
            <a:off x="11668760" y="6624589"/>
            <a:ext cx="523240" cy="247651"/>
          </a:xfrm>
        </p:spPr>
        <p:txBody>
          <a:bodyPr rtlCol="0"/>
          <a:lstStyle/>
          <a:p>
            <a:pPr rtl="0"/>
            <a:fld id="{294A09A9-5501-47C1-A89A-A340965A2BE2}" type="slidenum">
              <a:rPr lang="es-MX" noProof="0" smtClean="0"/>
              <a:pPr rtl="0"/>
              <a:t>‹#›</a:t>
            </a:fld>
            <a:endParaRPr lang="es-MX" noProof="0" dirty="0">
              <a:latin typeface="+mn-lt"/>
            </a:endParaRPr>
          </a:p>
        </p:txBody>
      </p:sp>
      <p:sp>
        <p:nvSpPr>
          <p:cNvPr id="7" name="Marcador de posición de pie de página 4">
            <a:extLst>
              <a:ext uri="{FF2B5EF4-FFF2-40B4-BE49-F238E27FC236}">
                <a16:creationId xmlns:a16="http://schemas.microsoft.com/office/drawing/2014/main" id="{F88E2CE6-D902-5A33-C844-8A40B1779D5B}"/>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Tree>
    <p:extLst>
      <p:ext uri="{BB962C8B-B14F-4D97-AF65-F5344CB8AC3E}">
        <p14:creationId xmlns:p14="http://schemas.microsoft.com/office/powerpoint/2010/main" val="2065862895"/>
      </p:ext>
    </p:extLst>
  </p:cSld>
  <p:clrMapOvr>
    <a:masterClrMapping/>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1392" userDrawn="1">
          <p15:clr>
            <a:srgbClr val="FBAE40"/>
          </p15:clr>
        </p15:guide>
        <p15:guide id="10" orient="horz" pos="5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a">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MX" noProof="0"/>
              <a:t>Haz clic para editar </a:t>
            </a:r>
          </a:p>
        </p:txBody>
      </p:sp>
      <p:sp>
        <p:nvSpPr>
          <p:cNvPr id="9" name="Marcador de título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n-US" noProof="0"/>
              <a:t>Click icon to add table</a:t>
            </a:r>
            <a:endParaRPr lang="es-MX" noProof="0"/>
          </a:p>
        </p:txBody>
      </p:sp>
      <p:sp>
        <p:nvSpPr>
          <p:cNvPr id="2" name="Marcador de fecha 1">
            <a:extLst>
              <a:ext uri="{FF2B5EF4-FFF2-40B4-BE49-F238E27FC236}">
                <a16:creationId xmlns:a16="http://schemas.microsoft.com/office/drawing/2014/main" id="{9B2411D2-78FE-46C1-9EA9-C6A882903B53}"/>
              </a:ext>
            </a:extLst>
          </p:cNvPr>
          <p:cNvSpPr>
            <a:spLocks noGrp="1"/>
          </p:cNvSpPr>
          <p:nvPr>
            <p:ph type="dt" sz="half" idx="11"/>
          </p:nvPr>
        </p:nvSpPr>
        <p:spPr>
          <a:xfrm>
            <a:off x="6745412" y="6492875"/>
            <a:ext cx="1562125" cy="247651"/>
          </a:xfrm>
          <a:prstGeom prst="rect">
            <a:avLst/>
          </a:prstGeom>
        </p:spPr>
        <p:txBody>
          <a:bodyPr rtlCol="0"/>
          <a:lstStyle/>
          <a:p>
            <a:pPr rtl="0"/>
            <a:fld id="{1AF7F2CA-0EC8-471B-8885-070EE2CC5612}" type="datetimeyyyy">
              <a:rPr lang="es-MX" noProof="0" smtClean="0">
                <a:latin typeface="+mn-lt"/>
              </a:rPr>
              <a:t>2025</a:t>
            </a:fld>
            <a:endParaRPr lang="es-MX" noProof="0">
              <a:latin typeface="+mn-lt"/>
            </a:endParaRPr>
          </a:p>
        </p:txBody>
      </p:sp>
      <p:sp>
        <p:nvSpPr>
          <p:cNvPr id="3" name="Marcador de pie de página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rtl="0"/>
            <a:r>
              <a:rPr lang="es-MX" noProof="0"/>
              <a:t>OPTIMIZACIÓN DE OPERACIONES</a:t>
            </a:r>
            <a:endParaRPr lang="es-MX" b="0" noProof="0"/>
          </a:p>
        </p:txBody>
      </p:sp>
      <p:sp>
        <p:nvSpPr>
          <p:cNvPr id="4" name="Marcador de posición de número de diapositiva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340131073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n-US" noProof="0"/>
              <a:t>Click to edit Master title style</a:t>
            </a:r>
            <a:endParaRPr lang="es-MX" noProof="0" dirty="0"/>
          </a:p>
        </p:txBody>
      </p:sp>
      <p:sp>
        <p:nvSpPr>
          <p:cNvPr id="10" name="Cuadro de texto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rtl="0"/>
            <a:r>
              <a:rPr lang="es-MX" sz="20000" b="1" noProof="0" dirty="0">
                <a:solidFill>
                  <a:schemeClr val="bg1"/>
                </a:solidFill>
              </a:rPr>
              <a:t>“</a:t>
            </a:r>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 name="Marcador de posición de pie de página 4">
            <a:extLst>
              <a:ext uri="{FF2B5EF4-FFF2-40B4-BE49-F238E27FC236}">
                <a16:creationId xmlns:a16="http://schemas.microsoft.com/office/drawing/2014/main" id="{9CFD7E6B-8BA7-35DB-BE61-5DF2483E56D9}"/>
              </a:ext>
            </a:extLst>
          </p:cNvPr>
          <p:cNvSpPr>
            <a:spLocks noGrp="1"/>
          </p:cNvSpPr>
          <p:nvPr>
            <p:ph type="ftr" sz="quarter" idx="3"/>
          </p:nvPr>
        </p:nvSpPr>
        <p:spPr>
          <a:xfrm>
            <a:off x="5362113" y="6610347"/>
            <a:ext cx="2148534" cy="247651"/>
          </a:xfrm>
          <a:prstGeom prst="rect">
            <a:avLst/>
          </a:prstGeom>
        </p:spPr>
        <p:txBody>
          <a:bodyPr vert="horz" lIns="0" tIns="0" rIns="0" bIns="0" rtlCol="0" anchor="t" anchorCtr="0"/>
          <a:lstStyle>
            <a:lvl1pPr algn="l">
              <a:defRPr sz="1100" b="0" i="0">
                <a:solidFill>
                  <a:schemeClr val="bg2">
                    <a:lumMod val="50000"/>
                  </a:schemeClr>
                </a:solidFill>
                <a:latin typeface="+mj-lt"/>
              </a:defRPr>
            </a:lvl1pPr>
          </a:lstStyle>
          <a:p>
            <a:r>
              <a:rPr lang="es-MX" dirty="0"/>
              <a:t>OPTIMIZACIÓN DE OPERACIONES</a:t>
            </a:r>
          </a:p>
        </p:txBody>
      </p:sp>
      <p:sp>
        <p:nvSpPr>
          <p:cNvPr id="4" name="Marcador de posición de número de diapositiva 5">
            <a:extLst>
              <a:ext uri="{FF2B5EF4-FFF2-40B4-BE49-F238E27FC236}">
                <a16:creationId xmlns:a16="http://schemas.microsoft.com/office/drawing/2014/main" id="{43FD86DC-D2BD-AECC-1A0A-3CE74BEE57C9}"/>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1447829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560">
          <p15:clr>
            <a:srgbClr val="FBAE40"/>
          </p15:clr>
        </p15:guide>
        <p15:guide id="8" orient="horz" pos="1752" userDrawn="1">
          <p15:clr>
            <a:srgbClr val="FBAE40"/>
          </p15:clr>
        </p15:guide>
        <p15:guide id="9" orient="horz" pos="12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Aptos" panose="020B0004020202020204" pitchFamily="34" charset="0"/>
              </a:defRPr>
            </a:lvl1pPr>
          </a:lstStyle>
          <a:p>
            <a:pPr rtl="0"/>
            <a:r>
              <a:rPr lang="en-US" noProof="0"/>
              <a:t>Click to edit Master title style</a:t>
            </a:r>
            <a:endParaRPr lang="es-MX" noProof="0" dirty="0"/>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5" name="Marcador de posición de pie de página 4">
            <a:extLst>
              <a:ext uri="{FF2B5EF4-FFF2-40B4-BE49-F238E27FC236}">
                <a16:creationId xmlns:a16="http://schemas.microsoft.com/office/drawing/2014/main" id="{8B6548D6-A880-04F4-F832-A1B39206F240}"/>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6" name="Marcador de posición de número de diapositiva 5">
            <a:extLst>
              <a:ext uri="{FF2B5EF4-FFF2-40B4-BE49-F238E27FC236}">
                <a16:creationId xmlns:a16="http://schemas.microsoft.com/office/drawing/2014/main" id="{8843598B-FC54-B745-3054-795FE6B8A9C1}"/>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7790808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560">
          <p15:clr>
            <a:srgbClr val="FBAE40"/>
          </p15:clr>
        </p15:guide>
        <p15:guide id="8" orient="horz" pos="1752">
          <p15:clr>
            <a:srgbClr val="FBAE40"/>
          </p15:clr>
        </p15:guide>
        <p15:guide id="9" orient="horz" pos="124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quipo">
    <p:bg>
      <p:bgPr>
        <a:solidFill>
          <a:schemeClr val="tx1"/>
        </a:solidFill>
        <a:effectLst/>
      </p:bgPr>
    </p:bg>
    <p:spTree>
      <p:nvGrpSpPr>
        <p:cNvPr id="1" name=""/>
        <p:cNvGrpSpPr/>
        <p:nvPr/>
      </p:nvGrpSpPr>
      <p:grpSpPr>
        <a:xfrm>
          <a:off x="0" y="0"/>
          <a:ext cx="0" cy="0"/>
          <a:chOff x="0" y="0"/>
          <a:chExt cx="0" cy="0"/>
        </a:xfrm>
      </p:grpSpPr>
      <p:grpSp>
        <p:nvGrpSpPr>
          <p:cNvPr id="25" name="Grupo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orma libre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7" name="Forma libre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6" name="Forma libre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8" name="Marcador de posición de imagen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n-US" noProof="0"/>
              <a:t>Click icon to add picture</a:t>
            </a:r>
            <a:endParaRPr lang="es-MX" noProof="0" dirty="0"/>
          </a:p>
        </p:txBody>
      </p:sp>
      <p:sp>
        <p:nvSpPr>
          <p:cNvPr id="61" name="Título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US" noProof="0" dirty="0"/>
              <a:t>Click to edit Master title style</a:t>
            </a:r>
            <a:endParaRPr lang="es-MX" noProof="0" dirty="0"/>
          </a:p>
        </p:txBody>
      </p:sp>
      <p:cxnSp>
        <p:nvCxnSpPr>
          <p:cNvPr id="62" name="Conector recto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Marcador de posición de imagen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n-US" noProof="0"/>
              <a:t>Click icon to add picture</a:t>
            </a:r>
            <a:endParaRPr lang="es-MX" noProof="0" dirty="0"/>
          </a:p>
        </p:txBody>
      </p:sp>
      <p:sp>
        <p:nvSpPr>
          <p:cNvPr id="72" name="Marcador de posición de texto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3" name="Marcador de posición de texto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4" name="Marcador de posición de texto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5" name="Marcador de posición de texto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6" name="Marcador de posición de texto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7" name="Marcador de posición de texto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8" name="Marcador de posición de texto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9" name="Marcador de posición de texto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grpSp>
        <p:nvGrpSpPr>
          <p:cNvPr id="23" name="Grupo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forma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9" name="Forma libre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0" name="Forma libre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1" name="Forma libre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32" name="Forma libre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66" name="Marcador de posición de imagen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n-US" noProof="0"/>
              <a:t>Click icon to add picture</a:t>
            </a:r>
            <a:endParaRPr lang="es-MX" noProof="0" dirty="0"/>
          </a:p>
        </p:txBody>
      </p:sp>
      <p:sp>
        <p:nvSpPr>
          <p:cNvPr id="69" name="Marcador de posición de imagen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n-US" noProof="0"/>
              <a:t>Click icon to add picture</a:t>
            </a:r>
            <a:endParaRPr lang="es-MX" noProof="0" dirty="0"/>
          </a:p>
        </p:txBody>
      </p:sp>
      <p:sp>
        <p:nvSpPr>
          <p:cNvPr id="2" name="Marcador de fecha 1">
            <a:extLst>
              <a:ext uri="{FF2B5EF4-FFF2-40B4-BE49-F238E27FC236}">
                <a16:creationId xmlns:a16="http://schemas.microsoft.com/office/drawing/2014/main" id="{8ED89364-B1CB-4E72-A6BB-95A34B50661C}"/>
              </a:ext>
            </a:extLst>
          </p:cNvPr>
          <p:cNvSpPr>
            <a:spLocks noGrp="1"/>
          </p:cNvSpPr>
          <p:nvPr>
            <p:ph type="dt" sz="half" idx="32"/>
          </p:nvPr>
        </p:nvSpPr>
        <p:spPr>
          <a:xfrm>
            <a:off x="6745412" y="6492875"/>
            <a:ext cx="1562125" cy="247651"/>
          </a:xfrm>
          <a:prstGeom prst="rect">
            <a:avLst/>
          </a:prstGeom>
        </p:spPr>
        <p:txBody>
          <a:bodyPr rtlCol="0"/>
          <a:lstStyle/>
          <a:p>
            <a:pPr rtl="0"/>
            <a:fld id="{872648EB-A801-47E7-B664-3AFE98633453}" type="datetimeyyyy">
              <a:rPr lang="es-MX" noProof="0" smtClean="0">
                <a:latin typeface="+mn-lt"/>
              </a:rPr>
              <a:t>2025</a:t>
            </a:fld>
            <a:endParaRPr lang="es-MX" noProof="0" dirty="0">
              <a:latin typeface="+mn-lt"/>
            </a:endParaRPr>
          </a:p>
        </p:txBody>
      </p:sp>
      <p:sp>
        <p:nvSpPr>
          <p:cNvPr id="3" name="Marcador de pie de página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rtl="0"/>
            <a:r>
              <a:rPr lang="es-MX" noProof="0"/>
              <a:t>OPTIMIZACIÓN DE OPERACIONES</a:t>
            </a:r>
            <a:endParaRPr lang="es-MX" b="0" noProof="0" dirty="0"/>
          </a:p>
        </p:txBody>
      </p:sp>
      <p:sp>
        <p:nvSpPr>
          <p:cNvPr id="4" name="Marcador de posición de número de diapositiva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rtl="0"/>
            <a:fld id="{294A09A9-5501-47C1-A89A-A340965A2BE2}" type="slidenum">
              <a:rPr lang="es-MX" noProof="0" smtClean="0"/>
              <a:pPr rtl="0"/>
              <a:t>‹#›</a:t>
            </a:fld>
            <a:endParaRPr lang="es-MX" noProof="0" dirty="0"/>
          </a:p>
        </p:txBody>
      </p:sp>
    </p:spTree>
    <p:extLst>
      <p:ext uri="{BB962C8B-B14F-4D97-AF65-F5344CB8AC3E}">
        <p14:creationId xmlns:p14="http://schemas.microsoft.com/office/powerpoint/2010/main" val="9963624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304" userDrawn="1">
          <p15:clr>
            <a:srgbClr val="FBAE40"/>
          </p15:clr>
        </p15:guide>
        <p15:guide id="4" pos="4008" userDrawn="1">
          <p15:clr>
            <a:srgbClr val="FBAE40"/>
          </p15:clr>
        </p15:guide>
        <p15:guide id="5" pos="1944" userDrawn="1">
          <p15:clr>
            <a:srgbClr val="FBAE40"/>
          </p15:clr>
        </p15:guide>
        <p15:guide id="6" pos="3648" userDrawn="1">
          <p15:clr>
            <a:srgbClr val="FBAE40"/>
          </p15:clr>
        </p15:guide>
        <p15:guide id="7" orient="horz" pos="1392" userDrawn="1">
          <p15:clr>
            <a:srgbClr val="FBAE40"/>
          </p15:clr>
        </p15:guide>
        <p15:guide id="8" orient="horz" pos="552" userDrawn="1">
          <p15:clr>
            <a:srgbClr val="FBAE40"/>
          </p15:clr>
        </p15:guide>
        <p15:guide id="9" orient="horz" pos="1224" userDrawn="1">
          <p15:clr>
            <a:srgbClr val="FBAE40"/>
          </p15:clr>
        </p15:guide>
        <p15:guide id="10" pos="5352" userDrawn="1">
          <p15:clr>
            <a:srgbClr val="FBAE40"/>
          </p15:clr>
        </p15:guide>
        <p15:guide id="11" pos="5736" userDrawn="1">
          <p15:clr>
            <a:srgbClr val="FBAE40"/>
          </p15:clr>
        </p15:guide>
        <p15:guide id="12" orient="horz" pos="2904" userDrawn="1">
          <p15:clr>
            <a:srgbClr val="FBAE40"/>
          </p15:clr>
        </p15:guide>
        <p15:guide id="13" orient="horz" pos="160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ínea de tiempo ">
    <p:bg>
      <p:bgPr>
        <a:solidFill>
          <a:schemeClr val="tx1"/>
        </a:solidFill>
        <a:effectLst/>
      </p:bgPr>
    </p:bg>
    <p:spTree>
      <p:nvGrpSpPr>
        <p:cNvPr id="1" name=""/>
        <p:cNvGrpSpPr/>
        <p:nvPr/>
      </p:nvGrpSpPr>
      <p:grpSpPr>
        <a:xfrm>
          <a:off x="0" y="0"/>
          <a:ext cx="0" cy="0"/>
          <a:chOff x="0" y="0"/>
          <a:chExt cx="0" cy="0"/>
        </a:xfrm>
      </p:grpSpPr>
      <p:cxnSp>
        <p:nvCxnSpPr>
          <p:cNvPr id="21" name="Conector recto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ítulo 1">
            <a:extLst>
              <a:ext uri="{FF2B5EF4-FFF2-40B4-BE49-F238E27FC236}">
                <a16:creationId xmlns:a16="http://schemas.microsoft.com/office/drawing/2014/main" id="{46EEE005-F78A-9D4F-B159-964376C387DD}"/>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MX" noProof="0"/>
              <a:t>Haz clic para editar </a:t>
            </a:r>
          </a:p>
        </p:txBody>
      </p:sp>
      <p:sp>
        <p:nvSpPr>
          <p:cNvPr id="96" name="Marcador de posición de texto 29">
            <a:extLst>
              <a:ext uri="{FF2B5EF4-FFF2-40B4-BE49-F238E27FC236}">
                <a16:creationId xmlns:a16="http://schemas.microsoft.com/office/drawing/2014/main" id="{FC61536F-8EA7-5A48-AF76-8B0E251BD8CB}"/>
              </a:ext>
            </a:extLst>
          </p:cNvPr>
          <p:cNvSpPr>
            <a:spLocks noGrp="1"/>
          </p:cNvSpPr>
          <p:nvPr>
            <p:ph type="body" sz="quarter" idx="12" hasCustomPrompt="1"/>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97" name="Marcador de posición de texto 29">
            <a:extLst>
              <a:ext uri="{FF2B5EF4-FFF2-40B4-BE49-F238E27FC236}">
                <a16:creationId xmlns:a16="http://schemas.microsoft.com/office/drawing/2014/main" id="{64FFD994-BD97-ED49-8607-286ECBB1CDA3}"/>
              </a:ext>
            </a:extLst>
          </p:cNvPr>
          <p:cNvSpPr>
            <a:spLocks noGrp="1"/>
          </p:cNvSpPr>
          <p:nvPr>
            <p:ph type="body" sz="quarter" idx="11" hasCustomPrompt="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MX" noProof="0"/>
              <a:t>Haz clic para editar </a:t>
            </a:r>
          </a:p>
        </p:txBody>
      </p:sp>
      <p:sp>
        <p:nvSpPr>
          <p:cNvPr id="102" name="Marcador de posición de texto 29">
            <a:extLst>
              <a:ext uri="{FF2B5EF4-FFF2-40B4-BE49-F238E27FC236}">
                <a16:creationId xmlns:a16="http://schemas.microsoft.com/office/drawing/2014/main" id="{D1ADE805-BFBC-ED47-B9CB-6CB2FF02E868}"/>
              </a:ext>
            </a:extLst>
          </p:cNvPr>
          <p:cNvSpPr>
            <a:spLocks noGrp="1"/>
          </p:cNvSpPr>
          <p:nvPr>
            <p:ph type="body" sz="quarter" idx="30" hasCustomPrompt="1"/>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103" name="Marcador de posición de texto 29">
            <a:extLst>
              <a:ext uri="{FF2B5EF4-FFF2-40B4-BE49-F238E27FC236}">
                <a16:creationId xmlns:a16="http://schemas.microsoft.com/office/drawing/2014/main" id="{334A3589-641F-F547-891B-149579153B75}"/>
              </a:ext>
            </a:extLst>
          </p:cNvPr>
          <p:cNvSpPr>
            <a:spLocks noGrp="1"/>
          </p:cNvSpPr>
          <p:nvPr>
            <p:ph type="body" sz="quarter" idx="31" hasCustomPrompt="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MX" noProof="0"/>
              <a:t>Haz clic para editar </a:t>
            </a:r>
          </a:p>
        </p:txBody>
      </p:sp>
      <p:sp>
        <p:nvSpPr>
          <p:cNvPr id="106" name="Marcador de posición de texto 29">
            <a:extLst>
              <a:ext uri="{FF2B5EF4-FFF2-40B4-BE49-F238E27FC236}">
                <a16:creationId xmlns:a16="http://schemas.microsoft.com/office/drawing/2014/main" id="{A63F8454-D12E-A641-ABD0-8977D3F5EC05}"/>
              </a:ext>
            </a:extLst>
          </p:cNvPr>
          <p:cNvSpPr>
            <a:spLocks noGrp="1"/>
          </p:cNvSpPr>
          <p:nvPr>
            <p:ph type="body" sz="quarter" idx="32" hasCustomPrompt="1"/>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107" name="Marcador de posición de texto 29">
            <a:extLst>
              <a:ext uri="{FF2B5EF4-FFF2-40B4-BE49-F238E27FC236}">
                <a16:creationId xmlns:a16="http://schemas.microsoft.com/office/drawing/2014/main" id="{F35AA15D-DBAD-9840-8764-A5B6D486A234}"/>
              </a:ext>
            </a:extLst>
          </p:cNvPr>
          <p:cNvSpPr>
            <a:spLocks noGrp="1"/>
          </p:cNvSpPr>
          <p:nvPr>
            <p:ph type="body" sz="quarter" idx="33" hasCustomPrompt="1"/>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MX" noProof="0"/>
              <a:t>Haz clic para editar </a:t>
            </a:r>
          </a:p>
        </p:txBody>
      </p:sp>
      <p:sp>
        <p:nvSpPr>
          <p:cNvPr id="108" name="Marcador de posición de texto 29">
            <a:extLst>
              <a:ext uri="{FF2B5EF4-FFF2-40B4-BE49-F238E27FC236}">
                <a16:creationId xmlns:a16="http://schemas.microsoft.com/office/drawing/2014/main" id="{8357CA0F-1A55-B145-8305-562F0DF22543}"/>
              </a:ext>
            </a:extLst>
          </p:cNvPr>
          <p:cNvSpPr>
            <a:spLocks noGrp="1"/>
          </p:cNvSpPr>
          <p:nvPr>
            <p:ph type="body" sz="quarter" idx="34" hasCustomPrompt="1"/>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109" name="Marcador de posición de texto 29">
            <a:extLst>
              <a:ext uri="{FF2B5EF4-FFF2-40B4-BE49-F238E27FC236}">
                <a16:creationId xmlns:a16="http://schemas.microsoft.com/office/drawing/2014/main" id="{D6C49F6F-AF28-8942-8442-8F54A1DC388B}"/>
              </a:ext>
            </a:extLst>
          </p:cNvPr>
          <p:cNvSpPr>
            <a:spLocks noGrp="1"/>
          </p:cNvSpPr>
          <p:nvPr>
            <p:ph type="body" sz="quarter" idx="35" hasCustomPrompt="1"/>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MX" noProof="0"/>
              <a:t>Haz clic para editar </a:t>
            </a:r>
          </a:p>
        </p:txBody>
      </p:sp>
      <p:cxnSp>
        <p:nvCxnSpPr>
          <p:cNvPr id="8" name="Conector recto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ángulo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47" name="Rectángulo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27" name="Rectángulo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29" name="Rectángulo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5" name="Marcador de posición de pie de página 4">
            <a:extLst>
              <a:ext uri="{FF2B5EF4-FFF2-40B4-BE49-F238E27FC236}">
                <a16:creationId xmlns:a16="http://schemas.microsoft.com/office/drawing/2014/main" id="{23F1A244-DFA6-8C44-BF95-8851B5A76AB8}"/>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6" name="Marcador de posición de número de diapositiva 5">
            <a:extLst>
              <a:ext uri="{FF2B5EF4-FFF2-40B4-BE49-F238E27FC236}">
                <a16:creationId xmlns:a16="http://schemas.microsoft.com/office/drawing/2014/main" id="{19E1CAB4-A60C-2959-8605-86F431A58C13}"/>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2986155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3768" userDrawn="1">
          <p15:clr>
            <a:srgbClr val="FBAE40"/>
          </p15:clr>
        </p15:guide>
        <p15:guide id="9" orient="horz" pos="552" userDrawn="1">
          <p15:clr>
            <a:srgbClr val="FBAE40"/>
          </p15:clr>
        </p15:guide>
        <p15:guide id="10" orient="horz" pos="1512" userDrawn="1">
          <p15:clr>
            <a:srgbClr val="FBAE40"/>
          </p15:clr>
        </p15:guide>
        <p15:guide id="11" orient="horz" pos="283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upo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1" name="Forma libre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2" name="Forma libre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Aptos Black" panose="020B0004020202020204" pitchFamily="34" charset="0"/>
              </a:defRPr>
            </a:lvl1pPr>
          </a:lstStyle>
          <a:p>
            <a:pPr rtl="0"/>
            <a:r>
              <a:rPr lang="en-US" noProof="0" dirty="0"/>
              <a:t>Click to edit Master title style</a:t>
            </a:r>
            <a:endParaRPr lang="es-MX"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posición de texto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Aptos Black"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25" name="Marcador de posición de texto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Aptos Black"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27" name="Marcador de posición de contenido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Aptos" panose="020B0004020202020204" pitchFamily="34" charset="0"/>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8" name="Marcador de posición de contenido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Aptos" panose="020B0004020202020204" pitchFamily="34" charset="0"/>
              </a:defRPr>
            </a:lvl1pPr>
            <a:lvl2pPr>
              <a:defRPr sz="1600"/>
            </a:lvl2pPr>
            <a:lvl3pPr>
              <a:defRPr sz="1600"/>
            </a:lvl3pPr>
            <a:lvl4pPr>
              <a:defRPr sz="1600"/>
            </a:lvl4pPr>
            <a:lvl5pPr>
              <a:defRPr sz="1600"/>
            </a:lvl5pPr>
          </a:lstStyle>
          <a:p>
            <a:pPr lvl="0" rtl="0"/>
            <a:r>
              <a:rPr lang="en-US" noProof="0"/>
              <a:t>Click to edit Master text styles</a:t>
            </a:r>
          </a:p>
        </p:txBody>
      </p:sp>
      <p:cxnSp>
        <p:nvCxnSpPr>
          <p:cNvPr id="15" name="Conector recto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5" name="Marcador de posición de pie de página 4">
            <a:extLst>
              <a:ext uri="{FF2B5EF4-FFF2-40B4-BE49-F238E27FC236}">
                <a16:creationId xmlns:a16="http://schemas.microsoft.com/office/drawing/2014/main" id="{F94C5751-D7B6-785B-559F-3B3AF0781146}"/>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6" name="Marcador de posición de número de diapositiva 5">
            <a:extLst>
              <a:ext uri="{FF2B5EF4-FFF2-40B4-BE49-F238E27FC236}">
                <a16:creationId xmlns:a16="http://schemas.microsoft.com/office/drawing/2014/main" id="{32D17B95-1D7F-FF57-3E13-0B36D861BAEE}"/>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25504253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upo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orma libre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9" name="Forma libre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40" name="Forma libre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s-MX"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posición de texto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7" name="Marcador de posición de contenido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0" name="Marcador de posición de texto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1" name="Marcador de posición de contenido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2" name="Marcador de posición de texto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4" name="Marcador de posición de contenido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cxnSp>
        <p:nvCxnSpPr>
          <p:cNvPr id="26" name="Conector recto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Conector recto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5" name="Marcador de posición de pie de página 4">
            <a:extLst>
              <a:ext uri="{FF2B5EF4-FFF2-40B4-BE49-F238E27FC236}">
                <a16:creationId xmlns:a16="http://schemas.microsoft.com/office/drawing/2014/main" id="{8CEC982C-CBC7-82F8-DD9C-CEC7134E4694}"/>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6" name="Marcador de posición de número de diapositiva 5">
            <a:extLst>
              <a:ext uri="{FF2B5EF4-FFF2-40B4-BE49-F238E27FC236}">
                <a16:creationId xmlns:a16="http://schemas.microsoft.com/office/drawing/2014/main" id="{4B831637-7548-7CD1-8B74-EAFCD709322A}"/>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42279487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userDrawn="1">
          <p15:clr>
            <a:srgbClr val="FBAE40"/>
          </p15:clr>
        </p15:guide>
        <p15:guide id="4" pos="5160" userDrawn="1">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userDrawn="1">
          <p15:clr>
            <a:srgbClr val="FBAE40"/>
          </p15:clr>
        </p15:guide>
        <p15:guide id="11" pos="2880" userDrawn="1">
          <p15:clr>
            <a:srgbClr val="FBAE40"/>
          </p15:clr>
        </p15:guide>
        <p15:guide id="12" orient="horz" pos="175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Resumen ">
    <p:bg>
      <p:bgPr>
        <a:solidFill>
          <a:schemeClr val="tx1"/>
        </a:solidFill>
        <a:effectLst/>
      </p:bgPr>
    </p:bg>
    <p:spTree>
      <p:nvGrpSpPr>
        <p:cNvPr id="1" name=""/>
        <p:cNvGrpSpPr/>
        <p:nvPr/>
      </p:nvGrpSpPr>
      <p:grpSpPr>
        <a:xfrm>
          <a:off x="0" y="0"/>
          <a:ext cx="0" cy="0"/>
          <a:chOff x="0" y="0"/>
          <a:chExt cx="0" cy="0"/>
        </a:xfrm>
      </p:grpSpPr>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s-MX"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Marcador de posición de texto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n-US" noProof="0"/>
              <a:t>Click to edit Master text styles</a:t>
            </a:r>
          </a:p>
        </p:txBody>
      </p:sp>
      <p:grpSp>
        <p:nvGrpSpPr>
          <p:cNvPr id="15" name="Grupo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orma libre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7" name="Forma libre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8" name="Forma libre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4" name="Marcador de posición de texto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1" name="Marcador de posición de texto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2" name="Marcador de posición de texto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3" name="Marcador de posición de texto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4" name="Marcador de posición de texto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5" name="Marcador de posición de texto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6" name="Marcador de posición de texto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7" name="Marcador de posición de texto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8" name="Marcador de posición de texto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 name="Marcador de fecha 1">
            <a:extLst>
              <a:ext uri="{FF2B5EF4-FFF2-40B4-BE49-F238E27FC236}">
                <a16:creationId xmlns:a16="http://schemas.microsoft.com/office/drawing/2014/main" id="{EC45E38A-5516-4C3E-88FC-0DCBD876054B}"/>
              </a:ext>
            </a:extLst>
          </p:cNvPr>
          <p:cNvSpPr>
            <a:spLocks noGrp="1"/>
          </p:cNvSpPr>
          <p:nvPr>
            <p:ph type="dt" sz="half" idx="21"/>
          </p:nvPr>
        </p:nvSpPr>
        <p:spPr>
          <a:xfrm>
            <a:off x="6756044" y="6610349"/>
            <a:ext cx="1562125" cy="247651"/>
          </a:xfrm>
          <a:prstGeom prst="rect">
            <a:avLst/>
          </a:prstGeom>
        </p:spPr>
        <p:txBody>
          <a:bodyPr rtlCol="0"/>
          <a:lstStyle/>
          <a:p>
            <a:pPr rtl="0"/>
            <a:fld id="{CFE3EC8D-01B2-4AEC-ABF0-D7812BDA46DB}" type="datetimeyyyy">
              <a:rPr lang="es-MX" noProof="0" smtClean="0">
                <a:latin typeface="+mn-lt"/>
              </a:rPr>
              <a:t>2025</a:t>
            </a:fld>
            <a:endParaRPr lang="es-MX" noProof="0" dirty="0">
              <a:latin typeface="+mn-lt"/>
            </a:endParaRPr>
          </a:p>
        </p:txBody>
      </p:sp>
      <p:sp>
        <p:nvSpPr>
          <p:cNvPr id="5" name="Marcador de posición de pie de página 4">
            <a:extLst>
              <a:ext uri="{FF2B5EF4-FFF2-40B4-BE49-F238E27FC236}">
                <a16:creationId xmlns:a16="http://schemas.microsoft.com/office/drawing/2014/main" id="{14225273-038D-4F51-A093-83D80104F21A}"/>
              </a:ext>
            </a:extLst>
          </p:cNvPr>
          <p:cNvSpPr>
            <a:spLocks noGrp="1"/>
          </p:cNvSpPr>
          <p:nvPr>
            <p:ph type="ftr" sz="quarter" idx="22"/>
          </p:nvPr>
        </p:nvSpPr>
        <p:spPr>
          <a:xfrm>
            <a:off x="5258715" y="6610349"/>
            <a:ext cx="1497330" cy="247651"/>
          </a:xfrm>
        </p:spPr>
        <p:txBody>
          <a:bodyPr rtlCol="0"/>
          <a:lstStyle/>
          <a:p>
            <a:pPr rtl="0"/>
            <a:r>
              <a:rPr lang="es-MX" noProof="0"/>
              <a:t>OPTIMIZACIÓN DE OPERACIONES</a:t>
            </a:r>
            <a:endParaRPr lang="es-MX" b="0" noProof="0" dirty="0"/>
          </a:p>
        </p:txBody>
      </p:sp>
      <p:sp>
        <p:nvSpPr>
          <p:cNvPr id="6" name="Marcador de posición de número de diapositiva 5">
            <a:extLst>
              <a:ext uri="{FF2B5EF4-FFF2-40B4-BE49-F238E27FC236}">
                <a16:creationId xmlns:a16="http://schemas.microsoft.com/office/drawing/2014/main" id="{C7F24E14-E0E0-44FA-A4AA-FA63A858730C}"/>
              </a:ext>
            </a:extLst>
          </p:cNvPr>
          <p:cNvSpPr>
            <a:spLocks noGrp="1"/>
          </p:cNvSpPr>
          <p:nvPr>
            <p:ph type="sldNum" sz="quarter" idx="23"/>
          </p:nvPr>
        </p:nvSpPr>
        <p:spPr>
          <a:xfrm>
            <a:off x="4735475" y="6610349"/>
            <a:ext cx="523240" cy="247651"/>
          </a:xfrm>
        </p:spPr>
        <p:txBody>
          <a:bodyPr rtlCol="0"/>
          <a:lstStyle/>
          <a:p>
            <a:pPr rtl="0"/>
            <a:fld id="{294A09A9-5501-47C1-A89A-A340965A2BE2}" type="slidenum">
              <a:rPr lang="es-MX" noProof="0" smtClean="0"/>
              <a:pPr rtl="0"/>
              <a:t>‹#›</a:t>
            </a:fld>
            <a:endParaRPr lang="es-MX" noProof="0" dirty="0"/>
          </a:p>
        </p:txBody>
      </p:sp>
    </p:spTree>
    <p:extLst>
      <p:ext uri="{BB962C8B-B14F-4D97-AF65-F5344CB8AC3E}">
        <p14:creationId xmlns:p14="http://schemas.microsoft.com/office/powerpoint/2010/main" val="306013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racias">
    <p:bg>
      <p:bgPr>
        <a:solidFill>
          <a:schemeClr val="tx1"/>
        </a:solidFill>
        <a:effectLst/>
      </p:bgPr>
    </p:bg>
    <p:spTree>
      <p:nvGrpSpPr>
        <p:cNvPr id="1" name=""/>
        <p:cNvGrpSpPr/>
        <p:nvPr/>
      </p:nvGrpSpPr>
      <p:grpSpPr>
        <a:xfrm>
          <a:off x="0" y="0"/>
          <a:ext cx="0" cy="0"/>
          <a:chOff x="0" y="0"/>
          <a:chExt cx="0" cy="0"/>
        </a:xfrm>
      </p:grpSpPr>
      <p:sp>
        <p:nvSpPr>
          <p:cNvPr id="16" name="Marcador de posición de texto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7" name="Subtítulo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s-MX" noProof="0" dirty="0"/>
          </a:p>
        </p:txBody>
      </p:sp>
      <p:sp>
        <p:nvSpPr>
          <p:cNvPr id="26" name="Título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s-MX" noProof="0" dirty="0"/>
          </a:p>
        </p:txBody>
      </p:sp>
      <p:cxnSp>
        <p:nvCxnSpPr>
          <p:cNvPr id="27" name="Conector recto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Marcador de posición de imagen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n-US" noProof="0"/>
              <a:t>Click icon to add picture</a:t>
            </a:r>
            <a:endParaRPr lang="es-MX" noProof="0" dirty="0"/>
          </a:p>
        </p:txBody>
      </p:sp>
      <p:grpSp>
        <p:nvGrpSpPr>
          <p:cNvPr id="30" name="Grupo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orma libre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2" name="Forma libre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3" name="Forma libre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2" name="Marcador de posición de fecha 3">
            <a:extLst>
              <a:ext uri="{FF2B5EF4-FFF2-40B4-BE49-F238E27FC236}">
                <a16:creationId xmlns:a16="http://schemas.microsoft.com/office/drawing/2014/main" id="{B8E7A9BD-F162-7384-3111-26CE7D4945AF}"/>
              </a:ext>
            </a:extLst>
          </p:cNvPr>
          <p:cNvSpPr>
            <a:spLocks noGrp="1"/>
          </p:cNvSpPr>
          <p:nvPr>
            <p:ph type="dt" sz="half" idx="2"/>
          </p:nvPr>
        </p:nvSpPr>
        <p:spPr>
          <a:xfrm>
            <a:off x="6725272" y="6610349"/>
            <a:ext cx="1562125"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3A46D4A6-4781-4A63-977A-75931475B334}" type="datetimeyyyy">
              <a:rPr lang="es-MX" noProof="0" smtClean="0">
                <a:latin typeface="+mn-lt"/>
              </a:rPr>
              <a:t>2025</a:t>
            </a:fld>
            <a:endParaRPr lang="es-MX" noProof="0" dirty="0">
              <a:latin typeface="+mn-lt"/>
            </a:endParaRPr>
          </a:p>
        </p:txBody>
      </p:sp>
      <p:sp>
        <p:nvSpPr>
          <p:cNvPr id="3" name="Marcador de posición de pie de página 4">
            <a:extLst>
              <a:ext uri="{FF2B5EF4-FFF2-40B4-BE49-F238E27FC236}">
                <a16:creationId xmlns:a16="http://schemas.microsoft.com/office/drawing/2014/main" id="{D3659ACD-AA93-F09D-1EA3-C961DA2E29D5}"/>
              </a:ext>
            </a:extLst>
          </p:cNvPr>
          <p:cNvSpPr>
            <a:spLocks noGrp="1"/>
          </p:cNvSpPr>
          <p:nvPr>
            <p:ph type="ftr" sz="quarter" idx="3"/>
          </p:nvPr>
        </p:nvSpPr>
        <p:spPr>
          <a:xfrm>
            <a:off x="5227943" y="6610349"/>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rtl="0"/>
            <a:r>
              <a:rPr lang="es-MX" noProof="0"/>
              <a:t>OPTIMIZACIÓN DE OPERACIONES</a:t>
            </a:r>
            <a:endParaRPr lang="es-MX" b="0" noProof="0" dirty="0"/>
          </a:p>
        </p:txBody>
      </p:sp>
      <p:sp>
        <p:nvSpPr>
          <p:cNvPr id="4" name="Marcador de posición de número de diapositiva 5">
            <a:extLst>
              <a:ext uri="{FF2B5EF4-FFF2-40B4-BE49-F238E27FC236}">
                <a16:creationId xmlns:a16="http://schemas.microsoft.com/office/drawing/2014/main" id="{61A49C7E-58DD-E07A-BB14-2F2606BA9D67}"/>
              </a:ext>
            </a:extLst>
          </p:cNvPr>
          <p:cNvSpPr>
            <a:spLocks noGrp="1"/>
          </p:cNvSpPr>
          <p:nvPr>
            <p:ph type="sldNum" sz="quarter" idx="4"/>
          </p:nvPr>
        </p:nvSpPr>
        <p:spPr>
          <a:xfrm>
            <a:off x="4704703" y="6610349"/>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999130720"/>
      </p:ext>
    </p:extLst>
  </p:cSld>
  <p:clrMapOvr>
    <a:masterClrMapping/>
  </p:clrMapOvr>
  <p:extLst>
    <p:ext uri="{DCECCB84-F9BA-43D5-87BE-67443E8EF086}">
      <p15:sldGuideLst xmlns:p15="http://schemas.microsoft.com/office/powerpoint/2012/main">
        <p15:guide id="1" pos="60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cSld name="3_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F8C642-49FB-4E16-A3A0-B2ACBEABFFD6}"/>
              </a:ext>
            </a:extLst>
          </p:cNvPr>
          <p:cNvSpPr>
            <a:spLocks noGrp="1"/>
          </p:cNvSpPr>
          <p:nvPr>
            <p:ph type="title"/>
          </p:nvPr>
        </p:nvSpPr>
        <p:spPr/>
        <p:txBody>
          <a:bodyPr rtlCol="0"/>
          <a:lstStyle/>
          <a:p>
            <a:pPr rtl="0"/>
            <a:r>
              <a:rPr lang="en-US" noProof="0"/>
              <a:t>Click to edit Master title style</a:t>
            </a:r>
            <a:endParaRPr lang="es-MX" noProof="0"/>
          </a:p>
        </p:txBody>
      </p:sp>
      <p:sp>
        <p:nvSpPr>
          <p:cNvPr id="6" name="Marcador de posición de pie de página 4">
            <a:extLst>
              <a:ext uri="{FF2B5EF4-FFF2-40B4-BE49-F238E27FC236}">
                <a16:creationId xmlns:a16="http://schemas.microsoft.com/office/drawing/2014/main" id="{D2277398-E71C-9E18-6FA2-AF0656698E4B}"/>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dirty="0"/>
              <a:t>OPTIMIZACIÓN DE OPERACIONES</a:t>
            </a:r>
          </a:p>
        </p:txBody>
      </p:sp>
      <p:sp>
        <p:nvSpPr>
          <p:cNvPr id="7" name="Marcador de posición de número de diapositiva 5">
            <a:extLst>
              <a:ext uri="{FF2B5EF4-FFF2-40B4-BE49-F238E27FC236}">
                <a16:creationId xmlns:a16="http://schemas.microsoft.com/office/drawing/2014/main" id="{B84FCA9A-3098-8020-E608-4F4F97405E44}"/>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41612545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MX"/>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p:cNvSpPr>
            <a:spLocks noGrp="1"/>
          </p:cNvSpPr>
          <p:nvPr>
            <p:ph type="dt" sz="half" idx="10"/>
          </p:nvPr>
        </p:nvSpPr>
        <p:spPr/>
        <p:txBody>
          <a:bodyPr/>
          <a:lstStyle/>
          <a:p>
            <a:fld id="{1A67FF27-B2EC-4B2E-A7D4-63B98B806A4B}" type="datetimeFigureOut">
              <a:rPr lang="es-MX" smtClean="0"/>
              <a:t>17/02/2025</a:t>
            </a:fld>
            <a:endParaRPr lang="es-MX"/>
          </a:p>
        </p:txBody>
      </p:sp>
      <p:sp>
        <p:nvSpPr>
          <p:cNvPr id="6" name="Slide Number Placeholder 5"/>
          <p:cNvSpPr>
            <a:spLocks noGrp="1"/>
          </p:cNvSpPr>
          <p:nvPr>
            <p:ph type="sldNum" sz="quarter" idx="12"/>
          </p:nvPr>
        </p:nvSpPr>
        <p:spPr/>
        <p:txBody>
          <a:bodyPr/>
          <a:lstStyle/>
          <a:p>
            <a:fld id="{D767A434-1087-4743-82F7-303C38535FD6}" type="slidenum">
              <a:rPr lang="es-MX" smtClean="0"/>
              <a:t>‹#›</a:t>
            </a:fld>
            <a:endParaRPr lang="es-MX"/>
          </a:p>
        </p:txBody>
      </p:sp>
      <p:grpSp>
        <p:nvGrpSpPr>
          <p:cNvPr id="7" name="Grupo 23">
            <a:extLst>
              <a:ext uri="{FF2B5EF4-FFF2-40B4-BE49-F238E27FC236}">
                <a16:creationId xmlns:a16="http://schemas.microsoft.com/office/drawing/2014/main" id="{C1F00275-95D8-478D-0444-76E6774679F8}"/>
              </a:ext>
            </a:extLst>
          </p:cNvPr>
          <p:cNvGrpSpPr>
            <a:grpSpLocks/>
          </p:cNvGrpSpPr>
          <p:nvPr userDrawn="1"/>
        </p:nvGrpSpPr>
        <p:grpSpPr bwMode="auto">
          <a:xfrm rot="16200000" flipV="1">
            <a:off x="0" y="3900132"/>
            <a:ext cx="2959226" cy="2959226"/>
            <a:chOff x="0" y="12289"/>
            <a:chExt cx="3550" cy="3551"/>
          </a:xfrm>
        </p:grpSpPr>
        <p:sp>
          <p:nvSpPr>
            <p:cNvPr id="8" name="Forma libre 24">
              <a:extLst>
                <a:ext uri="{FF2B5EF4-FFF2-40B4-BE49-F238E27FC236}">
                  <a16:creationId xmlns:a16="http://schemas.microsoft.com/office/drawing/2014/main" id="{D6ADBB8B-B0AC-77AB-CAD5-8122A2D0203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9" name="Forma libre 25">
              <a:extLst>
                <a:ext uri="{FF2B5EF4-FFF2-40B4-BE49-F238E27FC236}">
                  <a16:creationId xmlns:a16="http://schemas.microsoft.com/office/drawing/2014/main" id="{8B1F3EE8-CD52-0EB1-58BA-1BF7D2360D2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0" name="Forma libre 26">
              <a:extLst>
                <a:ext uri="{FF2B5EF4-FFF2-40B4-BE49-F238E27FC236}">
                  <a16:creationId xmlns:a16="http://schemas.microsoft.com/office/drawing/2014/main" id="{9283A563-A54C-4361-DCAA-A30BB2F1B0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1" name="Marcador de posición de pie de página 4">
            <a:extLst>
              <a:ext uri="{FF2B5EF4-FFF2-40B4-BE49-F238E27FC236}">
                <a16:creationId xmlns:a16="http://schemas.microsoft.com/office/drawing/2014/main" id="{82F87A99-FFCE-937F-E5D9-469A181B58E5}"/>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dirty="0"/>
              <a:t>OPTIMIZACIÓN DE OPERACIONES</a:t>
            </a:r>
          </a:p>
        </p:txBody>
      </p:sp>
    </p:spTree>
    <p:extLst>
      <p:ext uri="{BB962C8B-B14F-4D97-AF65-F5344CB8AC3E}">
        <p14:creationId xmlns:p14="http://schemas.microsoft.com/office/powerpoint/2010/main" val="37034248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posición de texto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s-MX" noProof="0" dirty="0"/>
              <a:t>Haz clic para modificar el estilo de título del patrón</a:t>
            </a:r>
          </a:p>
        </p:txBody>
      </p:sp>
      <p:sp>
        <p:nvSpPr>
          <p:cNvPr id="31" name="Marcador de posición de pie de página 4">
            <a:extLst>
              <a:ext uri="{FF2B5EF4-FFF2-40B4-BE49-F238E27FC236}">
                <a16:creationId xmlns:a16="http://schemas.microsoft.com/office/drawing/2014/main" id="{C9955F1C-C0B1-BA44-8905-6991FA0D1EF3}"/>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32" name="Marcador de posición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11668760" y="6602243"/>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
        <p:nvSpPr>
          <p:cNvPr id="4" name="Marcador de posición de fecha 3">
            <a:extLst>
              <a:ext uri="{FF2B5EF4-FFF2-40B4-BE49-F238E27FC236}">
                <a16:creationId xmlns:a16="http://schemas.microsoft.com/office/drawing/2014/main" id="{8AC6FE46-170E-0F6C-06F0-D7F69117A30F}"/>
              </a:ext>
            </a:extLst>
          </p:cNvPr>
          <p:cNvSpPr txBox="1">
            <a:spLocks/>
          </p:cNvSpPr>
          <p:nvPr userDrawn="1"/>
        </p:nvSpPr>
        <p:spPr>
          <a:xfrm rot="16200000">
            <a:off x="11304868" y="3812442"/>
            <a:ext cx="1562125" cy="247651"/>
          </a:xfrm>
          <a:prstGeom prst="rect">
            <a:avLst/>
          </a:prstGeom>
        </p:spPr>
        <p:txBody>
          <a:bodyPr vert="horz" lIns="0" tIns="0" rIns="0" bIns="0" rtlCol="0" anchor="t" anchorCtr="0"/>
          <a:lstStyle>
            <a:defPPr rtl="0">
              <a:defRPr lang="es-mx"/>
            </a:defPPr>
            <a:lvl1pPr marL="0" algn="l" defTabSz="914400" rtl="0" eaLnBrk="1" latinLnBrk="0" hangingPunct="1">
              <a:defRPr sz="1100" b="0" i="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sz="1000" dirty="0">
                <a:solidFill>
                  <a:schemeClr val="tx1">
                    <a:lumMod val="50000"/>
                  </a:schemeClr>
                </a:solidFill>
              </a:rPr>
              <a:t>Jenny Díaz Ramírez  PhD</a:t>
            </a:r>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59" r:id="rId1"/>
    <p:sldLayoutId id="2147483693" r:id="rId2"/>
    <p:sldLayoutId id="2147483671" r:id="rId3"/>
    <p:sldLayoutId id="2147483672" r:id="rId4"/>
    <p:sldLayoutId id="2147483673" r:id="rId5"/>
    <p:sldLayoutId id="2147483684" r:id="rId6"/>
    <p:sldLayoutId id="2147483675" r:id="rId7"/>
    <p:sldLayoutId id="2147483698" r:id="rId8"/>
    <p:sldLayoutId id="2147483676" r:id="rId9"/>
    <p:sldLayoutId id="2147483677" r:id="rId10"/>
    <p:sldLayoutId id="2147483685" r:id="rId11"/>
    <p:sldLayoutId id="2147483688" r:id="rId12"/>
    <p:sldLayoutId id="2147483692" r:id="rId13"/>
    <p:sldLayoutId id="2147483682" r:id="rId14"/>
    <p:sldLayoutId id="2147483697" r:id="rId15"/>
    <p:sldLayoutId id="2147483699" r:id="rId16"/>
  </p:sldLayoutIdLst>
  <p:hf hdr="0"/>
  <p:txStyles>
    <p:titleStyle>
      <a:lvl1pPr algn="l" defTabSz="914400" rtl="0" eaLnBrk="1" latinLnBrk="0" hangingPunct="1">
        <a:lnSpc>
          <a:spcPct val="90000"/>
        </a:lnSpc>
        <a:spcBef>
          <a:spcPct val="0"/>
        </a:spcBef>
        <a:buNone/>
        <a:defRPr sz="4000" b="0" i="0" kern="1200" spc="100" baseline="0">
          <a:solidFill>
            <a:schemeClr val="bg1"/>
          </a:solidFill>
          <a:latin typeface="Aptos Black" panose="020B00040202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3.png"/><Relationship Id="rId1" Type="http://schemas.openxmlformats.org/officeDocument/2006/relationships/slideLayout" Target="../slideLayouts/slideLayout11.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3E168C-8042-5B4E-A5A4-A5BF693AE2D6}"/>
              </a:ext>
            </a:extLst>
          </p:cNvPr>
          <p:cNvSpPr>
            <a:spLocks noGrp="1"/>
          </p:cNvSpPr>
          <p:nvPr>
            <p:ph type="ctrTitle"/>
          </p:nvPr>
        </p:nvSpPr>
        <p:spPr>
          <a:xfrm>
            <a:off x="4831976" y="1483744"/>
            <a:ext cx="6320118" cy="2146458"/>
          </a:xfrm>
        </p:spPr>
        <p:txBody>
          <a:bodyPr rtlCol="0"/>
          <a:lstStyle/>
          <a:p>
            <a:pPr rtl="0"/>
            <a:r>
              <a:rPr lang="es-MX" sz="4000" dirty="0">
                <a:latin typeface="Abadi" panose="020B0604020104020204" pitchFamily="34" charset="0"/>
              </a:rPr>
              <a:t>Solución de un Problema de Programación Lineal</a:t>
            </a:r>
          </a:p>
        </p:txBody>
      </p:sp>
      <p:sp>
        <p:nvSpPr>
          <p:cNvPr id="3" name="Marcador de posición de texto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rtlCol="0"/>
          <a:lstStyle/>
          <a:p>
            <a:pPr rtl="0"/>
            <a:r>
              <a:rPr lang="es-MX" dirty="0">
                <a:latin typeface="+mj-lt"/>
              </a:rPr>
              <a:t>Profesor </a:t>
            </a:r>
            <a:r>
              <a:rPr lang="es-MX" dirty="0" err="1">
                <a:latin typeface="+mj-lt"/>
              </a:rPr>
              <a:t>name</a:t>
            </a:r>
            <a:endParaRPr lang="es-MX" dirty="0">
              <a:latin typeface="+mj-lt"/>
            </a:endParaRPr>
          </a:p>
          <a:p>
            <a:pPr rtl="0"/>
            <a:r>
              <a:rPr lang="es-MX" dirty="0">
                <a:latin typeface="+mj-lt"/>
              </a:rPr>
              <a:t>Optimización de Procesos Industriales</a:t>
            </a:r>
          </a:p>
          <a:p>
            <a:pPr rtl="0"/>
            <a:r>
              <a:rPr lang="es-MX" dirty="0">
                <a:latin typeface="+mj-lt"/>
              </a:rPr>
              <a:t>Escuela de Ingeniería y Ciencias</a:t>
            </a:r>
          </a:p>
          <a:p>
            <a:pPr rtl="0"/>
            <a:r>
              <a:rPr lang="es-MX" dirty="0">
                <a:latin typeface="+mj-lt"/>
              </a:rPr>
              <a:t>Tecnológico de Monterrey</a:t>
            </a:r>
            <a:endParaRPr lang="es-MX" dirty="0"/>
          </a:p>
          <a:p>
            <a:pPr rtl="0"/>
            <a:endParaRPr lang="es-MX" dirty="0"/>
          </a:p>
        </p:txBody>
      </p:sp>
      <p:pic>
        <p:nvPicPr>
          <p:cNvPr id="1026" name="Picture 2" descr="ITESM + Tec de Monterrey Artwork – javier arturo rodríguez">
            <a:extLst>
              <a:ext uri="{FF2B5EF4-FFF2-40B4-BE49-F238E27FC236}">
                <a16:creationId xmlns:a16="http://schemas.microsoft.com/office/drawing/2014/main" id="{81EE2347-21B2-2241-0047-FCE86C38F3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166" y="218795"/>
            <a:ext cx="1693319" cy="444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095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err="1"/>
              <a:t>Métodos</a:t>
            </a:r>
            <a:r>
              <a:rPr lang="en-US" dirty="0"/>
              <a:t> de </a:t>
            </a:r>
            <a:r>
              <a:rPr lang="en-US" dirty="0" err="1"/>
              <a:t>Solución</a:t>
            </a:r>
            <a:r>
              <a:rPr lang="en-US" dirty="0"/>
              <a:t> - </a:t>
            </a:r>
            <a:r>
              <a:rPr lang="en-US" dirty="0" err="1"/>
              <a:t>Contenido</a:t>
            </a:r>
            <a:endParaRPr lang="en-US" dirty="0"/>
          </a:p>
        </p:txBody>
      </p:sp>
      <p:sp>
        <p:nvSpPr>
          <p:cNvPr id="7" name="Oval 6">
            <a:extLst>
              <a:ext uri="{FF2B5EF4-FFF2-40B4-BE49-F238E27FC236}">
                <a16:creationId xmlns:a16="http://schemas.microsoft.com/office/drawing/2014/main" id="{49864FD5-32DF-02F9-8CCC-13D4E3F68FDB}"/>
              </a:ext>
            </a:extLst>
          </p:cNvPr>
          <p:cNvSpPr/>
          <p:nvPr/>
        </p:nvSpPr>
        <p:spPr>
          <a:xfrm>
            <a:off x="3541486" y="1690688"/>
            <a:ext cx="1652814" cy="369025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Diagrama 4"/>
          <p:cNvGraphicFramePr/>
          <p:nvPr>
            <p:extLst>
              <p:ext uri="{D42A27DB-BD31-4B8C-83A1-F6EECF244321}">
                <p14:modId xmlns:p14="http://schemas.microsoft.com/office/powerpoint/2010/main" val="290216723"/>
              </p:ext>
            </p:extLst>
          </p:nvPr>
        </p:nvGraphicFramePr>
        <p:xfrm>
          <a:off x="2020469" y="1622612"/>
          <a:ext cx="7921389" cy="39444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Date Placeholder 2">
            <a:extLst>
              <a:ext uri="{FF2B5EF4-FFF2-40B4-BE49-F238E27FC236}">
                <a16:creationId xmlns:a16="http://schemas.microsoft.com/office/drawing/2014/main" id="{DEBBE39C-06CC-42B9-6A07-60E6A7446F49}"/>
              </a:ext>
            </a:extLst>
          </p:cNvPr>
          <p:cNvSpPr>
            <a:spLocks noGrp="1"/>
          </p:cNvSpPr>
          <p:nvPr>
            <p:ph type="dt" sz="half" idx="4294967295"/>
          </p:nvPr>
        </p:nvSpPr>
        <p:spPr>
          <a:xfrm>
            <a:off x="6745412" y="6492875"/>
            <a:ext cx="1562125" cy="247651"/>
          </a:xfrm>
          <a:prstGeom prst="rect">
            <a:avLst/>
          </a:prstGeom>
        </p:spPr>
        <p:txBody>
          <a:bodyPr/>
          <a:lstStyle/>
          <a:p>
            <a:pPr rtl="0"/>
            <a:fld id="{2C2668D5-CBFD-4351-8443-9E1705BAED96}" type="datetimeyyyy">
              <a:rPr lang="es-MX" noProof="0" smtClean="0"/>
              <a:t>2025</a:t>
            </a:fld>
            <a:endParaRPr lang="es-MX" noProof="0" dirty="0"/>
          </a:p>
        </p:txBody>
      </p:sp>
      <p:sp>
        <p:nvSpPr>
          <p:cNvPr id="4" name="Footer Placeholder 3">
            <a:extLst>
              <a:ext uri="{FF2B5EF4-FFF2-40B4-BE49-F238E27FC236}">
                <a16:creationId xmlns:a16="http://schemas.microsoft.com/office/drawing/2014/main" id="{BA449457-6A62-C110-0EAA-52AACAF1A038}"/>
              </a:ext>
            </a:extLst>
          </p:cNvPr>
          <p:cNvSpPr>
            <a:spLocks noGrp="1"/>
          </p:cNvSpPr>
          <p:nvPr>
            <p:ph type="ftr" sz="quarter" idx="3"/>
          </p:nvPr>
        </p:nvSpPr>
        <p:spPr>
          <a:xfrm>
            <a:off x="4773917" y="6610349"/>
            <a:ext cx="2644166" cy="247651"/>
          </a:xfrm>
        </p:spPr>
        <p:txBody>
          <a:bodyPr/>
          <a:lstStyle/>
          <a:p>
            <a:pPr rtl="0"/>
            <a:r>
              <a:rPr lang="es-MX" noProof="0"/>
              <a:t>OPTIMIZACIÓN DE OPERACIONES</a:t>
            </a:r>
          </a:p>
        </p:txBody>
      </p:sp>
      <p:sp>
        <p:nvSpPr>
          <p:cNvPr id="6" name="Slide Number Placeholder 5">
            <a:extLst>
              <a:ext uri="{FF2B5EF4-FFF2-40B4-BE49-F238E27FC236}">
                <a16:creationId xmlns:a16="http://schemas.microsoft.com/office/drawing/2014/main" id="{FEF019A9-68C9-543E-958B-21AED095E878}"/>
              </a:ext>
            </a:extLst>
          </p:cNvPr>
          <p:cNvSpPr>
            <a:spLocks noGrp="1"/>
          </p:cNvSpPr>
          <p:nvPr>
            <p:ph type="sldNum" sz="quarter" idx="4"/>
          </p:nvPr>
        </p:nvSpPr>
        <p:spPr>
          <a:xfrm>
            <a:off x="11668760" y="6602243"/>
            <a:ext cx="523240" cy="247651"/>
          </a:xfrm>
        </p:spPr>
        <p:txBody>
          <a:bodyPr/>
          <a:lstStyle/>
          <a:p>
            <a:pPr rtl="0"/>
            <a:fld id="{B5CEABB6-07DC-46E8-9B57-56EC44A396E5}" type="slidenum">
              <a:rPr lang="es-MX" noProof="0" smtClean="0"/>
              <a:t>2</a:t>
            </a:fld>
            <a:endParaRPr lang="es-MX" noProof="0"/>
          </a:p>
        </p:txBody>
      </p:sp>
    </p:spTree>
    <p:extLst>
      <p:ext uri="{BB962C8B-B14F-4D97-AF65-F5344CB8AC3E}">
        <p14:creationId xmlns:p14="http://schemas.microsoft.com/office/powerpoint/2010/main" val="529042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LP </a:t>
            </a:r>
            <a:r>
              <a:rPr lang="es-MX" dirty="0" err="1"/>
              <a:t>Concepts</a:t>
            </a:r>
            <a:endParaRPr lang="es-MX" dirty="0"/>
          </a:p>
        </p:txBody>
      </p:sp>
      <p:sp>
        <p:nvSpPr>
          <p:cNvPr id="3" name="2 Marcador de contenido"/>
          <p:cNvSpPr>
            <a:spLocks noGrp="1"/>
          </p:cNvSpPr>
          <p:nvPr>
            <p:ph idx="1"/>
          </p:nvPr>
        </p:nvSpPr>
        <p:spPr>
          <a:xfrm>
            <a:off x="3325906" y="1825625"/>
            <a:ext cx="8027894" cy="4351338"/>
          </a:xfrm>
        </p:spPr>
        <p:txBody>
          <a:bodyPr>
            <a:normAutofit fontScale="55000" lnSpcReduction="20000"/>
          </a:bodyPr>
          <a:lstStyle/>
          <a:p>
            <a:r>
              <a:rPr lang="es-MX" sz="3360" i="1" dirty="0">
                <a:solidFill>
                  <a:srgbClr val="0070C0"/>
                </a:solidFill>
              </a:rPr>
              <a:t>Solución factible:</a:t>
            </a:r>
          </a:p>
          <a:p>
            <a:pPr>
              <a:buNone/>
            </a:pPr>
            <a:r>
              <a:rPr lang="es-MX" sz="3360" dirty="0"/>
              <a:t>	Vector que satisface todas las restricciones</a:t>
            </a:r>
          </a:p>
          <a:p>
            <a:pPr>
              <a:buNone/>
            </a:pPr>
            <a:endParaRPr lang="es-MX" sz="3360" i="1" dirty="0">
              <a:solidFill>
                <a:srgbClr val="0070C0"/>
              </a:solidFill>
            </a:endParaRPr>
          </a:p>
          <a:p>
            <a:r>
              <a:rPr lang="es-MX" sz="3360" i="1" dirty="0">
                <a:solidFill>
                  <a:srgbClr val="0070C0"/>
                </a:solidFill>
              </a:rPr>
              <a:t>Espacio de solución (región factible)</a:t>
            </a:r>
          </a:p>
          <a:p>
            <a:pPr>
              <a:buNone/>
            </a:pPr>
            <a:r>
              <a:rPr lang="es-MX" sz="3360" dirty="0"/>
              <a:t>	Conjunto de TODAS las soluciones factibles</a:t>
            </a:r>
          </a:p>
          <a:p>
            <a:pPr>
              <a:buNone/>
            </a:pPr>
            <a:endParaRPr lang="es-MX" sz="3360" dirty="0"/>
          </a:p>
          <a:p>
            <a:r>
              <a:rPr lang="es-MX" sz="3360" dirty="0"/>
              <a:t>Si un PPL tiene una solución, una solución óptima se puede encontrar en un vértice de la región factible</a:t>
            </a:r>
          </a:p>
          <a:p>
            <a:endParaRPr lang="es-MX" sz="3360" dirty="0"/>
          </a:p>
          <a:p>
            <a:r>
              <a:rPr lang="es-MX" sz="3360" dirty="0">
                <a:solidFill>
                  <a:srgbClr val="0070C0"/>
                </a:solidFill>
              </a:rPr>
              <a:t>Vértice == Solución básica factible </a:t>
            </a:r>
            <a:r>
              <a:rPr lang="es-MX" sz="3360" dirty="0"/>
              <a:t>(BFS: por sus siglas en inglés)</a:t>
            </a:r>
          </a:p>
          <a:p>
            <a:endParaRPr lang="es-MX" sz="3360" dirty="0">
              <a:solidFill>
                <a:srgbClr val="0070C0"/>
              </a:solidFill>
            </a:endParaRPr>
          </a:p>
          <a:p>
            <a:r>
              <a:rPr lang="es-MX" sz="3360" i="1" dirty="0">
                <a:solidFill>
                  <a:srgbClr val="0070C0"/>
                </a:solidFill>
              </a:rPr>
              <a:t>Solución degenerada:</a:t>
            </a:r>
          </a:p>
          <a:p>
            <a:pPr>
              <a:buNone/>
            </a:pPr>
            <a:r>
              <a:rPr lang="es-MX" sz="3360" dirty="0"/>
              <a:t>	Vértice formado por más de </a:t>
            </a:r>
            <a:r>
              <a:rPr lang="es-MX" sz="3360" dirty="0">
                <a:solidFill>
                  <a:srgbClr val="C00000"/>
                </a:solidFill>
              </a:rPr>
              <a:t>n</a:t>
            </a:r>
            <a:r>
              <a:rPr lang="es-MX" sz="3360" dirty="0"/>
              <a:t> </a:t>
            </a:r>
            <a:r>
              <a:rPr lang="es-MX" sz="3360" i="1" u="sng" dirty="0"/>
              <a:t>límites de restricciones</a:t>
            </a:r>
            <a:r>
              <a:rPr lang="es-MX" sz="3360" dirty="0"/>
              <a:t>.</a:t>
            </a:r>
          </a:p>
          <a:p>
            <a:pPr>
              <a:buNone/>
            </a:pPr>
            <a:r>
              <a:rPr lang="es-MX" sz="3360" dirty="0"/>
              <a:t>	</a:t>
            </a:r>
            <a:r>
              <a:rPr lang="es-MX" sz="3360" dirty="0">
                <a:solidFill>
                  <a:srgbClr val="C00000"/>
                </a:solidFill>
              </a:rPr>
              <a:t>n</a:t>
            </a:r>
            <a:r>
              <a:rPr lang="es-MX" sz="3360" dirty="0"/>
              <a:t>= dimensión del espacio de solución.</a:t>
            </a:r>
          </a:p>
        </p:txBody>
      </p:sp>
      <p:sp>
        <p:nvSpPr>
          <p:cNvPr id="5" name="4 Marcador de número de diapositiva"/>
          <p:cNvSpPr>
            <a:spLocks noGrp="1"/>
          </p:cNvSpPr>
          <p:nvPr>
            <p:ph type="sldNum" sz="quarter" idx="12"/>
          </p:nvPr>
        </p:nvSpPr>
        <p:spPr/>
        <p:txBody>
          <a:bodyPr/>
          <a:lstStyle/>
          <a:p>
            <a:fld id="{6FFA54E1-8A5A-492B-8D87-772C5A9980B5}" type="slidenum">
              <a:rPr lang="es-ES" smtClean="0"/>
              <a:pPr/>
              <a:t>3</a:t>
            </a:fld>
            <a:endParaRPr lang="es-E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3">
                                            <p:txEl>
                                              <p:pRg st="11" end="11"/>
                                            </p:txEl>
                                          </p:spTgt>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grpId="0" nodeType="after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dirty="0"/>
              <a:t>Conceptos de Programación Lineal</a:t>
            </a:r>
            <a:endParaRPr lang="es-ES" dirty="0"/>
          </a:p>
        </p:txBody>
      </p:sp>
      <p:sp>
        <p:nvSpPr>
          <p:cNvPr id="3" name="2 Marcador de contenido"/>
          <p:cNvSpPr>
            <a:spLocks noGrp="1"/>
          </p:cNvSpPr>
          <p:nvPr>
            <p:ph idx="1"/>
          </p:nvPr>
        </p:nvSpPr>
        <p:spPr>
          <a:xfrm>
            <a:off x="3272118" y="1825625"/>
            <a:ext cx="8081682" cy="4351338"/>
          </a:xfrm>
        </p:spPr>
        <p:txBody>
          <a:bodyPr>
            <a:normAutofit fontScale="92500" lnSpcReduction="10000"/>
          </a:bodyPr>
          <a:lstStyle/>
          <a:p>
            <a:r>
              <a:rPr lang="es-MX" dirty="0">
                <a:solidFill>
                  <a:srgbClr val="C00000"/>
                </a:solidFill>
              </a:rPr>
              <a:t>Región factible</a:t>
            </a:r>
          </a:p>
          <a:p>
            <a:pPr lvl="1"/>
            <a:r>
              <a:rPr lang="es-MX" dirty="0"/>
              <a:t>Acotada</a:t>
            </a:r>
          </a:p>
          <a:p>
            <a:pPr lvl="1"/>
            <a:r>
              <a:rPr lang="es-MX" dirty="0"/>
              <a:t>No acotada</a:t>
            </a:r>
          </a:p>
          <a:p>
            <a:pPr lvl="1"/>
            <a:endParaRPr lang="es-MX" dirty="0"/>
          </a:p>
          <a:p>
            <a:r>
              <a:rPr lang="es-MX" dirty="0">
                <a:solidFill>
                  <a:srgbClr val="C00000"/>
                </a:solidFill>
              </a:rPr>
              <a:t>Solución de un PPL</a:t>
            </a:r>
          </a:p>
          <a:p>
            <a:pPr lvl="1"/>
            <a:r>
              <a:rPr lang="es-MX" dirty="0"/>
              <a:t>Solución factible</a:t>
            </a:r>
          </a:p>
          <a:p>
            <a:pPr lvl="1"/>
            <a:r>
              <a:rPr lang="es-MX" dirty="0"/>
              <a:t>Soluciones básicas factibles (vértices)</a:t>
            </a:r>
          </a:p>
          <a:p>
            <a:pPr lvl="1"/>
            <a:r>
              <a:rPr lang="es-MX" dirty="0"/>
              <a:t>Solución óptima</a:t>
            </a:r>
          </a:p>
          <a:p>
            <a:pPr lvl="1"/>
            <a:r>
              <a:rPr lang="es-MX" dirty="0"/>
              <a:t>Soluciones óptimas múltiples</a:t>
            </a:r>
          </a:p>
          <a:p>
            <a:pPr lvl="1"/>
            <a:r>
              <a:rPr lang="es-MX" dirty="0"/>
              <a:t>Solución degenerada</a:t>
            </a:r>
          </a:p>
          <a:p>
            <a:pPr lvl="1"/>
            <a:endParaRPr lang="es-MX" dirty="0"/>
          </a:p>
          <a:p>
            <a:r>
              <a:rPr lang="es-MX" dirty="0">
                <a:solidFill>
                  <a:srgbClr val="C00000"/>
                </a:solidFill>
              </a:rPr>
              <a:t>PPL </a:t>
            </a:r>
            <a:r>
              <a:rPr lang="es-MX" dirty="0" err="1">
                <a:solidFill>
                  <a:srgbClr val="C00000"/>
                </a:solidFill>
              </a:rPr>
              <a:t>Infactible</a:t>
            </a:r>
            <a:endParaRPr lang="es-MX" dirty="0">
              <a:solidFill>
                <a:srgbClr val="C00000"/>
              </a:solidFill>
            </a:endParaRPr>
          </a:p>
        </p:txBody>
      </p:sp>
      <p:sp>
        <p:nvSpPr>
          <p:cNvPr id="5" name="4 Marcador de número de diapositiva"/>
          <p:cNvSpPr>
            <a:spLocks noGrp="1"/>
          </p:cNvSpPr>
          <p:nvPr>
            <p:ph type="sldNum" sz="quarter" idx="12"/>
          </p:nvPr>
        </p:nvSpPr>
        <p:spPr/>
        <p:txBody>
          <a:bodyPr/>
          <a:lstStyle/>
          <a:p>
            <a:fld id="{6FFA54E1-8A5A-492B-8D87-772C5A9980B5}" type="slidenum">
              <a:rPr lang="es-ES" smtClean="0"/>
              <a:pPr/>
              <a:t>4</a:t>
            </a:fld>
            <a:endParaRPr lang="es-ES"/>
          </a:p>
        </p:txBody>
      </p:sp>
      <p:sp>
        <p:nvSpPr>
          <p:cNvPr id="4" name="3 Marcador de pie de página"/>
          <p:cNvSpPr>
            <a:spLocks noGrp="1"/>
          </p:cNvSpPr>
          <p:nvPr>
            <p:ph type="ftr" sz="quarter" idx="3"/>
          </p:nvPr>
        </p:nvSpPr>
        <p:spPr/>
        <p:txBody>
          <a:bodyPr/>
          <a:lstStyle/>
          <a:p>
            <a:r>
              <a:rPr lang="es-ES"/>
              <a:t>Jenny Díaz - 2022</a:t>
            </a:r>
            <a:endParaRPr lang="es-E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F166B-DC72-3AFB-116D-D8FB82A921E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688D0B3-E289-E7FA-6673-271E7D47FFE5}"/>
              </a:ext>
            </a:extLst>
          </p:cNvPr>
          <p:cNvSpPr>
            <a:spLocks noGrp="1"/>
          </p:cNvSpPr>
          <p:nvPr>
            <p:ph type="title"/>
          </p:nvPr>
        </p:nvSpPr>
        <p:spPr/>
        <p:txBody>
          <a:bodyPr>
            <a:normAutofit fontScale="90000"/>
          </a:bodyPr>
          <a:lstStyle/>
          <a:p>
            <a:r>
              <a:rPr lang="es-MX" dirty="0"/>
              <a:t>Espacios de solución</a:t>
            </a:r>
          </a:p>
        </p:txBody>
      </p:sp>
      <p:sp>
        <p:nvSpPr>
          <p:cNvPr id="4" name="Text Placeholder 3">
            <a:extLst>
              <a:ext uri="{FF2B5EF4-FFF2-40B4-BE49-F238E27FC236}">
                <a16:creationId xmlns:a16="http://schemas.microsoft.com/office/drawing/2014/main" id="{0FC51D51-6877-15ED-04A2-0D31B74D6ED3}"/>
              </a:ext>
            </a:extLst>
          </p:cNvPr>
          <p:cNvSpPr>
            <a:spLocks noGrp="1"/>
          </p:cNvSpPr>
          <p:nvPr>
            <p:ph type="body" idx="1"/>
          </p:nvPr>
        </p:nvSpPr>
        <p:spPr/>
        <p:txBody>
          <a:bodyPr/>
          <a:lstStyle/>
          <a:p>
            <a:r>
              <a:rPr lang="en-US" dirty="0" err="1"/>
              <a:t>Región</a:t>
            </a:r>
            <a:r>
              <a:rPr lang="en-US" dirty="0"/>
              <a:t> </a:t>
            </a:r>
            <a:r>
              <a:rPr lang="en-US" dirty="0" err="1"/>
              <a:t>factible</a:t>
            </a:r>
            <a:r>
              <a:rPr lang="en-US" dirty="0"/>
              <a:t> </a:t>
            </a:r>
            <a:r>
              <a:rPr lang="en-US" dirty="0" err="1"/>
              <a:t>acotada</a:t>
            </a:r>
            <a:endParaRPr lang="en-US" dirty="0"/>
          </a:p>
        </p:txBody>
      </p:sp>
      <p:sp>
        <p:nvSpPr>
          <p:cNvPr id="5" name="Text Placeholder 4">
            <a:extLst>
              <a:ext uri="{FF2B5EF4-FFF2-40B4-BE49-F238E27FC236}">
                <a16:creationId xmlns:a16="http://schemas.microsoft.com/office/drawing/2014/main" id="{3A74D9C5-5808-182E-E5F1-575210663869}"/>
              </a:ext>
            </a:extLst>
          </p:cNvPr>
          <p:cNvSpPr>
            <a:spLocks noGrp="1"/>
          </p:cNvSpPr>
          <p:nvPr>
            <p:ph type="body" idx="10"/>
          </p:nvPr>
        </p:nvSpPr>
        <p:spPr/>
        <p:txBody>
          <a:bodyPr/>
          <a:lstStyle/>
          <a:p>
            <a:r>
              <a:rPr lang="en-US" dirty="0" err="1"/>
              <a:t>Región</a:t>
            </a:r>
            <a:r>
              <a:rPr lang="en-US" dirty="0"/>
              <a:t> </a:t>
            </a:r>
            <a:r>
              <a:rPr lang="en-US" dirty="0" err="1"/>
              <a:t>factible</a:t>
            </a:r>
            <a:r>
              <a:rPr lang="en-US" dirty="0"/>
              <a:t> no </a:t>
            </a:r>
            <a:r>
              <a:rPr lang="en-US" dirty="0" err="1"/>
              <a:t>acotada</a:t>
            </a:r>
            <a:endParaRPr lang="en-US" dirty="0"/>
          </a:p>
        </p:txBody>
      </p:sp>
      <p:sp>
        <p:nvSpPr>
          <p:cNvPr id="7" name="CuadroTexto 6">
            <a:extLst>
              <a:ext uri="{FF2B5EF4-FFF2-40B4-BE49-F238E27FC236}">
                <a16:creationId xmlns:a16="http://schemas.microsoft.com/office/drawing/2014/main" id="{5A190FB7-8AD3-863F-E4CD-6F8EBB21B6BC}"/>
              </a:ext>
            </a:extLst>
          </p:cNvPr>
          <p:cNvSpPr txBox="1"/>
          <p:nvPr/>
        </p:nvSpPr>
        <p:spPr>
          <a:xfrm>
            <a:off x="1048870" y="4001294"/>
            <a:ext cx="511679" cy="369332"/>
          </a:xfrm>
          <a:prstGeom prst="rect">
            <a:avLst/>
          </a:prstGeom>
          <a:noFill/>
        </p:spPr>
        <p:txBody>
          <a:bodyPr wrap="none" rtlCol="0">
            <a:spAutoFit/>
          </a:bodyPr>
          <a:lstStyle/>
          <a:p>
            <a:r>
              <a:rPr lang="es-MX" b="1" dirty="0">
                <a:solidFill>
                  <a:schemeClr val="tx1">
                    <a:lumMod val="65000"/>
                    <a:lumOff val="35000"/>
                  </a:schemeClr>
                </a:solidFill>
              </a:rPr>
              <a:t>s.a.</a:t>
            </a:r>
          </a:p>
        </p:txBody>
      </p:sp>
      <p:pic>
        <p:nvPicPr>
          <p:cNvPr id="29" name="Imagen 28">
            <a:extLst>
              <a:ext uri="{FF2B5EF4-FFF2-40B4-BE49-F238E27FC236}">
                <a16:creationId xmlns:a16="http://schemas.microsoft.com/office/drawing/2014/main" id="{92148B45-B461-A5FB-27B4-4D77EE2A492D}"/>
              </a:ext>
            </a:extLst>
          </p:cNvPr>
          <p:cNvPicPr>
            <a:picLocks noChangeAspect="1"/>
          </p:cNvPicPr>
          <p:nvPr/>
        </p:nvPicPr>
        <p:blipFill rotWithShape="1">
          <a:blip r:embed="rId2"/>
          <a:srcRect l="19770" t="36436" r="44199" b="9260"/>
          <a:stretch/>
        </p:blipFill>
        <p:spPr>
          <a:xfrm>
            <a:off x="964023" y="2677087"/>
            <a:ext cx="4055122" cy="3301850"/>
          </a:xfrm>
          <a:prstGeom prst="rect">
            <a:avLst/>
          </a:prstGeom>
        </p:spPr>
      </p:pic>
      <p:pic>
        <p:nvPicPr>
          <p:cNvPr id="1026" name="Picture 2" descr="Región factible no acotada, programación lineal">
            <a:extLst>
              <a:ext uri="{FF2B5EF4-FFF2-40B4-BE49-F238E27FC236}">
                <a16:creationId xmlns:a16="http://schemas.microsoft.com/office/drawing/2014/main" id="{A2C4C984-B095-C846-8289-33B77146FA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2700" y="2762378"/>
            <a:ext cx="4132550" cy="3053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3027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MX" dirty="0"/>
              <a:t>Solución no acotada</a:t>
            </a:r>
          </a:p>
        </p:txBody>
      </p:sp>
      <p:sp>
        <p:nvSpPr>
          <p:cNvPr id="11" name="Text Placeholder 10">
            <a:extLst>
              <a:ext uri="{FF2B5EF4-FFF2-40B4-BE49-F238E27FC236}">
                <a16:creationId xmlns:a16="http://schemas.microsoft.com/office/drawing/2014/main" id="{A4F891BB-C67F-BB5D-0F3A-1503A19D6A4E}"/>
              </a:ext>
            </a:extLst>
          </p:cNvPr>
          <p:cNvSpPr>
            <a:spLocks noGrp="1"/>
          </p:cNvSpPr>
          <p:nvPr>
            <p:ph type="body" idx="1"/>
          </p:nvPr>
        </p:nvSpPr>
        <p:spPr/>
        <p:txBody>
          <a:bodyPr/>
          <a:lstStyle/>
          <a:p>
            <a:endParaRPr lang="en-US"/>
          </a:p>
        </p:txBody>
      </p:sp>
      <p:sp>
        <p:nvSpPr>
          <p:cNvPr id="12" name="Text Placeholder 11">
            <a:extLst>
              <a:ext uri="{FF2B5EF4-FFF2-40B4-BE49-F238E27FC236}">
                <a16:creationId xmlns:a16="http://schemas.microsoft.com/office/drawing/2014/main" id="{1F5436D1-DE03-237D-4585-5F49CB4CC068}"/>
              </a:ext>
            </a:extLst>
          </p:cNvPr>
          <p:cNvSpPr>
            <a:spLocks noGrp="1"/>
          </p:cNvSpPr>
          <p:nvPr>
            <p:ph type="body" idx="10"/>
          </p:nvPr>
        </p:nvSpPr>
        <p:spPr/>
        <p:txBody>
          <a:bodyPr/>
          <a:lstStyle/>
          <a:p>
            <a:endParaRPr lang="en-US"/>
          </a:p>
        </p:txBody>
      </p:sp>
      <p:sp>
        <p:nvSpPr>
          <p:cNvPr id="3" name="Marcador de contenido 2"/>
          <p:cNvSpPr>
            <a:spLocks noGrp="1"/>
          </p:cNvSpPr>
          <p:nvPr>
            <p:ph sz="half" idx="2"/>
          </p:nvPr>
        </p:nvSpPr>
        <p:spPr/>
        <p:txBody>
          <a:bodyPr>
            <a:normAutofit fontScale="70000" lnSpcReduction="20000"/>
          </a:bodyPr>
          <a:lstStyle/>
          <a:p>
            <a:pPr algn="just"/>
            <a:r>
              <a:rPr lang="es-ES" sz="1800" dirty="0"/>
              <a:t>En algunos modelos de programación lineal, el espacio de soluciones es </a:t>
            </a:r>
            <a:r>
              <a:rPr lang="es-ES" sz="1800" i="1" dirty="0"/>
              <a:t>no acotado </a:t>
            </a:r>
            <a:r>
              <a:rPr lang="es-ES" sz="1800" dirty="0"/>
              <a:t>en por lo menos una variable, es decir que las variables pueden incrementarse de forma indefinida sin violar ninguna de las restricciones. En este caso el valor objetivo asociado también puede ser no acotado.</a:t>
            </a:r>
          </a:p>
          <a:p>
            <a:pPr algn="just"/>
            <a:r>
              <a:rPr lang="es-ES" sz="1800" dirty="0"/>
              <a:t>Un espacio de soluciones no acotado casi siempre indica que el modelo está mal construido. La irregularidad más probable en tales modelos es que no se han tomado en cuenta algunas restricciones clave. Otra posibilidad es que las estimaciones de los coeficientes de las restricciones quizá no sean precisas.</a:t>
            </a:r>
            <a:endParaRPr lang="es-MX" sz="1800" dirty="0"/>
          </a:p>
        </p:txBody>
      </p:sp>
      <p:pic>
        <p:nvPicPr>
          <p:cNvPr id="4" name="Imagen 3"/>
          <p:cNvPicPr>
            <a:picLocks noChangeAspect="1"/>
          </p:cNvPicPr>
          <p:nvPr/>
        </p:nvPicPr>
        <p:blipFill rotWithShape="1">
          <a:blip r:embed="rId2"/>
          <a:srcRect l="44088" t="40244" r="31482" b="26926"/>
          <a:stretch/>
        </p:blipFill>
        <p:spPr>
          <a:xfrm>
            <a:off x="3434761" y="4741284"/>
            <a:ext cx="2675019" cy="1942138"/>
          </a:xfrm>
          <a:prstGeom prst="rect">
            <a:avLst/>
          </a:prstGeom>
        </p:spPr>
      </p:pic>
      <p:sp>
        <p:nvSpPr>
          <p:cNvPr id="10" name="CuadroTexto 9"/>
          <p:cNvSpPr txBox="1"/>
          <p:nvPr/>
        </p:nvSpPr>
        <p:spPr>
          <a:xfrm>
            <a:off x="9805602" y="4749800"/>
            <a:ext cx="1637098" cy="461665"/>
          </a:xfrm>
          <a:prstGeom prst="rect">
            <a:avLst/>
          </a:prstGeom>
          <a:solidFill>
            <a:schemeClr val="accent4">
              <a:lumMod val="20000"/>
              <a:lumOff val="80000"/>
            </a:schemeClr>
          </a:solidFill>
          <a:ln>
            <a:solidFill>
              <a:schemeClr val="accent2">
                <a:lumMod val="20000"/>
                <a:lumOff val="80000"/>
              </a:schemeClr>
            </a:solidFill>
          </a:ln>
        </p:spPr>
        <p:txBody>
          <a:bodyPr wrap="square" rtlCol="0">
            <a:spAutoFit/>
          </a:bodyPr>
          <a:lstStyle/>
          <a:p>
            <a:pPr algn="ctr"/>
            <a:r>
              <a:rPr lang="es-MX" sz="1200" dirty="0" err="1">
                <a:solidFill>
                  <a:schemeClr val="bg1"/>
                </a:solidFill>
              </a:rPr>
              <a:t>X1</a:t>
            </a:r>
            <a:r>
              <a:rPr lang="es-MX" sz="1200" dirty="0">
                <a:solidFill>
                  <a:schemeClr val="bg1"/>
                </a:solidFill>
              </a:rPr>
              <a:t> = 20, pero </a:t>
            </a:r>
            <a:r>
              <a:rPr lang="es-MX" sz="1200" dirty="0" err="1">
                <a:solidFill>
                  <a:schemeClr val="bg1"/>
                </a:solidFill>
              </a:rPr>
              <a:t>X2</a:t>
            </a:r>
            <a:r>
              <a:rPr lang="es-MX" sz="1200" dirty="0">
                <a:solidFill>
                  <a:schemeClr val="bg1"/>
                </a:solidFill>
              </a:rPr>
              <a:t> se va al infinito</a:t>
            </a:r>
          </a:p>
        </p:txBody>
      </p:sp>
      <p:pic>
        <p:nvPicPr>
          <p:cNvPr id="14" name="Imagen 8">
            <a:extLst>
              <a:ext uri="{FF2B5EF4-FFF2-40B4-BE49-F238E27FC236}">
                <a16:creationId xmlns:a16="http://schemas.microsoft.com/office/drawing/2014/main" id="{E547F6BD-E42F-AEB3-4AC9-F39CCF60F004}"/>
              </a:ext>
            </a:extLst>
          </p:cNvPr>
          <p:cNvPicPr>
            <a:picLocks noGrp="1" noChangeAspect="1"/>
          </p:cNvPicPr>
          <p:nvPr>
            <p:ph sz="half" idx="13"/>
          </p:nvPr>
        </p:nvPicPr>
        <p:blipFill rotWithShape="1">
          <a:blip r:embed="rId3"/>
          <a:srcRect l="24789" t="26410" r="44757" b="1942"/>
          <a:stretch/>
        </p:blipFill>
        <p:spPr>
          <a:xfrm>
            <a:off x="6362700" y="2772515"/>
            <a:ext cx="3076890" cy="3910907"/>
          </a:xfrm>
          <a:prstGeom prst="rect">
            <a:avLst/>
          </a:prstGeom>
        </p:spPr>
      </p:pic>
    </p:spTree>
    <p:extLst>
      <p:ext uri="{BB962C8B-B14F-4D97-AF65-F5344CB8AC3E}">
        <p14:creationId xmlns:p14="http://schemas.microsoft.com/office/powerpoint/2010/main" val="4234947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Solución múltiple</a:t>
            </a:r>
          </a:p>
        </p:txBody>
      </p:sp>
      <p:sp>
        <p:nvSpPr>
          <p:cNvPr id="4" name="Text Placeholder 3">
            <a:extLst>
              <a:ext uri="{FF2B5EF4-FFF2-40B4-BE49-F238E27FC236}">
                <a16:creationId xmlns:a16="http://schemas.microsoft.com/office/drawing/2014/main" id="{C99426A0-4414-E253-1738-8132C35FBE36}"/>
              </a:ext>
            </a:extLst>
          </p:cNvPr>
          <p:cNvSpPr>
            <a:spLocks noGrp="1"/>
          </p:cNvSpPr>
          <p:nvPr>
            <p:ph type="body" idx="1"/>
          </p:nvPr>
        </p:nvSpPr>
        <p:spPr/>
        <p:txBody>
          <a:bodyPr/>
          <a:lstStyle/>
          <a:p>
            <a:endParaRPr lang="en-US"/>
          </a:p>
        </p:txBody>
      </p:sp>
      <p:sp>
        <p:nvSpPr>
          <p:cNvPr id="5" name="Text Placeholder 4">
            <a:extLst>
              <a:ext uri="{FF2B5EF4-FFF2-40B4-BE49-F238E27FC236}">
                <a16:creationId xmlns:a16="http://schemas.microsoft.com/office/drawing/2014/main" id="{304AC2D9-1784-AB91-9B22-FD9100B154DF}"/>
              </a:ext>
            </a:extLst>
          </p:cNvPr>
          <p:cNvSpPr>
            <a:spLocks noGrp="1"/>
          </p:cNvSpPr>
          <p:nvPr>
            <p:ph type="body" idx="10"/>
          </p:nvPr>
        </p:nvSpPr>
        <p:spPr/>
        <p:txBody>
          <a:bodyPr/>
          <a:lstStyle/>
          <a:p>
            <a:endParaRPr lang="en-US"/>
          </a:p>
        </p:txBody>
      </p:sp>
      <p:sp>
        <p:nvSpPr>
          <p:cNvPr id="3" name="Marcador de contenido 2"/>
          <p:cNvSpPr>
            <a:spLocks noGrp="1"/>
          </p:cNvSpPr>
          <p:nvPr>
            <p:ph sz="half" idx="2"/>
          </p:nvPr>
        </p:nvSpPr>
        <p:spPr/>
        <p:txBody>
          <a:bodyPr/>
          <a:lstStyle/>
          <a:p>
            <a:r>
              <a:rPr lang="es-ES" dirty="0"/>
              <a:t>Un problema de PL puede tener una cantidad infinita de </a:t>
            </a:r>
            <a:r>
              <a:rPr lang="es-ES" i="1" dirty="0"/>
              <a:t>óptimos alternativos </a:t>
            </a:r>
            <a:r>
              <a:rPr lang="es-ES" dirty="0"/>
              <a:t>cuando la función objetivo es paralela a una restricción </a:t>
            </a:r>
            <a:r>
              <a:rPr lang="es-ES" i="1" dirty="0"/>
              <a:t>obligatoria </a:t>
            </a:r>
            <a:r>
              <a:rPr lang="es-ES" dirty="0"/>
              <a:t>no redundante.</a:t>
            </a:r>
            <a:endParaRPr lang="es-MX" dirty="0"/>
          </a:p>
        </p:txBody>
      </p:sp>
      <p:sp>
        <p:nvSpPr>
          <p:cNvPr id="10" name="Content Placeholder 9">
            <a:extLst>
              <a:ext uri="{FF2B5EF4-FFF2-40B4-BE49-F238E27FC236}">
                <a16:creationId xmlns:a16="http://schemas.microsoft.com/office/drawing/2014/main" id="{0009F6FB-2D7D-8AA1-1FB7-1DB9390375EB}"/>
              </a:ext>
            </a:extLst>
          </p:cNvPr>
          <p:cNvSpPr>
            <a:spLocks noGrp="1"/>
          </p:cNvSpPr>
          <p:nvPr>
            <p:ph sz="half" idx="13"/>
          </p:nvPr>
        </p:nvSpPr>
        <p:spPr/>
        <p:txBody>
          <a:bodyPr/>
          <a:lstStyle/>
          <a:p>
            <a:endParaRPr lang="en-US"/>
          </a:p>
        </p:txBody>
      </p:sp>
      <p:pic>
        <p:nvPicPr>
          <p:cNvPr id="6" name="Imagen 5"/>
          <p:cNvPicPr>
            <a:picLocks noChangeAspect="1"/>
          </p:cNvPicPr>
          <p:nvPr/>
        </p:nvPicPr>
        <p:blipFill rotWithShape="1">
          <a:blip r:embed="rId2"/>
          <a:srcRect l="43248" t="57461" r="36392" b="11741"/>
          <a:stretch/>
        </p:blipFill>
        <p:spPr>
          <a:xfrm>
            <a:off x="2106924" y="3814992"/>
            <a:ext cx="2649070" cy="2164977"/>
          </a:xfrm>
          <a:prstGeom prst="rect">
            <a:avLst/>
          </a:prstGeom>
        </p:spPr>
      </p:pic>
      <p:sp>
        <p:nvSpPr>
          <p:cNvPr id="7" name="CuadroTexto 6"/>
          <p:cNvSpPr txBox="1"/>
          <p:nvPr/>
        </p:nvSpPr>
        <p:spPr>
          <a:xfrm>
            <a:off x="1428872" y="4495009"/>
            <a:ext cx="511679" cy="369332"/>
          </a:xfrm>
          <a:prstGeom prst="rect">
            <a:avLst/>
          </a:prstGeom>
          <a:noFill/>
        </p:spPr>
        <p:txBody>
          <a:bodyPr wrap="none" rtlCol="0">
            <a:spAutoFit/>
          </a:bodyPr>
          <a:lstStyle/>
          <a:p>
            <a:r>
              <a:rPr lang="es-MX" b="1" dirty="0">
                <a:solidFill>
                  <a:schemeClr val="tx1">
                    <a:lumMod val="65000"/>
                    <a:lumOff val="35000"/>
                  </a:schemeClr>
                </a:solidFill>
              </a:rPr>
              <a:t>s.a.</a:t>
            </a:r>
          </a:p>
        </p:txBody>
      </p:sp>
      <p:sp>
        <p:nvSpPr>
          <p:cNvPr id="8" name="Rectángulo 7"/>
          <p:cNvSpPr/>
          <p:nvPr/>
        </p:nvSpPr>
        <p:spPr>
          <a:xfrm>
            <a:off x="5199581" y="4089841"/>
            <a:ext cx="161366" cy="3227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
        <p:nvSpPr>
          <p:cNvPr id="9" name="Rectángulo 8"/>
          <p:cNvSpPr/>
          <p:nvPr/>
        </p:nvSpPr>
        <p:spPr>
          <a:xfrm>
            <a:off x="5170327" y="4809258"/>
            <a:ext cx="161366" cy="3227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cxnSp>
        <p:nvCxnSpPr>
          <p:cNvPr id="11" name="Conector angular 10"/>
          <p:cNvCxnSpPr>
            <a:stCxn id="8" idx="3"/>
            <a:endCxn id="9" idx="3"/>
          </p:cNvCxnSpPr>
          <p:nvPr/>
        </p:nvCxnSpPr>
        <p:spPr>
          <a:xfrm flipH="1">
            <a:off x="5331693" y="4251206"/>
            <a:ext cx="29254" cy="719417"/>
          </a:xfrm>
          <a:prstGeom prst="bentConnector3">
            <a:avLst>
              <a:gd name="adj1" fmla="val -781432"/>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CuadroTexto 11"/>
          <p:cNvSpPr txBox="1"/>
          <p:nvPr/>
        </p:nvSpPr>
        <p:spPr>
          <a:xfrm>
            <a:off x="4590437" y="4039877"/>
            <a:ext cx="712759" cy="369332"/>
          </a:xfrm>
          <a:prstGeom prst="rect">
            <a:avLst/>
          </a:prstGeom>
          <a:noFill/>
        </p:spPr>
        <p:txBody>
          <a:bodyPr wrap="none" rtlCol="0">
            <a:spAutoFit/>
          </a:bodyPr>
          <a:lstStyle/>
          <a:p>
            <a:r>
              <a:rPr lang="es-MX" b="1" dirty="0">
                <a:solidFill>
                  <a:schemeClr val="bg1"/>
                </a:solidFill>
              </a:rPr>
              <a:t>(</a:t>
            </a:r>
            <a:r>
              <a:rPr lang="es-MX" b="1" dirty="0" err="1">
                <a:solidFill>
                  <a:schemeClr val="bg1"/>
                </a:solidFill>
              </a:rPr>
              <a:t>F.O</a:t>
            </a:r>
            <a:r>
              <a:rPr lang="es-MX" b="1" dirty="0">
                <a:solidFill>
                  <a:schemeClr val="bg1"/>
                </a:solidFill>
              </a:rPr>
              <a:t>.)</a:t>
            </a:r>
          </a:p>
        </p:txBody>
      </p:sp>
      <p:sp>
        <p:nvSpPr>
          <p:cNvPr id="14" name="CuadroTexto 13"/>
          <p:cNvSpPr txBox="1"/>
          <p:nvPr/>
        </p:nvSpPr>
        <p:spPr>
          <a:xfrm>
            <a:off x="4590437" y="4759294"/>
            <a:ext cx="588623" cy="369332"/>
          </a:xfrm>
          <a:prstGeom prst="rect">
            <a:avLst/>
          </a:prstGeom>
          <a:noFill/>
        </p:spPr>
        <p:txBody>
          <a:bodyPr wrap="none" rtlCol="0">
            <a:spAutoFit/>
          </a:bodyPr>
          <a:lstStyle/>
          <a:p>
            <a:r>
              <a:rPr lang="es-MX" b="1" dirty="0">
                <a:solidFill>
                  <a:schemeClr val="bg1"/>
                </a:solidFill>
              </a:rPr>
              <a:t>(</a:t>
            </a:r>
            <a:r>
              <a:rPr lang="es-MX" b="1" dirty="0" err="1">
                <a:solidFill>
                  <a:schemeClr val="bg1"/>
                </a:solidFill>
              </a:rPr>
              <a:t>R1</a:t>
            </a:r>
            <a:r>
              <a:rPr lang="es-MX" b="1" dirty="0">
                <a:solidFill>
                  <a:schemeClr val="bg1"/>
                </a:solidFill>
              </a:rPr>
              <a:t>)</a:t>
            </a:r>
          </a:p>
        </p:txBody>
      </p:sp>
      <p:sp>
        <p:nvSpPr>
          <p:cNvPr id="17" name="CuadroTexto 16"/>
          <p:cNvSpPr txBox="1"/>
          <p:nvPr/>
        </p:nvSpPr>
        <p:spPr>
          <a:xfrm>
            <a:off x="4590437" y="5255704"/>
            <a:ext cx="588623" cy="369332"/>
          </a:xfrm>
          <a:prstGeom prst="rect">
            <a:avLst/>
          </a:prstGeom>
          <a:noFill/>
        </p:spPr>
        <p:txBody>
          <a:bodyPr wrap="none" rtlCol="0">
            <a:spAutoFit/>
          </a:bodyPr>
          <a:lstStyle/>
          <a:p>
            <a:r>
              <a:rPr lang="es-MX" b="1" dirty="0">
                <a:solidFill>
                  <a:schemeClr val="bg1"/>
                </a:solidFill>
              </a:rPr>
              <a:t>(</a:t>
            </a:r>
            <a:r>
              <a:rPr lang="es-MX" b="1" dirty="0" err="1">
                <a:solidFill>
                  <a:schemeClr val="bg1"/>
                </a:solidFill>
              </a:rPr>
              <a:t>R2</a:t>
            </a:r>
            <a:r>
              <a:rPr lang="es-MX" b="1" dirty="0">
                <a:solidFill>
                  <a:schemeClr val="bg1"/>
                </a:solidFill>
              </a:rPr>
              <a:t>)</a:t>
            </a:r>
          </a:p>
        </p:txBody>
      </p:sp>
      <p:sp>
        <p:nvSpPr>
          <p:cNvPr id="27" name="CuadroTexto 26"/>
          <p:cNvSpPr txBox="1"/>
          <p:nvPr/>
        </p:nvSpPr>
        <p:spPr>
          <a:xfrm>
            <a:off x="5545815" y="4426248"/>
            <a:ext cx="1335921" cy="369332"/>
          </a:xfrm>
          <a:prstGeom prst="rect">
            <a:avLst/>
          </a:prstGeom>
          <a:noFill/>
        </p:spPr>
        <p:txBody>
          <a:bodyPr wrap="square" rtlCol="0">
            <a:spAutoFit/>
          </a:bodyPr>
          <a:lstStyle/>
          <a:p>
            <a:r>
              <a:rPr lang="es-MX" dirty="0">
                <a:solidFill>
                  <a:srgbClr val="FF0000"/>
                </a:solidFill>
              </a:rPr>
              <a:t>Paralelas</a:t>
            </a:r>
          </a:p>
        </p:txBody>
      </p:sp>
      <p:pic>
        <p:nvPicPr>
          <p:cNvPr id="29" name="Imagen 28"/>
          <p:cNvPicPr>
            <a:picLocks noChangeAspect="1"/>
          </p:cNvPicPr>
          <p:nvPr/>
        </p:nvPicPr>
        <p:blipFill rotWithShape="1">
          <a:blip r:embed="rId3"/>
          <a:srcRect l="19770" t="36436" r="44199" b="9260"/>
          <a:stretch/>
        </p:blipFill>
        <p:spPr>
          <a:xfrm>
            <a:off x="6592157" y="2717722"/>
            <a:ext cx="4688114" cy="3817258"/>
          </a:xfrm>
          <a:prstGeom prst="rect">
            <a:avLst/>
          </a:prstGeom>
        </p:spPr>
      </p:pic>
      <p:cxnSp>
        <p:nvCxnSpPr>
          <p:cNvPr id="31" name="Conector recto 30"/>
          <p:cNvCxnSpPr/>
          <p:nvPr/>
        </p:nvCxnSpPr>
        <p:spPr>
          <a:xfrm>
            <a:off x="7425197" y="3523331"/>
            <a:ext cx="2300287" cy="1162147"/>
          </a:xfrm>
          <a:prstGeom prst="line">
            <a:avLst/>
          </a:prstGeom>
          <a:ln w="381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4" name="Conector recto 33"/>
          <p:cNvCxnSpPr/>
          <p:nvPr/>
        </p:nvCxnSpPr>
        <p:spPr>
          <a:xfrm>
            <a:off x="7406820" y="3545652"/>
            <a:ext cx="2300287" cy="1162147"/>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6" name="Conector recto de flecha 35"/>
          <p:cNvCxnSpPr/>
          <p:nvPr/>
        </p:nvCxnSpPr>
        <p:spPr>
          <a:xfrm flipV="1">
            <a:off x="9229952" y="3889646"/>
            <a:ext cx="276468" cy="48421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37"/>
          <p:cNvCxnSpPr/>
          <p:nvPr/>
        </p:nvCxnSpPr>
        <p:spPr>
          <a:xfrm flipH="1" flipV="1">
            <a:off x="6988259" y="4458010"/>
            <a:ext cx="1843088" cy="91916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9" name="CuadroTexto 38"/>
          <p:cNvSpPr txBox="1"/>
          <p:nvPr/>
        </p:nvSpPr>
        <p:spPr>
          <a:xfrm>
            <a:off x="9518597" y="3138322"/>
            <a:ext cx="1637098" cy="769441"/>
          </a:xfrm>
          <a:prstGeom prst="rect">
            <a:avLst/>
          </a:prstGeom>
          <a:solidFill>
            <a:schemeClr val="accent4">
              <a:lumMod val="20000"/>
              <a:lumOff val="80000"/>
            </a:schemeClr>
          </a:solidFill>
          <a:ln>
            <a:solidFill>
              <a:schemeClr val="accent2">
                <a:lumMod val="20000"/>
                <a:lumOff val="80000"/>
              </a:schemeClr>
            </a:solidFill>
          </a:ln>
        </p:spPr>
        <p:txBody>
          <a:bodyPr wrap="square" rtlCol="0">
            <a:spAutoFit/>
          </a:bodyPr>
          <a:lstStyle/>
          <a:p>
            <a:pPr algn="ctr"/>
            <a:r>
              <a:rPr lang="es-MX" sz="1100" dirty="0">
                <a:solidFill>
                  <a:schemeClr val="bg1"/>
                </a:solidFill>
              </a:rPr>
              <a:t>La solución óptima se encuentra en cualquier punto de la recta que une los puntos B y C</a:t>
            </a:r>
          </a:p>
        </p:txBody>
      </p:sp>
    </p:spTree>
    <p:extLst>
      <p:ext uri="{BB962C8B-B14F-4D97-AF65-F5344CB8AC3E}">
        <p14:creationId xmlns:p14="http://schemas.microsoft.com/office/powerpoint/2010/main" val="979308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MX" dirty="0"/>
              <a:t>Solución degenerada</a:t>
            </a:r>
          </a:p>
        </p:txBody>
      </p:sp>
      <p:sp>
        <p:nvSpPr>
          <p:cNvPr id="4" name="Text Placeholder 3">
            <a:extLst>
              <a:ext uri="{FF2B5EF4-FFF2-40B4-BE49-F238E27FC236}">
                <a16:creationId xmlns:a16="http://schemas.microsoft.com/office/drawing/2014/main" id="{6B551FCF-16B3-C7BF-5F62-BAB9D1B0C893}"/>
              </a:ext>
            </a:extLst>
          </p:cNvPr>
          <p:cNvSpPr>
            <a:spLocks noGrp="1"/>
          </p:cNvSpPr>
          <p:nvPr>
            <p:ph type="body" idx="1"/>
          </p:nvPr>
        </p:nvSpPr>
        <p:spPr/>
        <p:txBody>
          <a:bodyPr/>
          <a:lstStyle/>
          <a:p>
            <a:endParaRPr lang="en-US"/>
          </a:p>
        </p:txBody>
      </p:sp>
      <p:sp>
        <p:nvSpPr>
          <p:cNvPr id="10" name="Text Placeholder 9">
            <a:extLst>
              <a:ext uri="{FF2B5EF4-FFF2-40B4-BE49-F238E27FC236}">
                <a16:creationId xmlns:a16="http://schemas.microsoft.com/office/drawing/2014/main" id="{D33BA9F4-7A7B-4100-C3CD-9F5EBA0574C5}"/>
              </a:ext>
            </a:extLst>
          </p:cNvPr>
          <p:cNvSpPr>
            <a:spLocks noGrp="1"/>
          </p:cNvSpPr>
          <p:nvPr>
            <p:ph type="body" idx="10"/>
          </p:nvPr>
        </p:nvSpPr>
        <p:spPr/>
        <p:txBody>
          <a:bodyPr/>
          <a:lstStyle/>
          <a:p>
            <a:endParaRPr lang="en-US"/>
          </a:p>
        </p:txBody>
      </p:sp>
      <p:sp>
        <p:nvSpPr>
          <p:cNvPr id="3" name="Marcador de contenido 2"/>
          <p:cNvSpPr>
            <a:spLocks noGrp="1"/>
          </p:cNvSpPr>
          <p:nvPr>
            <p:ph sz="half" idx="2"/>
          </p:nvPr>
        </p:nvSpPr>
        <p:spPr/>
        <p:txBody>
          <a:bodyPr/>
          <a:lstStyle/>
          <a:p>
            <a:pPr algn="just"/>
            <a:r>
              <a:rPr lang="es-MX" dirty="0"/>
              <a:t>Ocurre cuando existen soluciones redundantes en el modelo y un punto extremo toca simultáneamente la frontera de 3 o mas restricciones.</a:t>
            </a:r>
          </a:p>
        </p:txBody>
      </p:sp>
      <p:pic>
        <p:nvPicPr>
          <p:cNvPr id="5" name="Imagen 4"/>
          <p:cNvPicPr>
            <a:picLocks noChangeAspect="1"/>
          </p:cNvPicPr>
          <p:nvPr/>
        </p:nvPicPr>
        <p:blipFill>
          <a:blip r:embed="rId2"/>
          <a:stretch>
            <a:fillRect/>
          </a:stretch>
        </p:blipFill>
        <p:spPr>
          <a:xfrm>
            <a:off x="1925562" y="4030290"/>
            <a:ext cx="2408129" cy="1731414"/>
          </a:xfrm>
          <a:prstGeom prst="rect">
            <a:avLst/>
          </a:prstGeom>
        </p:spPr>
      </p:pic>
      <p:sp>
        <p:nvSpPr>
          <p:cNvPr id="6" name="CuadroTexto 5"/>
          <p:cNvSpPr txBox="1"/>
          <p:nvPr/>
        </p:nvSpPr>
        <p:spPr>
          <a:xfrm>
            <a:off x="1925562" y="4658293"/>
            <a:ext cx="565219" cy="369332"/>
          </a:xfrm>
          <a:prstGeom prst="rect">
            <a:avLst/>
          </a:prstGeom>
          <a:noFill/>
        </p:spPr>
        <p:txBody>
          <a:bodyPr wrap="none" rtlCol="0">
            <a:spAutoFit/>
          </a:bodyPr>
          <a:lstStyle/>
          <a:p>
            <a:r>
              <a:rPr lang="es-MX" b="1" dirty="0">
                <a:solidFill>
                  <a:schemeClr val="bg1"/>
                </a:solidFill>
              </a:rPr>
              <a:t>s.a.</a:t>
            </a:r>
          </a:p>
        </p:txBody>
      </p:sp>
      <p:sp>
        <p:nvSpPr>
          <p:cNvPr id="7" name="CuadroTexto 6"/>
          <p:cNvSpPr txBox="1"/>
          <p:nvPr/>
        </p:nvSpPr>
        <p:spPr>
          <a:xfrm>
            <a:off x="4276398" y="4043650"/>
            <a:ext cx="712759" cy="369332"/>
          </a:xfrm>
          <a:prstGeom prst="rect">
            <a:avLst/>
          </a:prstGeom>
          <a:noFill/>
        </p:spPr>
        <p:txBody>
          <a:bodyPr wrap="none" rtlCol="0">
            <a:spAutoFit/>
          </a:bodyPr>
          <a:lstStyle/>
          <a:p>
            <a:r>
              <a:rPr lang="es-MX" b="1" dirty="0">
                <a:solidFill>
                  <a:schemeClr val="bg1"/>
                </a:solidFill>
              </a:rPr>
              <a:t>(</a:t>
            </a:r>
            <a:r>
              <a:rPr lang="es-MX" b="1" dirty="0" err="1">
                <a:solidFill>
                  <a:schemeClr val="bg1"/>
                </a:solidFill>
              </a:rPr>
              <a:t>F.O</a:t>
            </a:r>
            <a:r>
              <a:rPr lang="es-MX" b="1" dirty="0">
                <a:solidFill>
                  <a:schemeClr val="bg1"/>
                </a:solidFill>
              </a:rPr>
              <a:t>.)</a:t>
            </a:r>
          </a:p>
        </p:txBody>
      </p:sp>
      <p:sp>
        <p:nvSpPr>
          <p:cNvPr id="8" name="CuadroTexto 7"/>
          <p:cNvSpPr txBox="1"/>
          <p:nvPr/>
        </p:nvSpPr>
        <p:spPr>
          <a:xfrm>
            <a:off x="4333691" y="4726296"/>
            <a:ext cx="588623" cy="369332"/>
          </a:xfrm>
          <a:prstGeom prst="rect">
            <a:avLst/>
          </a:prstGeom>
          <a:noFill/>
        </p:spPr>
        <p:txBody>
          <a:bodyPr wrap="none" rtlCol="0">
            <a:spAutoFit/>
          </a:bodyPr>
          <a:lstStyle/>
          <a:p>
            <a:r>
              <a:rPr lang="es-MX" b="1" dirty="0">
                <a:solidFill>
                  <a:schemeClr val="bg1"/>
                </a:solidFill>
              </a:rPr>
              <a:t>(</a:t>
            </a:r>
            <a:r>
              <a:rPr lang="es-MX" b="1" dirty="0" err="1">
                <a:solidFill>
                  <a:schemeClr val="bg1"/>
                </a:solidFill>
              </a:rPr>
              <a:t>R1</a:t>
            </a:r>
            <a:r>
              <a:rPr lang="es-MX" b="1" dirty="0">
                <a:solidFill>
                  <a:schemeClr val="bg1"/>
                </a:solidFill>
              </a:rPr>
              <a:t>)</a:t>
            </a:r>
          </a:p>
        </p:txBody>
      </p:sp>
      <p:sp>
        <p:nvSpPr>
          <p:cNvPr id="9" name="CuadroTexto 8"/>
          <p:cNvSpPr txBox="1"/>
          <p:nvPr/>
        </p:nvSpPr>
        <p:spPr>
          <a:xfrm>
            <a:off x="4332344" y="5095628"/>
            <a:ext cx="588623" cy="369332"/>
          </a:xfrm>
          <a:prstGeom prst="rect">
            <a:avLst/>
          </a:prstGeom>
          <a:noFill/>
        </p:spPr>
        <p:txBody>
          <a:bodyPr wrap="none" rtlCol="0">
            <a:spAutoFit/>
          </a:bodyPr>
          <a:lstStyle/>
          <a:p>
            <a:r>
              <a:rPr lang="es-MX" b="1" dirty="0">
                <a:solidFill>
                  <a:schemeClr val="bg1"/>
                </a:solidFill>
              </a:rPr>
              <a:t>(</a:t>
            </a:r>
            <a:r>
              <a:rPr lang="es-MX" b="1" dirty="0" err="1">
                <a:solidFill>
                  <a:schemeClr val="bg1"/>
                </a:solidFill>
              </a:rPr>
              <a:t>R2</a:t>
            </a:r>
            <a:r>
              <a:rPr lang="es-MX" b="1" dirty="0">
                <a:solidFill>
                  <a:schemeClr val="bg1"/>
                </a:solidFill>
              </a:rPr>
              <a:t>)</a:t>
            </a:r>
          </a:p>
        </p:txBody>
      </p:sp>
      <p:sp>
        <p:nvSpPr>
          <p:cNvPr id="12" name="CuadroTexto 11"/>
          <p:cNvSpPr txBox="1"/>
          <p:nvPr/>
        </p:nvSpPr>
        <p:spPr>
          <a:xfrm>
            <a:off x="7666217" y="5761704"/>
            <a:ext cx="2603500" cy="646331"/>
          </a:xfrm>
          <a:prstGeom prst="rect">
            <a:avLst/>
          </a:prstGeom>
          <a:solidFill>
            <a:schemeClr val="accent4">
              <a:lumMod val="20000"/>
              <a:lumOff val="80000"/>
            </a:schemeClr>
          </a:solidFill>
          <a:ln>
            <a:solidFill>
              <a:schemeClr val="accent2">
                <a:lumMod val="20000"/>
                <a:lumOff val="80000"/>
              </a:schemeClr>
            </a:solidFill>
          </a:ln>
        </p:spPr>
        <p:txBody>
          <a:bodyPr wrap="square" rtlCol="0">
            <a:spAutoFit/>
          </a:bodyPr>
          <a:lstStyle/>
          <a:p>
            <a:pPr algn="ctr"/>
            <a:r>
              <a:rPr lang="es-MX" sz="1200" dirty="0">
                <a:solidFill>
                  <a:schemeClr val="bg1"/>
                </a:solidFill>
              </a:rPr>
              <a:t>La restricción </a:t>
            </a:r>
            <a:r>
              <a:rPr lang="es-MX" sz="1200" dirty="0" err="1">
                <a:solidFill>
                  <a:schemeClr val="bg1"/>
                </a:solidFill>
              </a:rPr>
              <a:t>R1</a:t>
            </a:r>
            <a:r>
              <a:rPr lang="es-MX" sz="1200" dirty="0">
                <a:solidFill>
                  <a:schemeClr val="bg1"/>
                </a:solidFill>
              </a:rPr>
              <a:t> no es realmente necesaria.</a:t>
            </a:r>
          </a:p>
          <a:p>
            <a:pPr algn="ctr"/>
            <a:r>
              <a:rPr lang="es-MX" sz="1200" dirty="0" err="1">
                <a:solidFill>
                  <a:schemeClr val="bg1"/>
                </a:solidFill>
              </a:rPr>
              <a:t>R2</a:t>
            </a:r>
            <a:r>
              <a:rPr lang="es-MX" sz="1200" dirty="0">
                <a:solidFill>
                  <a:schemeClr val="bg1"/>
                </a:solidFill>
              </a:rPr>
              <a:t> garantiza que se cumpla </a:t>
            </a:r>
            <a:r>
              <a:rPr lang="es-MX" sz="1200" dirty="0" err="1">
                <a:solidFill>
                  <a:schemeClr val="bg1"/>
                </a:solidFill>
              </a:rPr>
              <a:t>R1</a:t>
            </a:r>
            <a:endParaRPr lang="es-MX" sz="1200" dirty="0">
              <a:solidFill>
                <a:schemeClr val="bg1"/>
              </a:solidFill>
            </a:endParaRPr>
          </a:p>
        </p:txBody>
      </p:sp>
      <p:pic>
        <p:nvPicPr>
          <p:cNvPr id="14" name="Imagen 10"/>
          <p:cNvPicPr>
            <a:picLocks noGrp="1" noChangeAspect="1"/>
          </p:cNvPicPr>
          <p:nvPr>
            <p:ph sz="half" idx="13"/>
          </p:nvPr>
        </p:nvPicPr>
        <p:blipFill>
          <a:blip r:embed="rId3"/>
          <a:stretch>
            <a:fillRect/>
          </a:stretch>
        </p:blipFill>
        <p:spPr>
          <a:xfrm>
            <a:off x="6337416" y="3084524"/>
            <a:ext cx="4671520" cy="2514997"/>
          </a:xfrm>
          <a:prstGeom prst="rect">
            <a:avLst/>
          </a:prstGeom>
        </p:spPr>
      </p:pic>
    </p:spTree>
    <p:extLst>
      <p:ext uri="{BB962C8B-B14F-4D97-AF65-F5344CB8AC3E}">
        <p14:creationId xmlns:p14="http://schemas.microsoft.com/office/powerpoint/2010/main" val="421576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MX" dirty="0"/>
              <a:t>Solución no factible</a:t>
            </a:r>
          </a:p>
        </p:txBody>
      </p:sp>
      <p:sp>
        <p:nvSpPr>
          <p:cNvPr id="4" name="Text Placeholder 3">
            <a:extLst>
              <a:ext uri="{FF2B5EF4-FFF2-40B4-BE49-F238E27FC236}">
                <a16:creationId xmlns:a16="http://schemas.microsoft.com/office/drawing/2014/main" id="{2600A1EB-8460-211B-9B61-CBB09C3065DA}"/>
              </a:ext>
            </a:extLst>
          </p:cNvPr>
          <p:cNvSpPr>
            <a:spLocks noGrp="1"/>
          </p:cNvSpPr>
          <p:nvPr>
            <p:ph type="body" idx="1"/>
          </p:nvPr>
        </p:nvSpPr>
        <p:spPr/>
        <p:txBody>
          <a:bodyPr/>
          <a:lstStyle/>
          <a:p>
            <a:endParaRPr lang="en-US"/>
          </a:p>
        </p:txBody>
      </p:sp>
      <p:sp>
        <p:nvSpPr>
          <p:cNvPr id="5" name="Text Placeholder 4">
            <a:extLst>
              <a:ext uri="{FF2B5EF4-FFF2-40B4-BE49-F238E27FC236}">
                <a16:creationId xmlns:a16="http://schemas.microsoft.com/office/drawing/2014/main" id="{9DD2C2AD-88D9-D06A-0172-655914FD2ECF}"/>
              </a:ext>
            </a:extLst>
          </p:cNvPr>
          <p:cNvSpPr>
            <a:spLocks noGrp="1"/>
          </p:cNvSpPr>
          <p:nvPr>
            <p:ph type="body" idx="10"/>
          </p:nvPr>
        </p:nvSpPr>
        <p:spPr/>
        <p:txBody>
          <a:bodyPr/>
          <a:lstStyle/>
          <a:p>
            <a:endParaRPr lang="en-US"/>
          </a:p>
        </p:txBody>
      </p:sp>
      <p:sp>
        <p:nvSpPr>
          <p:cNvPr id="3" name="Marcador de contenido 2"/>
          <p:cNvSpPr>
            <a:spLocks noGrp="1"/>
          </p:cNvSpPr>
          <p:nvPr>
            <p:ph sz="half" idx="2"/>
          </p:nvPr>
        </p:nvSpPr>
        <p:spPr/>
        <p:txBody>
          <a:bodyPr>
            <a:normAutofit fontScale="92500" lnSpcReduction="20000"/>
          </a:bodyPr>
          <a:lstStyle/>
          <a:p>
            <a:pPr algn="just"/>
            <a:r>
              <a:rPr lang="es-ES" sz="2000" dirty="0"/>
              <a:t>Los modelos PL con restricciones inconsistentes no tienen una región factible.</a:t>
            </a:r>
          </a:p>
          <a:p>
            <a:pPr algn="just"/>
            <a:r>
              <a:rPr lang="es-ES" sz="2000" dirty="0"/>
              <a:t>Desde el punto de vista práctico, un espacio no factible apunta hacia la posibilidad de que el modelo se formuló de manera incorrecta.</a:t>
            </a:r>
            <a:endParaRPr lang="es-MX" sz="2000" dirty="0"/>
          </a:p>
        </p:txBody>
      </p:sp>
      <p:sp>
        <p:nvSpPr>
          <p:cNvPr id="11" name="Content Placeholder 10">
            <a:extLst>
              <a:ext uri="{FF2B5EF4-FFF2-40B4-BE49-F238E27FC236}">
                <a16:creationId xmlns:a16="http://schemas.microsoft.com/office/drawing/2014/main" id="{90B6F3A4-417E-1D5A-DF17-ABCDFD3E878F}"/>
              </a:ext>
            </a:extLst>
          </p:cNvPr>
          <p:cNvSpPr>
            <a:spLocks noGrp="1"/>
          </p:cNvSpPr>
          <p:nvPr>
            <p:ph sz="half" idx="13"/>
          </p:nvPr>
        </p:nvSpPr>
        <p:spPr/>
        <p:txBody>
          <a:bodyPr/>
          <a:lstStyle/>
          <a:p>
            <a:endParaRPr lang="en-US"/>
          </a:p>
        </p:txBody>
      </p:sp>
      <p:pic>
        <p:nvPicPr>
          <p:cNvPr id="6" name="Imagen 5"/>
          <p:cNvPicPr>
            <a:picLocks noChangeAspect="1"/>
          </p:cNvPicPr>
          <p:nvPr/>
        </p:nvPicPr>
        <p:blipFill>
          <a:blip r:embed="rId2"/>
          <a:stretch>
            <a:fillRect/>
          </a:stretch>
        </p:blipFill>
        <p:spPr>
          <a:xfrm>
            <a:off x="2258429" y="4982903"/>
            <a:ext cx="3097036" cy="1591194"/>
          </a:xfrm>
          <a:prstGeom prst="rect">
            <a:avLst/>
          </a:prstGeom>
        </p:spPr>
      </p:pic>
      <p:sp>
        <p:nvSpPr>
          <p:cNvPr id="7" name="CuadroTexto 6"/>
          <p:cNvSpPr txBox="1"/>
          <p:nvPr/>
        </p:nvSpPr>
        <p:spPr>
          <a:xfrm>
            <a:off x="2779846" y="5434174"/>
            <a:ext cx="565219" cy="369332"/>
          </a:xfrm>
          <a:prstGeom prst="rect">
            <a:avLst/>
          </a:prstGeom>
          <a:noFill/>
        </p:spPr>
        <p:txBody>
          <a:bodyPr wrap="none" rtlCol="0">
            <a:spAutoFit/>
          </a:bodyPr>
          <a:lstStyle/>
          <a:p>
            <a:r>
              <a:rPr lang="es-MX" b="1" dirty="0">
                <a:solidFill>
                  <a:schemeClr val="bg1"/>
                </a:solidFill>
              </a:rPr>
              <a:t>s.a.</a:t>
            </a:r>
          </a:p>
        </p:txBody>
      </p:sp>
      <p:sp>
        <p:nvSpPr>
          <p:cNvPr id="8" name="CuadroTexto 7"/>
          <p:cNvSpPr txBox="1"/>
          <p:nvPr/>
        </p:nvSpPr>
        <p:spPr>
          <a:xfrm>
            <a:off x="5245235" y="4982903"/>
            <a:ext cx="712759" cy="369332"/>
          </a:xfrm>
          <a:prstGeom prst="rect">
            <a:avLst/>
          </a:prstGeom>
          <a:noFill/>
        </p:spPr>
        <p:txBody>
          <a:bodyPr wrap="none" rtlCol="0">
            <a:spAutoFit/>
          </a:bodyPr>
          <a:lstStyle/>
          <a:p>
            <a:r>
              <a:rPr lang="es-MX" b="1" dirty="0">
                <a:solidFill>
                  <a:schemeClr val="bg1"/>
                </a:solidFill>
              </a:rPr>
              <a:t>(</a:t>
            </a:r>
            <a:r>
              <a:rPr lang="es-MX" b="1" dirty="0" err="1">
                <a:solidFill>
                  <a:schemeClr val="bg1"/>
                </a:solidFill>
              </a:rPr>
              <a:t>F.O</a:t>
            </a:r>
            <a:r>
              <a:rPr lang="es-MX" b="1" dirty="0">
                <a:solidFill>
                  <a:schemeClr val="bg1"/>
                </a:solidFill>
              </a:rPr>
              <a:t>.)</a:t>
            </a:r>
          </a:p>
        </p:txBody>
      </p:sp>
      <p:sp>
        <p:nvSpPr>
          <p:cNvPr id="9" name="CuadroTexto 8"/>
          <p:cNvSpPr txBox="1"/>
          <p:nvPr/>
        </p:nvSpPr>
        <p:spPr>
          <a:xfrm>
            <a:off x="5301179" y="5409168"/>
            <a:ext cx="588623" cy="369332"/>
          </a:xfrm>
          <a:prstGeom prst="rect">
            <a:avLst/>
          </a:prstGeom>
          <a:noFill/>
        </p:spPr>
        <p:txBody>
          <a:bodyPr wrap="none" rtlCol="0">
            <a:spAutoFit/>
          </a:bodyPr>
          <a:lstStyle/>
          <a:p>
            <a:r>
              <a:rPr lang="es-MX" b="1" dirty="0">
                <a:solidFill>
                  <a:schemeClr val="bg1"/>
                </a:solidFill>
              </a:rPr>
              <a:t>(</a:t>
            </a:r>
            <a:r>
              <a:rPr lang="es-MX" b="1" dirty="0" err="1">
                <a:solidFill>
                  <a:schemeClr val="bg1"/>
                </a:solidFill>
              </a:rPr>
              <a:t>R1</a:t>
            </a:r>
            <a:r>
              <a:rPr lang="es-MX" b="1" dirty="0">
                <a:solidFill>
                  <a:schemeClr val="bg1"/>
                </a:solidFill>
              </a:rPr>
              <a:t>)</a:t>
            </a:r>
          </a:p>
        </p:txBody>
      </p:sp>
      <p:sp>
        <p:nvSpPr>
          <p:cNvPr id="10" name="CuadroTexto 9"/>
          <p:cNvSpPr txBox="1"/>
          <p:nvPr/>
        </p:nvSpPr>
        <p:spPr>
          <a:xfrm>
            <a:off x="5299832" y="5778500"/>
            <a:ext cx="588623" cy="369332"/>
          </a:xfrm>
          <a:prstGeom prst="rect">
            <a:avLst/>
          </a:prstGeom>
          <a:noFill/>
        </p:spPr>
        <p:txBody>
          <a:bodyPr wrap="none" rtlCol="0">
            <a:spAutoFit/>
          </a:bodyPr>
          <a:lstStyle/>
          <a:p>
            <a:r>
              <a:rPr lang="es-MX" b="1" dirty="0">
                <a:solidFill>
                  <a:schemeClr val="bg1"/>
                </a:solidFill>
              </a:rPr>
              <a:t>(</a:t>
            </a:r>
            <a:r>
              <a:rPr lang="es-MX" b="1" dirty="0" err="1">
                <a:solidFill>
                  <a:schemeClr val="bg1"/>
                </a:solidFill>
              </a:rPr>
              <a:t>R2</a:t>
            </a:r>
            <a:r>
              <a:rPr lang="es-MX" b="1" dirty="0">
                <a:solidFill>
                  <a:schemeClr val="bg1"/>
                </a:solidFill>
              </a:rPr>
              <a:t>)</a:t>
            </a:r>
          </a:p>
        </p:txBody>
      </p:sp>
      <p:pic>
        <p:nvPicPr>
          <p:cNvPr id="12" name="Imagen 11"/>
          <p:cNvPicPr>
            <a:picLocks noChangeAspect="1"/>
          </p:cNvPicPr>
          <p:nvPr/>
        </p:nvPicPr>
        <p:blipFill>
          <a:blip r:embed="rId3"/>
          <a:stretch>
            <a:fillRect/>
          </a:stretch>
        </p:blipFill>
        <p:spPr>
          <a:xfrm>
            <a:off x="6456667" y="2060020"/>
            <a:ext cx="4664050" cy="3929963"/>
          </a:xfrm>
          <a:prstGeom prst="rect">
            <a:avLst/>
          </a:prstGeom>
        </p:spPr>
      </p:pic>
      <p:sp>
        <p:nvSpPr>
          <p:cNvPr id="24" name="Forma libre 23"/>
          <p:cNvSpPr/>
          <p:nvPr/>
        </p:nvSpPr>
        <p:spPr>
          <a:xfrm>
            <a:off x="6680200" y="2489200"/>
            <a:ext cx="3924300" cy="3289300"/>
          </a:xfrm>
          <a:custGeom>
            <a:avLst/>
            <a:gdLst>
              <a:gd name="connsiteX0" fmla="*/ 0 w 3924300"/>
              <a:gd name="connsiteY0" fmla="*/ 0 h 3289300"/>
              <a:gd name="connsiteX1" fmla="*/ 12700 w 3924300"/>
              <a:gd name="connsiteY1" fmla="*/ 850900 h 3289300"/>
              <a:gd name="connsiteX2" fmla="*/ 3238500 w 3924300"/>
              <a:gd name="connsiteY2" fmla="*/ 3289300 h 3289300"/>
              <a:gd name="connsiteX3" fmla="*/ 3924300 w 3924300"/>
              <a:gd name="connsiteY3" fmla="*/ 3276600 h 3289300"/>
              <a:gd name="connsiteX4" fmla="*/ 3911600 w 3924300"/>
              <a:gd name="connsiteY4" fmla="*/ 152400 h 3289300"/>
              <a:gd name="connsiteX5" fmla="*/ 0 w 3924300"/>
              <a:gd name="connsiteY5" fmla="*/ 76200 h 3289300"/>
              <a:gd name="connsiteX6" fmla="*/ 0 w 3924300"/>
              <a:gd name="connsiteY6" fmla="*/ 76200 h 3289300"/>
              <a:gd name="connsiteX7" fmla="*/ 0 w 3924300"/>
              <a:gd name="connsiteY7" fmla="*/ 76200 h 328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24300" h="3289300">
                <a:moveTo>
                  <a:pt x="0" y="0"/>
                </a:moveTo>
                <a:lnTo>
                  <a:pt x="12700" y="850900"/>
                </a:lnTo>
                <a:lnTo>
                  <a:pt x="3238500" y="3289300"/>
                </a:lnTo>
                <a:lnTo>
                  <a:pt x="3924300" y="3276600"/>
                </a:lnTo>
                <a:cubicBezTo>
                  <a:pt x="3920067" y="2235200"/>
                  <a:pt x="3915833" y="1193800"/>
                  <a:pt x="3911600" y="152400"/>
                </a:cubicBezTo>
                <a:lnTo>
                  <a:pt x="0" y="76200"/>
                </a:lnTo>
                <a:lnTo>
                  <a:pt x="0" y="76200"/>
                </a:lnTo>
                <a:lnTo>
                  <a:pt x="0" y="76200"/>
                </a:lnTo>
              </a:path>
            </a:pathLst>
          </a:custGeom>
          <a:solidFill>
            <a:srgbClr val="FFF2CC">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5" name="Forma libre 24"/>
          <p:cNvSpPr/>
          <p:nvPr/>
        </p:nvSpPr>
        <p:spPr>
          <a:xfrm>
            <a:off x="6680200" y="4203700"/>
            <a:ext cx="812800" cy="1600200"/>
          </a:xfrm>
          <a:custGeom>
            <a:avLst/>
            <a:gdLst>
              <a:gd name="connsiteX0" fmla="*/ 0 w 812800"/>
              <a:gd name="connsiteY0" fmla="*/ 0 h 1600200"/>
              <a:gd name="connsiteX1" fmla="*/ 0 w 812800"/>
              <a:gd name="connsiteY1" fmla="*/ 1600200 h 1600200"/>
              <a:gd name="connsiteX2" fmla="*/ 812800 w 812800"/>
              <a:gd name="connsiteY2" fmla="*/ 1600200 h 1600200"/>
              <a:gd name="connsiteX3" fmla="*/ 0 w 812800"/>
              <a:gd name="connsiteY3" fmla="*/ 0 h 1600200"/>
            </a:gdLst>
            <a:ahLst/>
            <a:cxnLst>
              <a:cxn ang="0">
                <a:pos x="connsiteX0" y="connsiteY0"/>
              </a:cxn>
              <a:cxn ang="0">
                <a:pos x="connsiteX1" y="connsiteY1"/>
              </a:cxn>
              <a:cxn ang="0">
                <a:pos x="connsiteX2" y="connsiteY2"/>
              </a:cxn>
              <a:cxn ang="0">
                <a:pos x="connsiteX3" y="connsiteY3"/>
              </a:cxn>
            </a:cxnLst>
            <a:rect l="l" t="t" r="r" b="b"/>
            <a:pathLst>
              <a:path w="812800" h="1600200">
                <a:moveTo>
                  <a:pt x="0" y="0"/>
                </a:moveTo>
                <a:lnTo>
                  <a:pt x="0" y="1600200"/>
                </a:lnTo>
                <a:lnTo>
                  <a:pt x="812800" y="1600200"/>
                </a:lnTo>
                <a:lnTo>
                  <a:pt x="0" y="0"/>
                </a:lnTo>
                <a:close/>
              </a:path>
            </a:pathLst>
          </a:custGeom>
          <a:solidFill>
            <a:srgbClr val="FFFF0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6" name="CuadroTexto 25"/>
          <p:cNvSpPr txBox="1"/>
          <p:nvPr/>
        </p:nvSpPr>
        <p:spPr>
          <a:xfrm>
            <a:off x="9429521" y="3000431"/>
            <a:ext cx="1432200" cy="830997"/>
          </a:xfrm>
          <a:prstGeom prst="rect">
            <a:avLst/>
          </a:prstGeom>
          <a:solidFill>
            <a:schemeClr val="accent4">
              <a:lumMod val="20000"/>
              <a:lumOff val="80000"/>
            </a:schemeClr>
          </a:solidFill>
          <a:ln>
            <a:solidFill>
              <a:schemeClr val="accent2">
                <a:lumMod val="20000"/>
                <a:lumOff val="80000"/>
              </a:schemeClr>
            </a:solidFill>
          </a:ln>
        </p:spPr>
        <p:txBody>
          <a:bodyPr wrap="square" rtlCol="0">
            <a:spAutoFit/>
          </a:bodyPr>
          <a:lstStyle/>
          <a:p>
            <a:pPr algn="ctr"/>
            <a:r>
              <a:rPr lang="es-MX" sz="1200" dirty="0">
                <a:solidFill>
                  <a:schemeClr val="bg1"/>
                </a:solidFill>
              </a:rPr>
              <a:t>No hay una región que cumpla con las dos restricciones</a:t>
            </a:r>
          </a:p>
        </p:txBody>
      </p:sp>
    </p:spTree>
    <p:extLst>
      <p:ext uri="{BB962C8B-B14F-4D97-AF65-F5344CB8AC3E}">
        <p14:creationId xmlns:p14="http://schemas.microsoft.com/office/powerpoint/2010/main" val="3172114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Ejercicio</a:t>
            </a:r>
            <a:endParaRPr lang="es-ES" dirty="0"/>
          </a:p>
        </p:txBody>
      </p:sp>
      <p:sp>
        <p:nvSpPr>
          <p:cNvPr id="13" name="Text Placeholder 12">
            <a:extLst>
              <a:ext uri="{FF2B5EF4-FFF2-40B4-BE49-F238E27FC236}">
                <a16:creationId xmlns:a16="http://schemas.microsoft.com/office/drawing/2014/main" id="{BFB8792B-6677-BDA3-E4B5-3B0D610644DE}"/>
              </a:ext>
            </a:extLst>
          </p:cNvPr>
          <p:cNvSpPr>
            <a:spLocks noGrp="1"/>
          </p:cNvSpPr>
          <p:nvPr>
            <p:ph type="body" idx="10"/>
          </p:nvPr>
        </p:nvSpPr>
        <p:spPr/>
        <p:txBody>
          <a:bodyPr/>
          <a:lstStyle/>
          <a:p>
            <a:r>
              <a:rPr lang="en-US" dirty="0" err="1"/>
              <a:t>Identifica</a:t>
            </a:r>
            <a:r>
              <a:rPr lang="en-US" dirty="0"/>
              <a:t>:</a:t>
            </a:r>
          </a:p>
        </p:txBody>
      </p:sp>
      <p:pic>
        <p:nvPicPr>
          <p:cNvPr id="5" name="4 Marcador de contenido" descr="Figura1.jpg"/>
          <p:cNvPicPr>
            <a:picLocks noGrp="1" noChangeAspect="1"/>
          </p:cNvPicPr>
          <p:nvPr>
            <p:ph sz="half" idx="2"/>
          </p:nvPr>
        </p:nvPicPr>
        <p:blipFill>
          <a:blip r:embed="rId2" cstate="print"/>
          <a:stretch>
            <a:fillRect/>
          </a:stretch>
        </p:blipFill>
        <p:spPr>
          <a:xfrm>
            <a:off x="1582944" y="1935114"/>
            <a:ext cx="3355640" cy="3459961"/>
          </a:xfrm>
        </p:spPr>
      </p:pic>
      <p:sp>
        <p:nvSpPr>
          <p:cNvPr id="14" name="Content Placeholder 13">
            <a:extLst>
              <a:ext uri="{FF2B5EF4-FFF2-40B4-BE49-F238E27FC236}">
                <a16:creationId xmlns:a16="http://schemas.microsoft.com/office/drawing/2014/main" id="{B3ED3B04-8CC8-C5BE-A8F5-CF49BCB47C9D}"/>
              </a:ext>
            </a:extLst>
          </p:cNvPr>
          <p:cNvSpPr>
            <a:spLocks noGrp="1"/>
          </p:cNvSpPr>
          <p:nvPr>
            <p:ph sz="half" idx="13"/>
          </p:nvPr>
        </p:nvSpPr>
        <p:spPr/>
        <p:txBody>
          <a:bodyPr>
            <a:normAutofit/>
          </a:bodyPr>
          <a:lstStyle/>
          <a:p>
            <a:pPr marL="321946" indent="-321946">
              <a:buFont typeface="Arial" pitchFamily="34" charset="0"/>
              <a:buChar char="•"/>
            </a:pPr>
            <a:r>
              <a:rPr lang="es-MX" sz="1600" dirty="0">
                <a:solidFill>
                  <a:schemeClr val="bg1"/>
                </a:solidFill>
              </a:rPr>
              <a:t>Región factible: Acotada o no acotada?</a:t>
            </a:r>
          </a:p>
          <a:p>
            <a:pPr marL="321946" indent="-321946">
              <a:buFont typeface="Arial" pitchFamily="34" charset="0"/>
              <a:buChar char="•"/>
            </a:pPr>
            <a:r>
              <a:rPr lang="es-MX" dirty="0"/>
              <a:t>Valor óptimo: finito o infinito?</a:t>
            </a:r>
          </a:p>
          <a:p>
            <a:pPr marL="321946" indent="-321946">
              <a:buFont typeface="Arial" pitchFamily="34" charset="0"/>
              <a:buChar char="•"/>
            </a:pPr>
            <a:r>
              <a:rPr lang="es-MX" sz="1600" dirty="0">
                <a:solidFill>
                  <a:schemeClr val="bg1"/>
                </a:solidFill>
              </a:rPr>
              <a:t>Soluciones básicas factible: </a:t>
            </a:r>
            <a:r>
              <a:rPr lang="es-MX" dirty="0"/>
              <a:t>¿cuántas? ¿cuáles?</a:t>
            </a:r>
          </a:p>
          <a:p>
            <a:pPr marL="321946" indent="-321946">
              <a:buFont typeface="Arial" pitchFamily="34" charset="0"/>
              <a:buChar char="•"/>
            </a:pPr>
            <a:r>
              <a:rPr lang="es-MX" sz="1600" dirty="0">
                <a:solidFill>
                  <a:schemeClr val="bg1"/>
                </a:solidFill>
              </a:rPr>
              <a:t>Soluciones degeneradas: ¿cuántas? ¿cuáles? </a:t>
            </a:r>
            <a:endParaRPr lang="en-US" dirty="0"/>
          </a:p>
        </p:txBody>
      </p:sp>
      <p:sp>
        <p:nvSpPr>
          <p:cNvPr id="3" name="2 Marcador de pie de página"/>
          <p:cNvSpPr>
            <a:spLocks noGrp="1"/>
          </p:cNvSpPr>
          <p:nvPr>
            <p:ph type="ftr" sz="quarter" idx="3"/>
          </p:nvPr>
        </p:nvSpPr>
        <p:spPr/>
        <p:txBody>
          <a:bodyPr/>
          <a:lstStyle/>
          <a:p>
            <a:r>
              <a:rPr lang="es-ES"/>
              <a:t>Jenny Díaz - 2022</a:t>
            </a:r>
          </a:p>
        </p:txBody>
      </p:sp>
      <p:sp>
        <p:nvSpPr>
          <p:cNvPr id="4" name="3 Marcador de número de diapositiva"/>
          <p:cNvSpPr>
            <a:spLocks noGrp="1"/>
          </p:cNvSpPr>
          <p:nvPr>
            <p:ph type="sldNum" sz="quarter" idx="4"/>
          </p:nvPr>
        </p:nvSpPr>
        <p:spPr/>
        <p:txBody>
          <a:bodyPr/>
          <a:lstStyle/>
          <a:p>
            <a:fld id="{6FFA54E1-8A5A-492B-8D87-772C5A9980B5}" type="slidenum">
              <a:rPr lang="es-ES" smtClean="0"/>
              <a:pPr/>
              <a:t>10</a:t>
            </a:fld>
            <a:endParaRPr lang="es-ES"/>
          </a:p>
        </p:txBody>
      </p:sp>
      <p:sp>
        <p:nvSpPr>
          <p:cNvPr id="7" name="6 Flecha a la derecha con muesca"/>
          <p:cNvSpPr/>
          <p:nvPr/>
        </p:nvSpPr>
        <p:spPr>
          <a:xfrm>
            <a:off x="1368630" y="4738446"/>
            <a:ext cx="428628" cy="214314"/>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2160">
              <a:solidFill>
                <a:schemeClr val="bg1"/>
              </a:solidFill>
            </a:endParaRPr>
          </a:p>
        </p:txBody>
      </p:sp>
      <p:sp>
        <p:nvSpPr>
          <p:cNvPr id="8" name="7 Flecha a la derecha con muesca"/>
          <p:cNvSpPr/>
          <p:nvPr/>
        </p:nvSpPr>
        <p:spPr>
          <a:xfrm>
            <a:off x="1499354" y="2823658"/>
            <a:ext cx="428628" cy="214314"/>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2160">
              <a:solidFill>
                <a:schemeClr val="bg1"/>
              </a:solidFill>
            </a:endParaRPr>
          </a:p>
        </p:txBody>
      </p:sp>
      <p:sp>
        <p:nvSpPr>
          <p:cNvPr id="9" name="8 Flecha a la derecha con muesca"/>
          <p:cNvSpPr>
            <a:spLocks noChangeAspect="1"/>
          </p:cNvSpPr>
          <p:nvPr/>
        </p:nvSpPr>
        <p:spPr>
          <a:xfrm rot="5400000">
            <a:off x="2616969" y="3143597"/>
            <a:ext cx="357190" cy="257177"/>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2160">
              <a:solidFill>
                <a:schemeClr val="bg1"/>
              </a:solidFill>
            </a:endParaRPr>
          </a:p>
        </p:txBody>
      </p:sp>
      <p:sp>
        <p:nvSpPr>
          <p:cNvPr id="10" name="9 Flecha a la derecha con muesca"/>
          <p:cNvSpPr/>
          <p:nvPr/>
        </p:nvSpPr>
        <p:spPr>
          <a:xfrm flipH="1">
            <a:off x="3046450" y="3870714"/>
            <a:ext cx="428628" cy="214314"/>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2160">
              <a:solidFill>
                <a:schemeClr val="bg1"/>
              </a:solidFill>
            </a:endParaRPr>
          </a:p>
        </p:txBody>
      </p:sp>
      <p:sp>
        <p:nvSpPr>
          <p:cNvPr id="11" name="10 Flecha a la derecha con muesca"/>
          <p:cNvSpPr/>
          <p:nvPr/>
        </p:nvSpPr>
        <p:spPr>
          <a:xfrm rot="16200000">
            <a:off x="3577920" y="5266486"/>
            <a:ext cx="357190" cy="257177"/>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216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9DA57-FE46-CC9B-7E67-8D55D5F1E957}"/>
            </a:ext>
          </a:extLst>
        </p:cNvPr>
        <p:cNvGrpSpPr/>
        <p:nvPr/>
      </p:nvGrpSpPr>
      <p:grpSpPr>
        <a:xfrm>
          <a:off x="0" y="0"/>
          <a:ext cx="0" cy="0"/>
          <a:chOff x="0" y="0"/>
          <a:chExt cx="0" cy="0"/>
        </a:xfrm>
      </p:grpSpPr>
      <p:sp>
        <p:nvSpPr>
          <p:cNvPr id="2" name="1 Título">
            <a:extLst>
              <a:ext uri="{FF2B5EF4-FFF2-40B4-BE49-F238E27FC236}">
                <a16:creationId xmlns:a16="http://schemas.microsoft.com/office/drawing/2014/main" id="{60C74702-5F01-CAD9-63D5-38539B7294E2}"/>
              </a:ext>
            </a:extLst>
          </p:cNvPr>
          <p:cNvSpPr>
            <a:spLocks noGrp="1"/>
          </p:cNvSpPr>
          <p:nvPr>
            <p:ph type="title"/>
          </p:nvPr>
        </p:nvSpPr>
        <p:spPr/>
        <p:txBody>
          <a:bodyPr/>
          <a:lstStyle/>
          <a:p>
            <a:r>
              <a:rPr lang="es-MX" dirty="0"/>
              <a:t>Ejercicio</a:t>
            </a:r>
            <a:endParaRPr lang="es-ES" dirty="0"/>
          </a:p>
        </p:txBody>
      </p:sp>
      <p:sp>
        <p:nvSpPr>
          <p:cNvPr id="13" name="Text Placeholder 12">
            <a:extLst>
              <a:ext uri="{FF2B5EF4-FFF2-40B4-BE49-F238E27FC236}">
                <a16:creationId xmlns:a16="http://schemas.microsoft.com/office/drawing/2014/main" id="{FCC9EAB4-2F6D-CA43-6D3E-5F3B9E2BACA7}"/>
              </a:ext>
            </a:extLst>
          </p:cNvPr>
          <p:cNvSpPr>
            <a:spLocks noGrp="1"/>
          </p:cNvSpPr>
          <p:nvPr>
            <p:ph type="body" idx="10"/>
          </p:nvPr>
        </p:nvSpPr>
        <p:spPr/>
        <p:txBody>
          <a:bodyPr/>
          <a:lstStyle/>
          <a:p>
            <a:r>
              <a:rPr lang="en-US" dirty="0" err="1"/>
              <a:t>Identifica</a:t>
            </a:r>
            <a:r>
              <a:rPr lang="en-US" dirty="0"/>
              <a:t>:</a:t>
            </a:r>
          </a:p>
        </p:txBody>
      </p:sp>
      <p:sp>
        <p:nvSpPr>
          <p:cNvPr id="14" name="Content Placeholder 13">
            <a:extLst>
              <a:ext uri="{FF2B5EF4-FFF2-40B4-BE49-F238E27FC236}">
                <a16:creationId xmlns:a16="http://schemas.microsoft.com/office/drawing/2014/main" id="{1BFE07E6-FC12-0D83-DFEC-08DD3DD451AC}"/>
              </a:ext>
            </a:extLst>
          </p:cNvPr>
          <p:cNvSpPr>
            <a:spLocks noGrp="1"/>
          </p:cNvSpPr>
          <p:nvPr>
            <p:ph sz="half" idx="13"/>
          </p:nvPr>
        </p:nvSpPr>
        <p:spPr>
          <a:xfrm>
            <a:off x="6362699" y="2799145"/>
            <a:ext cx="5502985" cy="2299979"/>
          </a:xfrm>
        </p:spPr>
        <p:txBody>
          <a:bodyPr>
            <a:normAutofit lnSpcReduction="10000"/>
          </a:bodyPr>
          <a:lstStyle/>
          <a:p>
            <a:pPr marL="321946" indent="-321946">
              <a:buFont typeface="Arial" pitchFamily="34" charset="0"/>
              <a:buChar char="•"/>
            </a:pPr>
            <a:r>
              <a:rPr lang="es-MX" sz="1600" dirty="0">
                <a:solidFill>
                  <a:schemeClr val="bg1"/>
                </a:solidFill>
              </a:rPr>
              <a:t>Región factible: Acotada o no acotada?</a:t>
            </a:r>
          </a:p>
          <a:p>
            <a:pPr marL="321946" indent="-321946">
              <a:buFont typeface="Arial" pitchFamily="34" charset="0"/>
              <a:buChar char="•"/>
            </a:pPr>
            <a:r>
              <a:rPr lang="es-MX" dirty="0"/>
              <a:t>Valor óptimo: finito o infinito?</a:t>
            </a:r>
          </a:p>
          <a:p>
            <a:pPr marL="321946" indent="-321946">
              <a:buFont typeface="Arial" pitchFamily="34" charset="0"/>
              <a:buChar char="•"/>
            </a:pPr>
            <a:r>
              <a:rPr lang="es-MX" sz="1600" dirty="0">
                <a:solidFill>
                  <a:schemeClr val="bg1"/>
                </a:solidFill>
              </a:rPr>
              <a:t>Soluciones básicas factible: </a:t>
            </a:r>
            <a:r>
              <a:rPr lang="es-MX" dirty="0"/>
              <a:t>¿cuántas? ¿cuáles?</a:t>
            </a:r>
          </a:p>
          <a:p>
            <a:pPr marL="321946" indent="-321946">
              <a:buFont typeface="Arial" pitchFamily="34" charset="0"/>
              <a:buChar char="•"/>
            </a:pPr>
            <a:r>
              <a:rPr lang="es-MX" sz="1600" dirty="0">
                <a:solidFill>
                  <a:schemeClr val="bg1"/>
                </a:solidFill>
              </a:rPr>
              <a:t>Soluciones degeneradas: ¿cuántas? ¿cuáles?</a:t>
            </a:r>
          </a:p>
          <a:p>
            <a:pPr marL="321946" indent="-321946">
              <a:buFont typeface="Arial" pitchFamily="34" charset="0"/>
              <a:buChar char="•"/>
            </a:pPr>
            <a:r>
              <a:rPr lang="es-MX" dirty="0"/>
              <a:t>Soluciones óptimas: ¿única? ¿múltiples?</a:t>
            </a:r>
          </a:p>
          <a:p>
            <a:pPr marL="321946" indent="-321946">
              <a:buFont typeface="Arial" pitchFamily="34" charset="0"/>
              <a:buChar char="•"/>
            </a:pPr>
            <a:r>
              <a:rPr lang="es-MX" sz="1600" dirty="0">
                <a:solidFill>
                  <a:schemeClr val="bg1"/>
                </a:solidFill>
              </a:rPr>
              <a:t>Soluciones básicas factibles y óptimas: ¿cuántas? ¿cuáles? </a:t>
            </a:r>
            <a:endParaRPr lang="en-US" dirty="0"/>
          </a:p>
        </p:txBody>
      </p:sp>
      <p:sp>
        <p:nvSpPr>
          <p:cNvPr id="4" name="3 Marcador de número de diapositiva">
            <a:extLst>
              <a:ext uri="{FF2B5EF4-FFF2-40B4-BE49-F238E27FC236}">
                <a16:creationId xmlns:a16="http://schemas.microsoft.com/office/drawing/2014/main" id="{FBE0E176-5716-DCF6-B557-F73499E2409B}"/>
              </a:ext>
            </a:extLst>
          </p:cNvPr>
          <p:cNvSpPr>
            <a:spLocks noGrp="1"/>
          </p:cNvSpPr>
          <p:nvPr>
            <p:ph type="sldNum" sz="quarter" idx="4"/>
          </p:nvPr>
        </p:nvSpPr>
        <p:spPr/>
        <p:txBody>
          <a:bodyPr/>
          <a:lstStyle/>
          <a:p>
            <a:fld id="{6FFA54E1-8A5A-492B-8D87-772C5A9980B5}" type="slidenum">
              <a:rPr lang="es-ES" smtClean="0"/>
              <a:pPr/>
              <a:t>11</a:t>
            </a:fld>
            <a:endParaRPr lang="es-ES"/>
          </a:p>
        </p:txBody>
      </p:sp>
      <p:sp>
        <p:nvSpPr>
          <p:cNvPr id="16" name="Freeform: Shape 15">
            <a:extLst>
              <a:ext uri="{FF2B5EF4-FFF2-40B4-BE49-F238E27FC236}">
                <a16:creationId xmlns:a16="http://schemas.microsoft.com/office/drawing/2014/main" id="{2D4900B2-6551-6127-1237-39C0B25870AF}"/>
              </a:ext>
            </a:extLst>
          </p:cNvPr>
          <p:cNvSpPr/>
          <p:nvPr/>
        </p:nvSpPr>
        <p:spPr>
          <a:xfrm>
            <a:off x="1766769" y="3642531"/>
            <a:ext cx="1189472" cy="1737856"/>
          </a:xfrm>
          <a:custGeom>
            <a:avLst/>
            <a:gdLst>
              <a:gd name="connsiteX0" fmla="*/ 9427 w 1027521"/>
              <a:gd name="connsiteY0" fmla="*/ 0 h 1536569"/>
              <a:gd name="connsiteX1" fmla="*/ 537328 w 1027521"/>
              <a:gd name="connsiteY1" fmla="*/ 0 h 1536569"/>
              <a:gd name="connsiteX2" fmla="*/ 1027521 w 1027521"/>
              <a:gd name="connsiteY2" fmla="*/ 754144 h 1536569"/>
              <a:gd name="connsiteX3" fmla="*/ 1018095 w 1027521"/>
              <a:gd name="connsiteY3" fmla="*/ 1536569 h 1536569"/>
              <a:gd name="connsiteX4" fmla="*/ 0 w 1027521"/>
              <a:gd name="connsiteY4" fmla="*/ 1527142 h 1536569"/>
              <a:gd name="connsiteX5" fmla="*/ 9427 w 1027521"/>
              <a:gd name="connsiteY5" fmla="*/ 0 h 1536569"/>
              <a:gd name="connsiteX0" fmla="*/ 418 w 1018512"/>
              <a:gd name="connsiteY0" fmla="*/ 0 h 1536569"/>
              <a:gd name="connsiteX1" fmla="*/ 528319 w 1018512"/>
              <a:gd name="connsiteY1" fmla="*/ 0 h 1536569"/>
              <a:gd name="connsiteX2" fmla="*/ 1018512 w 1018512"/>
              <a:gd name="connsiteY2" fmla="*/ 754144 h 1536569"/>
              <a:gd name="connsiteX3" fmla="*/ 1009086 w 1018512"/>
              <a:gd name="connsiteY3" fmla="*/ 1536569 h 1536569"/>
              <a:gd name="connsiteX4" fmla="*/ 9845 w 1018512"/>
              <a:gd name="connsiteY4" fmla="*/ 1536569 h 1536569"/>
              <a:gd name="connsiteX5" fmla="*/ 418 w 1018512"/>
              <a:gd name="connsiteY5" fmla="*/ 0 h 1536569"/>
              <a:gd name="connsiteX0" fmla="*/ 418 w 1027940"/>
              <a:gd name="connsiteY0" fmla="*/ 0 h 1536569"/>
              <a:gd name="connsiteX1" fmla="*/ 528319 w 1027940"/>
              <a:gd name="connsiteY1" fmla="*/ 0 h 1536569"/>
              <a:gd name="connsiteX2" fmla="*/ 1018512 w 1027940"/>
              <a:gd name="connsiteY2" fmla="*/ 754144 h 1536569"/>
              <a:gd name="connsiteX3" fmla="*/ 1027940 w 1027940"/>
              <a:gd name="connsiteY3" fmla="*/ 1536569 h 1536569"/>
              <a:gd name="connsiteX4" fmla="*/ 9845 w 1027940"/>
              <a:gd name="connsiteY4" fmla="*/ 1536569 h 1536569"/>
              <a:gd name="connsiteX5" fmla="*/ 418 w 1027940"/>
              <a:gd name="connsiteY5" fmla="*/ 0 h 1536569"/>
              <a:gd name="connsiteX0" fmla="*/ 418 w 1027940"/>
              <a:gd name="connsiteY0" fmla="*/ 0 h 1536569"/>
              <a:gd name="connsiteX1" fmla="*/ 528319 w 1027940"/>
              <a:gd name="connsiteY1" fmla="*/ 0 h 1536569"/>
              <a:gd name="connsiteX2" fmla="*/ 1018512 w 1027940"/>
              <a:gd name="connsiteY2" fmla="*/ 754144 h 1536569"/>
              <a:gd name="connsiteX3" fmla="*/ 1027940 w 1027940"/>
              <a:gd name="connsiteY3" fmla="*/ 1536569 h 1536569"/>
              <a:gd name="connsiteX4" fmla="*/ 9845 w 1027940"/>
              <a:gd name="connsiteY4" fmla="*/ 1536569 h 1536569"/>
              <a:gd name="connsiteX5" fmla="*/ 418 w 1027940"/>
              <a:gd name="connsiteY5" fmla="*/ 0 h 1536569"/>
              <a:gd name="connsiteX0" fmla="*/ 418 w 1027940"/>
              <a:gd name="connsiteY0" fmla="*/ 0 h 1536569"/>
              <a:gd name="connsiteX1" fmla="*/ 518892 w 1027940"/>
              <a:gd name="connsiteY1" fmla="*/ 9427 h 1536569"/>
              <a:gd name="connsiteX2" fmla="*/ 1018512 w 1027940"/>
              <a:gd name="connsiteY2" fmla="*/ 754144 h 1536569"/>
              <a:gd name="connsiteX3" fmla="*/ 1027940 w 1027940"/>
              <a:gd name="connsiteY3" fmla="*/ 1536569 h 1536569"/>
              <a:gd name="connsiteX4" fmla="*/ 9845 w 1027940"/>
              <a:gd name="connsiteY4" fmla="*/ 1536569 h 1536569"/>
              <a:gd name="connsiteX5" fmla="*/ 418 w 1027940"/>
              <a:gd name="connsiteY5" fmla="*/ 0 h 1536569"/>
              <a:gd name="connsiteX0" fmla="*/ 418 w 1027940"/>
              <a:gd name="connsiteY0" fmla="*/ 0 h 1536569"/>
              <a:gd name="connsiteX1" fmla="*/ 518892 w 1027940"/>
              <a:gd name="connsiteY1" fmla="*/ 9427 h 1536569"/>
              <a:gd name="connsiteX2" fmla="*/ 999658 w 1027940"/>
              <a:gd name="connsiteY2" fmla="*/ 763570 h 1536569"/>
              <a:gd name="connsiteX3" fmla="*/ 1027940 w 1027940"/>
              <a:gd name="connsiteY3" fmla="*/ 1536569 h 1536569"/>
              <a:gd name="connsiteX4" fmla="*/ 9845 w 1027940"/>
              <a:gd name="connsiteY4" fmla="*/ 1536569 h 1536569"/>
              <a:gd name="connsiteX5" fmla="*/ 418 w 1027940"/>
              <a:gd name="connsiteY5" fmla="*/ 0 h 1536569"/>
              <a:gd name="connsiteX0" fmla="*/ 418 w 1027940"/>
              <a:gd name="connsiteY0" fmla="*/ 0 h 1536569"/>
              <a:gd name="connsiteX1" fmla="*/ 509466 w 1027940"/>
              <a:gd name="connsiteY1" fmla="*/ 18854 h 1536569"/>
              <a:gd name="connsiteX2" fmla="*/ 999658 w 1027940"/>
              <a:gd name="connsiteY2" fmla="*/ 763570 h 1536569"/>
              <a:gd name="connsiteX3" fmla="*/ 1027940 w 1027940"/>
              <a:gd name="connsiteY3" fmla="*/ 1536569 h 1536569"/>
              <a:gd name="connsiteX4" fmla="*/ 9845 w 1027940"/>
              <a:gd name="connsiteY4" fmla="*/ 1536569 h 1536569"/>
              <a:gd name="connsiteX5" fmla="*/ 418 w 1027940"/>
              <a:gd name="connsiteY5" fmla="*/ 0 h 1536569"/>
              <a:gd name="connsiteX0" fmla="*/ 418 w 1027940"/>
              <a:gd name="connsiteY0" fmla="*/ 0 h 1536569"/>
              <a:gd name="connsiteX1" fmla="*/ 509466 w 1027940"/>
              <a:gd name="connsiteY1" fmla="*/ 18854 h 1536569"/>
              <a:gd name="connsiteX2" fmla="*/ 1018512 w 1027940"/>
              <a:gd name="connsiteY2" fmla="*/ 791851 h 1536569"/>
              <a:gd name="connsiteX3" fmla="*/ 1027940 w 1027940"/>
              <a:gd name="connsiteY3" fmla="*/ 1536569 h 1536569"/>
              <a:gd name="connsiteX4" fmla="*/ 9845 w 1027940"/>
              <a:gd name="connsiteY4" fmla="*/ 1536569 h 1536569"/>
              <a:gd name="connsiteX5" fmla="*/ 418 w 1027940"/>
              <a:gd name="connsiteY5" fmla="*/ 0 h 1536569"/>
              <a:gd name="connsiteX0" fmla="*/ 418 w 1027940"/>
              <a:gd name="connsiteY0" fmla="*/ 23223 h 1559792"/>
              <a:gd name="connsiteX1" fmla="*/ 469058 w 1027940"/>
              <a:gd name="connsiteY1" fmla="*/ 0 h 1559792"/>
              <a:gd name="connsiteX2" fmla="*/ 1018512 w 1027940"/>
              <a:gd name="connsiteY2" fmla="*/ 815074 h 1559792"/>
              <a:gd name="connsiteX3" fmla="*/ 1027940 w 1027940"/>
              <a:gd name="connsiteY3" fmla="*/ 1559792 h 1559792"/>
              <a:gd name="connsiteX4" fmla="*/ 9845 w 1027940"/>
              <a:gd name="connsiteY4" fmla="*/ 1559792 h 1559792"/>
              <a:gd name="connsiteX5" fmla="*/ 418 w 1027940"/>
              <a:gd name="connsiteY5" fmla="*/ 23223 h 1559792"/>
              <a:gd name="connsiteX0" fmla="*/ 287 w 1027809"/>
              <a:gd name="connsiteY0" fmla="*/ 23223 h 1559792"/>
              <a:gd name="connsiteX1" fmla="*/ 468927 w 1027809"/>
              <a:gd name="connsiteY1" fmla="*/ 0 h 1559792"/>
              <a:gd name="connsiteX2" fmla="*/ 1018381 w 1027809"/>
              <a:gd name="connsiteY2" fmla="*/ 815074 h 1559792"/>
              <a:gd name="connsiteX3" fmla="*/ 1027809 w 1027809"/>
              <a:gd name="connsiteY3" fmla="*/ 1559792 h 1559792"/>
              <a:gd name="connsiteX4" fmla="*/ 17795 w 1027809"/>
              <a:gd name="connsiteY4" fmla="*/ 1542962 h 1559792"/>
              <a:gd name="connsiteX5" fmla="*/ 287 w 1027809"/>
              <a:gd name="connsiteY5" fmla="*/ 23223 h 1559792"/>
              <a:gd name="connsiteX0" fmla="*/ 287 w 1019727"/>
              <a:gd name="connsiteY0" fmla="*/ 23223 h 1551377"/>
              <a:gd name="connsiteX1" fmla="*/ 468927 w 1019727"/>
              <a:gd name="connsiteY1" fmla="*/ 0 h 1551377"/>
              <a:gd name="connsiteX2" fmla="*/ 1018381 w 1019727"/>
              <a:gd name="connsiteY2" fmla="*/ 815074 h 1551377"/>
              <a:gd name="connsiteX3" fmla="*/ 1019727 w 1019727"/>
              <a:gd name="connsiteY3" fmla="*/ 1551377 h 1551377"/>
              <a:gd name="connsiteX4" fmla="*/ 17795 w 1019727"/>
              <a:gd name="connsiteY4" fmla="*/ 1542962 h 1551377"/>
              <a:gd name="connsiteX5" fmla="*/ 287 w 1019727"/>
              <a:gd name="connsiteY5" fmla="*/ 23223 h 155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9727" h="1551377">
                <a:moveTo>
                  <a:pt x="287" y="23223"/>
                </a:moveTo>
                <a:lnTo>
                  <a:pt x="468927" y="0"/>
                </a:lnTo>
                <a:lnTo>
                  <a:pt x="1018381" y="815074"/>
                </a:lnTo>
                <a:cubicBezTo>
                  <a:pt x="1018830" y="1060508"/>
                  <a:pt x="1019278" y="1305943"/>
                  <a:pt x="1019727" y="1551377"/>
                </a:cubicBezTo>
                <a:cubicBezTo>
                  <a:pt x="1010300" y="1532524"/>
                  <a:pt x="357160" y="1542962"/>
                  <a:pt x="17795" y="1542962"/>
                </a:cubicBezTo>
                <a:cubicBezTo>
                  <a:pt x="20937" y="1033915"/>
                  <a:pt x="-2855" y="532270"/>
                  <a:pt x="287" y="23223"/>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4 Marcador de contenido" descr="Figura2.jpg">
            <a:extLst>
              <a:ext uri="{FF2B5EF4-FFF2-40B4-BE49-F238E27FC236}">
                <a16:creationId xmlns:a16="http://schemas.microsoft.com/office/drawing/2014/main" id="{3EB9CD3D-24A5-073E-151D-C70FC7971EB3}"/>
              </a:ext>
            </a:extLst>
          </p:cNvPr>
          <p:cNvPicPr>
            <a:picLocks noChangeAspect="1"/>
          </p:cNvPicPr>
          <p:nvPr/>
        </p:nvPicPr>
        <p:blipFill>
          <a:blip r:embed="rId3" cstate="print">
            <a:alphaModFix amt="70000"/>
            <a:extLst>
              <a:ext uri="{BEBA8EAE-BF5A-486C-A8C5-ECC9F3942E4B}">
                <a14:imgProps xmlns:a14="http://schemas.microsoft.com/office/drawing/2010/main">
                  <a14:imgLayer r:embed="rId4">
                    <a14:imgEffect>
                      <a14:artisticPhotocopy/>
                    </a14:imgEffect>
                    <a14:imgEffect>
                      <a14:brightnessContrast bright="20000" contrast="-40000"/>
                    </a14:imgEffect>
                  </a14:imgLayer>
                </a14:imgProps>
              </a:ext>
            </a:extLst>
          </a:blip>
          <a:srcRect r="4756" b="5537"/>
          <a:stretch/>
        </p:blipFill>
        <p:spPr>
          <a:xfrm>
            <a:off x="1276808" y="2021790"/>
            <a:ext cx="3926787" cy="3610551"/>
          </a:xfrm>
          <a:prstGeom prst="rect">
            <a:avLst/>
          </a:prstGeom>
        </p:spPr>
      </p:pic>
      <p:cxnSp>
        <p:nvCxnSpPr>
          <p:cNvPr id="18" name="Straight Connector 17">
            <a:extLst>
              <a:ext uri="{FF2B5EF4-FFF2-40B4-BE49-F238E27FC236}">
                <a16:creationId xmlns:a16="http://schemas.microsoft.com/office/drawing/2014/main" id="{F05E1634-AEF2-3F1B-0735-0BB889235E24}"/>
              </a:ext>
            </a:extLst>
          </p:cNvPr>
          <p:cNvCxnSpPr>
            <a:cxnSpLocks/>
          </p:cNvCxnSpPr>
          <p:nvPr/>
        </p:nvCxnSpPr>
        <p:spPr>
          <a:xfrm>
            <a:off x="2130458" y="3318235"/>
            <a:ext cx="1114997" cy="1628631"/>
          </a:xfrm>
          <a:prstGeom prst="line">
            <a:avLst/>
          </a:prstGeom>
          <a:ln w="38100"/>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96852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LP </a:t>
            </a:r>
            <a:r>
              <a:rPr lang="es-MX" dirty="0" err="1"/>
              <a:t>Concepts</a:t>
            </a:r>
            <a:endParaRPr lang="es-ES" dirty="0"/>
          </a:p>
        </p:txBody>
      </p:sp>
      <p:sp>
        <p:nvSpPr>
          <p:cNvPr id="9" name="Text Placeholder 8">
            <a:extLst>
              <a:ext uri="{FF2B5EF4-FFF2-40B4-BE49-F238E27FC236}">
                <a16:creationId xmlns:a16="http://schemas.microsoft.com/office/drawing/2014/main" id="{5E7FC3DB-23B0-A178-875D-7D97F994E584}"/>
              </a:ext>
            </a:extLst>
          </p:cNvPr>
          <p:cNvSpPr>
            <a:spLocks noGrp="1"/>
          </p:cNvSpPr>
          <p:nvPr>
            <p:ph type="body" idx="1"/>
          </p:nvPr>
        </p:nvSpPr>
        <p:spPr/>
        <p:txBody>
          <a:bodyPr/>
          <a:lstStyle/>
          <a:p>
            <a:endParaRPr lang="en-US">
              <a:solidFill>
                <a:schemeClr val="bg1"/>
              </a:solidFill>
            </a:endParaRPr>
          </a:p>
        </p:txBody>
      </p:sp>
      <p:sp>
        <p:nvSpPr>
          <p:cNvPr id="10" name="Text Placeholder 9">
            <a:extLst>
              <a:ext uri="{FF2B5EF4-FFF2-40B4-BE49-F238E27FC236}">
                <a16:creationId xmlns:a16="http://schemas.microsoft.com/office/drawing/2014/main" id="{B5EC36FC-DB57-331F-8033-0B34E34A0811}"/>
              </a:ext>
            </a:extLst>
          </p:cNvPr>
          <p:cNvSpPr>
            <a:spLocks noGrp="1"/>
          </p:cNvSpPr>
          <p:nvPr>
            <p:ph type="body" idx="10"/>
          </p:nvPr>
        </p:nvSpPr>
        <p:spPr/>
        <p:txBody>
          <a:bodyPr/>
          <a:lstStyle/>
          <a:p>
            <a:r>
              <a:rPr lang="en-US" dirty="0" err="1">
                <a:solidFill>
                  <a:schemeClr val="bg1"/>
                </a:solidFill>
              </a:rPr>
              <a:t>Identifica</a:t>
            </a:r>
            <a:endParaRPr lang="en-US" dirty="0">
              <a:solidFill>
                <a:schemeClr val="bg1"/>
              </a:solidFill>
            </a:endParaRPr>
          </a:p>
        </p:txBody>
      </p:sp>
      <p:pic>
        <p:nvPicPr>
          <p:cNvPr id="7" name="6 Marcador de contenido" descr="Figura3.jpg"/>
          <p:cNvPicPr>
            <a:picLocks noGrp="1" noChangeAspect="1"/>
          </p:cNvPicPr>
          <p:nvPr>
            <p:ph sz="half" idx="2"/>
          </p:nvPr>
        </p:nvPicPr>
        <p:blipFill>
          <a:blip r:embed="rId2" cstate="print">
            <a:extLst>
              <a:ext uri="{BEBA8EAE-BF5A-486C-A8C5-ECC9F3942E4B}">
                <a14:imgProps xmlns:a14="http://schemas.microsoft.com/office/drawing/2010/main">
                  <a14:imgLayer r:embed="rId3">
                    <a14:imgEffect>
                      <a14:artisticPhotocopy/>
                    </a14:imgEffect>
                    <a14:imgEffect>
                      <a14:brightnessContrast bright="20000" contrast="-40000"/>
                    </a14:imgEffect>
                  </a14:imgLayer>
                </a14:imgProps>
              </a:ext>
            </a:extLst>
          </a:blip>
          <a:stretch>
            <a:fillRect/>
          </a:stretch>
        </p:blipFill>
        <p:spPr>
          <a:xfrm>
            <a:off x="2046692" y="2753550"/>
            <a:ext cx="3126531" cy="3180174"/>
          </a:xfrm>
        </p:spPr>
      </p:pic>
      <p:sp>
        <p:nvSpPr>
          <p:cNvPr id="11" name="Content Placeholder 10">
            <a:extLst>
              <a:ext uri="{FF2B5EF4-FFF2-40B4-BE49-F238E27FC236}">
                <a16:creationId xmlns:a16="http://schemas.microsoft.com/office/drawing/2014/main" id="{3FEC1D2B-694D-529D-DE32-883F465AB9F4}"/>
              </a:ext>
            </a:extLst>
          </p:cNvPr>
          <p:cNvSpPr>
            <a:spLocks noGrp="1"/>
          </p:cNvSpPr>
          <p:nvPr>
            <p:ph sz="half" idx="13"/>
          </p:nvPr>
        </p:nvSpPr>
        <p:spPr>
          <a:xfrm>
            <a:off x="6362700" y="2799146"/>
            <a:ext cx="5599804" cy="2286384"/>
          </a:xfrm>
        </p:spPr>
        <p:txBody>
          <a:bodyPr>
            <a:normAutofit/>
          </a:bodyPr>
          <a:lstStyle/>
          <a:p>
            <a:pPr marL="321946" indent="-321946">
              <a:buFont typeface="Arial" pitchFamily="34" charset="0"/>
              <a:buChar char="•"/>
            </a:pPr>
            <a:r>
              <a:rPr lang="es-MX" sz="1600" dirty="0">
                <a:solidFill>
                  <a:schemeClr val="bg1"/>
                </a:solidFill>
              </a:rPr>
              <a:t>Región factible: Acotada o no acotada?</a:t>
            </a:r>
          </a:p>
          <a:p>
            <a:pPr marL="321946" indent="-321946">
              <a:buFont typeface="Arial" pitchFamily="34" charset="0"/>
              <a:buChar char="•"/>
            </a:pPr>
            <a:r>
              <a:rPr lang="es-MX" dirty="0"/>
              <a:t>Valor óptimo: finito o infinito?</a:t>
            </a:r>
          </a:p>
          <a:p>
            <a:pPr marL="321946" indent="-321946">
              <a:buFont typeface="Arial" pitchFamily="34" charset="0"/>
              <a:buChar char="•"/>
            </a:pPr>
            <a:r>
              <a:rPr lang="es-MX" sz="1600" dirty="0">
                <a:solidFill>
                  <a:schemeClr val="bg1"/>
                </a:solidFill>
              </a:rPr>
              <a:t>Soluciones básicas factible: </a:t>
            </a:r>
            <a:r>
              <a:rPr lang="es-MX" dirty="0"/>
              <a:t>¿cuántas? ¿cuáles?</a:t>
            </a:r>
          </a:p>
          <a:p>
            <a:pPr marL="321946" indent="-321946">
              <a:buFont typeface="Arial" pitchFamily="34" charset="0"/>
              <a:buChar char="•"/>
            </a:pPr>
            <a:r>
              <a:rPr lang="es-MX" sz="1600" dirty="0">
                <a:solidFill>
                  <a:schemeClr val="bg1"/>
                </a:solidFill>
              </a:rPr>
              <a:t>Soluciones degeneradas: ¿cuántas? ¿cuáles?</a:t>
            </a:r>
          </a:p>
          <a:p>
            <a:pPr marL="321946" indent="-321946">
              <a:buFont typeface="Arial" pitchFamily="34" charset="0"/>
              <a:buChar char="•"/>
            </a:pPr>
            <a:r>
              <a:rPr lang="es-MX" dirty="0"/>
              <a:t>Soluciones óptimas: ¿única? ¿múltiples?</a:t>
            </a:r>
          </a:p>
          <a:p>
            <a:pPr marL="321946" indent="-321946">
              <a:buFont typeface="Arial" pitchFamily="34" charset="0"/>
              <a:buChar char="•"/>
            </a:pPr>
            <a:r>
              <a:rPr lang="es-MX" sz="1600" dirty="0">
                <a:solidFill>
                  <a:schemeClr val="bg1"/>
                </a:solidFill>
              </a:rPr>
              <a:t>Soluciones básicas factibles y óptimas: ¿cuántas? ¿cuáles?  </a:t>
            </a:r>
            <a:endParaRPr lang="en-US" dirty="0"/>
          </a:p>
          <a:p>
            <a:endParaRPr lang="en-US" dirty="0"/>
          </a:p>
        </p:txBody>
      </p:sp>
      <p:sp>
        <p:nvSpPr>
          <p:cNvPr id="4" name="3 Marcador de número de diapositiva"/>
          <p:cNvSpPr>
            <a:spLocks noGrp="1"/>
          </p:cNvSpPr>
          <p:nvPr>
            <p:ph type="sldNum" sz="quarter" idx="4"/>
          </p:nvPr>
        </p:nvSpPr>
        <p:spPr/>
        <p:txBody>
          <a:bodyPr/>
          <a:lstStyle/>
          <a:p>
            <a:fld id="{6FFA54E1-8A5A-492B-8D87-772C5A9980B5}" type="slidenum">
              <a:rPr lang="es-ES" smtClean="0"/>
              <a:pPr/>
              <a:t>12</a:t>
            </a:fld>
            <a:endParaRPr lang="es-ES"/>
          </a:p>
        </p:txBody>
      </p:sp>
      <p:sp>
        <p:nvSpPr>
          <p:cNvPr id="5" name="4 Flecha a la derecha con muesca"/>
          <p:cNvSpPr/>
          <p:nvPr/>
        </p:nvSpPr>
        <p:spPr>
          <a:xfrm>
            <a:off x="1443555" y="4871216"/>
            <a:ext cx="428628" cy="214314"/>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2160"/>
          </a:p>
        </p:txBody>
      </p:sp>
      <p:sp>
        <p:nvSpPr>
          <p:cNvPr id="6" name="5 Flecha a la derecha con muesca"/>
          <p:cNvSpPr/>
          <p:nvPr/>
        </p:nvSpPr>
        <p:spPr>
          <a:xfrm rot="16200000">
            <a:off x="2883227" y="5983730"/>
            <a:ext cx="357190" cy="257177"/>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216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CEB96-14DE-F877-A751-42C385A0CF9E}"/>
            </a:ext>
          </a:extLst>
        </p:cNvPr>
        <p:cNvGrpSpPr/>
        <p:nvPr/>
      </p:nvGrpSpPr>
      <p:grpSpPr>
        <a:xfrm>
          <a:off x="0" y="0"/>
          <a:ext cx="0" cy="0"/>
          <a:chOff x="0" y="0"/>
          <a:chExt cx="0" cy="0"/>
        </a:xfrm>
      </p:grpSpPr>
      <p:sp>
        <p:nvSpPr>
          <p:cNvPr id="2" name="1 Título">
            <a:extLst>
              <a:ext uri="{FF2B5EF4-FFF2-40B4-BE49-F238E27FC236}">
                <a16:creationId xmlns:a16="http://schemas.microsoft.com/office/drawing/2014/main" id="{6431658C-FCB8-8D8A-D74B-A84ADF9C16A4}"/>
              </a:ext>
            </a:extLst>
          </p:cNvPr>
          <p:cNvSpPr>
            <a:spLocks noGrp="1"/>
          </p:cNvSpPr>
          <p:nvPr>
            <p:ph type="title"/>
          </p:nvPr>
        </p:nvSpPr>
        <p:spPr/>
        <p:txBody>
          <a:bodyPr/>
          <a:lstStyle/>
          <a:p>
            <a:r>
              <a:rPr lang="es-MX" dirty="0"/>
              <a:t>LP </a:t>
            </a:r>
            <a:r>
              <a:rPr lang="es-MX" dirty="0" err="1"/>
              <a:t>Concepts</a:t>
            </a:r>
            <a:endParaRPr lang="es-ES" dirty="0"/>
          </a:p>
        </p:txBody>
      </p:sp>
      <p:sp>
        <p:nvSpPr>
          <p:cNvPr id="9" name="Text Placeholder 8">
            <a:extLst>
              <a:ext uri="{FF2B5EF4-FFF2-40B4-BE49-F238E27FC236}">
                <a16:creationId xmlns:a16="http://schemas.microsoft.com/office/drawing/2014/main" id="{DDADE4D7-6903-E5F7-9C50-506EAA6E61A8}"/>
              </a:ext>
            </a:extLst>
          </p:cNvPr>
          <p:cNvSpPr>
            <a:spLocks noGrp="1"/>
          </p:cNvSpPr>
          <p:nvPr>
            <p:ph type="body" idx="1"/>
          </p:nvPr>
        </p:nvSpPr>
        <p:spPr/>
        <p:txBody>
          <a:bodyPr/>
          <a:lstStyle/>
          <a:p>
            <a:endParaRPr lang="en-US">
              <a:solidFill>
                <a:schemeClr val="bg1"/>
              </a:solidFill>
            </a:endParaRPr>
          </a:p>
        </p:txBody>
      </p:sp>
      <p:sp>
        <p:nvSpPr>
          <p:cNvPr id="10" name="Text Placeholder 9">
            <a:extLst>
              <a:ext uri="{FF2B5EF4-FFF2-40B4-BE49-F238E27FC236}">
                <a16:creationId xmlns:a16="http://schemas.microsoft.com/office/drawing/2014/main" id="{741466A9-143A-FA61-B71B-88CFEF334F1F}"/>
              </a:ext>
            </a:extLst>
          </p:cNvPr>
          <p:cNvSpPr>
            <a:spLocks noGrp="1"/>
          </p:cNvSpPr>
          <p:nvPr>
            <p:ph type="body" idx="10"/>
          </p:nvPr>
        </p:nvSpPr>
        <p:spPr/>
        <p:txBody>
          <a:bodyPr/>
          <a:lstStyle/>
          <a:p>
            <a:r>
              <a:rPr lang="en-US" dirty="0" err="1">
                <a:solidFill>
                  <a:schemeClr val="bg1"/>
                </a:solidFill>
              </a:rPr>
              <a:t>Identifica</a:t>
            </a:r>
            <a:endParaRPr lang="en-US" dirty="0">
              <a:solidFill>
                <a:schemeClr val="bg1"/>
              </a:solidFill>
            </a:endParaRPr>
          </a:p>
        </p:txBody>
      </p:sp>
      <p:sp>
        <p:nvSpPr>
          <p:cNvPr id="11" name="Content Placeholder 10">
            <a:extLst>
              <a:ext uri="{FF2B5EF4-FFF2-40B4-BE49-F238E27FC236}">
                <a16:creationId xmlns:a16="http://schemas.microsoft.com/office/drawing/2014/main" id="{EA724428-1DD6-5E6A-778C-2F124B2BB5C3}"/>
              </a:ext>
            </a:extLst>
          </p:cNvPr>
          <p:cNvSpPr>
            <a:spLocks noGrp="1"/>
          </p:cNvSpPr>
          <p:nvPr>
            <p:ph sz="half" idx="13"/>
          </p:nvPr>
        </p:nvSpPr>
        <p:spPr>
          <a:xfrm>
            <a:off x="6362700" y="2799146"/>
            <a:ext cx="5599804" cy="2286384"/>
          </a:xfrm>
        </p:spPr>
        <p:txBody>
          <a:bodyPr>
            <a:normAutofit/>
          </a:bodyPr>
          <a:lstStyle/>
          <a:p>
            <a:pPr marL="321946" indent="-321946">
              <a:buFont typeface="Arial" pitchFamily="34" charset="0"/>
              <a:buChar char="•"/>
            </a:pPr>
            <a:r>
              <a:rPr lang="es-MX" sz="1600" dirty="0">
                <a:solidFill>
                  <a:schemeClr val="bg1"/>
                </a:solidFill>
              </a:rPr>
              <a:t>Región factible: Acotada o no acotada?</a:t>
            </a:r>
          </a:p>
          <a:p>
            <a:pPr marL="321946" indent="-321946">
              <a:buFont typeface="Arial" pitchFamily="34" charset="0"/>
              <a:buChar char="•"/>
            </a:pPr>
            <a:r>
              <a:rPr lang="es-MX" dirty="0"/>
              <a:t>Valor óptimo: finito o infinito?</a:t>
            </a:r>
          </a:p>
          <a:p>
            <a:pPr marL="321946" indent="-321946">
              <a:buFont typeface="Arial" pitchFamily="34" charset="0"/>
              <a:buChar char="•"/>
            </a:pPr>
            <a:r>
              <a:rPr lang="es-MX" sz="1600" dirty="0">
                <a:solidFill>
                  <a:schemeClr val="bg1"/>
                </a:solidFill>
              </a:rPr>
              <a:t>Soluciones básicas factible: </a:t>
            </a:r>
            <a:r>
              <a:rPr lang="es-MX" dirty="0"/>
              <a:t>¿cuántas? ¿cuáles?</a:t>
            </a:r>
          </a:p>
          <a:p>
            <a:pPr marL="321946" indent="-321946">
              <a:buFont typeface="Arial" pitchFamily="34" charset="0"/>
              <a:buChar char="•"/>
            </a:pPr>
            <a:r>
              <a:rPr lang="es-MX" sz="1600" dirty="0">
                <a:solidFill>
                  <a:schemeClr val="bg1"/>
                </a:solidFill>
              </a:rPr>
              <a:t>Soluciones degeneradas: ¿cuántas? ¿cuáles?</a:t>
            </a:r>
          </a:p>
          <a:p>
            <a:pPr marL="321946" indent="-321946">
              <a:buFont typeface="Arial" pitchFamily="34" charset="0"/>
              <a:buChar char="•"/>
            </a:pPr>
            <a:r>
              <a:rPr lang="es-MX" dirty="0"/>
              <a:t>Soluciones óptimas: ¿única? ¿múltiples?</a:t>
            </a:r>
          </a:p>
          <a:p>
            <a:pPr marL="321946" indent="-321946">
              <a:buFont typeface="Arial" pitchFamily="34" charset="0"/>
              <a:buChar char="•"/>
            </a:pPr>
            <a:r>
              <a:rPr lang="es-MX" sz="1600" dirty="0">
                <a:solidFill>
                  <a:schemeClr val="bg1"/>
                </a:solidFill>
              </a:rPr>
              <a:t>Soluciones básicas factibles y óptimas: ¿cuántas? ¿cuáles?  </a:t>
            </a:r>
            <a:endParaRPr lang="en-US" dirty="0"/>
          </a:p>
          <a:p>
            <a:endParaRPr lang="en-US" dirty="0"/>
          </a:p>
        </p:txBody>
      </p:sp>
      <p:sp>
        <p:nvSpPr>
          <p:cNvPr id="4" name="3 Marcador de número de diapositiva">
            <a:extLst>
              <a:ext uri="{FF2B5EF4-FFF2-40B4-BE49-F238E27FC236}">
                <a16:creationId xmlns:a16="http://schemas.microsoft.com/office/drawing/2014/main" id="{0C252BA3-6797-8826-8047-4D82D8310D71}"/>
              </a:ext>
            </a:extLst>
          </p:cNvPr>
          <p:cNvSpPr>
            <a:spLocks noGrp="1"/>
          </p:cNvSpPr>
          <p:nvPr>
            <p:ph type="sldNum" sz="quarter" idx="4"/>
          </p:nvPr>
        </p:nvSpPr>
        <p:spPr/>
        <p:txBody>
          <a:bodyPr/>
          <a:lstStyle/>
          <a:p>
            <a:fld id="{6FFA54E1-8A5A-492B-8D87-772C5A9980B5}" type="slidenum">
              <a:rPr lang="es-ES" smtClean="0"/>
              <a:pPr/>
              <a:t>13</a:t>
            </a:fld>
            <a:endParaRPr lang="es-ES"/>
          </a:p>
        </p:txBody>
      </p:sp>
      <p:grpSp>
        <p:nvGrpSpPr>
          <p:cNvPr id="20" name="Group 19">
            <a:extLst>
              <a:ext uri="{FF2B5EF4-FFF2-40B4-BE49-F238E27FC236}">
                <a16:creationId xmlns:a16="http://schemas.microsoft.com/office/drawing/2014/main" id="{E1AC3D38-6C34-B0FB-855F-A4CA1B994C41}"/>
              </a:ext>
            </a:extLst>
          </p:cNvPr>
          <p:cNvGrpSpPr/>
          <p:nvPr/>
        </p:nvGrpSpPr>
        <p:grpSpPr>
          <a:xfrm>
            <a:off x="2108200" y="2799146"/>
            <a:ext cx="3126531" cy="3524788"/>
            <a:chOff x="2108200" y="2799146"/>
            <a:chExt cx="3126531" cy="3524788"/>
          </a:xfrm>
        </p:grpSpPr>
        <p:pic>
          <p:nvPicPr>
            <p:cNvPr id="16" name="6 Marcador de contenido" descr="Figura3.jpg">
              <a:extLst>
                <a:ext uri="{FF2B5EF4-FFF2-40B4-BE49-F238E27FC236}">
                  <a16:creationId xmlns:a16="http://schemas.microsoft.com/office/drawing/2014/main" id="{699B22EA-C8E6-75E2-41C3-C6A59C33DB9C}"/>
                </a:ext>
              </a:extLst>
            </p:cNvPr>
            <p:cNvPicPr>
              <a:picLocks noChangeAspect="1"/>
            </p:cNvPicPr>
            <p:nvPr/>
          </p:nvPicPr>
          <p:blipFill>
            <a:blip r:embed="rId2" cstate="print">
              <a:extLst>
                <a:ext uri="{BEBA8EAE-BF5A-486C-A8C5-ECC9F3942E4B}">
                  <a14:imgProps xmlns:a14="http://schemas.microsoft.com/office/drawing/2010/main">
                    <a14:imgLayer r:embed="rId3">
                      <a14:imgEffect>
                        <a14:artisticPhotocopy/>
                      </a14:imgEffect>
                      <a14:imgEffect>
                        <a14:brightnessContrast bright="20000" contrast="-40000"/>
                      </a14:imgEffect>
                    </a14:imgLayer>
                  </a14:imgProps>
                </a:ext>
              </a:extLst>
            </a:blip>
            <a:stretch>
              <a:fillRect/>
            </a:stretch>
          </p:blipFill>
          <p:spPr>
            <a:xfrm>
              <a:off x="2108200" y="2886972"/>
              <a:ext cx="3126531" cy="3180174"/>
            </a:xfrm>
            <a:prstGeom prst="rect">
              <a:avLst/>
            </a:prstGeom>
          </p:spPr>
        </p:pic>
        <p:sp>
          <p:nvSpPr>
            <p:cNvPr id="19" name="Freeform: Shape 18">
              <a:extLst>
                <a:ext uri="{FF2B5EF4-FFF2-40B4-BE49-F238E27FC236}">
                  <a16:creationId xmlns:a16="http://schemas.microsoft.com/office/drawing/2014/main" id="{9706EF03-2739-B8CC-6195-DBA146C8B8E5}"/>
                </a:ext>
              </a:extLst>
            </p:cNvPr>
            <p:cNvSpPr/>
            <p:nvPr/>
          </p:nvSpPr>
          <p:spPr>
            <a:xfrm>
              <a:off x="2258788" y="3452884"/>
              <a:ext cx="918709" cy="2346579"/>
            </a:xfrm>
            <a:custGeom>
              <a:avLst/>
              <a:gdLst>
                <a:gd name="connsiteX0" fmla="*/ 64546 w 957431"/>
                <a:gd name="connsiteY0" fmla="*/ 150641 h 2442020"/>
                <a:gd name="connsiteX1" fmla="*/ 64546 w 957431"/>
                <a:gd name="connsiteY1" fmla="*/ 2442020 h 2442020"/>
                <a:gd name="connsiteX2" fmla="*/ 279699 w 957431"/>
                <a:gd name="connsiteY2" fmla="*/ 2442020 h 2442020"/>
                <a:gd name="connsiteX3" fmla="*/ 946673 w 957431"/>
                <a:gd name="connsiteY3" fmla="*/ 1796561 h 2442020"/>
                <a:gd name="connsiteX4" fmla="*/ 957431 w 957431"/>
                <a:gd name="connsiteY4" fmla="*/ 129126 h 2442020"/>
                <a:gd name="connsiteX5" fmla="*/ 86061 w 957431"/>
                <a:gd name="connsiteY5" fmla="*/ 53822 h 2442020"/>
                <a:gd name="connsiteX6" fmla="*/ 322730 w 957431"/>
                <a:gd name="connsiteY6" fmla="*/ 34 h 2442020"/>
                <a:gd name="connsiteX7" fmla="*/ 311972 w 957431"/>
                <a:gd name="connsiteY7" fmla="*/ 32307 h 2442020"/>
                <a:gd name="connsiteX8" fmla="*/ 279699 w 957431"/>
                <a:gd name="connsiteY8" fmla="*/ 53822 h 2442020"/>
                <a:gd name="connsiteX9" fmla="*/ 193638 w 957431"/>
                <a:gd name="connsiteY9" fmla="*/ 86095 h 2442020"/>
                <a:gd name="connsiteX10" fmla="*/ 139850 w 957431"/>
                <a:gd name="connsiteY10" fmla="*/ 64580 h 2442020"/>
                <a:gd name="connsiteX11" fmla="*/ 64546 w 957431"/>
                <a:gd name="connsiteY11" fmla="*/ 75337 h 2442020"/>
                <a:gd name="connsiteX12" fmla="*/ 0 w 957431"/>
                <a:gd name="connsiteY12" fmla="*/ 96853 h 2442020"/>
                <a:gd name="connsiteX0" fmla="*/ 64546 w 946673"/>
                <a:gd name="connsiteY0" fmla="*/ 150641 h 2442020"/>
                <a:gd name="connsiteX1" fmla="*/ 64546 w 946673"/>
                <a:gd name="connsiteY1" fmla="*/ 2442020 h 2442020"/>
                <a:gd name="connsiteX2" fmla="*/ 279699 w 946673"/>
                <a:gd name="connsiteY2" fmla="*/ 2442020 h 2442020"/>
                <a:gd name="connsiteX3" fmla="*/ 946673 w 946673"/>
                <a:gd name="connsiteY3" fmla="*/ 1796561 h 2442020"/>
                <a:gd name="connsiteX4" fmla="*/ 935260 w 946673"/>
                <a:gd name="connsiteY4" fmla="*/ 117931 h 2442020"/>
                <a:gd name="connsiteX5" fmla="*/ 86061 w 946673"/>
                <a:gd name="connsiteY5" fmla="*/ 53822 h 2442020"/>
                <a:gd name="connsiteX6" fmla="*/ 322730 w 946673"/>
                <a:gd name="connsiteY6" fmla="*/ 34 h 2442020"/>
                <a:gd name="connsiteX7" fmla="*/ 311972 w 946673"/>
                <a:gd name="connsiteY7" fmla="*/ 32307 h 2442020"/>
                <a:gd name="connsiteX8" fmla="*/ 279699 w 946673"/>
                <a:gd name="connsiteY8" fmla="*/ 53822 h 2442020"/>
                <a:gd name="connsiteX9" fmla="*/ 193638 w 946673"/>
                <a:gd name="connsiteY9" fmla="*/ 86095 h 2442020"/>
                <a:gd name="connsiteX10" fmla="*/ 139850 w 946673"/>
                <a:gd name="connsiteY10" fmla="*/ 64580 h 2442020"/>
                <a:gd name="connsiteX11" fmla="*/ 64546 w 946673"/>
                <a:gd name="connsiteY11" fmla="*/ 75337 h 2442020"/>
                <a:gd name="connsiteX12" fmla="*/ 0 w 946673"/>
                <a:gd name="connsiteY12" fmla="*/ 96853 h 2442020"/>
                <a:gd name="connsiteX0" fmla="*/ 64546 w 946673"/>
                <a:gd name="connsiteY0" fmla="*/ 150641 h 2442020"/>
                <a:gd name="connsiteX1" fmla="*/ 64546 w 946673"/>
                <a:gd name="connsiteY1" fmla="*/ 2442020 h 2442020"/>
                <a:gd name="connsiteX2" fmla="*/ 279699 w 946673"/>
                <a:gd name="connsiteY2" fmla="*/ 2442020 h 2442020"/>
                <a:gd name="connsiteX3" fmla="*/ 946673 w 946673"/>
                <a:gd name="connsiteY3" fmla="*/ 1807756 h 2442020"/>
                <a:gd name="connsiteX4" fmla="*/ 935260 w 946673"/>
                <a:gd name="connsiteY4" fmla="*/ 117931 h 2442020"/>
                <a:gd name="connsiteX5" fmla="*/ 86061 w 946673"/>
                <a:gd name="connsiteY5" fmla="*/ 53822 h 2442020"/>
                <a:gd name="connsiteX6" fmla="*/ 322730 w 946673"/>
                <a:gd name="connsiteY6" fmla="*/ 34 h 2442020"/>
                <a:gd name="connsiteX7" fmla="*/ 311972 w 946673"/>
                <a:gd name="connsiteY7" fmla="*/ 32307 h 2442020"/>
                <a:gd name="connsiteX8" fmla="*/ 279699 w 946673"/>
                <a:gd name="connsiteY8" fmla="*/ 53822 h 2442020"/>
                <a:gd name="connsiteX9" fmla="*/ 193638 w 946673"/>
                <a:gd name="connsiteY9" fmla="*/ 86095 h 2442020"/>
                <a:gd name="connsiteX10" fmla="*/ 139850 w 946673"/>
                <a:gd name="connsiteY10" fmla="*/ 64580 h 2442020"/>
                <a:gd name="connsiteX11" fmla="*/ 64546 w 946673"/>
                <a:gd name="connsiteY11" fmla="*/ 75337 h 2442020"/>
                <a:gd name="connsiteX12" fmla="*/ 0 w 946673"/>
                <a:gd name="connsiteY12" fmla="*/ 96853 h 2442020"/>
                <a:gd name="connsiteX0" fmla="*/ 64546 w 946673"/>
                <a:gd name="connsiteY0" fmla="*/ 150641 h 2442020"/>
                <a:gd name="connsiteX1" fmla="*/ 64546 w 946673"/>
                <a:gd name="connsiteY1" fmla="*/ 2442020 h 2442020"/>
                <a:gd name="connsiteX2" fmla="*/ 279699 w 946673"/>
                <a:gd name="connsiteY2" fmla="*/ 2442020 h 2442020"/>
                <a:gd name="connsiteX3" fmla="*/ 946673 w 946673"/>
                <a:gd name="connsiteY3" fmla="*/ 1953293 h 2442020"/>
                <a:gd name="connsiteX4" fmla="*/ 935260 w 946673"/>
                <a:gd name="connsiteY4" fmla="*/ 117931 h 2442020"/>
                <a:gd name="connsiteX5" fmla="*/ 86061 w 946673"/>
                <a:gd name="connsiteY5" fmla="*/ 53822 h 2442020"/>
                <a:gd name="connsiteX6" fmla="*/ 322730 w 946673"/>
                <a:gd name="connsiteY6" fmla="*/ 34 h 2442020"/>
                <a:gd name="connsiteX7" fmla="*/ 311972 w 946673"/>
                <a:gd name="connsiteY7" fmla="*/ 32307 h 2442020"/>
                <a:gd name="connsiteX8" fmla="*/ 279699 w 946673"/>
                <a:gd name="connsiteY8" fmla="*/ 53822 h 2442020"/>
                <a:gd name="connsiteX9" fmla="*/ 193638 w 946673"/>
                <a:gd name="connsiteY9" fmla="*/ 86095 h 2442020"/>
                <a:gd name="connsiteX10" fmla="*/ 139850 w 946673"/>
                <a:gd name="connsiteY10" fmla="*/ 64580 h 2442020"/>
                <a:gd name="connsiteX11" fmla="*/ 64546 w 946673"/>
                <a:gd name="connsiteY11" fmla="*/ 75337 h 2442020"/>
                <a:gd name="connsiteX12" fmla="*/ 0 w 946673"/>
                <a:gd name="connsiteY12" fmla="*/ 96853 h 2442020"/>
                <a:gd name="connsiteX0" fmla="*/ 64546 w 946673"/>
                <a:gd name="connsiteY0" fmla="*/ 150641 h 2442020"/>
                <a:gd name="connsiteX1" fmla="*/ 64546 w 946673"/>
                <a:gd name="connsiteY1" fmla="*/ 2442020 h 2442020"/>
                <a:gd name="connsiteX2" fmla="*/ 468146 w 946673"/>
                <a:gd name="connsiteY2" fmla="*/ 2430824 h 2442020"/>
                <a:gd name="connsiteX3" fmla="*/ 946673 w 946673"/>
                <a:gd name="connsiteY3" fmla="*/ 1953293 h 2442020"/>
                <a:gd name="connsiteX4" fmla="*/ 935260 w 946673"/>
                <a:gd name="connsiteY4" fmla="*/ 117931 h 2442020"/>
                <a:gd name="connsiteX5" fmla="*/ 86061 w 946673"/>
                <a:gd name="connsiteY5" fmla="*/ 53822 h 2442020"/>
                <a:gd name="connsiteX6" fmla="*/ 322730 w 946673"/>
                <a:gd name="connsiteY6" fmla="*/ 34 h 2442020"/>
                <a:gd name="connsiteX7" fmla="*/ 311972 w 946673"/>
                <a:gd name="connsiteY7" fmla="*/ 32307 h 2442020"/>
                <a:gd name="connsiteX8" fmla="*/ 279699 w 946673"/>
                <a:gd name="connsiteY8" fmla="*/ 53822 h 2442020"/>
                <a:gd name="connsiteX9" fmla="*/ 193638 w 946673"/>
                <a:gd name="connsiteY9" fmla="*/ 86095 h 2442020"/>
                <a:gd name="connsiteX10" fmla="*/ 139850 w 946673"/>
                <a:gd name="connsiteY10" fmla="*/ 64580 h 2442020"/>
                <a:gd name="connsiteX11" fmla="*/ 64546 w 946673"/>
                <a:gd name="connsiteY11" fmla="*/ 75337 h 2442020"/>
                <a:gd name="connsiteX12" fmla="*/ 0 w 946673"/>
                <a:gd name="connsiteY12" fmla="*/ 96853 h 24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6673" h="2442020">
                  <a:moveTo>
                    <a:pt x="64546" y="150641"/>
                  </a:moveTo>
                  <a:lnTo>
                    <a:pt x="64546" y="2442020"/>
                  </a:lnTo>
                  <a:lnTo>
                    <a:pt x="468146" y="2430824"/>
                  </a:lnTo>
                  <a:lnTo>
                    <a:pt x="946673" y="1953293"/>
                  </a:lnTo>
                  <a:cubicBezTo>
                    <a:pt x="942869" y="1393750"/>
                    <a:pt x="939064" y="677474"/>
                    <a:pt x="935260" y="117931"/>
                  </a:cubicBezTo>
                  <a:cubicBezTo>
                    <a:pt x="644803" y="92830"/>
                    <a:pt x="376518" y="78923"/>
                    <a:pt x="86061" y="53822"/>
                  </a:cubicBezTo>
                  <a:cubicBezTo>
                    <a:pt x="164951" y="35893"/>
                    <a:pt x="242193" y="7704"/>
                    <a:pt x="322730" y="34"/>
                  </a:cubicBezTo>
                  <a:cubicBezTo>
                    <a:pt x="334019" y="-1041"/>
                    <a:pt x="319056" y="23452"/>
                    <a:pt x="311972" y="32307"/>
                  </a:cubicBezTo>
                  <a:cubicBezTo>
                    <a:pt x="303895" y="42403"/>
                    <a:pt x="291469" y="48472"/>
                    <a:pt x="279699" y="53822"/>
                  </a:cubicBezTo>
                  <a:cubicBezTo>
                    <a:pt x="251807" y="66500"/>
                    <a:pt x="222325" y="75337"/>
                    <a:pt x="193638" y="86095"/>
                  </a:cubicBezTo>
                  <a:cubicBezTo>
                    <a:pt x="175709" y="78923"/>
                    <a:pt x="159094" y="66184"/>
                    <a:pt x="139850" y="64580"/>
                  </a:cubicBezTo>
                  <a:cubicBezTo>
                    <a:pt x="114581" y="62474"/>
                    <a:pt x="64546" y="75337"/>
                    <a:pt x="64546" y="75337"/>
                  </a:cubicBezTo>
                  <a:lnTo>
                    <a:pt x="0" y="96853"/>
                  </a:lnTo>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4 Flecha a la derecha con muesca">
              <a:extLst>
                <a:ext uri="{FF2B5EF4-FFF2-40B4-BE49-F238E27FC236}">
                  <a16:creationId xmlns:a16="http://schemas.microsoft.com/office/drawing/2014/main" id="{32B79327-F78D-13F7-BC6C-6C0DCA2B7C5D}"/>
                </a:ext>
              </a:extLst>
            </p:cNvPr>
            <p:cNvSpPr/>
            <p:nvPr/>
          </p:nvSpPr>
          <p:spPr>
            <a:xfrm flipH="1" flipV="1">
              <a:off x="2642873" y="3835181"/>
              <a:ext cx="428628" cy="214314"/>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2160"/>
            </a:p>
          </p:txBody>
        </p:sp>
        <p:sp>
          <p:nvSpPr>
            <p:cNvPr id="6" name="5 Flecha a la derecha con muesca">
              <a:extLst>
                <a:ext uri="{FF2B5EF4-FFF2-40B4-BE49-F238E27FC236}">
                  <a16:creationId xmlns:a16="http://schemas.microsoft.com/office/drawing/2014/main" id="{CBD53AD9-4940-F291-3124-B6424D593BD8}"/>
                </a:ext>
              </a:extLst>
            </p:cNvPr>
            <p:cNvSpPr/>
            <p:nvPr/>
          </p:nvSpPr>
          <p:spPr>
            <a:xfrm rot="16200000">
              <a:off x="2439724" y="6016750"/>
              <a:ext cx="357190" cy="257177"/>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2160"/>
            </a:p>
          </p:txBody>
        </p:sp>
        <p:sp>
          <p:nvSpPr>
            <p:cNvPr id="15" name="Rectangle 14">
              <a:extLst>
                <a:ext uri="{FF2B5EF4-FFF2-40B4-BE49-F238E27FC236}">
                  <a16:creationId xmlns:a16="http://schemas.microsoft.com/office/drawing/2014/main" id="{FD0EA781-4901-0AEA-483F-1939A815B40F}"/>
                </a:ext>
              </a:extLst>
            </p:cNvPr>
            <p:cNvSpPr/>
            <p:nvPr/>
          </p:nvSpPr>
          <p:spPr>
            <a:xfrm>
              <a:off x="3270328" y="2799146"/>
              <a:ext cx="613186" cy="2741042"/>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A041417D-9557-EB83-61FD-BB25C0652408}"/>
                </a:ext>
              </a:extLst>
            </p:cNvPr>
            <p:cNvCxnSpPr/>
            <p:nvPr/>
          </p:nvCxnSpPr>
          <p:spPr>
            <a:xfrm flipV="1">
              <a:off x="2521961" y="4998418"/>
              <a:ext cx="1021977" cy="957431"/>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4C9CB985-6073-7454-6DE1-EBF78B0D3C83}"/>
                    </a:ext>
                  </a:extLst>
                </p:cNvPr>
                <p:cNvSpPr txBox="1"/>
                <p:nvPr/>
              </p:nvSpPr>
              <p:spPr>
                <a:xfrm>
                  <a:off x="3671369" y="3419521"/>
                  <a:ext cx="1470531" cy="1508105"/>
                </a:xfrm>
                <a:prstGeom prst="rect">
                  <a:avLst/>
                </a:prstGeom>
                <a:solidFill>
                  <a:schemeClr val="tx1"/>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unc>
                          <m:funcPr>
                            <m:ctrlPr>
                              <a:rPr lang="es-MX" sz="1400" b="0" i="1" smtClean="0">
                                <a:solidFill>
                                  <a:schemeClr val="bg1"/>
                                </a:solidFill>
                                <a:latin typeface="Cambria Math" panose="02040503050406030204" pitchFamily="18" charset="0"/>
                              </a:rPr>
                            </m:ctrlPr>
                          </m:funcPr>
                          <m:fName>
                            <m:r>
                              <m:rPr>
                                <m:sty m:val="p"/>
                              </m:rPr>
                              <a:rPr lang="es-MX" sz="1400" b="0" i="0" smtClean="0">
                                <a:solidFill>
                                  <a:schemeClr val="bg1"/>
                                </a:solidFill>
                                <a:latin typeface="Cambria Math" panose="02040503050406030204" pitchFamily="18" charset="0"/>
                              </a:rPr>
                              <m:t>max</m:t>
                            </m:r>
                          </m:fName>
                          <m:e>
                            <m:r>
                              <a:rPr lang="es-MX" sz="1400" b="0" i="1" smtClean="0">
                                <a:solidFill>
                                  <a:schemeClr val="bg1"/>
                                </a:solidFill>
                                <a:latin typeface="Cambria Math" panose="02040503050406030204" pitchFamily="18" charset="0"/>
                              </a:rPr>
                              <m:t>𝑍</m:t>
                            </m:r>
                            <m:r>
                              <a:rPr lang="es-MX" sz="1400" b="0" i="1" smtClean="0">
                                <a:solidFill>
                                  <a:schemeClr val="bg1"/>
                                </a:solidFill>
                                <a:latin typeface="Cambria Math" panose="02040503050406030204" pitchFamily="18" charset="0"/>
                              </a:rPr>
                              <m:t>=3</m:t>
                            </m:r>
                            <m:sSub>
                              <m:sSubPr>
                                <m:ctrlPr>
                                  <a:rPr lang="es-MX" sz="1400" b="0" i="1" smtClean="0">
                                    <a:solidFill>
                                      <a:schemeClr val="bg1"/>
                                    </a:solidFill>
                                    <a:latin typeface="Cambria Math" panose="02040503050406030204" pitchFamily="18" charset="0"/>
                                  </a:rPr>
                                </m:ctrlPr>
                              </m:sSubPr>
                              <m:e>
                                <m:r>
                                  <a:rPr lang="es-MX" sz="1400" b="0" i="1" smtClean="0">
                                    <a:solidFill>
                                      <a:schemeClr val="bg1"/>
                                    </a:solidFill>
                                    <a:latin typeface="Cambria Math" panose="02040503050406030204" pitchFamily="18" charset="0"/>
                                  </a:rPr>
                                  <m:t>𝑥</m:t>
                                </m:r>
                              </m:e>
                              <m:sub>
                                <m:r>
                                  <a:rPr lang="es-MX" sz="1400" b="0" i="1" smtClean="0">
                                    <a:solidFill>
                                      <a:schemeClr val="bg1"/>
                                    </a:solidFill>
                                    <a:latin typeface="Cambria Math" panose="02040503050406030204" pitchFamily="18" charset="0"/>
                                  </a:rPr>
                                  <m:t>2</m:t>
                                </m:r>
                              </m:sub>
                            </m:sSub>
                          </m:e>
                        </m:func>
                      </m:oMath>
                    </m:oMathPara>
                  </a14:m>
                  <a:endParaRPr lang="es-MX" sz="1400" b="0" dirty="0">
                    <a:solidFill>
                      <a:schemeClr val="bg1"/>
                    </a:solidFill>
                  </a:endParaRPr>
                </a:p>
                <a:p>
                  <a:r>
                    <a:rPr lang="en-US" sz="1400" dirty="0">
                      <a:solidFill>
                        <a:schemeClr val="bg1"/>
                      </a:solidFill>
                    </a:rPr>
                    <a:t>   </a:t>
                  </a:r>
                  <a:r>
                    <a:rPr lang="en-US" sz="1400" dirty="0" err="1">
                      <a:solidFill>
                        <a:schemeClr val="bg1"/>
                      </a:solidFill>
                    </a:rPr>
                    <a:t>st</a:t>
                  </a:r>
                  <a:r>
                    <a:rPr lang="en-US" sz="1400" dirty="0">
                      <a:solidFill>
                        <a:schemeClr val="bg1"/>
                      </a:solidFill>
                    </a:rPr>
                    <a:t>                                 </a:t>
                  </a:r>
                </a:p>
                <a:p>
                  <a:r>
                    <a:rPr lang="en-US" sz="1400" dirty="0">
                      <a:solidFill>
                        <a:schemeClr val="bg1"/>
                      </a:solidFill>
                    </a:rPr>
                    <a:t> </a:t>
                  </a:r>
                  <a14:m>
                    <m:oMath xmlns:m="http://schemas.openxmlformats.org/officeDocument/2006/math">
                      <m:sSub>
                        <m:sSubPr>
                          <m:ctrlPr>
                            <a:rPr lang="es-MX" sz="1400" b="0" i="1" smtClean="0">
                              <a:solidFill>
                                <a:schemeClr val="bg1"/>
                              </a:solidFill>
                              <a:latin typeface="Cambria Math" panose="02040503050406030204" pitchFamily="18" charset="0"/>
                            </a:rPr>
                          </m:ctrlPr>
                        </m:sSubPr>
                        <m:e>
                          <m:r>
                            <a:rPr lang="es-MX" sz="1400" b="0" i="1" smtClean="0">
                              <a:solidFill>
                                <a:schemeClr val="bg1"/>
                              </a:solidFill>
                              <a:latin typeface="Cambria Math" panose="02040503050406030204" pitchFamily="18" charset="0"/>
                            </a:rPr>
                            <m:t>            </m:t>
                          </m:r>
                          <m:r>
                            <a:rPr lang="es-MX" sz="1400" b="0" i="1" smtClean="0">
                              <a:solidFill>
                                <a:schemeClr val="bg1"/>
                              </a:solidFill>
                              <a:latin typeface="Cambria Math" panose="02040503050406030204" pitchFamily="18" charset="0"/>
                            </a:rPr>
                            <m:t>𝑥</m:t>
                          </m:r>
                        </m:e>
                        <m:sub>
                          <m:r>
                            <a:rPr lang="es-MX" sz="1400" b="0" i="1" smtClean="0">
                              <a:solidFill>
                                <a:schemeClr val="bg1"/>
                              </a:solidFill>
                              <a:latin typeface="Cambria Math" panose="02040503050406030204" pitchFamily="18" charset="0"/>
                            </a:rPr>
                            <m:t>1</m:t>
                          </m:r>
                          <m:r>
                            <a:rPr lang="es-MX" sz="1400" b="0" i="1" smtClean="0">
                              <a:solidFill>
                                <a:schemeClr val="bg1"/>
                              </a:solidFill>
                              <a:latin typeface="Cambria Math" panose="02040503050406030204" pitchFamily="18" charset="0"/>
                            </a:rPr>
                            <m:t> </m:t>
                          </m:r>
                        </m:sub>
                      </m:sSub>
                      <m:r>
                        <a:rPr lang="es-MX" sz="1400" b="0" i="1" smtClean="0">
                          <a:solidFill>
                            <a:schemeClr val="bg1"/>
                          </a:solidFill>
                          <a:latin typeface="Cambria Math" panose="02040503050406030204" pitchFamily="18" charset="0"/>
                          <a:ea typeface="Cambria Math" panose="02040503050406030204" pitchFamily="18" charset="0"/>
                        </a:rPr>
                        <m:t>≤4</m:t>
                      </m:r>
                    </m:oMath>
                  </a14:m>
                  <a:endParaRPr lang="en-US" sz="1400" dirty="0">
                    <a:solidFill>
                      <a:schemeClr val="bg1"/>
                    </a:solidFill>
                  </a:endParaRPr>
                </a:p>
                <a:p>
                  <a:r>
                    <a:rPr lang="en-US" sz="1400" dirty="0">
                      <a:solidFill>
                        <a:schemeClr val="bg1"/>
                      </a:solidFill>
                    </a:rPr>
                    <a:t> </a:t>
                  </a:r>
                  <a14:m>
                    <m:oMath xmlns:m="http://schemas.openxmlformats.org/officeDocument/2006/math">
                      <m:r>
                        <a:rPr lang="es-MX" sz="1400" b="0" i="0" smtClean="0">
                          <a:solidFill>
                            <a:schemeClr val="bg1"/>
                          </a:solidFill>
                          <a:latin typeface="Cambria Math" panose="02040503050406030204" pitchFamily="18" charset="0"/>
                        </a:rPr>
                        <m:t>    </m:t>
                      </m:r>
                      <m:sSub>
                        <m:sSubPr>
                          <m:ctrlPr>
                            <a:rPr lang="es-MX" sz="1400" b="0" i="1" smtClean="0">
                              <a:solidFill>
                                <a:schemeClr val="bg1"/>
                              </a:solidFill>
                              <a:latin typeface="Cambria Math" panose="02040503050406030204" pitchFamily="18" charset="0"/>
                            </a:rPr>
                          </m:ctrlPr>
                        </m:sSubPr>
                        <m:e>
                          <m:r>
                            <a:rPr lang="es-MX" sz="1400" b="0" i="1" smtClean="0">
                              <a:solidFill>
                                <a:schemeClr val="bg1"/>
                              </a:solidFill>
                              <a:latin typeface="Cambria Math" panose="02040503050406030204" pitchFamily="18" charset="0"/>
                            </a:rPr>
                            <m:t>𝑥</m:t>
                          </m:r>
                        </m:e>
                        <m:sub>
                          <m:r>
                            <a:rPr lang="es-MX" sz="1400" b="0" i="1" smtClean="0">
                              <a:solidFill>
                                <a:schemeClr val="bg1"/>
                              </a:solidFill>
                              <a:latin typeface="Cambria Math" panose="02040503050406030204" pitchFamily="18" charset="0"/>
                            </a:rPr>
                            <m:t>1</m:t>
                          </m:r>
                        </m:sub>
                      </m:sSub>
                      <m:sSub>
                        <m:sSubPr>
                          <m:ctrlPr>
                            <a:rPr lang="es-MX" sz="1400" i="1">
                              <a:solidFill>
                                <a:schemeClr val="bg1"/>
                              </a:solidFill>
                              <a:latin typeface="Cambria Math" panose="02040503050406030204" pitchFamily="18" charset="0"/>
                            </a:rPr>
                          </m:ctrlPr>
                        </m:sSubPr>
                        <m:e>
                          <m:r>
                            <a:rPr lang="es-MX" sz="1400" b="0" i="1" smtClean="0">
                              <a:solidFill>
                                <a:schemeClr val="bg1"/>
                              </a:solidFill>
                              <a:latin typeface="Cambria Math" panose="02040503050406030204" pitchFamily="18" charset="0"/>
                            </a:rPr>
                            <m:t>−</m:t>
                          </m:r>
                          <m:r>
                            <a:rPr lang="es-MX" sz="1400" i="1">
                              <a:solidFill>
                                <a:schemeClr val="bg1"/>
                              </a:solidFill>
                              <a:latin typeface="Cambria Math" panose="02040503050406030204" pitchFamily="18" charset="0"/>
                            </a:rPr>
                            <m:t>𝑥</m:t>
                          </m:r>
                        </m:e>
                        <m:sub>
                          <m:r>
                            <a:rPr lang="es-MX" sz="1400" b="0" i="1" smtClean="0">
                              <a:solidFill>
                                <a:schemeClr val="bg1"/>
                              </a:solidFill>
                              <a:latin typeface="Cambria Math" panose="02040503050406030204" pitchFamily="18" charset="0"/>
                            </a:rPr>
                            <m:t>2 </m:t>
                          </m:r>
                        </m:sub>
                      </m:sSub>
                      <m:r>
                        <a:rPr lang="es-MX" sz="1400" b="0" i="1" smtClean="0">
                          <a:solidFill>
                            <a:schemeClr val="bg1"/>
                          </a:solidFill>
                          <a:latin typeface="Cambria Math" panose="02040503050406030204" pitchFamily="18" charset="0"/>
                          <a:ea typeface="Cambria Math" panose="02040503050406030204" pitchFamily="18" charset="0"/>
                        </a:rPr>
                        <m:t>≤</m:t>
                      </m:r>
                      <m:r>
                        <a:rPr lang="es-MX" sz="1400" b="0" i="1" smtClean="0">
                          <a:solidFill>
                            <a:schemeClr val="bg1"/>
                          </a:solidFill>
                          <a:latin typeface="Cambria Math" panose="02040503050406030204" pitchFamily="18" charset="0"/>
                          <a:ea typeface="Cambria Math" panose="02040503050406030204" pitchFamily="18" charset="0"/>
                        </a:rPr>
                        <m:t>2</m:t>
                      </m:r>
                    </m:oMath>
                  </a14:m>
                  <a:endParaRPr lang="en-US" sz="1400" dirty="0">
                    <a:solidFill>
                      <a:schemeClr val="bg1"/>
                    </a:solidFill>
                  </a:endParaRPr>
                </a:p>
                <a:p>
                  <a14:m>
                    <m:oMathPara xmlns:m="http://schemas.openxmlformats.org/officeDocument/2006/math">
                      <m:oMathParaPr>
                        <m:jc m:val="centerGroup"/>
                      </m:oMathParaPr>
                      <m:oMath xmlns:m="http://schemas.openxmlformats.org/officeDocument/2006/math">
                        <m:sSub>
                          <m:sSubPr>
                            <m:ctrlPr>
                              <a:rPr lang="es-MX" sz="1400" b="0" i="1" smtClean="0">
                                <a:solidFill>
                                  <a:schemeClr val="bg1"/>
                                </a:solidFill>
                                <a:latin typeface="Cambria Math" panose="02040503050406030204" pitchFamily="18" charset="0"/>
                              </a:rPr>
                            </m:ctrlPr>
                          </m:sSubPr>
                          <m:e>
                            <m:r>
                              <a:rPr lang="es-MX" sz="1400" b="0" i="1" smtClean="0">
                                <a:solidFill>
                                  <a:schemeClr val="bg1"/>
                                </a:solidFill>
                                <a:latin typeface="Cambria Math" panose="02040503050406030204" pitchFamily="18" charset="0"/>
                              </a:rPr>
                              <m:t>𝑥</m:t>
                            </m:r>
                          </m:e>
                          <m:sub>
                            <m:r>
                              <a:rPr lang="es-MX" sz="1400" b="0" i="1" smtClean="0">
                                <a:solidFill>
                                  <a:schemeClr val="bg1"/>
                                </a:solidFill>
                                <a:latin typeface="Cambria Math" panose="02040503050406030204" pitchFamily="18" charset="0"/>
                              </a:rPr>
                              <m:t>1</m:t>
                            </m:r>
                          </m:sub>
                        </m:sSub>
                        <m:r>
                          <a:rPr lang="es-MX" sz="1400" b="0" i="1" smtClean="0">
                            <a:solidFill>
                              <a:schemeClr val="bg1"/>
                            </a:solidFill>
                            <a:latin typeface="Cambria Math" panose="02040503050406030204" pitchFamily="18" charset="0"/>
                            <a:ea typeface="Cambria Math" panose="02040503050406030204" pitchFamily="18" charset="0"/>
                          </a:rPr>
                          <m:t>≥0</m:t>
                        </m:r>
                      </m:oMath>
                    </m:oMathPara>
                  </a14:m>
                  <a:endParaRPr lang="en-US" sz="1400" dirty="0">
                    <a:solidFill>
                      <a:schemeClr val="bg1"/>
                    </a:solidFill>
                  </a:endParaRPr>
                </a:p>
                <a:p>
                  <a:pPr/>
                  <a14:m>
                    <m:oMathPara xmlns:m="http://schemas.openxmlformats.org/officeDocument/2006/math">
                      <m:oMathParaPr>
                        <m:jc m:val="centerGroup"/>
                      </m:oMathParaPr>
                      <m:oMath xmlns:m="http://schemas.openxmlformats.org/officeDocument/2006/math">
                        <m:sSub>
                          <m:sSubPr>
                            <m:ctrlPr>
                              <a:rPr lang="es-MX" sz="1400" i="1">
                                <a:solidFill>
                                  <a:schemeClr val="bg1"/>
                                </a:solidFill>
                                <a:latin typeface="Cambria Math" panose="02040503050406030204" pitchFamily="18" charset="0"/>
                              </a:rPr>
                            </m:ctrlPr>
                          </m:sSubPr>
                          <m:e>
                            <m:r>
                              <a:rPr lang="es-MX" sz="1400" i="1">
                                <a:solidFill>
                                  <a:schemeClr val="bg1"/>
                                </a:solidFill>
                                <a:latin typeface="Cambria Math" panose="02040503050406030204" pitchFamily="18" charset="0"/>
                              </a:rPr>
                              <m:t>  </m:t>
                            </m:r>
                            <m:r>
                              <a:rPr lang="es-MX" sz="1400" i="1">
                                <a:solidFill>
                                  <a:schemeClr val="bg1"/>
                                </a:solidFill>
                                <a:latin typeface="Cambria Math" panose="02040503050406030204" pitchFamily="18" charset="0"/>
                              </a:rPr>
                              <m:t>𝑥</m:t>
                            </m:r>
                          </m:e>
                          <m:sub>
                            <m:r>
                              <a:rPr lang="es-MX" sz="1400" b="0" i="1" smtClean="0">
                                <a:solidFill>
                                  <a:schemeClr val="bg1"/>
                                </a:solidFill>
                                <a:latin typeface="Cambria Math" panose="02040503050406030204" pitchFamily="18" charset="0"/>
                              </a:rPr>
                              <m:t>2</m:t>
                            </m:r>
                          </m:sub>
                        </m:sSub>
                        <m:r>
                          <a:rPr lang="es-MX" sz="1400" i="1">
                            <a:solidFill>
                              <a:schemeClr val="bg1"/>
                            </a:solidFill>
                            <a:latin typeface="Cambria Math" panose="02040503050406030204" pitchFamily="18" charset="0"/>
                            <a:ea typeface="Cambria Math" panose="02040503050406030204" pitchFamily="18" charset="0"/>
                          </a:rPr>
                          <m:t>≥</m:t>
                        </m:r>
                        <m:r>
                          <a:rPr lang="es-MX" sz="1400" b="0" i="1" smtClean="0">
                            <a:solidFill>
                              <a:schemeClr val="bg1"/>
                            </a:solidFill>
                            <a:latin typeface="Cambria Math" panose="02040503050406030204" pitchFamily="18" charset="0"/>
                            <a:ea typeface="Cambria Math" panose="02040503050406030204" pitchFamily="18" charset="0"/>
                          </a:rPr>
                          <m:t>0</m:t>
                        </m:r>
                      </m:oMath>
                    </m:oMathPara>
                  </a14:m>
                  <a:endParaRPr lang="en-US" sz="1400" dirty="0">
                    <a:solidFill>
                      <a:schemeClr val="bg1"/>
                    </a:solidFill>
                  </a:endParaRPr>
                </a:p>
                <a:p>
                  <a:endParaRPr lang="en-US" sz="1400" dirty="0">
                    <a:solidFill>
                      <a:schemeClr val="bg1"/>
                    </a:solidFill>
                  </a:endParaRPr>
                </a:p>
              </p:txBody>
            </p:sp>
          </mc:Choice>
          <mc:Fallback>
            <p:sp>
              <p:nvSpPr>
                <p:cNvPr id="3" name="TextBox 2">
                  <a:extLst>
                    <a:ext uri="{FF2B5EF4-FFF2-40B4-BE49-F238E27FC236}">
                      <a16:creationId xmlns:a16="http://schemas.microsoft.com/office/drawing/2014/main" id="{4C9CB985-6073-7454-6DE1-EBF78B0D3C83}"/>
                    </a:ext>
                  </a:extLst>
                </p:cNvPr>
                <p:cNvSpPr txBox="1">
                  <a:spLocks noRot="1" noChangeAspect="1" noMove="1" noResize="1" noEditPoints="1" noAdjustHandles="1" noChangeArrowheads="1" noChangeShapeType="1" noTextEdit="1"/>
                </p:cNvSpPr>
                <p:nvPr/>
              </p:nvSpPr>
              <p:spPr>
                <a:xfrm>
                  <a:off x="3671369" y="3419521"/>
                  <a:ext cx="1470531" cy="1508105"/>
                </a:xfrm>
                <a:prstGeom prst="rect">
                  <a:avLst/>
                </a:prstGeom>
                <a:blipFill>
                  <a:blip r:embed="rId4"/>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835254975"/>
      </p:ext>
    </p:extLst>
  </p:cSld>
  <p:clrMapOvr>
    <a:masterClrMapping/>
  </p:clrMapOvr>
</p:sld>
</file>

<file path=ppt/theme/theme1.xml><?xml version="1.0" encoding="utf-8"?>
<a:theme xmlns:a="http://schemas.openxmlformats.org/drawingml/2006/main" name="Tema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29_TF78853419_Win32.potx" id="{697C08D2-4C4A-4521-8070-5B07DA2F2744}" vid="{B4D4694D-4865-44CB-AD44-43D5DBA7E4D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la oficin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1D20B6E4-879E-4E6C-BDE7-261540CD3765}">
  <ds:schemaRefs>
    <ds:schemaRef ds:uri="http://schemas.microsoft.com/sharepoint/v3/contenttype/forms"/>
  </ds:schemaRefs>
</ds:datastoreItem>
</file>

<file path=customXml/itemProps2.xml><?xml version="1.0" encoding="utf-8"?>
<ds:datastoreItem xmlns:ds="http://schemas.openxmlformats.org/officeDocument/2006/customXml" ds:itemID="{94F21D10-BD83-491A-AAA6-945C2DB1EB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9EC1AB0-9704-404D-B6D3-819D938AC55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{C3E9E1D6-00E4-460C-9279-E60217618BD0}tf78853419_win32</Template>
  <TotalTime>3767</TotalTime>
  <Words>825</Words>
  <Application>Microsoft Office PowerPoint</Application>
  <PresentationFormat>Widescreen</PresentationFormat>
  <Paragraphs>145</Paragraphs>
  <Slides>13</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Abadi</vt:lpstr>
      <vt:lpstr>Aptos</vt:lpstr>
      <vt:lpstr>Aptos Black</vt:lpstr>
      <vt:lpstr>Aptos Display</vt:lpstr>
      <vt:lpstr>Arial</vt:lpstr>
      <vt:lpstr>Calibri</vt:lpstr>
      <vt:lpstr>Cambria Math</vt:lpstr>
      <vt:lpstr>Wingdings</vt:lpstr>
      <vt:lpstr>Tema1</vt:lpstr>
      <vt:lpstr>Solución de un Problema de Programación Lineal</vt:lpstr>
      <vt:lpstr>Métodos de Solución - Contenido</vt:lpstr>
      <vt:lpstr>LP Concepts</vt:lpstr>
      <vt:lpstr>Conceptos de Programación Lineal</vt:lpstr>
      <vt:lpstr>Espacios de solución</vt:lpstr>
      <vt:lpstr>Solución no acotada</vt:lpstr>
      <vt:lpstr>Solución múltiple</vt:lpstr>
      <vt:lpstr>Solución degenerada</vt:lpstr>
      <vt:lpstr>Solución no factible</vt:lpstr>
      <vt:lpstr>Ejercicio</vt:lpstr>
      <vt:lpstr>Ejercicio</vt:lpstr>
      <vt:lpstr>LP Concepts</vt:lpstr>
      <vt:lpstr>LP Concepts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Modeling a Linear programming problem</dc:title>
  <dc:creator>Jenny Díaz Ramírez</dc:creator>
  <cp:lastModifiedBy>Jenny Díaz Ramírez</cp:lastModifiedBy>
  <cp:revision>2</cp:revision>
  <dcterms:created xsi:type="dcterms:W3CDTF">2023-10-30T18:22:20Z</dcterms:created>
  <dcterms:modified xsi:type="dcterms:W3CDTF">2025-02-18T15:33:51Z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