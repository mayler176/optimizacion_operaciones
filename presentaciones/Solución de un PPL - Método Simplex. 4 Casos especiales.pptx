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350" r:id="rId5"/>
    <p:sldId id="346" r:id="rId6"/>
    <p:sldId id="299" r:id="rId7"/>
    <p:sldId id="290" r:id="rId8"/>
    <p:sldId id="320" r:id="rId9"/>
    <p:sldId id="315" r:id="rId10"/>
    <p:sldId id="465" r:id="rId11"/>
    <p:sldId id="313" r:id="rId12"/>
    <p:sldId id="321" r:id="rId13"/>
    <p:sldId id="314" r:id="rId14"/>
    <p:sldId id="316" r:id="rId15"/>
    <p:sldId id="322" r:id="rId16"/>
    <p:sldId id="318" r:id="rId17"/>
    <p:sldId id="319" r:id="rId18"/>
    <p:sldId id="323" r:id="rId19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234B8-4EA4-4FA1-A7BE-C8AD1AA5A46F}" v="1546" dt="2025-03-04T22:23:03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20" d="100"/>
          <a:sy n="120" d="100"/>
        </p:scale>
        <p:origin x="15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72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A45234B8-4EA4-4FA1-A7BE-C8AD1AA5A46F}"/>
    <pc:docChg chg="undo custSel addSld delSld modSld sldOrd modMainMaster">
      <pc:chgData name="Jenny Díaz Ramírez" userId="df7d83af-54c1-43f9-a4ec-fea9744b3563" providerId="ADAL" clId="{A45234B8-4EA4-4FA1-A7BE-C8AD1AA5A46F}" dt="2025-03-04T22:23:06.699" v="2405" actId="1076"/>
      <pc:docMkLst>
        <pc:docMk/>
      </pc:docMkLst>
      <pc:sldChg chg="addSp delSp modSp add del mod modClrScheme chgLayout">
        <pc:chgData name="Jenny Díaz Ramírez" userId="df7d83af-54c1-43f9-a4ec-fea9744b3563" providerId="ADAL" clId="{A45234B8-4EA4-4FA1-A7BE-C8AD1AA5A46F}" dt="2025-03-04T22:09:32.776" v="1995" actId="47"/>
        <pc:sldMkLst>
          <pc:docMk/>
          <pc:sldMk cId="1879464675" sldId="271"/>
        </pc:sldMkLst>
        <pc:spChg chg="add del mod ord">
          <ac:chgData name="Jenny Díaz Ramírez" userId="df7d83af-54c1-43f9-a4ec-fea9744b3563" providerId="ADAL" clId="{A45234B8-4EA4-4FA1-A7BE-C8AD1AA5A46F}" dt="2025-03-04T22:09:10.083" v="1991" actId="478"/>
          <ac:spMkLst>
            <pc:docMk/>
            <pc:sldMk cId="1879464675" sldId="271"/>
            <ac:spMk id="3" creationId="{A47F9D59-72D2-4F89-FE23-D72E9DCB7A8D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27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30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32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34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36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9:22.435" v="1994" actId="207"/>
          <ac:spMkLst>
            <pc:docMk/>
            <pc:sldMk cId="1879464675" sldId="271"/>
            <ac:spMk id="40" creationId="{00000000-0000-0000-0000-000000000000}"/>
          </ac:spMkLst>
        </pc:spChg>
        <pc:picChg chg="mod">
          <ac:chgData name="Jenny Díaz Ramírez" userId="df7d83af-54c1-43f9-a4ec-fea9744b3563" providerId="ADAL" clId="{A45234B8-4EA4-4FA1-A7BE-C8AD1AA5A46F}" dt="2025-03-04T22:09:17.777" v="1993" actId="1076"/>
          <ac:picMkLst>
            <pc:docMk/>
            <pc:sldMk cId="1879464675" sldId="271"/>
            <ac:picMk id="18" creationId="{00000000-0000-0000-0000-000000000000}"/>
          </ac:picMkLst>
        </pc:picChg>
      </pc:sldChg>
      <pc:sldChg chg="delSp modSp add del mod ord modClrScheme chgLayout">
        <pc:chgData name="Jenny Díaz Ramírez" userId="df7d83af-54c1-43f9-a4ec-fea9744b3563" providerId="ADAL" clId="{A45234B8-4EA4-4FA1-A7BE-C8AD1AA5A46F}" dt="2025-03-04T22:13:18.682" v="2015" actId="47"/>
        <pc:sldMkLst>
          <pc:docMk/>
          <pc:sldMk cId="2569175516" sldId="272"/>
        </pc:sldMkLst>
        <pc:spChg chg="del">
          <ac:chgData name="Jenny Díaz Ramírez" userId="df7d83af-54c1-43f9-a4ec-fea9744b3563" providerId="ADAL" clId="{A45234B8-4EA4-4FA1-A7BE-C8AD1AA5A46F}" dt="2025-03-04T22:12:51.389" v="2010" actId="21"/>
          <ac:spMkLst>
            <pc:docMk/>
            <pc:sldMk cId="2569175516" sldId="272"/>
            <ac:spMk id="23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24.577" v="1989" actId="207"/>
          <ac:spMkLst>
            <pc:docMk/>
            <pc:sldMk cId="2569175516" sldId="272"/>
            <ac:spMk id="25" creationId="{00000000-0000-0000-0000-000000000000}"/>
          </ac:spMkLst>
        </pc:spChg>
        <pc:picChg chg="mod">
          <ac:chgData name="Jenny Díaz Ramírez" userId="df7d83af-54c1-43f9-a4ec-fea9744b3563" providerId="ADAL" clId="{A45234B8-4EA4-4FA1-A7BE-C8AD1AA5A46F}" dt="2025-03-04T22:10:52.415" v="1998" actId="1076"/>
          <ac:picMkLst>
            <pc:docMk/>
            <pc:sldMk cId="2569175516" sldId="272"/>
            <ac:picMk id="10" creationId="{00000000-0000-0000-0000-000000000000}"/>
          </ac:picMkLst>
        </pc:picChg>
      </pc:sldChg>
      <pc:sldChg chg="addSp delSp modSp add del mod ord modClrScheme chgLayout">
        <pc:chgData name="Jenny Díaz Ramírez" userId="df7d83af-54c1-43f9-a4ec-fea9744b3563" providerId="ADAL" clId="{A45234B8-4EA4-4FA1-A7BE-C8AD1AA5A46F}" dt="2025-03-04T22:13:39.161" v="2016" actId="47"/>
        <pc:sldMkLst>
          <pc:docMk/>
          <pc:sldMk cId="3960453275" sldId="273"/>
        </pc:sldMkLst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14" creationId="{00000000-0000-0000-0000-000000000000}"/>
          </ac:spMkLst>
        </pc:spChg>
        <pc:spChg chg="add mod or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15" creationId="{1336D1A5-EB31-672C-69DC-743AFA1AFC38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16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17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19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21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26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31.629" v="1990" actId="207"/>
          <ac:spMkLst>
            <pc:docMk/>
            <pc:sldMk cId="3960453275" sldId="273"/>
            <ac:spMk id="27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280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287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288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289"/>
        </pc:sldMkLst>
      </pc:sldChg>
      <pc:sldChg chg="addSp delSp modSp add del mod modClrScheme chgLayout">
        <pc:chgData name="Jenny Díaz Ramírez" userId="df7d83af-54c1-43f9-a4ec-fea9744b3563" providerId="ADAL" clId="{A45234B8-4EA4-4FA1-A7BE-C8AD1AA5A46F}" dt="2025-03-04T22:21:57.003" v="2401" actId="478"/>
        <pc:sldMkLst>
          <pc:docMk/>
          <pc:sldMk cId="0" sldId="290"/>
        </pc:sldMkLst>
        <pc:spChg chg="mod ord">
          <ac:chgData name="Jenny Díaz Ramírez" userId="df7d83af-54c1-43f9-a4ec-fea9744b3563" providerId="ADAL" clId="{A45234B8-4EA4-4FA1-A7BE-C8AD1AA5A46F}" dt="2025-03-04T21:55:42.217" v="332" actId="20577"/>
          <ac:spMkLst>
            <pc:docMk/>
            <pc:sldMk cId="0" sldId="290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2:21:57.003" v="2401" actId="478"/>
          <ac:spMkLst>
            <pc:docMk/>
            <pc:sldMk cId="0" sldId="290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290"/>
            <ac:spMk id="4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47:35.527" v="41" actId="478"/>
          <ac:spMkLst>
            <pc:docMk/>
            <pc:sldMk cId="0" sldId="290"/>
            <ac:spMk id="5" creationId="{C00C4FB0-A19F-C0B8-83A4-4EC3B498035B}"/>
          </ac:spMkLst>
        </pc:spChg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291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292"/>
        </pc:sldMkLst>
      </pc:sldChg>
      <pc:sldChg chg="delSp modSp add del mod modClrScheme chgLayout">
        <pc:chgData name="Jenny Díaz Ramírez" userId="df7d83af-54c1-43f9-a4ec-fea9744b3563" providerId="ADAL" clId="{A45234B8-4EA4-4FA1-A7BE-C8AD1AA5A46F}" dt="2025-03-04T22:22:01.598" v="2402" actId="478"/>
        <pc:sldMkLst>
          <pc:docMk/>
          <pc:sldMk cId="0" sldId="299"/>
        </pc:sldMkLst>
        <pc:spChg chg="mod ord">
          <ac:chgData name="Jenny Díaz Ramírez" userId="df7d83af-54c1-43f9-a4ec-fea9744b3563" providerId="ADAL" clId="{A45234B8-4EA4-4FA1-A7BE-C8AD1AA5A46F}" dt="2025-03-04T21:54:47.605" v="177" actId="20577"/>
          <ac:spMkLst>
            <pc:docMk/>
            <pc:sldMk cId="0" sldId="29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3-04T21:55:23.588" v="300" actId="6549"/>
          <ac:spMkLst>
            <pc:docMk/>
            <pc:sldMk cId="0" sldId="299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2:22:01.598" v="2402" actId="478"/>
          <ac:spMkLst>
            <pc:docMk/>
            <pc:sldMk cId="0" sldId="299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299"/>
            <ac:spMk id="5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0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1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2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3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4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5"/>
        </pc:sldMkLst>
      </pc:sldChg>
      <pc:sldChg chg="addSp 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6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7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8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09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0" sldId="310"/>
        </pc:sldMkLst>
      </pc:sldChg>
      <pc:sldChg chg="modSp add del mod modClrScheme chgLayout">
        <pc:chgData name="Jenny Díaz Ramírez" userId="df7d83af-54c1-43f9-a4ec-fea9744b3563" providerId="ADAL" clId="{A45234B8-4EA4-4FA1-A7BE-C8AD1AA5A46F}" dt="2025-02-21T22:05:30.418" v="5" actId="47"/>
        <pc:sldMkLst>
          <pc:docMk/>
          <pc:sldMk cId="0" sldId="312"/>
        </pc:sldMkLst>
      </pc:sldChg>
      <pc:sldChg chg="addSp delSp modSp add mod modClrScheme chgLayout">
        <pc:chgData name="Jenny Díaz Ramírez" userId="df7d83af-54c1-43f9-a4ec-fea9744b3563" providerId="ADAL" clId="{A45234B8-4EA4-4FA1-A7BE-C8AD1AA5A46F}" dt="2025-03-04T22:00:03.092" v="707" actId="27636"/>
        <pc:sldMkLst>
          <pc:docMk/>
          <pc:sldMk cId="0" sldId="313"/>
        </pc:sldMkLst>
        <pc:spChg chg="mod ord">
          <ac:chgData name="Jenny Díaz Ramírez" userId="df7d83af-54c1-43f9-a4ec-fea9744b3563" providerId="ADAL" clId="{A45234B8-4EA4-4FA1-A7BE-C8AD1AA5A46F}" dt="2025-03-04T22:00:03.092" v="707" actId="27636"/>
          <ac:spMkLst>
            <pc:docMk/>
            <pc:sldMk cId="0" sldId="313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9:56.790" v="705" actId="478"/>
          <ac:spMkLst>
            <pc:docMk/>
            <pc:sldMk cId="0" sldId="313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3"/>
            <ac:spMk id="4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0:46.992" v="68" actId="478"/>
          <ac:spMkLst>
            <pc:docMk/>
            <pc:sldMk cId="0" sldId="313"/>
            <ac:spMk id="5" creationId="{0C0FC3B7-6369-AA74-8CE3-347371ADC2FE}"/>
          </ac:spMkLst>
        </pc:spChg>
      </pc:sldChg>
      <pc:sldChg chg="addSp 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1392069639" sldId="313"/>
        </pc:sldMkLst>
      </pc:sldChg>
      <pc:sldChg chg="delSp modSp add mod modClrScheme delAnim chgLayout">
        <pc:chgData name="Jenny Díaz Ramírez" userId="df7d83af-54c1-43f9-a4ec-fea9744b3563" providerId="ADAL" clId="{A45234B8-4EA4-4FA1-A7BE-C8AD1AA5A46F}" dt="2025-03-04T22:00:36.352" v="757"/>
        <pc:sldMkLst>
          <pc:docMk/>
          <pc:sldMk cId="0" sldId="314"/>
        </pc:sldMkLst>
        <pc:spChg chg="mod ord">
          <ac:chgData name="Jenny Díaz Ramírez" userId="df7d83af-54c1-43f9-a4ec-fea9744b3563" providerId="ADAL" clId="{A45234B8-4EA4-4FA1-A7BE-C8AD1AA5A46F}" dt="2025-03-04T22:00:16.916" v="711" actId="14100"/>
          <ac:spMkLst>
            <pc:docMk/>
            <pc:sldMk cId="0" sldId="314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2:00.252" v="84" actId="478"/>
          <ac:spMkLst>
            <pc:docMk/>
            <pc:sldMk cId="0" sldId="314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4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0:26.879" v="739" actId="20577"/>
          <ac:spMkLst>
            <pc:docMk/>
            <pc:sldMk cId="0" sldId="314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0:21.748" v="726" actId="20577"/>
          <ac:spMkLst>
            <pc:docMk/>
            <pc:sldMk cId="0" sldId="314"/>
            <ac:spMk id="12" creationId="{00000000-0000-0000-0000-000000000000}"/>
          </ac:spMkLst>
        </pc:spChg>
        <pc:spChg chg="del mod">
          <ac:chgData name="Jenny Díaz Ramírez" userId="df7d83af-54c1-43f9-a4ec-fea9744b3563" providerId="ADAL" clId="{A45234B8-4EA4-4FA1-A7BE-C8AD1AA5A46F}" dt="2025-03-04T21:51:31.908" v="75" actId="478"/>
          <ac:spMkLst>
            <pc:docMk/>
            <pc:sldMk cId="0" sldId="314"/>
            <ac:spMk id="15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3-04T22:00:32.071" v="756" actId="20577"/>
          <ac:graphicFrameMkLst>
            <pc:docMk/>
            <pc:sldMk cId="0" sldId="314"/>
            <ac:graphicFrameMk id="4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A45234B8-4EA4-4FA1-A7BE-C8AD1AA5A46F}" dt="2025-03-04T22:00:36.352" v="757"/>
          <ac:graphicFrameMkLst>
            <pc:docMk/>
            <pc:sldMk cId="0" sldId="314"/>
            <ac:graphicFrameMk id="10" creationId="{00000000-0000-0000-0000-000000000000}"/>
          </ac:graphicFrameMkLst>
        </pc:graphicFrameChg>
      </pc:sldChg>
      <pc:sldChg chg="addSp modSp add del mod modClrScheme chgLayout">
        <pc:chgData name="Jenny Díaz Ramírez" userId="df7d83af-54c1-43f9-a4ec-fea9744b3563" providerId="ADAL" clId="{A45234B8-4EA4-4FA1-A7BE-C8AD1AA5A46F}" dt="2025-02-21T22:05:27.045" v="4" actId="47"/>
        <pc:sldMkLst>
          <pc:docMk/>
          <pc:sldMk cId="1905326669" sldId="314"/>
        </pc:sldMkLst>
      </pc:sldChg>
      <pc:sldChg chg="addSp delSp modSp add mod modClrScheme chgLayout">
        <pc:chgData name="Jenny Díaz Ramírez" userId="df7d83af-54c1-43f9-a4ec-fea9744b3563" providerId="ADAL" clId="{A45234B8-4EA4-4FA1-A7BE-C8AD1AA5A46F}" dt="2025-03-04T22:13:08.958" v="2014" actId="1076"/>
        <pc:sldMkLst>
          <pc:docMk/>
          <pc:sldMk cId="0" sldId="315"/>
        </pc:sldMkLst>
        <pc:spChg chg="mod ord">
          <ac:chgData name="Jenny Díaz Ramírez" userId="df7d83af-54c1-43f9-a4ec-fea9744b3563" providerId="ADAL" clId="{A45234B8-4EA4-4FA1-A7BE-C8AD1AA5A46F}" dt="2025-03-04T21:58:20.532" v="599" actId="5793"/>
          <ac:spMkLst>
            <pc:docMk/>
            <pc:sldMk cId="0" sldId="315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0:29.554" v="66" actId="478"/>
          <ac:spMkLst>
            <pc:docMk/>
            <pc:sldMk cId="0" sldId="315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3-04T21:49:16.445" v="56" actId="207"/>
          <ac:spMkLst>
            <pc:docMk/>
            <pc:sldMk cId="0" sldId="315"/>
            <ac:spMk id="5" creationId="{00000000-0000-0000-0000-000000000000}"/>
          </ac:spMkLst>
        </pc:spChg>
        <pc:spChg chg="add mod">
          <ac:chgData name="Jenny Díaz Ramírez" userId="df7d83af-54c1-43f9-a4ec-fea9744b3563" providerId="ADAL" clId="{A45234B8-4EA4-4FA1-A7BE-C8AD1AA5A46F}" dt="2025-03-04T21:59:26.624" v="655" actId="20577"/>
          <ac:spMkLst>
            <pc:docMk/>
            <pc:sldMk cId="0" sldId="315"/>
            <ac:spMk id="7" creationId="{CA5A458B-D2A9-20A9-BD8B-2B42E9F9249C}"/>
          </ac:spMkLst>
        </pc:spChg>
        <pc:spChg chg="mod">
          <ac:chgData name="Jenny Díaz Ramírez" userId="df7d83af-54c1-43f9-a4ec-fea9744b3563" providerId="ADAL" clId="{A45234B8-4EA4-4FA1-A7BE-C8AD1AA5A46F}" dt="2025-03-04T21:50:42.864" v="67" actId="1076"/>
          <ac:spMkLst>
            <pc:docMk/>
            <pc:sldMk cId="0" sldId="315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A45234B8-4EA4-4FA1-A7BE-C8AD1AA5A46F}" dt="2025-03-04T22:13:08.958" v="2014" actId="1076"/>
          <ac:spMkLst>
            <pc:docMk/>
            <pc:sldMk cId="0" sldId="315"/>
            <ac:spMk id="9" creationId="{1BC0E238-AEF5-020D-7DFF-0D54AB3386DD}"/>
          </ac:spMkLst>
        </pc:spChg>
        <pc:spChg chg="mod">
          <ac:chgData name="Jenny Díaz Ramírez" userId="df7d83af-54c1-43f9-a4ec-fea9744b3563" providerId="ADAL" clId="{A45234B8-4EA4-4FA1-A7BE-C8AD1AA5A46F}" dt="2025-03-04T21:58:31.486" v="631" actId="20577"/>
          <ac:spMkLst>
            <pc:docMk/>
            <pc:sldMk cId="0" sldId="315"/>
            <ac:spMk id="11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3-04T21:58:26.024" v="618" actId="20577"/>
          <ac:graphicFrameMkLst>
            <pc:docMk/>
            <pc:sldMk cId="0" sldId="315"/>
            <ac:graphicFrameMk id="4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A45234B8-4EA4-4FA1-A7BE-C8AD1AA5A46F}" dt="2025-03-04T21:50:24.839" v="65" actId="1076"/>
          <ac:graphicFrameMkLst>
            <pc:docMk/>
            <pc:sldMk cId="0" sldId="315"/>
            <ac:graphicFrameMk id="12" creationId="{00000000-0000-0000-0000-000000000000}"/>
          </ac:graphicFrameMkLst>
        </pc:graphicFrameChg>
      </pc:sldChg>
      <pc:sldChg chg="addSp delSp modSp add mod modClrScheme chgLayout">
        <pc:chgData name="Jenny Díaz Ramírez" userId="df7d83af-54c1-43f9-a4ec-fea9744b3563" providerId="ADAL" clId="{A45234B8-4EA4-4FA1-A7BE-C8AD1AA5A46F}" dt="2025-03-04T22:03:29.602" v="1117" actId="478"/>
        <pc:sldMkLst>
          <pc:docMk/>
          <pc:sldMk cId="0" sldId="316"/>
        </pc:sldMkLst>
        <pc:spChg chg="mod ord">
          <ac:chgData name="Jenny Díaz Ramírez" userId="df7d83af-54c1-43f9-a4ec-fea9744b3563" providerId="ADAL" clId="{A45234B8-4EA4-4FA1-A7BE-C8AD1AA5A46F}" dt="2025-03-04T22:03:27.274" v="1116" actId="20577"/>
          <ac:spMkLst>
            <pc:docMk/>
            <pc:sldMk cId="0" sldId="316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2:03:29.602" v="1117" actId="478"/>
          <ac:spMkLst>
            <pc:docMk/>
            <pc:sldMk cId="0" sldId="316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6"/>
            <ac:spMk id="4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2:05.594" v="85" actId="478"/>
          <ac:spMkLst>
            <pc:docMk/>
            <pc:sldMk cId="0" sldId="316"/>
            <ac:spMk id="5" creationId="{865AD382-8242-1299-EA13-071A40A2A335}"/>
          </ac:spMkLst>
        </pc:spChg>
      </pc:sldChg>
      <pc:sldChg chg="delSp modSp add mod modClrScheme chgLayout">
        <pc:chgData name="Jenny Díaz Ramírez" userId="df7d83af-54c1-43f9-a4ec-fea9744b3563" providerId="ADAL" clId="{A45234B8-4EA4-4FA1-A7BE-C8AD1AA5A46F}" dt="2025-03-04T22:00:41.610" v="758"/>
        <pc:sldMkLst>
          <pc:docMk/>
          <pc:sldMk cId="0" sldId="318"/>
        </pc:sldMkLst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8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3:22.644" v="99" actId="478"/>
          <ac:spMkLst>
            <pc:docMk/>
            <pc:sldMk cId="0" sldId="318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8"/>
            <ac:spMk id="4" creationId="{00000000-0000-0000-0000-000000000000}"/>
          </ac:spMkLst>
        </pc:spChg>
        <pc:graphicFrameChg chg="mod">
          <ac:chgData name="Jenny Díaz Ramírez" userId="df7d83af-54c1-43f9-a4ec-fea9744b3563" providerId="ADAL" clId="{A45234B8-4EA4-4FA1-A7BE-C8AD1AA5A46F}" dt="2025-03-04T21:53:15.985" v="98" actId="14100"/>
          <ac:graphicFrameMkLst>
            <pc:docMk/>
            <pc:sldMk cId="0" sldId="318"/>
            <ac:graphicFrameMk id="6" creationId="{00000000-0000-0000-0000-000000000000}"/>
          </ac:graphicFrameMkLst>
        </pc:graphicFrameChg>
        <pc:graphicFrameChg chg="mod ord modGraphic">
          <ac:chgData name="Jenny Díaz Ramírez" userId="df7d83af-54c1-43f9-a4ec-fea9744b3563" providerId="ADAL" clId="{A45234B8-4EA4-4FA1-A7BE-C8AD1AA5A46F}" dt="2025-03-04T22:00:41.610" v="758"/>
          <ac:graphicFrameMkLst>
            <pc:docMk/>
            <pc:sldMk cId="0" sldId="318"/>
            <ac:graphicFrameMk id="7" creationId="{00000000-0000-0000-0000-000000000000}"/>
          </ac:graphicFrameMkLst>
        </pc:graphicFrameChg>
      </pc:sldChg>
      <pc:sldChg chg="addSp delSp modSp add mod modClrScheme chgLayout">
        <pc:chgData name="Jenny Díaz Ramírez" userId="df7d83af-54c1-43f9-a4ec-fea9744b3563" providerId="ADAL" clId="{A45234B8-4EA4-4FA1-A7BE-C8AD1AA5A46F}" dt="2025-03-04T22:21:46.104" v="2400" actId="478"/>
        <pc:sldMkLst>
          <pc:docMk/>
          <pc:sldMk cId="0" sldId="319"/>
        </pc:sldMkLst>
        <pc:spChg chg="mod ord">
          <ac:chgData name="Jenny Díaz Ramírez" userId="df7d83af-54c1-43f9-a4ec-fea9744b3563" providerId="ADAL" clId="{A45234B8-4EA4-4FA1-A7BE-C8AD1AA5A46F}" dt="2025-03-04T22:06:17.839" v="1596" actId="20577"/>
          <ac:spMkLst>
            <pc:docMk/>
            <pc:sldMk cId="0" sldId="319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2:21:46.104" v="2400" actId="478"/>
          <ac:spMkLst>
            <pc:docMk/>
            <pc:sldMk cId="0" sldId="319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0" sldId="319"/>
            <ac:spMk id="4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3:29.680" v="100" actId="478"/>
          <ac:spMkLst>
            <pc:docMk/>
            <pc:sldMk cId="0" sldId="319"/>
            <ac:spMk id="5" creationId="{53E989CA-16E6-7CAE-C9AE-D9B79446C542}"/>
          </ac:spMkLst>
        </pc:spChg>
      </pc:sldChg>
      <pc:sldChg chg="addSp delSp modSp add mod modClrScheme modAnim chgLayout">
        <pc:chgData name="Jenny Díaz Ramírez" userId="df7d83af-54c1-43f9-a4ec-fea9744b3563" providerId="ADAL" clId="{A45234B8-4EA4-4FA1-A7BE-C8AD1AA5A46F}" dt="2025-03-04T21:58:04.843" v="594" actId="20577"/>
        <pc:sldMkLst>
          <pc:docMk/>
          <pc:sldMk cId="3843317720" sldId="320"/>
        </pc:sldMkLst>
        <pc:spChg chg="mod ord">
          <ac:chgData name="Jenny Díaz Ramírez" userId="df7d83af-54c1-43f9-a4ec-fea9744b3563" providerId="ADAL" clId="{A45234B8-4EA4-4FA1-A7BE-C8AD1AA5A46F}" dt="2025-03-04T21:55:48.747" v="333"/>
          <ac:spMkLst>
            <pc:docMk/>
            <pc:sldMk cId="3843317720" sldId="320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47:47.927" v="44" actId="478"/>
          <ac:spMkLst>
            <pc:docMk/>
            <pc:sldMk cId="3843317720" sldId="320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2:06:24.619" v="9" actId="700"/>
          <ac:spMkLst>
            <pc:docMk/>
            <pc:sldMk cId="3843317720" sldId="320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1:58:04.843" v="594" actId="20577"/>
          <ac:spMkLst>
            <pc:docMk/>
            <pc:sldMk cId="3843317720" sldId="320"/>
            <ac:spMk id="5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48:32.718" v="50" actId="478"/>
          <ac:spMkLst>
            <pc:docMk/>
            <pc:sldMk cId="3843317720" sldId="320"/>
            <ac:spMk id="6" creationId="{8144D3D9-EC5A-61F9-1F8F-F6E98362E1F9}"/>
          </ac:spMkLst>
        </pc:spChg>
        <pc:graphicFrameChg chg="mod">
          <ac:chgData name="Jenny Díaz Ramírez" userId="df7d83af-54c1-43f9-a4ec-fea9744b3563" providerId="ADAL" clId="{A45234B8-4EA4-4FA1-A7BE-C8AD1AA5A46F}" dt="2025-03-04T21:49:05.990" v="55" actId="2085"/>
          <ac:graphicFrameMkLst>
            <pc:docMk/>
            <pc:sldMk cId="3843317720" sldId="320"/>
            <ac:graphicFrameMk id="12" creationId="{00000000-0000-0000-0000-000000000000}"/>
          </ac:graphicFrameMkLst>
        </pc:graphicFrameChg>
      </pc:sldChg>
      <pc:sldChg chg="addSp delSp modSp add mod modClrScheme delAnim modAnim chgLayout">
        <pc:chgData name="Jenny Díaz Ramírez" userId="df7d83af-54c1-43f9-a4ec-fea9744b3563" providerId="ADAL" clId="{A45234B8-4EA4-4FA1-A7BE-C8AD1AA5A46F}" dt="2025-03-04T22:03:05.524" v="1098" actId="1076"/>
        <pc:sldMkLst>
          <pc:docMk/>
          <pc:sldMk cId="3795015877" sldId="321"/>
        </pc:sldMkLst>
        <pc:spChg chg="mod ord">
          <ac:chgData name="Jenny Díaz Ramírez" userId="df7d83af-54c1-43f9-a4ec-fea9744b3563" providerId="ADAL" clId="{A45234B8-4EA4-4FA1-A7BE-C8AD1AA5A46F}" dt="2025-03-04T22:00:11.774" v="709" actId="14100"/>
          <ac:spMkLst>
            <pc:docMk/>
            <pc:sldMk cId="3795015877" sldId="321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0:55.264" v="70" actId="478"/>
          <ac:spMkLst>
            <pc:docMk/>
            <pc:sldMk cId="3795015877" sldId="321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3-04T21:50:53.331" v="69" actId="207"/>
          <ac:spMkLst>
            <pc:docMk/>
            <pc:sldMk cId="3795015877" sldId="321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3:05.524" v="1098" actId="1076"/>
          <ac:spMkLst>
            <pc:docMk/>
            <pc:sldMk cId="3795015877" sldId="321"/>
            <ac:spMk id="5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0:58.554" v="71" actId="478"/>
          <ac:spMkLst>
            <pc:docMk/>
            <pc:sldMk cId="3795015877" sldId="321"/>
            <ac:spMk id="6" creationId="{ED111CE1-17B6-589D-06BD-1B3FC4395BBC}"/>
          </ac:spMkLst>
        </pc:spChg>
        <pc:spChg chg="del mod">
          <ac:chgData name="Jenny Díaz Ramírez" userId="df7d83af-54c1-43f9-a4ec-fea9744b3563" providerId="ADAL" clId="{A45234B8-4EA4-4FA1-A7BE-C8AD1AA5A46F}" dt="2025-03-04T22:02:58.901" v="1096" actId="478"/>
          <ac:spMkLst>
            <pc:docMk/>
            <pc:sldMk cId="3795015877" sldId="321"/>
            <ac:spMk id="9" creationId="{00000000-0000-0000-0000-000000000000}"/>
          </ac:spMkLst>
        </pc:spChg>
        <pc:graphicFrameChg chg="mod">
          <ac:chgData name="Jenny Díaz Ramírez" userId="df7d83af-54c1-43f9-a4ec-fea9744b3563" providerId="ADAL" clId="{A45234B8-4EA4-4FA1-A7BE-C8AD1AA5A46F}" dt="2025-03-04T21:51:12.522" v="73" actId="207"/>
          <ac:graphicFrameMkLst>
            <pc:docMk/>
            <pc:sldMk cId="3795015877" sldId="321"/>
            <ac:graphicFrameMk id="13" creationId="{00000000-0000-0000-0000-000000000000}"/>
          </ac:graphicFrameMkLst>
        </pc:graphicFrameChg>
      </pc:sldChg>
      <pc:sldChg chg="addSp delSp modSp add mod modClrScheme modAnim chgLayout">
        <pc:chgData name="Jenny Díaz Ramírez" userId="df7d83af-54c1-43f9-a4ec-fea9744b3563" providerId="ADAL" clId="{A45234B8-4EA4-4FA1-A7BE-C8AD1AA5A46F}" dt="2025-03-04T22:05:48.363" v="1565" actId="1076"/>
        <pc:sldMkLst>
          <pc:docMk/>
          <pc:sldMk cId="980357710" sldId="322"/>
        </pc:sldMkLst>
        <pc:spChg chg="mod ord">
          <ac:chgData name="Jenny Díaz Ramírez" userId="df7d83af-54c1-43f9-a4ec-fea9744b3563" providerId="ADAL" clId="{A45234B8-4EA4-4FA1-A7BE-C8AD1AA5A46F}" dt="2025-03-04T22:03:40.007" v="1137" actId="20577"/>
          <ac:spMkLst>
            <pc:docMk/>
            <pc:sldMk cId="980357710" sldId="322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2:50.806" v="92" actId="478"/>
          <ac:spMkLst>
            <pc:docMk/>
            <pc:sldMk cId="980357710" sldId="322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3-04T21:52:12.435" v="86" actId="207"/>
          <ac:spMkLst>
            <pc:docMk/>
            <pc:sldMk cId="980357710" sldId="322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5:48.363" v="1565" actId="1076"/>
          <ac:spMkLst>
            <pc:docMk/>
            <pc:sldMk cId="980357710" sldId="322"/>
            <ac:spMk id="5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2:44.303" v="90" actId="478"/>
          <ac:spMkLst>
            <pc:docMk/>
            <pc:sldMk cId="980357710" sldId="322"/>
            <ac:spMk id="7" creationId="{0427E232-ABFA-0CDE-5E5F-E2B14D05D11E}"/>
          </ac:spMkLst>
        </pc:spChg>
        <pc:graphicFrameChg chg="mod">
          <ac:chgData name="Jenny Díaz Ramírez" userId="df7d83af-54c1-43f9-a4ec-fea9744b3563" providerId="ADAL" clId="{A45234B8-4EA4-4FA1-A7BE-C8AD1AA5A46F}" dt="2025-03-04T21:52:38.647" v="88" actId="207"/>
          <ac:graphicFrameMkLst>
            <pc:docMk/>
            <pc:sldMk cId="980357710" sldId="322"/>
            <ac:graphicFrameMk id="6" creationId="{00000000-0000-0000-0000-000000000000}"/>
          </ac:graphicFrameMkLst>
        </pc:graphicFrameChg>
      </pc:sldChg>
      <pc:sldChg chg="addSp delSp modSp add mod modClrScheme modAnim chgLayout">
        <pc:chgData name="Jenny Díaz Ramírez" userId="df7d83af-54c1-43f9-a4ec-fea9744b3563" providerId="ADAL" clId="{A45234B8-4EA4-4FA1-A7BE-C8AD1AA5A46F}" dt="2025-03-04T22:08:08.692" v="1988" actId="6549"/>
        <pc:sldMkLst>
          <pc:docMk/>
          <pc:sldMk cId="3695139036" sldId="323"/>
        </pc:sldMkLst>
        <pc:spChg chg="mod ord">
          <ac:chgData name="Jenny Díaz Ramírez" userId="df7d83af-54c1-43f9-a4ec-fea9744b3563" providerId="ADAL" clId="{A45234B8-4EA4-4FA1-A7BE-C8AD1AA5A46F}" dt="2025-03-04T22:06:14.742" v="1595" actId="20577"/>
          <ac:spMkLst>
            <pc:docMk/>
            <pc:sldMk cId="3695139036" sldId="323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A45234B8-4EA4-4FA1-A7BE-C8AD1AA5A46F}" dt="2025-03-04T21:53:41.439" v="104" actId="478"/>
          <ac:spMkLst>
            <pc:docMk/>
            <pc:sldMk cId="3695139036" sldId="323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3-04T21:53:39.377" v="103" actId="404"/>
          <ac:spMkLst>
            <pc:docMk/>
            <pc:sldMk cId="3695139036" sldId="323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A45234B8-4EA4-4FA1-A7BE-C8AD1AA5A46F}" dt="2025-03-04T22:08:08.692" v="1988" actId="6549"/>
          <ac:spMkLst>
            <pc:docMk/>
            <pc:sldMk cId="3695139036" sldId="323"/>
            <ac:spMk id="5" creationId="{00000000-0000-0000-0000-000000000000}"/>
          </ac:spMkLst>
        </pc:spChg>
        <pc:spChg chg="add del mod ord">
          <ac:chgData name="Jenny Díaz Ramírez" userId="df7d83af-54c1-43f9-a4ec-fea9744b3563" providerId="ADAL" clId="{A45234B8-4EA4-4FA1-A7BE-C8AD1AA5A46F}" dt="2025-03-04T21:53:33.060" v="101" actId="478"/>
          <ac:spMkLst>
            <pc:docMk/>
            <pc:sldMk cId="3695139036" sldId="323"/>
            <ac:spMk id="6" creationId="{E5CDC182-3795-343B-1D2E-ADD43B76FCF7}"/>
          </ac:spMkLst>
        </pc:spChg>
        <pc:graphicFrameChg chg="mod">
          <ac:chgData name="Jenny Díaz Ramírez" userId="df7d83af-54c1-43f9-a4ec-fea9744b3563" providerId="ADAL" clId="{A45234B8-4EA4-4FA1-A7BE-C8AD1AA5A46F}" dt="2025-03-04T21:53:58.559" v="107" actId="1076"/>
          <ac:graphicFrameMkLst>
            <pc:docMk/>
            <pc:sldMk cId="3695139036" sldId="323"/>
            <ac:graphicFrameMk id="7" creationId="{00000000-0000-0000-0000-000000000000}"/>
          </ac:graphicFrameMkLst>
        </pc:graphicFrameChg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327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328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329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330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331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2434826197" sldId="333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961838741" sldId="334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2633552067" sldId="335"/>
        </pc:sldMkLst>
      </pc:sldChg>
      <pc:sldChg chg="delSp modSp mod">
        <pc:chgData name="Jenny Díaz Ramírez" userId="df7d83af-54c1-43f9-a4ec-fea9744b3563" providerId="ADAL" clId="{A45234B8-4EA4-4FA1-A7BE-C8AD1AA5A46F}" dt="2025-03-04T22:22:05.853" v="2403" actId="1076"/>
        <pc:sldMkLst>
          <pc:docMk/>
          <pc:sldMk cId="529042108" sldId="346"/>
        </pc:sldMkLst>
        <pc:spChg chg="mod">
          <ac:chgData name="Jenny Díaz Ramírez" userId="df7d83af-54c1-43f9-a4ec-fea9744b3563" providerId="ADAL" clId="{A45234B8-4EA4-4FA1-A7BE-C8AD1AA5A46F}" dt="2025-03-04T22:22:05.853" v="2403" actId="1076"/>
          <ac:spMkLst>
            <pc:docMk/>
            <pc:sldMk cId="529042108" sldId="346"/>
            <ac:spMk id="4" creationId="{BA449457-6A62-C110-0EAA-52AACAF1A038}"/>
          </ac:spMkLst>
        </pc:spChg>
        <pc:spChg chg="del">
          <ac:chgData name="Jenny Díaz Ramírez" userId="df7d83af-54c1-43f9-a4ec-fea9744b3563" providerId="ADAL" clId="{A45234B8-4EA4-4FA1-A7BE-C8AD1AA5A46F}" dt="2025-03-04T21:47:19.831" v="39" actId="478"/>
          <ac:spMkLst>
            <pc:docMk/>
            <pc:sldMk cId="529042108" sldId="346"/>
            <ac:spMk id="8" creationId="{3D6659FD-4AD5-AD04-190D-C781908847BA}"/>
          </ac:spMkLst>
        </pc:spChg>
        <pc:graphicFrameChg chg="mod">
          <ac:chgData name="Jenny Díaz Ramírez" userId="df7d83af-54c1-43f9-a4ec-fea9744b3563" providerId="ADAL" clId="{A45234B8-4EA4-4FA1-A7BE-C8AD1AA5A46F}" dt="2025-03-04T21:47:16.051" v="38" actId="20577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A45234B8-4EA4-4FA1-A7BE-C8AD1AA5A46F}" dt="2025-03-04T21:54:39.732" v="161" actId="478"/>
        <pc:sldMkLst>
          <pc:docMk/>
          <pc:sldMk cId="2960950710" sldId="350"/>
        </pc:sldMkLst>
        <pc:spChg chg="mod">
          <ac:chgData name="Jenny Díaz Ramírez" userId="df7d83af-54c1-43f9-a4ec-fea9744b3563" providerId="ADAL" clId="{A45234B8-4EA4-4FA1-A7BE-C8AD1AA5A46F}" dt="2025-03-04T21:54:36.094" v="160" actId="20577"/>
          <ac:spMkLst>
            <pc:docMk/>
            <pc:sldMk cId="2960950710" sldId="350"/>
            <ac:spMk id="2" creationId="{293E168C-8042-5B4E-A5A4-A5BF693AE2D6}"/>
          </ac:spMkLst>
        </pc:spChg>
        <pc:spChg chg="del">
          <ac:chgData name="Jenny Díaz Ramírez" userId="df7d83af-54c1-43f9-a4ec-fea9744b3563" providerId="ADAL" clId="{A45234B8-4EA4-4FA1-A7BE-C8AD1AA5A46F}" dt="2025-03-04T21:54:39.732" v="161" actId="478"/>
          <ac:spMkLst>
            <pc:docMk/>
            <pc:sldMk cId="2960950710" sldId="350"/>
            <ac:spMk id="4" creationId="{8AC6FE46-170E-0F6C-06F0-D7F69117A30F}"/>
          </ac:spMkLst>
        </pc:spChg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399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00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01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02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11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12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13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14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0" sldId="415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439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440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443"/>
        </pc:sldMkLst>
      </pc:sldChg>
      <pc:sldChg chg="del">
        <pc:chgData name="Jenny Díaz Ramírez" userId="df7d83af-54c1-43f9-a4ec-fea9744b3563" providerId="ADAL" clId="{A45234B8-4EA4-4FA1-A7BE-C8AD1AA5A46F}" dt="2025-02-21T22:03:40.310" v="1" actId="47"/>
        <pc:sldMkLst>
          <pc:docMk/>
          <pc:sldMk cId="0" sldId="444"/>
        </pc:sldMkLst>
      </pc:sldChg>
      <pc:sldChg chg="modSp add del mod ord modClrScheme chgLayout">
        <pc:chgData name="Jenny Díaz Ramírez" userId="df7d83af-54c1-43f9-a4ec-fea9744b3563" providerId="ADAL" clId="{A45234B8-4EA4-4FA1-A7BE-C8AD1AA5A46F}" dt="2025-03-04T22:14:25.590" v="2020" actId="47"/>
        <pc:sldMkLst>
          <pc:docMk/>
          <pc:sldMk cId="0" sldId="447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31.621" v="2395" actId="47"/>
        <pc:sldMkLst>
          <pc:docMk/>
          <pc:sldMk cId="0" sldId="448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34.391" v="2396" actId="47"/>
        <pc:sldMkLst>
          <pc:docMk/>
          <pc:sldMk cId="0" sldId="449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37.591" v="2397" actId="47"/>
        <pc:sldMkLst>
          <pc:docMk/>
          <pc:sldMk cId="0" sldId="450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39.470" v="2398" actId="47"/>
        <pc:sldMkLst>
          <pc:docMk/>
          <pc:sldMk cId="0" sldId="452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41.204" v="2399" actId="47"/>
        <pc:sldMkLst>
          <pc:docMk/>
          <pc:sldMk cId="0" sldId="453"/>
        </pc:sldMkLst>
      </pc:sldChg>
      <pc:sldChg chg="modSp add del mod ord modClrScheme chgLayout">
        <pc:chgData name="Jenny Díaz Ramírez" userId="df7d83af-54c1-43f9-a4ec-fea9744b3563" providerId="ADAL" clId="{A45234B8-4EA4-4FA1-A7BE-C8AD1AA5A46F}" dt="2025-03-04T22:14:22.211" v="2019" actId="47"/>
        <pc:sldMkLst>
          <pc:docMk/>
          <pc:sldMk cId="0" sldId="454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1878908121" sldId="454"/>
        </pc:sldMkLst>
      </pc:sldChg>
      <pc:sldChg chg="del">
        <pc:chgData name="Jenny Díaz Ramírez" userId="df7d83af-54c1-43f9-a4ec-fea9744b3563" providerId="ADAL" clId="{A45234B8-4EA4-4FA1-A7BE-C8AD1AA5A46F}" dt="2025-02-21T22:03:35.182" v="0" actId="47"/>
        <pc:sldMkLst>
          <pc:docMk/>
          <pc:sldMk cId="761789482" sldId="455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0:26.386" v="2330" actId="47"/>
        <pc:sldMkLst>
          <pc:docMk/>
          <pc:sldMk cId="2444897518" sldId="461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20.657" v="2393" actId="47"/>
        <pc:sldMkLst>
          <pc:docMk/>
          <pc:sldMk cId="570487087" sldId="462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21:26.039" v="2394" actId="47"/>
        <pc:sldMkLst>
          <pc:docMk/>
          <pc:sldMk cId="1119977361" sldId="463"/>
        </pc:sldMkLst>
      </pc:sldChg>
      <pc:sldChg chg="modSp add del mod modClrScheme chgLayout">
        <pc:chgData name="Jenny Díaz Ramírez" userId="df7d83af-54c1-43f9-a4ec-fea9744b3563" providerId="ADAL" clId="{A45234B8-4EA4-4FA1-A7BE-C8AD1AA5A46F}" dt="2025-03-04T22:14:37.208" v="2021" actId="47"/>
        <pc:sldMkLst>
          <pc:docMk/>
          <pc:sldMk cId="2691316316" sldId="464"/>
        </pc:sldMkLst>
      </pc:sldChg>
      <pc:sldChg chg="addSp delSp modSp add mod delAnim">
        <pc:chgData name="Jenny Díaz Ramírez" userId="df7d83af-54c1-43f9-a4ec-fea9744b3563" providerId="ADAL" clId="{A45234B8-4EA4-4FA1-A7BE-C8AD1AA5A46F}" dt="2025-03-04T22:21:13.414" v="2392" actId="14100"/>
        <pc:sldMkLst>
          <pc:docMk/>
          <pc:sldMk cId="2262871273" sldId="465"/>
        </pc:sldMkLst>
        <pc:spChg chg="add del mod">
          <ac:chgData name="Jenny Díaz Ramírez" userId="df7d83af-54c1-43f9-a4ec-fea9744b3563" providerId="ADAL" clId="{A45234B8-4EA4-4FA1-A7BE-C8AD1AA5A46F}" dt="2025-03-04T22:12:04.783" v="2001" actId="478"/>
          <ac:spMkLst>
            <pc:docMk/>
            <pc:sldMk cId="2262871273" sldId="465"/>
            <ac:spMk id="6" creationId="{81ADF0BF-F93E-45BA-FDD6-BE86A4A7CE12}"/>
          </ac:spMkLst>
        </pc:spChg>
        <pc:spChg chg="del">
          <ac:chgData name="Jenny Díaz Ramírez" userId="df7d83af-54c1-43f9-a4ec-fea9744b3563" providerId="ADAL" clId="{A45234B8-4EA4-4FA1-A7BE-C8AD1AA5A46F}" dt="2025-03-04T22:15:31.525" v="2024" actId="478"/>
          <ac:spMkLst>
            <pc:docMk/>
            <pc:sldMk cId="2262871273" sldId="465"/>
            <ac:spMk id="7" creationId="{7E4B87D7-6E4C-C0CB-384F-1FD08B9D862E}"/>
          </ac:spMkLst>
        </pc:spChg>
        <pc:spChg chg="del">
          <ac:chgData name="Jenny Díaz Ramírez" userId="df7d83af-54c1-43f9-a4ec-fea9744b3563" providerId="ADAL" clId="{A45234B8-4EA4-4FA1-A7BE-C8AD1AA5A46F}" dt="2025-03-04T22:12:07.902" v="2002" actId="478"/>
          <ac:spMkLst>
            <pc:docMk/>
            <pc:sldMk cId="2262871273" sldId="465"/>
            <ac:spMk id="8" creationId="{A4D0A49E-268D-26DC-8C59-8A0DE65FDFB5}"/>
          </ac:spMkLst>
        </pc:spChg>
        <pc:spChg chg="add mod">
          <ac:chgData name="Jenny Díaz Ramírez" userId="df7d83af-54c1-43f9-a4ec-fea9744b3563" providerId="ADAL" clId="{A45234B8-4EA4-4FA1-A7BE-C8AD1AA5A46F}" dt="2025-03-04T22:15:44.669" v="2028" actId="1076"/>
          <ac:spMkLst>
            <pc:docMk/>
            <pc:sldMk cId="2262871273" sldId="465"/>
            <ac:spMk id="9" creationId="{96C364CA-EA9A-1021-F68A-E82DA27EE751}"/>
          </ac:spMkLst>
        </pc:spChg>
        <pc:spChg chg="del">
          <ac:chgData name="Jenny Díaz Ramírez" userId="df7d83af-54c1-43f9-a4ec-fea9744b3563" providerId="ADAL" clId="{A45234B8-4EA4-4FA1-A7BE-C8AD1AA5A46F}" dt="2025-03-04T22:15:29.881" v="2023" actId="478"/>
          <ac:spMkLst>
            <pc:docMk/>
            <pc:sldMk cId="2262871273" sldId="465"/>
            <ac:spMk id="11" creationId="{E42FBBB1-0FB6-D6BA-D9A6-282444E4F952}"/>
          </ac:spMkLst>
        </pc:spChg>
        <pc:spChg chg="add mod">
          <ac:chgData name="Jenny Díaz Ramírez" userId="df7d83af-54c1-43f9-a4ec-fea9744b3563" providerId="ADAL" clId="{A45234B8-4EA4-4FA1-A7BE-C8AD1AA5A46F}" dt="2025-03-04T22:19:51.755" v="2328" actId="1076"/>
          <ac:spMkLst>
            <pc:docMk/>
            <pc:sldMk cId="2262871273" sldId="465"/>
            <ac:spMk id="13" creationId="{3DD70850-3ADC-8DD8-6684-D69E86549AF7}"/>
          </ac:spMkLst>
        </pc:spChg>
        <pc:spChg chg="add mod">
          <ac:chgData name="Jenny Díaz Ramírez" userId="df7d83af-54c1-43f9-a4ec-fea9744b3563" providerId="ADAL" clId="{A45234B8-4EA4-4FA1-A7BE-C8AD1AA5A46F}" dt="2025-03-04T22:19:39.842" v="2324" actId="1076"/>
          <ac:spMkLst>
            <pc:docMk/>
            <pc:sldMk cId="2262871273" sldId="465"/>
            <ac:spMk id="14" creationId="{40117DD0-DF4D-3888-0CFF-390E9CB76CE2}"/>
          </ac:spMkLst>
        </pc:spChg>
        <pc:spChg chg="add mod">
          <ac:chgData name="Jenny Díaz Ramírez" userId="df7d83af-54c1-43f9-a4ec-fea9744b3563" providerId="ADAL" clId="{A45234B8-4EA4-4FA1-A7BE-C8AD1AA5A46F}" dt="2025-03-04T22:21:13.414" v="2392" actId="14100"/>
          <ac:spMkLst>
            <pc:docMk/>
            <pc:sldMk cId="2262871273" sldId="465"/>
            <ac:spMk id="15" creationId="{C02D97D7-668A-436B-F8E8-20F94372D796}"/>
          </ac:spMkLst>
        </pc:spChg>
        <pc:spChg chg="add mod">
          <ac:chgData name="Jenny Díaz Ramírez" userId="df7d83af-54c1-43f9-a4ec-fea9744b3563" providerId="ADAL" clId="{A45234B8-4EA4-4FA1-A7BE-C8AD1AA5A46F}" dt="2025-03-04T22:12:58.233" v="2012" actId="1076"/>
          <ac:spMkLst>
            <pc:docMk/>
            <pc:sldMk cId="2262871273" sldId="465"/>
            <ac:spMk id="23" creationId="{00000000-0000-0000-0000-000000000000}"/>
          </ac:spMkLst>
        </pc:spChg>
        <pc:graphicFrameChg chg="del">
          <ac:chgData name="Jenny Díaz Ramírez" userId="df7d83af-54c1-43f9-a4ec-fea9744b3563" providerId="ADAL" clId="{A45234B8-4EA4-4FA1-A7BE-C8AD1AA5A46F}" dt="2025-03-04T22:12:01.105" v="2000" actId="478"/>
          <ac:graphicFrameMkLst>
            <pc:docMk/>
            <pc:sldMk cId="2262871273" sldId="465"/>
            <ac:graphicFrameMk id="4" creationId="{CAAA06DA-5BEE-85EA-0EE5-16088D27E5BE}"/>
          </ac:graphicFrameMkLst>
        </pc:graphicFrameChg>
        <pc:graphicFrameChg chg="del">
          <ac:chgData name="Jenny Díaz Ramírez" userId="df7d83af-54c1-43f9-a4ec-fea9744b3563" providerId="ADAL" clId="{A45234B8-4EA4-4FA1-A7BE-C8AD1AA5A46F}" dt="2025-03-04T22:15:27.591" v="2022" actId="478"/>
          <ac:graphicFrameMkLst>
            <pc:docMk/>
            <pc:sldMk cId="2262871273" sldId="465"/>
            <ac:graphicFrameMk id="39937" creationId="{6B07FB10-7B1E-B667-C16B-61001B64BFA7}"/>
          </ac:graphicFrameMkLst>
        </pc:graphicFrameChg>
      </pc:sldChg>
      <pc:sldChg chg="addSp delSp modSp new del mod chgLayout">
        <pc:chgData name="Jenny Díaz Ramírez" userId="df7d83af-54c1-43f9-a4ec-fea9744b3563" providerId="ADAL" clId="{A45234B8-4EA4-4FA1-A7BE-C8AD1AA5A46F}" dt="2025-03-04T22:20:13.863" v="2329" actId="47"/>
        <pc:sldMkLst>
          <pc:docMk/>
          <pc:sldMk cId="707980210" sldId="466"/>
        </pc:sldMkLst>
        <pc:spChg chg="del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2" creationId="{9A88BFF1-C7F4-8F79-0960-CA06D3768005}"/>
          </ac:spMkLst>
        </pc:spChg>
        <pc:spChg chg="del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3" creationId="{46897F44-9A69-A435-33EC-044EECB8A103}"/>
          </ac:spMkLst>
        </pc:spChg>
        <pc:spChg chg="add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4" creationId="{CC8EBFF2-AE80-CC13-47BB-E895EB811F49}"/>
          </ac:spMkLst>
        </pc:spChg>
        <pc:spChg chg="add mod ord">
          <ac:chgData name="Jenny Díaz Ramírez" userId="df7d83af-54c1-43f9-a4ec-fea9744b3563" providerId="ADAL" clId="{A45234B8-4EA4-4FA1-A7BE-C8AD1AA5A46F}" dt="2025-03-04T22:18:28.594" v="2301" actId="20577"/>
          <ac:spMkLst>
            <pc:docMk/>
            <pc:sldMk cId="707980210" sldId="466"/>
            <ac:spMk id="5" creationId="{E406FF52-7319-3496-E877-6510CC82FBD0}"/>
          </ac:spMkLst>
        </pc:spChg>
        <pc:spChg chg="add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6" creationId="{314DD419-3A9A-496C-2BC2-B057C9A358E1}"/>
          </ac:spMkLst>
        </pc:spChg>
        <pc:spChg chg="add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7" creationId="{3FAD430F-B164-7B66-9D09-BE07B6F8C595}"/>
          </ac:spMkLst>
        </pc:spChg>
        <pc:spChg chg="add mod ord">
          <ac:chgData name="Jenny Díaz Ramírez" userId="df7d83af-54c1-43f9-a4ec-fea9744b3563" providerId="ADAL" clId="{A45234B8-4EA4-4FA1-A7BE-C8AD1AA5A46F}" dt="2025-03-04T22:18:24.216" v="2297" actId="700"/>
          <ac:spMkLst>
            <pc:docMk/>
            <pc:sldMk cId="707980210" sldId="466"/>
            <ac:spMk id="8" creationId="{2DEF54E4-23D2-D0ED-E611-4CEB6AA4B706}"/>
          </ac:spMkLst>
        </pc:spChg>
      </pc:sldChg>
      <pc:sldMasterChg chg="addSp modSp mod delSldLayout">
        <pc:chgData name="Jenny Díaz Ramírez" userId="df7d83af-54c1-43f9-a4ec-fea9744b3563" providerId="ADAL" clId="{A45234B8-4EA4-4FA1-A7BE-C8AD1AA5A46F}" dt="2025-03-04T22:23:06.699" v="2405" actId="1076"/>
        <pc:sldMasterMkLst>
          <pc:docMk/>
          <pc:sldMasterMk cId="3515892240" sldId="2147483658"/>
        </pc:sldMasterMkLst>
        <pc:spChg chg="add mod">
          <ac:chgData name="Jenny Díaz Ramírez" userId="df7d83af-54c1-43f9-a4ec-fea9744b3563" providerId="ADAL" clId="{A45234B8-4EA4-4FA1-A7BE-C8AD1AA5A46F}" dt="2025-03-04T22:23:06.699" v="2405" actId="1076"/>
          <ac:spMkLst>
            <pc:docMk/>
            <pc:sldMasterMk cId="3515892240" sldId="2147483658"/>
            <ac:spMk id="2" creationId="{9A34A935-06E9-5244-66F4-7320ED0158BB}"/>
          </ac:spMkLst>
        </pc:spChg>
        <pc:sldLayoutChg chg="del">
          <pc:chgData name="Jenny Díaz Ramírez" userId="df7d83af-54c1-43f9-a4ec-fea9744b3563" providerId="ADAL" clId="{A45234B8-4EA4-4FA1-A7BE-C8AD1AA5A46F}" dt="2025-02-21T22:03:40.310" v="1" actId="47"/>
          <pc:sldLayoutMkLst>
            <pc:docMk/>
            <pc:sldMasterMk cId="3515892240" sldId="2147483658"/>
            <pc:sldLayoutMk cId="502455585" sldId="2147483699"/>
          </pc:sldLayoutMkLst>
        </pc:sldLayoutChg>
        <pc:sldLayoutChg chg="del">
          <pc:chgData name="Jenny Díaz Ramírez" userId="df7d83af-54c1-43f9-a4ec-fea9744b3563" providerId="ADAL" clId="{A45234B8-4EA4-4FA1-A7BE-C8AD1AA5A46F}" dt="2025-02-21T22:03:40.310" v="1" actId="47"/>
          <pc:sldLayoutMkLst>
            <pc:docMk/>
            <pc:sldMasterMk cId="3515892240" sldId="2147483658"/>
            <pc:sldLayoutMk cId="3843260245" sldId="2147483701"/>
          </pc:sldLayoutMkLst>
        </pc:sldLayoutChg>
        <pc:sldLayoutChg chg="del">
          <pc:chgData name="Jenny Díaz Ramírez" userId="df7d83af-54c1-43f9-a4ec-fea9744b3563" providerId="ADAL" clId="{A45234B8-4EA4-4FA1-A7BE-C8AD1AA5A46F}" dt="2025-02-21T22:03:40.310" v="1" actId="47"/>
          <pc:sldLayoutMkLst>
            <pc:docMk/>
            <pc:sldMasterMk cId="3515892240" sldId="2147483658"/>
            <pc:sldLayoutMk cId="1822654250" sldId="2147483702"/>
          </pc:sldLayoutMkLst>
        </pc:sldLayoutChg>
      </pc:sldMasterChg>
    </pc:docChg>
  </pc:docChgLst>
  <pc:docChgLst>
    <pc:chgData name="Jenny Díaz Ramírez" userId="df7d83af-54c1-43f9-a4ec-fea9744b3563" providerId="ADAL" clId="{5FED732F-5535-4218-B498-E1928A0349A6}"/>
    <pc:docChg chg="addSld delSld modSld">
      <pc:chgData name="Jenny Díaz Ramírez" userId="df7d83af-54c1-43f9-a4ec-fea9744b3563" providerId="ADAL" clId="{5FED732F-5535-4218-B498-E1928A0349A6}" dt="2025-02-21T21:53:16.008" v="6"/>
      <pc:docMkLst>
        <pc:docMk/>
      </pc:docMkLst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612403435" sldId="25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524610384" sldId="25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929276412" sldId="25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827302849" sldId="26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4091125877" sldId="274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327596392" sldId="27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315403258" sldId="276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118219978" sldId="27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753174141" sldId="27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254174005" sldId="279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0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044141377" sldId="281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7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8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9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9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29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00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1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2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3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7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8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9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30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31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2434826197" sldId="333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961838741" sldId="334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2633552067" sldId="33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8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399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0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1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2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1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2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3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418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39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0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3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1878908121" sldId="45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761789482" sldId="455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6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7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8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9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0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1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055370496349158"/>
          <c:y val="6.770372977433646E-2"/>
          <c:w val="0.83272681539807603"/>
          <c:h val="0.77316434941853951"/>
        </c:manualLayout>
      </c:layout>
      <c:scatterChart>
        <c:scatterStyle val="lineMarker"/>
        <c:varyColors val="0"/>
        <c:ser>
          <c:idx val="0"/>
          <c:order val="0"/>
          <c:tx>
            <c:v>(1)</c:v>
          </c:tx>
          <c:marker>
            <c:symbol val="none"/>
          </c:marker>
          <c:xVal>
            <c:numRef>
              <c:f>Hoja1!$L$105:$L$106</c:f>
              <c:numCache>
                <c:formatCode>General</c:formatCode>
                <c:ptCount val="2"/>
                <c:pt idx="0">
                  <c:v>0</c:v>
                </c:pt>
                <c:pt idx="1">
                  <c:v>8</c:v>
                </c:pt>
              </c:numCache>
            </c:numRef>
          </c:xVal>
          <c:yVal>
            <c:numRef>
              <c:f>Hoja1!$M$105:$M$106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D37-4C11-A582-078816334D1E}"/>
            </c:ext>
          </c:extLst>
        </c:ser>
        <c:ser>
          <c:idx val="1"/>
          <c:order val="1"/>
          <c:tx>
            <c:v>(2)</c:v>
          </c:tx>
          <c:marker>
            <c:symbol val="none"/>
          </c:marker>
          <c:xVal>
            <c:numRef>
              <c:f>Hoja1!$I$105:$I$106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xVal>
          <c:yVal>
            <c:numRef>
              <c:f>Hoja1!$J$105:$J$106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D37-4C11-A582-078816334D1E}"/>
            </c:ext>
          </c:extLst>
        </c:ser>
        <c:ser>
          <c:idx val="2"/>
          <c:order val="2"/>
          <c:tx>
            <c:v>z=27</c:v>
          </c:tx>
          <c:spPr>
            <a:ln>
              <a:prstDash val="dash"/>
            </a:ln>
          </c:spPr>
          <c:marker>
            <c:symbol val="none"/>
          </c:marker>
          <c:xVal>
            <c:numRef>
              <c:f>Hoja1!$I$108:$I$109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xVal>
          <c:yVal>
            <c:numRef>
              <c:f>Hoja1!$J$108:$J$109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D37-4C11-A582-078816334D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1487472"/>
        <c:axId val="561489824"/>
      </c:scatterChart>
      <c:valAx>
        <c:axId val="561487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61489824"/>
        <c:crosses val="autoZero"/>
        <c:crossBetween val="midCat"/>
      </c:valAx>
      <c:valAx>
        <c:axId val="561489824"/>
        <c:scaling>
          <c:orientation val="minMax"/>
          <c:max val="4"/>
        </c:scaling>
        <c:delete val="0"/>
        <c:axPos val="l"/>
        <c:numFmt formatCode="General" sourceLinked="1"/>
        <c:majorTickMark val="out"/>
        <c:minorTickMark val="none"/>
        <c:tickLblPos val="nextTo"/>
        <c:crossAx val="561487472"/>
        <c:crosses val="autoZero"/>
        <c:crossBetween val="midCat"/>
      </c:valAx>
      <c:spPr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199"/>
          <c:w val="0.23509606616393494"/>
          <c:h val="0.51362050331943832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>
          <a:solidFill>
            <a:schemeClr val="bg1"/>
          </a:solidFill>
        </a:defRPr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55132383376544"/>
          <c:y val="5.5005522499732784E-2"/>
          <c:w val="0.83272681539807647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v>(1)</c:v>
          </c:tx>
          <c:marker>
            <c:symbol val="none"/>
          </c:marker>
          <c:xVal>
            <c:numRef>
              <c:f>Hoja1!$L$105:$L$106</c:f>
              <c:numCache>
                <c:formatCode>General</c:formatCode>
                <c:ptCount val="2"/>
                <c:pt idx="0">
                  <c:v>0</c:v>
                </c:pt>
                <c:pt idx="1">
                  <c:v>8</c:v>
                </c:pt>
              </c:numCache>
            </c:numRef>
          </c:xVal>
          <c:yVal>
            <c:numRef>
              <c:f>Hoja1!$M$105:$M$106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63-4BD9-89FD-F515A638BC8E}"/>
            </c:ext>
          </c:extLst>
        </c:ser>
        <c:ser>
          <c:idx val="1"/>
          <c:order val="1"/>
          <c:tx>
            <c:v>(2)</c:v>
          </c:tx>
          <c:marker>
            <c:symbol val="none"/>
          </c:marker>
          <c:xVal>
            <c:numRef>
              <c:f>Hoja1!$I$105:$I$106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xVal>
          <c:yVal>
            <c:numRef>
              <c:f>Hoja1!$J$105:$J$106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B63-4BD9-89FD-F515A638BC8E}"/>
            </c:ext>
          </c:extLst>
        </c:ser>
        <c:ser>
          <c:idx val="2"/>
          <c:order val="2"/>
          <c:tx>
            <c:v>z=27</c:v>
          </c:tx>
          <c:spPr>
            <a:ln>
              <a:prstDash val="dash"/>
            </a:ln>
          </c:spPr>
          <c:marker>
            <c:symbol val="none"/>
          </c:marker>
          <c:xVal>
            <c:numRef>
              <c:f>Hoja1!$I$108:$I$109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xVal>
          <c:yVal>
            <c:numRef>
              <c:f>Hoja1!$J$108:$J$109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B63-4BD9-89FD-F515A638B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3218784"/>
        <c:axId val="573219176"/>
      </c:scatterChart>
      <c:valAx>
        <c:axId val="573218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s-MX"/>
          </a:p>
        </c:txPr>
        <c:crossAx val="573219176"/>
        <c:crosses val="autoZero"/>
        <c:crossBetween val="midCat"/>
      </c:valAx>
      <c:valAx>
        <c:axId val="573219176"/>
        <c:scaling>
          <c:orientation val="minMax"/>
          <c:max val="4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s-MX"/>
          </a:p>
        </c:txPr>
        <c:crossAx val="573218784"/>
        <c:crosses val="autoZero"/>
        <c:crossBetween val="midCat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207"/>
          <c:w val="0.23509606616393494"/>
          <c:h val="0.51362050331943854"/>
        </c:manualLayout>
      </c:layout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s-MX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55132383376544"/>
          <c:y val="5.5005522499732784E-2"/>
          <c:w val="0.83272681539807647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v>(1)</c:v>
          </c:tx>
          <c:marker>
            <c:symbol val="none"/>
          </c:marker>
          <c:xVal>
            <c:numRef>
              <c:f>Hoja1!$L$105:$L$106</c:f>
              <c:numCache>
                <c:formatCode>General</c:formatCode>
                <c:ptCount val="2"/>
                <c:pt idx="0">
                  <c:v>0</c:v>
                </c:pt>
                <c:pt idx="1">
                  <c:v>8</c:v>
                </c:pt>
              </c:numCache>
            </c:numRef>
          </c:xVal>
          <c:yVal>
            <c:numRef>
              <c:f>Hoja1!$M$105:$M$106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63-4BD9-89FD-F515A638BC8E}"/>
            </c:ext>
          </c:extLst>
        </c:ser>
        <c:ser>
          <c:idx val="1"/>
          <c:order val="1"/>
          <c:tx>
            <c:v>(2)</c:v>
          </c:tx>
          <c:marker>
            <c:symbol val="none"/>
          </c:marker>
          <c:xVal>
            <c:numRef>
              <c:f>Hoja1!$I$105:$I$106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xVal>
          <c:yVal>
            <c:numRef>
              <c:f>Hoja1!$J$105:$J$106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B63-4BD9-89FD-F515A638BC8E}"/>
            </c:ext>
          </c:extLst>
        </c:ser>
        <c:ser>
          <c:idx val="2"/>
          <c:order val="2"/>
          <c:tx>
            <c:v>z=27</c:v>
          </c:tx>
          <c:spPr>
            <a:ln>
              <a:prstDash val="dash"/>
            </a:ln>
          </c:spPr>
          <c:marker>
            <c:symbol val="none"/>
          </c:marker>
          <c:xVal>
            <c:numRef>
              <c:f>Hoja1!$I$108:$I$109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xVal>
          <c:yVal>
            <c:numRef>
              <c:f>Hoja1!$J$108:$J$109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B63-4BD9-89FD-F515A638B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3218784"/>
        <c:axId val="573219176"/>
      </c:scatterChart>
      <c:valAx>
        <c:axId val="573218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s-MX"/>
          </a:p>
        </c:txPr>
        <c:crossAx val="573219176"/>
        <c:crosses val="autoZero"/>
        <c:crossBetween val="midCat"/>
      </c:valAx>
      <c:valAx>
        <c:axId val="573219176"/>
        <c:scaling>
          <c:orientation val="minMax"/>
          <c:max val="4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s-MX"/>
          </a:p>
        </c:txPr>
        <c:crossAx val="573218784"/>
        <c:crosses val="autoZero"/>
        <c:crossBetween val="midCat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207"/>
          <c:w val="0.23509606616393494"/>
          <c:h val="0.51362050331943854"/>
        </c:manualLayout>
      </c:layout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s-MX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55132383376543"/>
          <c:y val="5.5005522499732784E-2"/>
          <c:w val="0.83272681539807647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v>(2)</c:v>
          </c:tx>
          <c:marker>
            <c:symbol val="none"/>
          </c:marker>
          <c:xVal>
            <c:numRef>
              <c:f>Hoja1!$L$121:$L$122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xVal>
          <c:yVal>
            <c:numRef>
              <c:f>Hoja1!$M$121:$M$122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3C5-45C2-8F32-8C15CC9FA58E}"/>
            </c:ext>
          </c:extLst>
        </c:ser>
        <c:ser>
          <c:idx val="1"/>
          <c:order val="1"/>
          <c:tx>
            <c:v>(1)</c:v>
          </c:tx>
          <c:marker>
            <c:symbol val="none"/>
          </c:marker>
          <c:xVal>
            <c:numRef>
              <c:f>Hoja1!$I$121:$I$122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xVal>
          <c:yVal>
            <c:numRef>
              <c:f>Hoja1!$J$121:$J$122</c:f>
              <c:numCache>
                <c:formatCode>General</c:formatCode>
                <c:ptCount val="2"/>
                <c:pt idx="0">
                  <c:v>2.5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3C5-45C2-8F32-8C15CC9FA58E}"/>
            </c:ext>
          </c:extLst>
        </c:ser>
        <c:ser>
          <c:idx val="2"/>
          <c:order val="2"/>
          <c:tx>
            <c:v>z=12</c:v>
          </c:tx>
          <c:spPr>
            <a:ln>
              <a:prstDash val="dash"/>
            </a:ln>
          </c:spPr>
          <c:marker>
            <c:symbol val="none"/>
          </c:marker>
          <c:xVal>
            <c:numRef>
              <c:f>Hoja1!$I$124:$I$125</c:f>
              <c:numCache>
                <c:formatCode>General</c:formatCode>
                <c:ptCount val="2"/>
                <c:pt idx="0">
                  <c:v>0</c:v>
                </c:pt>
                <c:pt idx="1">
                  <c:v>6</c:v>
                </c:pt>
              </c:numCache>
            </c:numRef>
          </c:xVal>
          <c:yVal>
            <c:numRef>
              <c:f>Hoja1!$J$124:$J$125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3C5-45C2-8F32-8C15CC9FA58E}"/>
            </c:ext>
          </c:extLst>
        </c:ser>
        <c:ser>
          <c:idx val="3"/>
          <c:order val="3"/>
          <c:tx>
            <c:v>Óptimos</c:v>
          </c:tx>
          <c:marker>
            <c:symbol val="none"/>
          </c:marker>
          <c:xVal>
            <c:numRef>
              <c:f>Hoja1!$L$124:$L$125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xVal>
          <c:yVal>
            <c:numRef>
              <c:f>Hoja1!$M$124:$M$125</c:f>
              <c:numCache>
                <c:formatCode>General</c:formatCode>
                <c:ptCount val="2"/>
                <c:pt idx="0">
                  <c:v>1</c:v>
                </c:pt>
                <c:pt idx="1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3C5-45C2-8F32-8C15CC9FA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1491784"/>
        <c:axId val="561486688"/>
      </c:scatterChart>
      <c:valAx>
        <c:axId val="561491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61486688"/>
        <c:crosses val="autoZero"/>
        <c:crossBetween val="midCat"/>
      </c:valAx>
      <c:valAx>
        <c:axId val="561486688"/>
        <c:scaling>
          <c:orientation val="minMax"/>
          <c:max val="4"/>
        </c:scaling>
        <c:delete val="0"/>
        <c:axPos val="l"/>
        <c:numFmt formatCode="General" sourceLinked="1"/>
        <c:majorTickMark val="out"/>
        <c:minorTickMark val="none"/>
        <c:tickLblPos val="nextTo"/>
        <c:crossAx val="561491784"/>
        <c:crosses val="autoZero"/>
        <c:crossBetween val="midCat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67074552409082022"/>
          <c:y val="0.13938045838140023"/>
          <c:w val="0.32925447590918011"/>
          <c:h val="0.4652708630654683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chemeClr val="bg1"/>
          </a:solidFill>
        </a:defRPr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55132383376541"/>
          <c:y val="5.5005522499732784E-2"/>
          <c:w val="0.83272681539807702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strRef>
              <c:f>Hoja1!$I$136</c:f>
              <c:strCache>
                <c:ptCount val="1"/>
                <c:pt idx="0">
                  <c:v>(1)</c:v>
                </c:pt>
              </c:strCache>
            </c:strRef>
          </c:tx>
          <c:marker>
            <c:symbol val="none"/>
          </c:marker>
          <c:xVal>
            <c:numRef>
              <c:f>Hoja1!$L$137:$L$138</c:f>
              <c:numCache>
                <c:formatCode>General</c:formatCode>
                <c:ptCount val="2"/>
                <c:pt idx="0">
                  <c:v>20</c:v>
                </c:pt>
                <c:pt idx="1">
                  <c:v>20</c:v>
                </c:pt>
              </c:numCache>
            </c:numRef>
          </c:xVal>
          <c:yVal>
            <c:numRef>
              <c:f>Hoja1!$M$137:$M$138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41-4328-AB69-41AAAD6457DB}"/>
            </c:ext>
          </c:extLst>
        </c:ser>
        <c:ser>
          <c:idx val="1"/>
          <c:order val="1"/>
          <c:tx>
            <c:strRef>
              <c:f>Hoja1!$L$136</c:f>
              <c:strCache>
                <c:ptCount val="1"/>
                <c:pt idx="0">
                  <c:v>(2)</c:v>
                </c:pt>
              </c:strCache>
            </c:strRef>
          </c:tx>
          <c:marker>
            <c:symbol val="none"/>
          </c:marker>
          <c:xVal>
            <c:numRef>
              <c:f>Hoja1!$I$137:$I$138</c:f>
              <c:numCache>
                <c:formatCode>General</c:formatCode>
                <c:ptCount val="2"/>
                <c:pt idx="0">
                  <c:v>10</c:v>
                </c:pt>
                <c:pt idx="1">
                  <c:v>60</c:v>
                </c:pt>
              </c:numCache>
            </c:numRef>
          </c:xVal>
          <c:yVal>
            <c:numRef>
              <c:f>Hoja1!$J$137:$J$138</c:f>
              <c:numCache>
                <c:formatCode>General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41-4328-AB69-41AAAD6457DB}"/>
            </c:ext>
          </c:extLst>
        </c:ser>
        <c:ser>
          <c:idx val="2"/>
          <c:order val="2"/>
          <c:tx>
            <c:strRef>
              <c:f>Hoja1!$I$142</c:f>
              <c:strCache>
                <c:ptCount val="1"/>
                <c:pt idx="0">
                  <c:v>z=120</c:v>
                </c:pt>
              </c:strCache>
            </c:strRef>
          </c:tx>
          <c:marker>
            <c:symbol val="none"/>
          </c:marker>
          <c:xVal>
            <c:numRef>
              <c:f>Hoja1!$I$140:$I$141</c:f>
              <c:numCache>
                <c:formatCode>General</c:formatCode>
                <c:ptCount val="2"/>
                <c:pt idx="0">
                  <c:v>50</c:v>
                </c:pt>
                <c:pt idx="1">
                  <c:v>10</c:v>
                </c:pt>
              </c:numCache>
            </c:numRef>
          </c:xVal>
          <c:yVal>
            <c:numRef>
              <c:f>Hoja1!$J$140:$J$141</c:f>
              <c:numCache>
                <c:formatCode>General</c:formatCode>
                <c:ptCount val="2"/>
                <c:pt idx="0">
                  <c:v>20</c:v>
                </c:pt>
                <c:pt idx="1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C41-4328-AB69-41AAAD645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9544240"/>
        <c:axId val="699552080"/>
      </c:scatterChart>
      <c:valAx>
        <c:axId val="699544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699552080"/>
        <c:crosses val="autoZero"/>
        <c:crossBetween val="midCat"/>
      </c:valAx>
      <c:valAx>
        <c:axId val="699552080"/>
        <c:scaling>
          <c:orientation val="minMax"/>
          <c:max val="16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699544240"/>
        <c:crosses val="autoZero"/>
        <c:crossBetween val="midCat"/>
        <c:majorUnit val="40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216"/>
          <c:w val="0.2625883547033962"/>
          <c:h val="0.4363900666262873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chemeClr val="bg1"/>
          </a:solidFill>
        </a:defRPr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55132383376538"/>
          <c:y val="5.5005522499732784E-2"/>
          <c:w val="0.83272681539807747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strRef>
              <c:f>Hoja1!$I$136</c:f>
              <c:strCache>
                <c:ptCount val="1"/>
                <c:pt idx="0">
                  <c:v>(1)</c:v>
                </c:pt>
              </c:strCache>
            </c:strRef>
          </c:tx>
          <c:marker>
            <c:symbol val="none"/>
          </c:marker>
          <c:xVal>
            <c:numRef>
              <c:f>Hoja1!$L$137:$L$138</c:f>
              <c:numCache>
                <c:formatCode>General</c:formatCode>
                <c:ptCount val="2"/>
                <c:pt idx="0">
                  <c:v>20</c:v>
                </c:pt>
                <c:pt idx="1">
                  <c:v>20</c:v>
                </c:pt>
              </c:numCache>
            </c:numRef>
          </c:xVal>
          <c:yVal>
            <c:numRef>
              <c:f>Hoja1!$M$137:$M$138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7D0-4999-AFEE-A0FE300F7F8E}"/>
            </c:ext>
          </c:extLst>
        </c:ser>
        <c:ser>
          <c:idx val="1"/>
          <c:order val="1"/>
          <c:tx>
            <c:strRef>
              <c:f>Hoja1!$L$136</c:f>
              <c:strCache>
                <c:ptCount val="1"/>
                <c:pt idx="0">
                  <c:v>(2)</c:v>
                </c:pt>
              </c:strCache>
            </c:strRef>
          </c:tx>
          <c:marker>
            <c:symbol val="none"/>
          </c:marker>
          <c:xVal>
            <c:numRef>
              <c:f>Hoja1!$I$137:$I$138</c:f>
              <c:numCache>
                <c:formatCode>General</c:formatCode>
                <c:ptCount val="2"/>
                <c:pt idx="0">
                  <c:v>10</c:v>
                </c:pt>
                <c:pt idx="1">
                  <c:v>60</c:v>
                </c:pt>
              </c:numCache>
            </c:numRef>
          </c:xVal>
          <c:yVal>
            <c:numRef>
              <c:f>Hoja1!$J$137:$J$138</c:f>
              <c:numCache>
                <c:formatCode>General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D0-4999-AFEE-A0FE300F7F8E}"/>
            </c:ext>
          </c:extLst>
        </c:ser>
        <c:ser>
          <c:idx val="2"/>
          <c:order val="2"/>
          <c:tx>
            <c:strRef>
              <c:f>Hoja1!$I$142</c:f>
              <c:strCache>
                <c:ptCount val="1"/>
                <c:pt idx="0">
                  <c:v>z=120</c:v>
                </c:pt>
              </c:strCache>
            </c:strRef>
          </c:tx>
          <c:marker>
            <c:symbol val="none"/>
          </c:marker>
          <c:xVal>
            <c:numRef>
              <c:f>Hoja1!$I$140:$I$141</c:f>
              <c:numCache>
                <c:formatCode>General</c:formatCode>
                <c:ptCount val="2"/>
                <c:pt idx="0">
                  <c:v>50</c:v>
                </c:pt>
                <c:pt idx="1">
                  <c:v>10</c:v>
                </c:pt>
              </c:numCache>
            </c:numRef>
          </c:xVal>
          <c:yVal>
            <c:numRef>
              <c:f>Hoja1!$J$140:$J$141</c:f>
              <c:numCache>
                <c:formatCode>General</c:formatCode>
                <c:ptCount val="2"/>
                <c:pt idx="0">
                  <c:v>20</c:v>
                </c:pt>
                <c:pt idx="1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D0-4999-AFEE-A0FE300F7F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8979992"/>
        <c:axId val="518977640"/>
      </c:scatterChart>
      <c:valAx>
        <c:axId val="518979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18977640"/>
        <c:crosses val="autoZero"/>
        <c:crossBetween val="midCat"/>
      </c:valAx>
      <c:valAx>
        <c:axId val="518977640"/>
        <c:scaling>
          <c:orientation val="minMax"/>
          <c:max val="16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518979992"/>
        <c:crosses val="autoZero"/>
        <c:crossBetween val="midCat"/>
        <c:majorUnit val="40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224"/>
          <c:w val="0.2625883547033962"/>
          <c:h val="0.4363900666262873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chemeClr val="bg1"/>
          </a:solidFill>
        </a:defRPr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661911881868882"/>
          <c:y val="4.8270002902267607E-2"/>
          <c:w val="0.83272681539807702"/>
          <c:h val="0.77316434941853962"/>
        </c:manualLayout>
      </c:layout>
      <c:scatterChart>
        <c:scatterStyle val="lineMarker"/>
        <c:varyColors val="0"/>
        <c:ser>
          <c:idx val="0"/>
          <c:order val="0"/>
          <c:tx>
            <c:strRef>
              <c:f>Hoja1!$I$136</c:f>
              <c:strCache>
                <c:ptCount val="1"/>
                <c:pt idx="0">
                  <c:v>(1)</c:v>
                </c:pt>
              </c:strCache>
            </c:strRef>
          </c:tx>
          <c:marker>
            <c:symbol val="none"/>
          </c:marker>
          <c:xVal>
            <c:numRef>
              <c:f>Hoja1!$L$153:$L$154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xVal>
          <c:yVal>
            <c:numRef>
              <c:f>Hoja1!$M$153:$M$154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A8-4B8C-A6EE-2D98576327E0}"/>
            </c:ext>
          </c:extLst>
        </c:ser>
        <c:ser>
          <c:idx val="1"/>
          <c:order val="1"/>
          <c:tx>
            <c:strRef>
              <c:f>Hoja1!$L$136</c:f>
              <c:strCache>
                <c:ptCount val="1"/>
                <c:pt idx="0">
                  <c:v>(2)</c:v>
                </c:pt>
              </c:strCache>
            </c:strRef>
          </c:tx>
          <c:marker>
            <c:symbol val="none"/>
          </c:marker>
          <c:xVal>
            <c:numRef>
              <c:f>Hoja1!$I$153:$I$154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Hoja1!$J$153:$J$154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A8-4B8C-A6EE-2D98576327E0}"/>
            </c:ext>
          </c:extLst>
        </c:ser>
        <c:ser>
          <c:idx val="2"/>
          <c:order val="2"/>
          <c:tx>
            <c:strRef>
              <c:f>Hoja1!$I$158</c:f>
              <c:strCache>
                <c:ptCount val="1"/>
                <c:pt idx="0">
                  <c:v>z=6</c:v>
                </c:pt>
              </c:strCache>
            </c:strRef>
          </c:tx>
          <c:spPr>
            <a:ln>
              <a:prstDash val="dash"/>
            </a:ln>
          </c:spPr>
          <c:marker>
            <c:symbol val="none"/>
          </c:marker>
          <c:xVal>
            <c:numRef>
              <c:f>Hoja1!$I$156:$I$157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xVal>
          <c:yVal>
            <c:numRef>
              <c:f>Hoja1!$J$156:$J$157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3A8-4B8C-A6EE-2D98576327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9537576"/>
        <c:axId val="699549728"/>
      </c:scatterChart>
      <c:valAx>
        <c:axId val="699537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699549728"/>
        <c:crosses val="autoZero"/>
        <c:crossBetween val="midCat"/>
      </c:valAx>
      <c:valAx>
        <c:axId val="6995497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699537576"/>
        <c:crosses val="autoZero"/>
        <c:crossBetween val="midCat"/>
      </c:valAx>
      <c:spPr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layout>
        <c:manualLayout>
          <c:xMode val="edge"/>
          <c:yMode val="edge"/>
          <c:x val="0.73741164529660352"/>
          <c:y val="0.16826118454650213"/>
          <c:w val="0.1772406847935549"/>
          <c:h val="0.4019765168845213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chemeClr val="bg1"/>
          </a:solidFill>
        </a:defRPr>
      </a:pPr>
      <a:endParaRPr lang="es-MX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A861526A-E606-4E70-9967-984158703198}">
      <dgm:prSet phldrT="[Texto]"/>
      <dgm:spPr/>
      <dgm:t>
        <a:bodyPr/>
        <a:lstStyle/>
        <a:p>
          <a:r>
            <a:rPr lang="es-ES" dirty="0"/>
            <a:t>Casos especiales</a:t>
          </a:r>
        </a:p>
      </dgm:t>
    </dgm:pt>
    <dgm:pt modelId="{33C692AF-1D93-4A81-9D6C-E49D5D9E2667}" type="parTrans" cxnId="{E7142196-79A2-4229-A5B7-B80866D63BF4}">
      <dgm:prSet/>
      <dgm:spPr/>
      <dgm:t>
        <a:bodyPr/>
        <a:lstStyle/>
        <a:p>
          <a:endParaRPr lang="en-US"/>
        </a:p>
      </dgm:t>
    </dgm:pt>
    <dgm:pt modelId="{AED7F0D5-62EA-4BB1-BB8D-2891D1842AD5}" type="sibTrans" cxnId="{E7142196-79A2-4229-A5B7-B80866D63BF4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9"/>
      <dgm:spPr/>
    </dgm:pt>
    <dgm:pt modelId="{3D6BFEE7-2020-4FA5-9BAB-5A229DDECB65}" type="pres">
      <dgm:prSet presAssocID="{55E69F3B-5077-42F4-BD47-3D396425F3F2}" presName="child" presStyleLbl="alignAccFollowNode1" presStyleIdx="0" presStyleCnt="9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9"/>
      <dgm:spPr/>
    </dgm:pt>
    <dgm:pt modelId="{AACA5BA9-33E9-4D22-B3BA-B0E28BE5D756}" type="pres">
      <dgm:prSet presAssocID="{E8824C48-89F8-4E2D-B184-4E51DC7B58A6}" presName="child" presStyleLbl="alignAccFollowNode1" presStyleIdx="1" presStyleCnt="9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9"/>
      <dgm:spPr/>
    </dgm:pt>
    <dgm:pt modelId="{C9CB6B0D-52AE-45C2-992F-F16D5A34857A}" type="pres">
      <dgm:prSet presAssocID="{58C7CE55-3705-414C-A99D-6D5C6EF0625A}" presName="child" presStyleLbl="alignAccFollowNode1" presStyleIdx="2" presStyleCnt="9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9"/>
      <dgm:spPr/>
    </dgm:pt>
    <dgm:pt modelId="{8021EFB3-77FD-42C2-90D1-C95C53596EF1}" type="pres">
      <dgm:prSet presAssocID="{277C10AB-1744-4421-BDF6-103B11EFEAB5}" presName="child" presStyleLbl="alignAccFollowNode1" presStyleIdx="3" presStyleCnt="9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9"/>
      <dgm:spPr/>
    </dgm:pt>
    <dgm:pt modelId="{469E4D95-2117-4314-A3CF-FEA6FB9D18D0}" type="pres">
      <dgm:prSet presAssocID="{08FE693D-850A-4B40-8FF2-9445DA2D25AC}" presName="child" presStyleLbl="alignAccFollowNode1" presStyleIdx="4" presStyleCnt="9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9"/>
      <dgm:spPr/>
    </dgm:pt>
    <dgm:pt modelId="{42FBB82F-2E67-45B4-841A-415A09821E25}" type="pres">
      <dgm:prSet presAssocID="{DEA047EF-5C57-4885-9D26-F0D90BF6F7B3}" presName="child" presStyleLbl="alignAccFollowNode1" presStyleIdx="5" presStyleCnt="9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9"/>
      <dgm:spPr/>
    </dgm:pt>
    <dgm:pt modelId="{8B04FC04-5B0B-4532-B067-3A96B91B1A71}" type="pres">
      <dgm:prSet presAssocID="{0007019D-BE48-4638-A758-11431E394BA5}" presName="child" presStyleLbl="alignAccFollowNode1" presStyleIdx="6" presStyleCnt="9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9"/>
      <dgm:spPr/>
    </dgm:pt>
    <dgm:pt modelId="{3CEBE889-FAE6-4538-9DB6-FFDB9389BE19}" type="pres">
      <dgm:prSet presAssocID="{F879121B-3B6F-494F-A6B0-9D9D880A98F3}" presName="child" presStyleLbl="alignAccFollowNode1" presStyleIdx="7" presStyleCnt="9">
        <dgm:presLayoutVars>
          <dgm:chMax val="0"/>
          <dgm:bulletEnabled val="1"/>
        </dgm:presLayoutVars>
      </dgm:prSet>
      <dgm:spPr/>
    </dgm:pt>
    <dgm:pt modelId="{06763ED0-9776-4963-8BCC-90F90900B256}" type="pres">
      <dgm:prSet presAssocID="{11FA5C7F-B48D-4D3E-9B1F-36FC84C2149F}" presName="sibTrans" presStyleLbl="sibTrans2D1" presStyleIdx="8" presStyleCnt="9"/>
      <dgm:spPr/>
    </dgm:pt>
    <dgm:pt modelId="{B0AD4C0A-2E2F-4A48-B79F-C09E65C8162B}" type="pres">
      <dgm:prSet presAssocID="{A861526A-E606-4E70-9967-984158703198}" presName="child" presStyleLbl="alignAccFollowNode1" presStyleIdx="8" presStyleCnt="9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228C2028-F9E5-4323-B8CF-CE9168112431}" type="presOf" srcId="{A861526A-E606-4E70-9967-984158703198}" destId="{B0AD4C0A-2E2F-4A48-B79F-C09E65C8162B}" srcOrd="0" destOrd="0" presId="urn:microsoft.com/office/officeart/2005/8/layout/lProcess1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C190CA8F-9262-4C69-BEDD-C122D81FACD8}" type="presOf" srcId="{11FA5C7F-B48D-4D3E-9B1F-36FC84C2149F}" destId="{06763ED0-9776-4963-8BCC-90F90900B256}" srcOrd="0" destOrd="0" presId="urn:microsoft.com/office/officeart/2005/8/layout/lProcess1"/>
    <dgm:cxn modelId="{E7142196-79A2-4229-A5B7-B80866D63BF4}" srcId="{215D5F0A-16E0-4272-823F-0C2384036CBE}" destId="{A861526A-E606-4E70-9967-984158703198}" srcOrd="2" destOrd="0" parTransId="{33C692AF-1D93-4A81-9D6C-E49D5D9E2667}" sibTransId="{AED7F0D5-62EA-4BB1-BB8D-2891D1842AD5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  <dgm:cxn modelId="{6AEBB6FC-69FE-4CA8-B0E9-ED5C83B6CE24}" type="presParOf" srcId="{E438B12F-87B6-4D20-B676-1ED9BD1E71C4}" destId="{06763ED0-9776-4963-8BCC-90F90900B256}" srcOrd="5" destOrd="0" presId="urn:microsoft.com/office/officeart/2005/8/layout/lProcess1"/>
    <dgm:cxn modelId="{54C66AD5-D035-4A29-8068-28FCE3A7C502}" type="presParOf" srcId="{E438B12F-87B6-4D20-B676-1ED9BD1E71C4}" destId="{B0AD4C0A-2E2F-4A48-B79F-C09E65C8162B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084184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564555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044926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084184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564555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044926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084184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564555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084184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564555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084184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564555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044926"/>
        <a:ext cx="1402477" cy="334986"/>
      </dsp:txXfrm>
    </dsp:sp>
    <dsp:sp modelId="{06763ED0-9776-4963-8BCC-90F90900B256}">
      <dsp:nvSpPr>
        <dsp:cNvPr id="0" name=""/>
        <dsp:cNvSpPr/>
      </dsp:nvSpPr>
      <dsp:spPr>
        <a:xfrm rot="5400000">
          <a:off x="7174732" y="2421470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D4C0A-2E2F-4A48-B79F-C09E65C8162B}">
      <dsp:nvSpPr>
        <dsp:cNvPr id="0" name=""/>
        <dsp:cNvSpPr/>
      </dsp:nvSpPr>
      <dsp:spPr>
        <a:xfrm>
          <a:off x="6494206" y="2514875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Casos especiales</a:t>
          </a:r>
        </a:p>
      </dsp:txBody>
      <dsp:txXfrm>
        <a:off x="6504628" y="2525297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04/03/2025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95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DE9D0-F43D-F8FF-BDC1-DD57D9BD8CF7}"/>
              </a:ext>
            </a:extLst>
          </p:cNvPr>
          <p:cNvSpPr txBox="1"/>
          <p:nvPr userDrawn="1"/>
        </p:nvSpPr>
        <p:spPr>
          <a:xfrm>
            <a:off x="11336750" y="613333"/>
            <a:ext cx="83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9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90473-8968-4705-A4AB-5A87FC341A3E}" type="datetime1">
              <a:rPr lang="es-ES" smtClean="0"/>
              <a:t>04/03/2025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JennyD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8078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76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76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449512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DC5B-8510-4AB0-BCDE-40997112A5DC}" type="datetime1">
              <a:rPr lang="es-ES" smtClean="0"/>
              <a:t>04/03/2025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JennyD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078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4E35-D295-48FC-A85D-2DDC8D701450}" type="datetimeFigureOut">
              <a:rPr lang="es-MX" smtClean="0"/>
              <a:t>04/03/2025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D32-27E0-4A84-8B42-9482A74C988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423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4A935-06E9-5244-66F4-7320ED0158BB}"/>
              </a:ext>
            </a:extLst>
          </p:cNvPr>
          <p:cNvSpPr txBox="1"/>
          <p:nvPr userDrawn="1"/>
        </p:nvSpPr>
        <p:spPr>
          <a:xfrm rot="16200000">
            <a:off x="11185956" y="775212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Jenny Díaz, Rodolfo Mendoza, Victor Villegas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700" r:id="rId15"/>
    <p:sldLayoutId id="2147483697" r:id="rId16"/>
    <p:sldLayoutId id="2147483701" r:id="rId17"/>
    <p:sldLayoutId id="2147483702" r:id="rId18"/>
    <p:sldLayoutId id="2147483703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1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6.xml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Método Simplex</a:t>
            </a:r>
            <a:br>
              <a:rPr lang="es-MX" sz="4000" dirty="0">
                <a:latin typeface="Abadi" panose="020B0604020104020204" pitchFamily="34" charset="0"/>
              </a:rPr>
            </a:br>
            <a:r>
              <a:rPr lang="es-MX" sz="2800" dirty="0">
                <a:latin typeface="Abadi" panose="020B0604020104020204" pitchFamily="34" charset="0"/>
              </a:rPr>
              <a:t>Soluciones especiales detectadas por el método</a:t>
            </a:r>
            <a:endParaRPr lang="es-MX" sz="4000" dirty="0">
              <a:latin typeface="Abadi" panose="020B0604020104020204" pitchFamily="34" charset="0"/>
            </a:endParaRP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492875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97859" y="6602413"/>
            <a:ext cx="2644775" cy="247650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8388931" y="1726325"/>
            <a:ext cx="1642575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965337426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5"/>
            <a:ext cx="7503293" cy="29269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dirty="0"/>
          </a:p>
          <a:p>
            <a:r>
              <a:rPr lang="en-US" dirty="0" err="1"/>
              <a:t>Degeneracin</a:t>
            </a:r>
            <a:endParaRPr lang="en-US" dirty="0"/>
          </a:p>
          <a:p>
            <a:r>
              <a:rPr lang="en-US" dirty="0"/>
              <a:t>Soluciones </a:t>
            </a:r>
            <a:r>
              <a:rPr lang="en-US" dirty="0" err="1"/>
              <a:t>óptimas</a:t>
            </a:r>
            <a:r>
              <a:rPr lang="en-US" dirty="0"/>
              <a:t> multiples</a:t>
            </a:r>
          </a:p>
          <a:p>
            <a:r>
              <a:rPr lang="en-US" dirty="0"/>
              <a:t>Soluciones no </a:t>
            </a:r>
            <a:r>
              <a:rPr lang="en-US" dirty="0" err="1"/>
              <a:t>acotadas</a:t>
            </a:r>
            <a:endParaRPr lang="en-US" dirty="0"/>
          </a:p>
          <a:p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infactibles</a:t>
            </a:r>
            <a:r>
              <a:rPr lang="en-US" dirty="0"/>
              <a:t> (</a:t>
            </a:r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inexistente</a:t>
            </a:r>
            <a:r>
              <a:rPr lang="en-US" dirty="0"/>
              <a:t>) 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Casos Especiales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Degeneración</a:t>
            </a:r>
            <a:br>
              <a:rPr lang="es-MX" dirty="0"/>
            </a:br>
            <a:r>
              <a:rPr lang="es-MX" dirty="0"/>
              <a:t>(Solución óptima degenerada)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4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38270" y="1928803"/>
          <a:ext cx="2755213" cy="2411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02960" imgH="1054080" progId="Equation.3">
                  <p:embed/>
                </p:oleObj>
              </mc:Choice>
              <mc:Fallback>
                <p:oleObj name="Ecuación" r:id="rId2" imgW="100296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270" y="1928803"/>
                        <a:ext cx="2755213" cy="2411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Degeneración</a:t>
            </a:r>
            <a:br>
              <a:rPr lang="es-MX" dirty="0"/>
            </a:br>
            <a:r>
              <a:rPr lang="es-MX" dirty="0"/>
              <a:t>(Solución óptima degenerada)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5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2 Marcador de contenido"/>
              <p:cNvSpPr txBox="1">
                <a:spLocks/>
              </p:cNvSpPr>
              <p:nvPr/>
            </p:nvSpPr>
            <p:spPr>
              <a:xfrm>
                <a:off x="1295366" y="4857736"/>
                <a:ext cx="9639334" cy="1714536"/>
              </a:xfrm>
              <a:prstGeom prst="rect">
                <a:avLst/>
              </a:prstGeom>
            </p:spPr>
            <p:txBody>
              <a:bodyPr vert="horz" lIns="65837" tIns="109728" rtlCol="0">
                <a:normAutofit fontScale="70000" lnSpcReduction="20000"/>
              </a:bodyPr>
              <a:lstStyle/>
              <a:p>
                <a:pPr marL="222886" indent="-22288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80" dirty="0">
                    <a:solidFill>
                      <a:schemeClr val="bg1"/>
                    </a:solidFill>
                  </a:rPr>
                  <a:t>Gráficamente (en 2 dimensiones) </a:t>
                </a:r>
              </a:p>
              <a:p>
                <a:pPr marL="771526" lvl="1" indent="-22288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80" dirty="0">
                    <a:solidFill>
                      <a:schemeClr val="bg1"/>
                    </a:solidFill>
                  </a:rPr>
                  <a:t>Una SBF (vértice) se forma por la intersección de dos o más líneas.</a:t>
                </a:r>
              </a:p>
              <a:p>
                <a:pPr marL="222886" indent="-22288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80" dirty="0">
                    <a:solidFill>
                      <a:schemeClr val="bg1"/>
                    </a:solidFill>
                  </a:rPr>
                  <a:t>En el tablero:</a:t>
                </a:r>
              </a:p>
              <a:p>
                <a:pPr marL="741046" lvl="1" indent="-382906" defTabSz="85534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80" dirty="0">
                    <a:solidFill>
                      <a:schemeClr val="bg1"/>
                    </a:solidFill>
                  </a:rPr>
                  <a:t>Una variable básica es igual a cero</a:t>
                </a:r>
              </a:p>
              <a:p>
                <a:pPr marL="222886" indent="-22288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00" dirty="0">
                    <a:solidFill>
                      <a:schemeClr val="bg1"/>
                    </a:solidFill>
                  </a:rPr>
                  <a:t>Matricialmente:</a:t>
                </a:r>
              </a:p>
              <a:p>
                <a:pPr marL="680086" lvl="1" indent="-222886">
                  <a:buClr>
                    <a:schemeClr val="accent1"/>
                  </a:buClr>
                  <a:buSzPct val="80000"/>
                  <a:buFont typeface="Wingdings 2"/>
                  <a:buChar char=""/>
                  <a:defRPr/>
                </a:pPr>
                <a:r>
                  <a:rPr lang="es-MX" sz="2800" dirty="0">
                    <a:solidFill>
                      <a:schemeClr val="bg1"/>
                    </a:solidFill>
                  </a:rPr>
                  <a:t>El vector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MX" sz="28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MX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s-MX" sz="2800" dirty="0">
                    <a:solidFill>
                      <a:schemeClr val="bg1"/>
                    </a:solidFill>
                  </a:rPr>
                  <a:t> tiene un valor igual a cero.</a:t>
                </a:r>
              </a:p>
              <a:p>
                <a:pPr defTabSz="855346">
                  <a:buClr>
                    <a:schemeClr val="accent1"/>
                  </a:buClr>
                  <a:buSzPct val="80000"/>
                  <a:defRPr/>
                </a:pPr>
                <a:endParaRPr lang="es-MX" sz="288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2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66" y="4857736"/>
                <a:ext cx="9639334" cy="1714536"/>
              </a:xfrm>
              <a:prstGeom prst="rect">
                <a:avLst/>
              </a:prstGeom>
              <a:blipFill>
                <a:blip r:embed="rId2"/>
                <a:stretch>
                  <a:fillRect l="-442" t="-1068" b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38270" y="1928803"/>
          <a:ext cx="2755213" cy="2411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02960" imgH="1054080" progId="Equation.3">
                  <p:embed/>
                </p:oleObj>
              </mc:Choice>
              <mc:Fallback>
                <p:oleObj name="Ecuación" r:id="rId3" imgW="100296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270" y="1928803"/>
                        <a:ext cx="2755213" cy="2411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10 Gráfico"/>
          <p:cNvGraphicFramePr/>
          <p:nvPr>
            <p:extLst>
              <p:ext uri="{D42A27DB-BD31-4B8C-83A1-F6EECF244321}">
                <p14:modId xmlns:p14="http://schemas.microsoft.com/office/powerpoint/2010/main" val="4136054295"/>
              </p:ext>
            </p:extLst>
          </p:nvPr>
        </p:nvGraphicFramePr>
        <p:xfrm>
          <a:off x="5534026" y="1714488"/>
          <a:ext cx="5400674" cy="3000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4331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1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043214"/>
              </p:ext>
            </p:extLst>
          </p:nvPr>
        </p:nvGraphicFramePr>
        <p:xfrm>
          <a:off x="1675386" y="4725185"/>
          <a:ext cx="9570792" cy="18470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51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7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Variables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3/2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3/2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Degeneración</a:t>
            </a:r>
            <a:br>
              <a:rPr lang="es-MX" dirty="0"/>
            </a:br>
            <a:r>
              <a:rPr lang="es-MX" dirty="0"/>
              <a:t>(Solución óptima degenerada)…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6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381094" y="1857365"/>
          <a:ext cx="2755213" cy="2411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02960" imgH="1054080" progId="Equation.3">
                  <p:embed/>
                </p:oleObj>
              </mc:Choice>
              <mc:Fallback>
                <p:oleObj name="Ecuación" r:id="rId2" imgW="100296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094" y="1857365"/>
                        <a:ext cx="2755213" cy="2411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1552543" y="4357695"/>
            <a:ext cx="163641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Tablero final</a:t>
            </a:r>
          </a:p>
        </p:txBody>
      </p:sp>
      <p:graphicFrame>
        <p:nvGraphicFramePr>
          <p:cNvPr id="12" name="10 Gráfico"/>
          <p:cNvGraphicFramePr/>
          <p:nvPr>
            <p:extLst>
              <p:ext uri="{D42A27DB-BD31-4B8C-83A1-F6EECF244321}">
                <p14:modId xmlns:p14="http://schemas.microsoft.com/office/powerpoint/2010/main" val="594973308"/>
              </p:ext>
            </p:extLst>
          </p:nvPr>
        </p:nvGraphicFramePr>
        <p:xfrm>
          <a:off x="5753098" y="1785927"/>
          <a:ext cx="4457731" cy="257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7 Rectángulo"/>
          <p:cNvSpPr/>
          <p:nvPr/>
        </p:nvSpPr>
        <p:spPr>
          <a:xfrm>
            <a:off x="8932020" y="6072207"/>
            <a:ext cx="600079" cy="50006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5A458B-D2A9-20A9-BD8B-2B42E9F9249C}"/>
                  </a:ext>
                </a:extLst>
              </p:cNvPr>
              <p:cNvSpPr txBox="1"/>
              <p:nvPr/>
            </p:nvSpPr>
            <p:spPr>
              <a:xfrm>
                <a:off x="4172617" y="4268776"/>
                <a:ext cx="1544170" cy="375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MX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s-MX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[2 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5A458B-D2A9-20A9-BD8B-2B42E9F9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617" y="4268776"/>
                <a:ext cx="1544170" cy="375487"/>
              </a:xfrm>
              <a:prstGeom prst="rect">
                <a:avLst/>
              </a:prstGeom>
              <a:blipFill>
                <a:blip r:embed="rId5"/>
                <a:stretch>
                  <a:fillRect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BC0E238-AEF5-020D-7DFF-0D54AB3386DD}"/>
              </a:ext>
            </a:extLst>
          </p:cNvPr>
          <p:cNvSpPr/>
          <p:nvPr/>
        </p:nvSpPr>
        <p:spPr>
          <a:xfrm>
            <a:off x="6070638" y="2727790"/>
            <a:ext cx="390144" cy="3352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1E80-B8F9-48F4-6A4B-978AB1F5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FF152403-D4D6-61EE-FD04-B6535DDB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Degeneración</a:t>
            </a:r>
            <a:br>
              <a:rPr lang="es-MX" dirty="0"/>
            </a:br>
            <a:r>
              <a:rPr lang="es-MX" dirty="0"/>
              <a:t>(Solución óptima degenerada)…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C57A2-E9D4-68C4-6725-7F2BED3E19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7</a:t>
            </a:fld>
            <a:endParaRPr lang="es-ES"/>
          </a:p>
        </p:txBody>
      </p:sp>
      <p:graphicFrame>
        <p:nvGraphicFramePr>
          <p:cNvPr id="12" name="10 Gráfico">
            <a:extLst>
              <a:ext uri="{FF2B5EF4-FFF2-40B4-BE49-F238E27FC236}">
                <a16:creationId xmlns:a16="http://schemas.microsoft.com/office/drawing/2014/main" id="{4BB559A0-9DF6-2E76-95EB-B834EE045B0D}"/>
              </a:ext>
            </a:extLst>
          </p:cNvPr>
          <p:cNvGraphicFramePr/>
          <p:nvPr/>
        </p:nvGraphicFramePr>
        <p:xfrm>
          <a:off x="5753098" y="1785927"/>
          <a:ext cx="4457731" cy="257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6C364CA-EA9A-1021-F68A-E82DA27EE751}"/>
              </a:ext>
            </a:extLst>
          </p:cNvPr>
          <p:cNvSpPr/>
          <p:nvPr/>
        </p:nvSpPr>
        <p:spPr>
          <a:xfrm>
            <a:off x="675255" y="1917649"/>
            <a:ext cx="51154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Tres rectas cruzan el punto óptimo. Se dice que el punto esta </a:t>
            </a:r>
            <a:r>
              <a:rPr lang="es-MX" i="1" dirty="0" err="1">
                <a:solidFill>
                  <a:schemeClr val="bg1"/>
                </a:solidFill>
              </a:rPr>
              <a:t>sobredeterminado</a:t>
            </a:r>
            <a:r>
              <a:rPr lang="es-MX" dirty="0">
                <a:solidFill>
                  <a:schemeClr val="bg1"/>
                </a:solidFill>
              </a:rPr>
              <a:t>, ya que sólo necesitamos dos rectas para identificarlo. Por este motivo, concluimos que una de las restricciones es redundante. Desafortunadamente no existen técnicas confiables para identificar restricciones redundantes directamente a partir de la tabla.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0" y="2736531"/>
            <a:ext cx="390144" cy="3352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70850-3ADC-8DD8-6684-D69E86549AF7}"/>
              </a:ext>
            </a:extLst>
          </p:cNvPr>
          <p:cNvSpPr txBox="1"/>
          <p:nvPr/>
        </p:nvSpPr>
        <p:spPr>
          <a:xfrm>
            <a:off x="1175667" y="4489417"/>
            <a:ext cx="516366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s-ES" dirty="0">
                <a:solidFill>
                  <a:schemeClr val="accent3"/>
                </a:solidFill>
              </a:rPr>
              <a:t>Considere los siguientes hechos: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accent3"/>
                </a:solidFill>
              </a:rPr>
              <a:t>Si (valor de la variable entrante en la nueva SBF)&gt; 0, </a:t>
            </a:r>
            <a:r>
              <a:rPr lang="es-ES" sz="1600" dirty="0">
                <a:solidFill>
                  <a:schemeClr val="accent3"/>
                </a:solidFill>
                <a:sym typeface="Wingdings" panose="05000000000000000000" pitchFamily="2" charset="2"/>
              </a:rPr>
              <a:t></a:t>
            </a:r>
            <a:r>
              <a:rPr lang="es-ES" sz="1600" dirty="0">
                <a:solidFill>
                  <a:schemeClr val="accent3"/>
                </a:solidFill>
              </a:rPr>
              <a:t> (Valor de Z para nuevo SBF) &gt; (Valor de Z para SBF actual).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accent3"/>
                </a:solidFill>
              </a:rPr>
              <a:t>Si (valor de la variable entrante en la nueva SBF) = 0, </a:t>
            </a:r>
            <a:r>
              <a:rPr lang="es-ES" sz="1600" dirty="0">
                <a:solidFill>
                  <a:schemeClr val="accent3"/>
                </a:solidFill>
                <a:sym typeface="Wingdings" panose="05000000000000000000" pitchFamily="2" charset="2"/>
              </a:rPr>
              <a:t></a:t>
            </a:r>
            <a:r>
              <a:rPr lang="es-ES" sz="1600" dirty="0">
                <a:solidFill>
                  <a:schemeClr val="accent3"/>
                </a:solidFill>
              </a:rPr>
              <a:t> (Valor de Z para nuevo SBF) = (Valor de Z para SBF actual).</a:t>
            </a:r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40117DD0-DF4D-3888-0CFF-390E9CB76CE2}"/>
              </a:ext>
            </a:extLst>
          </p:cNvPr>
          <p:cNvSpPr/>
          <p:nvPr/>
        </p:nvSpPr>
        <p:spPr>
          <a:xfrm>
            <a:off x="6846884" y="5039970"/>
            <a:ext cx="627530" cy="6096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D97D7-668A-436B-F8E8-20F94372D796}"/>
              </a:ext>
            </a:extLst>
          </p:cNvPr>
          <p:cNvSpPr txBox="1"/>
          <p:nvPr/>
        </p:nvSpPr>
        <p:spPr>
          <a:xfrm>
            <a:off x="7981962" y="4624112"/>
            <a:ext cx="3501825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s-ES" sz="1400" b="1" dirty="0">
                <a:solidFill>
                  <a:schemeClr val="tx2"/>
                </a:solidFill>
              </a:rPr>
              <a:t>En una iteración que visite un punto degenerado, es posible que Z no mejore (se mantiene igual).</a:t>
            </a:r>
          </a:p>
          <a:p>
            <a:pPr>
              <a:spcBef>
                <a:spcPts val="1800"/>
              </a:spcBef>
            </a:pPr>
            <a:r>
              <a:rPr lang="es-ES" sz="1400" b="1" dirty="0">
                <a:solidFill>
                  <a:schemeClr val="tx2"/>
                </a:solidFill>
              </a:rPr>
              <a:t>Aquí el algoritmo se puede ciclar (encuentra en dos iteraciones diferentes la misma SBF), por lo que existen reglas adicionales para evitarlo.</a:t>
            </a:r>
          </a:p>
        </p:txBody>
      </p:sp>
    </p:spTree>
    <p:extLst>
      <p:ext uri="{BB962C8B-B14F-4D97-AF65-F5344CB8AC3E}">
        <p14:creationId xmlns:p14="http://schemas.microsoft.com/office/powerpoint/2010/main" val="226287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2500" y="365125"/>
            <a:ext cx="8684559" cy="1325563"/>
          </a:xfrm>
        </p:spPr>
        <p:txBody>
          <a:bodyPr>
            <a:normAutofit/>
          </a:bodyPr>
          <a:lstStyle/>
          <a:p>
            <a:r>
              <a:rPr lang="es-MX" dirty="0"/>
              <a:t>Soluciones óptimas múltiples (infinitas)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8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38271" y="1946282"/>
          <a:ext cx="2788921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15920" imgH="1054080" progId="Equation.3">
                  <p:embed/>
                </p:oleObj>
              </mc:Choice>
              <mc:Fallback>
                <p:oleObj name="Ecuación" r:id="rId2" imgW="101592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271" y="1946282"/>
                        <a:ext cx="2788921" cy="2411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2500" y="365125"/>
            <a:ext cx="8783171" cy="1325563"/>
          </a:xfrm>
        </p:spPr>
        <p:txBody>
          <a:bodyPr>
            <a:normAutofit/>
          </a:bodyPr>
          <a:lstStyle/>
          <a:p>
            <a:r>
              <a:rPr lang="es-MX" dirty="0"/>
              <a:t>Soluciones óptimas múltiples (infinitas)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952500" y="4816463"/>
            <a:ext cx="10629936" cy="1785950"/>
          </a:xfrm>
          <a:prstGeom prst="rect">
            <a:avLst/>
          </a:prstGeom>
        </p:spPr>
        <p:txBody>
          <a:bodyPr vert="horz" lIns="65837" tIns="109728" rtlCol="0">
            <a:noAutofit/>
          </a:bodyPr>
          <a:lstStyle/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Gráficamente (en dos dimensiones):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La línea z es paralela a una de las restricciones (condición necesaria pero no suficiente)</a:t>
            </a:r>
          </a:p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En el tablero final (fila cero):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El vector de costo reducido tiene valores de cero en columnas de variables no básicas.</a:t>
            </a:r>
          </a:p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Existe más de un tablero óptimo final</a:t>
            </a:r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38271" y="1946282"/>
          <a:ext cx="2788921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15920" imgH="1054080" progId="Equation.3">
                  <p:embed/>
                </p:oleObj>
              </mc:Choice>
              <mc:Fallback>
                <p:oleObj name="Ecuación" r:id="rId2" imgW="101592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271" y="1946282"/>
                        <a:ext cx="2788921" cy="2411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1 Gráfico"/>
          <p:cNvGraphicFramePr/>
          <p:nvPr>
            <p:extLst>
              <p:ext uri="{D42A27DB-BD31-4B8C-83A1-F6EECF244321}">
                <p14:modId xmlns:p14="http://schemas.microsoft.com/office/powerpoint/2010/main" val="3218382294"/>
              </p:ext>
            </p:extLst>
          </p:nvPr>
        </p:nvGraphicFramePr>
        <p:xfrm>
          <a:off x="5495921" y="1643051"/>
          <a:ext cx="5486438" cy="3078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9501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1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673937"/>
              </p:ext>
            </p:extLst>
          </p:nvPr>
        </p:nvGraphicFramePr>
        <p:xfrm>
          <a:off x="1693945" y="2080760"/>
          <a:ext cx="8641079" cy="18470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Variables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52500" y="365125"/>
            <a:ext cx="9061076" cy="1325563"/>
          </a:xfrm>
        </p:spPr>
        <p:txBody>
          <a:bodyPr>
            <a:normAutofit/>
          </a:bodyPr>
          <a:lstStyle/>
          <a:p>
            <a:r>
              <a:rPr lang="es-MX" dirty="0"/>
              <a:t>Soluciones óptimas múltiples (infinitas)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1552543" y="4357695"/>
            <a:ext cx="163641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Tablero final</a:t>
            </a:r>
          </a:p>
        </p:txBody>
      </p:sp>
      <p:graphicFrame>
        <p:nvGraphicFramePr>
          <p:cNvPr id="10" name="3 Marcador de contenid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300665"/>
              </p:ext>
            </p:extLst>
          </p:nvPr>
        </p:nvGraphicFramePr>
        <p:xfrm>
          <a:off x="1693945" y="4726676"/>
          <a:ext cx="8641080" cy="18470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Variables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5/2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-½ </a:t>
                      </a:r>
                      <a:r>
                        <a:rPr lang="es-MX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s-MX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693945" y="1682289"/>
            <a:ext cx="163641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Tablero final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4295763" y="2928934"/>
            <a:ext cx="600079" cy="50006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Solución no acotada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11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708786" y="1928813"/>
          <a:ext cx="261366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52200" imgH="1054080" progId="Equation.3">
                  <p:embed/>
                </p:oleObj>
              </mc:Choice>
              <mc:Fallback>
                <p:oleObj name="Ecuación" r:id="rId2" imgW="95220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86" y="1928813"/>
                        <a:ext cx="2613660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Solución no acotada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329017" y="4511660"/>
            <a:ext cx="10220341" cy="2214578"/>
          </a:xfrm>
          <a:prstGeom prst="rect">
            <a:avLst/>
          </a:prstGeom>
        </p:spPr>
        <p:txBody>
          <a:bodyPr vert="horz" lIns="65837" tIns="109728" rtlCol="0">
            <a:noAutofit/>
          </a:bodyPr>
          <a:lstStyle/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Gráficamente (en dos dimensiones):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La línea Z se puede mover en la dirección de optimalidad infinitamente.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No hay restricciones que limitan en la dirección de optimización</a:t>
            </a:r>
          </a:p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En el tablero:</a:t>
            </a:r>
          </a:p>
          <a:p>
            <a:pPr marL="680086" lvl="1" indent="-1847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No hay coeficientes positivos en la columna entrante (pivote)</a:t>
            </a:r>
          </a:p>
          <a:p>
            <a:pPr marL="680086" lvl="1" indent="-1847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No hay variable básica entrante. No se puede hacer la división porque no hay valores positivos.</a:t>
            </a:r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708786" y="1928813"/>
          <a:ext cx="261366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52200" imgH="1054080" progId="Equation.3">
                  <p:embed/>
                </p:oleObj>
              </mc:Choice>
              <mc:Fallback>
                <p:oleObj name="Ecuación" r:id="rId2" imgW="95220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86" y="1928813"/>
                        <a:ext cx="2613660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12 Gráfico"/>
          <p:cNvGraphicFramePr/>
          <p:nvPr>
            <p:extLst>
              <p:ext uri="{D42A27DB-BD31-4B8C-83A1-F6EECF244321}">
                <p14:modId xmlns:p14="http://schemas.microsoft.com/office/powerpoint/2010/main" val="2613438207"/>
              </p:ext>
            </p:extLst>
          </p:nvPr>
        </p:nvGraphicFramePr>
        <p:xfrm>
          <a:off x="5410195" y="1785926"/>
          <a:ext cx="5572164" cy="2928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803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540395"/>
              </p:ext>
            </p:extLst>
          </p:nvPr>
        </p:nvGraphicFramePr>
        <p:xfrm>
          <a:off x="645690" y="4660816"/>
          <a:ext cx="10367959" cy="18470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64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Variables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Solución no acotada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13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708786" y="1928813"/>
          <a:ext cx="261366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952200" imgH="1054080" progId="Equation.3">
                  <p:embed/>
                </p:oleObj>
              </mc:Choice>
              <mc:Fallback>
                <p:oleObj name="Ecuación" r:id="rId3" imgW="95220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86" y="1928813"/>
                        <a:ext cx="2613660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12 Gráfico"/>
          <p:cNvGraphicFramePr/>
          <p:nvPr>
            <p:extLst>
              <p:ext uri="{D42A27DB-BD31-4B8C-83A1-F6EECF244321}">
                <p14:modId xmlns:p14="http://schemas.microsoft.com/office/powerpoint/2010/main" val="1162019263"/>
              </p:ext>
            </p:extLst>
          </p:nvPr>
        </p:nvGraphicFramePr>
        <p:xfrm>
          <a:off x="5865550" y="1928812"/>
          <a:ext cx="4617663" cy="262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7 Rectángulo"/>
          <p:cNvSpPr/>
          <p:nvPr/>
        </p:nvSpPr>
        <p:spPr>
          <a:xfrm>
            <a:off x="5238744" y="4786322"/>
            <a:ext cx="942982" cy="17145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Problema </a:t>
            </a:r>
            <a:r>
              <a:rPr lang="es-MX" dirty="0" err="1"/>
              <a:t>infactible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14</a:t>
            </a:fld>
            <a:endParaRPr lang="es-ES"/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21156" y="1785926"/>
          <a:ext cx="278892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15920" imgH="1054080" progId="Equation.3">
                  <p:embed/>
                </p:oleObj>
              </mc:Choice>
              <mc:Fallback>
                <p:oleObj name="Ecuación" r:id="rId2" imgW="101592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156" y="1785926"/>
                        <a:ext cx="2788920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Problema </a:t>
            </a:r>
            <a:r>
              <a:rPr lang="es-MX" dirty="0" err="1"/>
              <a:t>infactible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z="1050" smtClean="0"/>
              <a:pPr/>
              <a:t>15</a:t>
            </a:fld>
            <a:endParaRPr lang="es-ES" sz="105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940646" y="4292576"/>
            <a:ext cx="10727479" cy="2294984"/>
          </a:xfrm>
          <a:prstGeom prst="rect">
            <a:avLst/>
          </a:prstGeom>
        </p:spPr>
        <p:txBody>
          <a:bodyPr vert="horz" lIns="65837" tIns="109728" rtlCol="0">
            <a:noAutofit/>
          </a:bodyPr>
          <a:lstStyle/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Gráficamente (en dos dimensiones):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Las áreas de factibilidad de cada restricción no se </a:t>
            </a:r>
            <a:r>
              <a:rPr lang="es-MX" sz="2000" dirty="0" err="1">
                <a:solidFill>
                  <a:schemeClr val="bg1"/>
                </a:solidFill>
              </a:rPr>
              <a:t>intersectan</a:t>
            </a:r>
            <a:endParaRPr lang="es-MX" sz="2000" dirty="0">
              <a:solidFill>
                <a:schemeClr val="bg1"/>
              </a:solidFill>
            </a:endParaRPr>
          </a:p>
          <a:p>
            <a:pPr marL="222886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En el tablero: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Las variables de holgura no forman una SBF inicial.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Por el método de la gran M: Al menos una de las variables artificiales termina básica, en el óptimo y positiva.</a:t>
            </a:r>
          </a:p>
          <a:p>
            <a:pPr marL="680086" lvl="1" indent="-222886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Por el método de las dos fases:  El valor óptimo de la fase 1 es positivo.</a:t>
            </a:r>
          </a:p>
        </p:txBody>
      </p:sp>
      <p:graphicFrame>
        <p:nvGraphicFramePr>
          <p:cNvPr id="39937" name="3 Marcador de contenido"/>
          <p:cNvGraphicFramePr>
            <a:graphicFrameLocks noChangeAspect="1"/>
          </p:cNvGraphicFramePr>
          <p:nvPr/>
        </p:nvGraphicFramePr>
        <p:xfrm>
          <a:off x="1621156" y="1785926"/>
          <a:ext cx="278892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15920" imgH="1054080" progId="Equation.3">
                  <p:embed/>
                </p:oleObj>
              </mc:Choice>
              <mc:Fallback>
                <p:oleObj name="Ecuación" r:id="rId2" imgW="1015920" imgH="1054080" progId="Equation.3">
                  <p:embed/>
                  <p:pic>
                    <p:nvPicPr>
                      <p:cNvPr id="3993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156" y="1785926"/>
                        <a:ext cx="2788920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13 Gráfico"/>
          <p:cNvGraphicFramePr/>
          <p:nvPr>
            <p:extLst>
              <p:ext uri="{D42A27DB-BD31-4B8C-83A1-F6EECF244321}">
                <p14:modId xmlns:p14="http://schemas.microsoft.com/office/powerpoint/2010/main" val="1188235905"/>
              </p:ext>
            </p:extLst>
          </p:nvPr>
        </p:nvGraphicFramePr>
        <p:xfrm>
          <a:off x="5452380" y="1665743"/>
          <a:ext cx="5057810" cy="2890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9513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7" grpId="0">
        <p:bldAsOne/>
      </p:bldGraphic>
    </p:bldLst>
  </p:timing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1930</TotalTime>
  <Words>708</Words>
  <Application>Microsoft Office PowerPoint</Application>
  <PresentationFormat>Widescreen</PresentationFormat>
  <Paragraphs>204</Paragraphs>
  <Slides>15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Abadi</vt:lpstr>
      <vt:lpstr>Agency FB</vt:lpstr>
      <vt:lpstr>Aptos</vt:lpstr>
      <vt:lpstr>Aptos Black</vt:lpstr>
      <vt:lpstr>Aptos Display</vt:lpstr>
      <vt:lpstr>Arial</vt:lpstr>
      <vt:lpstr>Calibri</vt:lpstr>
      <vt:lpstr>Cambria Math</vt:lpstr>
      <vt:lpstr>Times New Roman</vt:lpstr>
      <vt:lpstr>Wingdings</vt:lpstr>
      <vt:lpstr>Wingdings 2</vt:lpstr>
      <vt:lpstr>Tema1</vt:lpstr>
      <vt:lpstr>Ecuación</vt:lpstr>
      <vt:lpstr>Método Simplex Soluciones especiales detectadas por el método</vt:lpstr>
      <vt:lpstr>Métodos de Solución - Contenido</vt:lpstr>
      <vt:lpstr>Casos Especiales</vt:lpstr>
      <vt:lpstr>Degeneración (Solución óptima degenerada)</vt:lpstr>
      <vt:lpstr>Degeneración (Solución óptima degenerada)</vt:lpstr>
      <vt:lpstr>Degeneración (Solución óptima degenerada)…</vt:lpstr>
      <vt:lpstr>Degeneración (Solución óptima degenerada)…</vt:lpstr>
      <vt:lpstr>Soluciones óptimas múltiples (infinitas)</vt:lpstr>
      <vt:lpstr>Soluciones óptimas múltiples (infinitas)</vt:lpstr>
      <vt:lpstr>Soluciones óptimas múltiples (infinitas)</vt:lpstr>
      <vt:lpstr>Solución no acotada</vt:lpstr>
      <vt:lpstr>Solución no acotada</vt:lpstr>
      <vt:lpstr>Solución no acotada … </vt:lpstr>
      <vt:lpstr>Problema infactible</vt:lpstr>
      <vt:lpstr>Problema infactible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4</cp:revision>
  <dcterms:created xsi:type="dcterms:W3CDTF">2023-10-30T18:22:20Z</dcterms:created>
  <dcterms:modified xsi:type="dcterms:W3CDTF">2025-03-04T22:23:14Z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