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59"/>
  </p:notesMasterIdLst>
  <p:handoutMasterIdLst>
    <p:handoutMasterId r:id="rId60"/>
  </p:handoutMasterIdLst>
  <p:sldIdLst>
    <p:sldId id="350" r:id="rId5"/>
    <p:sldId id="257" r:id="rId6"/>
    <p:sldId id="392" r:id="rId7"/>
    <p:sldId id="258" r:id="rId8"/>
    <p:sldId id="314" r:id="rId9"/>
    <p:sldId id="259" r:id="rId10"/>
    <p:sldId id="260" r:id="rId11"/>
    <p:sldId id="261" r:id="rId12"/>
    <p:sldId id="262" r:id="rId13"/>
    <p:sldId id="273" r:id="rId14"/>
    <p:sldId id="263" r:id="rId15"/>
    <p:sldId id="264" r:id="rId16"/>
    <p:sldId id="265" r:id="rId17"/>
    <p:sldId id="266" r:id="rId18"/>
    <p:sldId id="267" r:id="rId19"/>
    <p:sldId id="268" r:id="rId20"/>
    <p:sldId id="269" r:id="rId21"/>
    <p:sldId id="271" r:id="rId22"/>
    <p:sldId id="270" r:id="rId23"/>
    <p:sldId id="272" r:id="rId24"/>
    <p:sldId id="316" r:id="rId25"/>
    <p:sldId id="327" r:id="rId26"/>
    <p:sldId id="449" r:id="rId27"/>
    <p:sldId id="330" r:id="rId28"/>
    <p:sldId id="448" r:id="rId29"/>
    <p:sldId id="328" r:id="rId30"/>
    <p:sldId id="450" r:id="rId31"/>
    <p:sldId id="352" r:id="rId32"/>
    <p:sldId id="353" r:id="rId33"/>
    <p:sldId id="354" r:id="rId34"/>
    <p:sldId id="333" r:id="rId35"/>
    <p:sldId id="334" r:id="rId36"/>
    <p:sldId id="336" r:id="rId37"/>
    <p:sldId id="417" r:id="rId38"/>
    <p:sldId id="418" r:id="rId39"/>
    <p:sldId id="420" r:id="rId40"/>
    <p:sldId id="421" r:id="rId41"/>
    <p:sldId id="431" r:id="rId42"/>
    <p:sldId id="422" r:id="rId43"/>
    <p:sldId id="432" r:id="rId44"/>
    <p:sldId id="433" r:id="rId45"/>
    <p:sldId id="434" r:id="rId46"/>
    <p:sldId id="446" r:id="rId47"/>
    <p:sldId id="435" r:id="rId48"/>
    <p:sldId id="436" r:id="rId49"/>
    <p:sldId id="437" r:id="rId50"/>
    <p:sldId id="438" r:id="rId51"/>
    <p:sldId id="439" r:id="rId52"/>
    <p:sldId id="440" r:id="rId53"/>
    <p:sldId id="441" r:id="rId54"/>
    <p:sldId id="443" r:id="rId55"/>
    <p:sldId id="442" r:id="rId56"/>
    <p:sldId id="444" r:id="rId57"/>
    <p:sldId id="445" r:id="rId58"/>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181F1A-98C9-4371-ADAF-5AC56ECA8587}">
          <p14:sldIdLst>
            <p14:sldId id="350"/>
            <p14:sldId id="257"/>
            <p14:sldId id="392"/>
            <p14:sldId id="258"/>
            <p14:sldId id="314"/>
          </p14:sldIdLst>
        </p14:section>
        <p14:section name="Ejemplo 1" id="{6C145B45-187F-4AC1-A331-C5F1BA17831A}">
          <p14:sldIdLst>
            <p14:sldId id="259"/>
            <p14:sldId id="260"/>
            <p14:sldId id="261"/>
            <p14:sldId id="262"/>
            <p14:sldId id="273"/>
            <p14:sldId id="263"/>
            <p14:sldId id="264"/>
            <p14:sldId id="265"/>
            <p14:sldId id="266"/>
            <p14:sldId id="267"/>
            <p14:sldId id="268"/>
            <p14:sldId id="269"/>
            <p14:sldId id="271"/>
            <p14:sldId id="270"/>
            <p14:sldId id="272"/>
          </p14:sldIdLst>
        </p14:section>
        <p14:section name="Ejemplo 2" id="{B44BE449-377D-46EF-A0FC-9A269B53B064}">
          <p14:sldIdLst>
            <p14:sldId id="316"/>
            <p14:sldId id="327"/>
            <p14:sldId id="449"/>
            <p14:sldId id="330"/>
            <p14:sldId id="448"/>
            <p14:sldId id="328"/>
          </p14:sldIdLst>
        </p14:section>
        <p14:section name="Sensibilidad - Matricial" id="{4762E0D6-01C9-48D5-9B25-CDEB74087830}">
          <p14:sldIdLst>
            <p14:sldId id="450"/>
            <p14:sldId id="352"/>
            <p14:sldId id="353"/>
            <p14:sldId id="354"/>
            <p14:sldId id="333"/>
            <p14:sldId id="334"/>
            <p14:sldId id="336"/>
          </p14:sldIdLst>
        </p14:section>
        <p14:section name="Ejemplo 3" id="{F3886782-46CF-43B1-8623-F72F181EBC2C}">
          <p14:sldIdLst>
            <p14:sldId id="417"/>
            <p14:sldId id="418"/>
            <p14:sldId id="420"/>
            <p14:sldId id="421"/>
            <p14:sldId id="431"/>
            <p14:sldId id="422"/>
            <p14:sldId id="432"/>
            <p14:sldId id="433"/>
            <p14:sldId id="434"/>
            <p14:sldId id="446"/>
            <p14:sldId id="435"/>
            <p14:sldId id="436"/>
            <p14:sldId id="437"/>
            <p14:sldId id="438"/>
            <p14:sldId id="439"/>
            <p14:sldId id="440"/>
            <p14:sldId id="441"/>
            <p14:sldId id="443"/>
            <p14:sldId id="442"/>
            <p14:sldId id="444"/>
            <p14:sldId id="4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3CFE"/>
    <a:srgbClr val="2E56FE"/>
    <a:srgbClr val="2203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92DFB-EF73-45F8-8BAF-7710AEF1FAEE}" v="690" dt="2025-03-05T22:30:44.612"/>
    <p1510:client id="{E88D14EF-1617-4CF0-9FD1-0581C88CA6EC}" v="170" dt="2025-03-06T15:54:31.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26" autoAdjust="0"/>
  </p:normalViewPr>
  <p:slideViewPr>
    <p:cSldViewPr snapToGrid="0">
      <p:cViewPr>
        <p:scale>
          <a:sx n="82" d="100"/>
          <a:sy n="82" d="100"/>
        </p:scale>
        <p:origin x="786" y="642"/>
      </p:cViewPr>
      <p:guideLst/>
    </p:cSldViewPr>
  </p:slideViewPr>
  <p:notesTextViewPr>
    <p:cViewPr>
      <p:scale>
        <a:sx n="3" d="2"/>
        <a:sy n="3" d="2"/>
      </p:scale>
      <p:origin x="0" y="0"/>
    </p:cViewPr>
  </p:notesTextViewPr>
  <p:sorterViewPr>
    <p:cViewPr>
      <p:scale>
        <a:sx n="92" d="100"/>
        <a:sy n="92" d="100"/>
      </p:scale>
      <p:origin x="0" y="-9498"/>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Díaz Ramírez" userId="df7d83af-54c1-43f9-a4ec-fea9744b3563" providerId="ADAL" clId="{D5892DFB-EF73-45F8-8BAF-7710AEF1FAEE}"/>
    <pc:docChg chg="undo redo custSel addSld delSld modSld sldOrd modMainMaster addSection modSection">
      <pc:chgData name="Jenny Díaz Ramírez" userId="df7d83af-54c1-43f9-a4ec-fea9744b3563" providerId="ADAL" clId="{D5892DFB-EF73-45F8-8BAF-7710AEF1FAEE}" dt="2025-03-05T22:30:53.856" v="3441" actId="1076"/>
      <pc:docMkLst>
        <pc:docMk/>
      </pc:docMkLst>
      <pc:sldChg chg="addSp delSp modSp add mod modClrScheme chgLayout">
        <pc:chgData name="Jenny Díaz Ramírez" userId="df7d83af-54c1-43f9-a4ec-fea9744b3563" providerId="ADAL" clId="{D5892DFB-EF73-45F8-8BAF-7710AEF1FAEE}" dt="2025-03-05T20:54:54.219" v="416" actId="1076"/>
        <pc:sldMkLst>
          <pc:docMk/>
          <pc:sldMk cId="2612403435" sldId="257"/>
        </pc:sldMkLst>
        <pc:spChg chg="mod ord">
          <ac:chgData name="Jenny Díaz Ramírez" userId="df7d83af-54c1-43f9-a4ec-fea9744b3563" providerId="ADAL" clId="{D5892DFB-EF73-45F8-8BAF-7710AEF1FAEE}" dt="2025-03-05T20:51:05.671" v="98" actId="700"/>
          <ac:spMkLst>
            <pc:docMk/>
            <pc:sldMk cId="2612403435" sldId="257"/>
            <ac:spMk id="2" creationId="{00000000-0000-0000-0000-000000000000}"/>
          </ac:spMkLst>
        </pc:spChg>
        <pc:spChg chg="mod ord">
          <ac:chgData name="Jenny Díaz Ramírez" userId="df7d83af-54c1-43f9-a4ec-fea9744b3563" providerId="ADAL" clId="{D5892DFB-EF73-45F8-8BAF-7710AEF1FAEE}" dt="2025-03-05T20:54:54.219" v="416" actId="1076"/>
          <ac:spMkLst>
            <pc:docMk/>
            <pc:sldMk cId="2612403435" sldId="257"/>
            <ac:spMk id="3" creationId="{00000000-0000-0000-0000-000000000000}"/>
          </ac:spMkLst>
        </pc:spChg>
        <pc:spChg chg="mod">
          <ac:chgData name="Jenny Díaz Ramírez" userId="df7d83af-54c1-43f9-a4ec-fea9744b3563" providerId="ADAL" clId="{D5892DFB-EF73-45F8-8BAF-7710AEF1FAEE}" dt="2025-03-05T20:54:22.868" v="409" actId="207"/>
          <ac:spMkLst>
            <pc:docMk/>
            <pc:sldMk cId="2612403435" sldId="257"/>
            <ac:spMk id="4" creationId="{00000000-0000-0000-0000-000000000000}"/>
          </ac:spMkLst>
        </pc:spChg>
        <pc:spChg chg="mod">
          <ac:chgData name="Jenny Díaz Ramírez" userId="df7d83af-54c1-43f9-a4ec-fea9744b3563" providerId="ADAL" clId="{D5892DFB-EF73-45F8-8BAF-7710AEF1FAEE}" dt="2025-03-05T20:53:51.704" v="398" actId="1076"/>
          <ac:spMkLst>
            <pc:docMk/>
            <pc:sldMk cId="2612403435" sldId="257"/>
            <ac:spMk id="5" creationId="{00000000-0000-0000-0000-000000000000}"/>
          </ac:spMkLst>
        </pc:spChg>
        <pc:spChg chg="mod">
          <ac:chgData name="Jenny Díaz Ramírez" userId="df7d83af-54c1-43f9-a4ec-fea9744b3563" providerId="ADAL" clId="{D5892DFB-EF73-45F8-8BAF-7710AEF1FAEE}" dt="2025-03-05T20:53:51.704" v="398" actId="1076"/>
          <ac:spMkLst>
            <pc:docMk/>
            <pc:sldMk cId="2612403435" sldId="257"/>
            <ac:spMk id="6" creationId="{00000000-0000-0000-0000-000000000000}"/>
          </ac:spMkLst>
        </pc:spChg>
        <pc:spChg chg="del">
          <ac:chgData name="Jenny Díaz Ramírez" userId="df7d83af-54c1-43f9-a4ec-fea9744b3563" providerId="ADAL" clId="{D5892DFB-EF73-45F8-8BAF-7710AEF1FAEE}" dt="2025-03-05T20:51:05.671" v="98" actId="700"/>
          <ac:spMkLst>
            <pc:docMk/>
            <pc:sldMk cId="2612403435" sldId="257"/>
            <ac:spMk id="7" creationId="{780258B6-AF75-E496-472C-B8AA71357F98}"/>
          </ac:spMkLst>
        </pc:spChg>
        <pc:spChg chg="mod ord">
          <ac:chgData name="Jenny Díaz Ramírez" userId="df7d83af-54c1-43f9-a4ec-fea9744b3563" providerId="ADAL" clId="{D5892DFB-EF73-45F8-8BAF-7710AEF1FAEE}" dt="2025-03-05T20:51:45.249" v="103" actId="1076"/>
          <ac:spMkLst>
            <pc:docMk/>
            <pc:sldMk cId="2612403435" sldId="257"/>
            <ac:spMk id="8" creationId="{1DBAEBD4-E13B-208F-5002-7474BCD9AB28}"/>
          </ac:spMkLst>
        </pc:spChg>
        <pc:spChg chg="mod ord">
          <ac:chgData name="Jenny Díaz Ramírez" userId="df7d83af-54c1-43f9-a4ec-fea9744b3563" providerId="ADAL" clId="{D5892DFB-EF73-45F8-8BAF-7710AEF1FAEE}" dt="2025-03-05T20:51:05.671" v="98" actId="700"/>
          <ac:spMkLst>
            <pc:docMk/>
            <pc:sldMk cId="2612403435" sldId="257"/>
            <ac:spMk id="9" creationId="{F74CF88A-1852-081E-E26D-2B1A76D3BF73}"/>
          </ac:spMkLst>
        </pc:spChg>
        <pc:spChg chg="add mod">
          <ac:chgData name="Jenny Díaz Ramírez" userId="df7d83af-54c1-43f9-a4ec-fea9744b3563" providerId="ADAL" clId="{D5892DFB-EF73-45F8-8BAF-7710AEF1FAEE}" dt="2025-03-05T20:54:31.650" v="411" actId="207"/>
          <ac:spMkLst>
            <pc:docMk/>
            <pc:sldMk cId="2612403435" sldId="257"/>
            <ac:spMk id="11" creationId="{3A4D720E-0685-FD73-0443-C03D8C0EBA8B}"/>
          </ac:spMkLst>
        </pc:spChg>
        <pc:spChg chg="add mod">
          <ac:chgData name="Jenny Díaz Ramírez" userId="df7d83af-54c1-43f9-a4ec-fea9744b3563" providerId="ADAL" clId="{D5892DFB-EF73-45F8-8BAF-7710AEF1FAEE}" dt="2025-03-05T20:54:43.673" v="413" actId="1076"/>
          <ac:spMkLst>
            <pc:docMk/>
            <pc:sldMk cId="2612403435" sldId="257"/>
            <ac:spMk id="13" creationId="{14EF8975-3333-1756-1E44-631AA828B66F}"/>
          </ac:spMkLst>
        </pc:spChg>
      </pc:sldChg>
      <pc:sldChg chg="addSp modSp add mod modClrScheme chgLayout">
        <pc:chgData name="Jenny Díaz Ramírez" userId="df7d83af-54c1-43f9-a4ec-fea9744b3563" providerId="ADAL" clId="{D5892DFB-EF73-45F8-8BAF-7710AEF1FAEE}" dt="2025-03-05T20:49:10.535" v="75" actId="700"/>
        <pc:sldMkLst>
          <pc:docMk/>
          <pc:sldMk cId="1827302849" sldId="261"/>
        </pc:sldMkLst>
        <pc:spChg chg="mod ord">
          <ac:chgData name="Jenny Díaz Ramírez" userId="df7d83af-54c1-43f9-a4ec-fea9744b3563" providerId="ADAL" clId="{D5892DFB-EF73-45F8-8BAF-7710AEF1FAEE}" dt="2025-03-05T20:49:10.535" v="75" actId="700"/>
          <ac:spMkLst>
            <pc:docMk/>
            <pc:sldMk cId="1827302849" sldId="261"/>
            <ac:spMk id="2" creationId="{00000000-0000-0000-0000-000000000000}"/>
          </ac:spMkLst>
        </pc:spChg>
        <pc:spChg chg="add mod ord">
          <ac:chgData name="Jenny Díaz Ramírez" userId="df7d83af-54c1-43f9-a4ec-fea9744b3563" providerId="ADAL" clId="{D5892DFB-EF73-45F8-8BAF-7710AEF1FAEE}" dt="2025-03-05T20:49:10.535" v="75" actId="700"/>
          <ac:spMkLst>
            <pc:docMk/>
            <pc:sldMk cId="1827302849" sldId="261"/>
            <ac:spMk id="3" creationId="{CAC9417F-0172-FF20-1B32-48779AA5BF84}"/>
          </ac:spMkLst>
        </pc:spChg>
      </pc:sldChg>
      <pc:sldChg chg="modSp add mod modClrScheme chgLayout">
        <pc:chgData name="Jenny Díaz Ramírez" userId="df7d83af-54c1-43f9-a4ec-fea9744b3563" providerId="ADAL" clId="{D5892DFB-EF73-45F8-8BAF-7710AEF1FAEE}" dt="2025-03-05T22:09:46.654" v="2504" actId="20577"/>
        <pc:sldMkLst>
          <pc:docMk/>
          <pc:sldMk cId="3256168110" sldId="274"/>
        </pc:sldMkLst>
        <pc:spChg chg="mod ord">
          <ac:chgData name="Jenny Díaz Ramírez" userId="df7d83af-54c1-43f9-a4ec-fea9744b3563" providerId="ADAL" clId="{D5892DFB-EF73-45F8-8BAF-7710AEF1FAEE}" dt="2025-03-05T22:09:46.654" v="2504" actId="20577"/>
          <ac:spMkLst>
            <pc:docMk/>
            <pc:sldMk cId="3256168110" sldId="274"/>
            <ac:spMk id="2" creationId="{00000000-0000-0000-0000-000000000000}"/>
          </ac:spMkLst>
        </pc:spChg>
        <pc:spChg chg="mod ord">
          <ac:chgData name="Jenny Díaz Ramírez" userId="df7d83af-54c1-43f9-a4ec-fea9744b3563" providerId="ADAL" clId="{D5892DFB-EF73-45F8-8BAF-7710AEF1FAEE}" dt="2025-03-05T22:08:40.854" v="2486" actId="404"/>
          <ac:spMkLst>
            <pc:docMk/>
            <pc:sldMk cId="3256168110" sldId="274"/>
            <ac:spMk id="3" creationId="{00000000-0000-0000-0000-000000000000}"/>
          </ac:spMkLst>
        </pc:spChg>
        <pc:spChg chg="mod">
          <ac:chgData name="Jenny Díaz Ramírez" userId="df7d83af-54c1-43f9-a4ec-fea9744b3563" providerId="ADAL" clId="{D5892DFB-EF73-45F8-8BAF-7710AEF1FAEE}" dt="2025-03-05T22:08:56.907" v="2489" actId="2711"/>
          <ac:spMkLst>
            <pc:docMk/>
            <pc:sldMk cId="3256168110" sldId="274"/>
            <ac:spMk id="5"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0"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1"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2" creationId="{00000000-0000-0000-0000-000000000000}"/>
          </ac:spMkLst>
        </pc:spChg>
        <pc:spChg chg="mod">
          <ac:chgData name="Jenny Díaz Ramírez" userId="df7d83af-54c1-43f9-a4ec-fea9744b3563" providerId="ADAL" clId="{D5892DFB-EF73-45F8-8BAF-7710AEF1FAEE}" dt="2025-03-05T22:08:30.102" v="2483" actId="207"/>
          <ac:spMkLst>
            <pc:docMk/>
            <pc:sldMk cId="3256168110" sldId="274"/>
            <ac:spMk id="13" creationId="{00000000-0000-0000-0000-000000000000}"/>
          </ac:spMkLst>
        </pc:spChg>
        <pc:spChg chg="mod">
          <ac:chgData name="Jenny Díaz Ramírez" userId="df7d83af-54c1-43f9-a4ec-fea9744b3563" providerId="ADAL" clId="{D5892DFB-EF73-45F8-8BAF-7710AEF1FAEE}" dt="2025-03-05T22:09:11.439" v="2491" actId="14100"/>
          <ac:spMkLst>
            <pc:docMk/>
            <pc:sldMk cId="3256168110" sldId="274"/>
            <ac:spMk id="14" creationId="{00000000-0000-0000-0000-000000000000}"/>
          </ac:spMkLst>
        </pc:spChg>
      </pc:sldChg>
      <pc:sldChg chg="addSp delSp modSp add mod modClrScheme chgLayout">
        <pc:chgData name="Jenny Díaz Ramírez" userId="df7d83af-54c1-43f9-a4ec-fea9744b3563" providerId="ADAL" clId="{D5892DFB-EF73-45F8-8BAF-7710AEF1FAEE}" dt="2025-03-05T22:11:21.252" v="2520" actId="1076"/>
        <pc:sldMkLst>
          <pc:docMk/>
          <pc:sldMk cId="4282323298" sldId="275"/>
        </pc:sldMkLst>
        <pc:spChg chg="add del mod ord">
          <ac:chgData name="Jenny Díaz Ramírez" userId="df7d83af-54c1-43f9-a4ec-fea9744b3563" providerId="ADAL" clId="{D5892DFB-EF73-45F8-8BAF-7710AEF1FAEE}" dt="2025-03-05T22:09:17.295" v="2492" actId="478"/>
          <ac:spMkLst>
            <pc:docMk/>
            <pc:sldMk cId="4282323298" sldId="275"/>
            <ac:spMk id="2" creationId="{1CE13D60-8E48-7C51-3F5E-362C6927D761}"/>
          </ac:spMkLst>
        </pc:spChg>
        <pc:spChg chg="add del mod ord">
          <ac:chgData name="Jenny Díaz Ramírez" userId="df7d83af-54c1-43f9-a4ec-fea9744b3563" providerId="ADAL" clId="{D5892DFB-EF73-45F8-8BAF-7710AEF1FAEE}" dt="2025-03-05T22:09:18.651" v="2493" actId="478"/>
          <ac:spMkLst>
            <pc:docMk/>
            <pc:sldMk cId="4282323298" sldId="275"/>
            <ac:spMk id="3" creationId="{8D0DE1C0-F3A3-C915-3A2C-A825A7FD5A22}"/>
          </ac:spMkLst>
        </pc:spChg>
        <pc:spChg chg="mod">
          <ac:chgData name="Jenny Díaz Ramírez" userId="df7d83af-54c1-43f9-a4ec-fea9744b3563" providerId="ADAL" clId="{D5892DFB-EF73-45F8-8BAF-7710AEF1FAEE}" dt="2025-03-05T22:11:21.252" v="2520" actId="1076"/>
          <ac:spMkLst>
            <pc:docMk/>
            <pc:sldMk cId="4282323298" sldId="275"/>
            <ac:spMk id="6" creationId="{00000000-0000-0000-0000-000000000000}"/>
          </ac:spMkLst>
        </pc:spChg>
        <pc:spChg chg="mod">
          <ac:chgData name="Jenny Díaz Ramírez" userId="df7d83af-54c1-43f9-a4ec-fea9744b3563" providerId="ADAL" clId="{D5892DFB-EF73-45F8-8BAF-7710AEF1FAEE}" dt="2025-03-05T22:09:23.200" v="2494" actId="207"/>
          <ac:spMkLst>
            <pc:docMk/>
            <pc:sldMk cId="4282323298" sldId="275"/>
            <ac:spMk id="9" creationId="{00000000-0000-0000-0000-000000000000}"/>
          </ac:spMkLst>
        </pc:spChg>
        <pc:spChg chg="mod">
          <ac:chgData name="Jenny Díaz Ramírez" userId="df7d83af-54c1-43f9-a4ec-fea9744b3563" providerId="ADAL" clId="{D5892DFB-EF73-45F8-8BAF-7710AEF1FAEE}" dt="2025-03-05T22:09:28.027" v="2495" actId="20577"/>
          <ac:spMkLst>
            <pc:docMk/>
            <pc:sldMk cId="4282323298" sldId="275"/>
            <ac:spMk id="10" creationId="{00000000-0000-0000-0000-000000000000}"/>
          </ac:spMkLst>
        </pc:spChg>
        <pc:spChg chg="mod">
          <ac:chgData name="Jenny Díaz Ramírez" userId="df7d83af-54c1-43f9-a4ec-fea9744b3563" providerId="ADAL" clId="{D5892DFB-EF73-45F8-8BAF-7710AEF1FAEE}" dt="2025-03-05T22:09:23.200" v="2494" actId="207"/>
          <ac:spMkLst>
            <pc:docMk/>
            <pc:sldMk cId="4282323298" sldId="275"/>
            <ac:spMk id="11" creationId="{00000000-0000-0000-0000-000000000000}"/>
          </ac:spMkLst>
        </pc:spChg>
        <pc:spChg chg="add mod">
          <ac:chgData name="Jenny Díaz Ramírez" userId="df7d83af-54c1-43f9-a4ec-fea9744b3563" providerId="ADAL" clId="{D5892DFB-EF73-45F8-8BAF-7710AEF1FAEE}" dt="2025-03-05T22:11:16.937" v="2519" actId="1076"/>
          <ac:spMkLst>
            <pc:docMk/>
            <pc:sldMk cId="4282323298" sldId="275"/>
            <ac:spMk id="12" creationId="{610FE9B8-953B-B450-E881-E1F19F4D89F4}"/>
          </ac:spMkLst>
        </pc:spChg>
        <pc:spChg chg="add mod">
          <ac:chgData name="Jenny Díaz Ramírez" userId="df7d83af-54c1-43f9-a4ec-fea9744b3563" providerId="ADAL" clId="{D5892DFB-EF73-45F8-8BAF-7710AEF1FAEE}" dt="2025-03-05T22:11:16.937" v="2519" actId="1076"/>
          <ac:spMkLst>
            <pc:docMk/>
            <pc:sldMk cId="4282323298" sldId="275"/>
            <ac:spMk id="13" creationId="{17174480-35D0-51F4-C5C7-B72EAA4D370E}"/>
          </ac:spMkLst>
        </pc:spChg>
        <pc:picChg chg="mod">
          <ac:chgData name="Jenny Díaz Ramírez" userId="df7d83af-54c1-43f9-a4ec-fea9744b3563" providerId="ADAL" clId="{D5892DFB-EF73-45F8-8BAF-7710AEF1FAEE}" dt="2025-03-05T22:11:21.252" v="2520" actId="1076"/>
          <ac:picMkLst>
            <pc:docMk/>
            <pc:sldMk cId="4282323298" sldId="275"/>
            <ac:picMk id="4" creationId="{00000000-0000-0000-0000-000000000000}"/>
          </ac:picMkLst>
        </pc:picChg>
        <pc:picChg chg="mod">
          <ac:chgData name="Jenny Díaz Ramírez" userId="df7d83af-54c1-43f9-a4ec-fea9744b3563" providerId="ADAL" clId="{D5892DFB-EF73-45F8-8BAF-7710AEF1FAEE}" dt="2025-03-05T22:11:21.252" v="2520" actId="1076"/>
          <ac:picMkLst>
            <pc:docMk/>
            <pc:sldMk cId="4282323298" sldId="275"/>
            <ac:picMk id="5" creationId="{00000000-0000-0000-0000-000000000000}"/>
          </ac:picMkLst>
        </pc:picChg>
      </pc:sldChg>
      <pc:sldChg chg="addSp delSp modSp add mod modClrScheme chgLayout">
        <pc:chgData name="Jenny Díaz Ramírez" userId="df7d83af-54c1-43f9-a4ec-fea9744b3563" providerId="ADAL" clId="{D5892DFB-EF73-45F8-8BAF-7710AEF1FAEE}" dt="2025-03-05T22:11:09.288" v="2517" actId="1076"/>
        <pc:sldMkLst>
          <pc:docMk/>
          <pc:sldMk cId="832491748" sldId="277"/>
        </pc:sldMkLst>
        <pc:spChg chg="mod ord">
          <ac:chgData name="Jenny Díaz Ramírez" userId="df7d83af-54c1-43f9-a4ec-fea9744b3563" providerId="ADAL" clId="{D5892DFB-EF73-45F8-8BAF-7710AEF1FAEE}" dt="2025-03-05T20:49:10.535" v="75" actId="700"/>
          <ac:spMkLst>
            <pc:docMk/>
            <pc:sldMk cId="832491748" sldId="277"/>
            <ac:spMk id="2" creationId="{00000000-0000-0000-0000-000000000000}"/>
          </ac:spMkLst>
        </pc:spChg>
        <pc:spChg chg="add del mod ord">
          <ac:chgData name="Jenny Díaz Ramírez" userId="df7d83af-54c1-43f9-a4ec-fea9744b3563" providerId="ADAL" clId="{D5892DFB-EF73-45F8-8BAF-7710AEF1FAEE}" dt="2025-03-05T22:09:59.371" v="2507" actId="478"/>
          <ac:spMkLst>
            <pc:docMk/>
            <pc:sldMk cId="832491748" sldId="277"/>
            <ac:spMk id="3" creationId="{C7619531-D9DD-37C2-E353-C834370372ED}"/>
          </ac:spMkLst>
        </pc:spChg>
        <pc:spChg chg="mod">
          <ac:chgData name="Jenny Díaz Ramírez" userId="df7d83af-54c1-43f9-a4ec-fea9744b3563" providerId="ADAL" clId="{D5892DFB-EF73-45F8-8BAF-7710AEF1FAEE}" dt="2025-03-05T22:10:11.645" v="2509" actId="1076"/>
          <ac:spMkLst>
            <pc:docMk/>
            <pc:sldMk cId="832491748" sldId="277"/>
            <ac:spMk id="6" creationId="{00000000-0000-0000-0000-000000000000}"/>
          </ac:spMkLst>
        </pc:spChg>
        <pc:spChg chg="del mod">
          <ac:chgData name="Jenny Díaz Ramírez" userId="df7d83af-54c1-43f9-a4ec-fea9744b3563" providerId="ADAL" clId="{D5892DFB-EF73-45F8-8BAF-7710AEF1FAEE}" dt="2025-03-05T22:10:29.242" v="2514" actId="478"/>
          <ac:spMkLst>
            <pc:docMk/>
            <pc:sldMk cId="832491748" sldId="277"/>
            <ac:spMk id="7" creationId="{00000000-0000-0000-0000-000000000000}"/>
          </ac:spMkLst>
        </pc:spChg>
        <pc:spChg chg="del mod">
          <ac:chgData name="Jenny Díaz Ramírez" userId="df7d83af-54c1-43f9-a4ec-fea9744b3563" providerId="ADAL" clId="{D5892DFB-EF73-45F8-8BAF-7710AEF1FAEE}" dt="2025-03-05T22:10:30.913" v="2515" actId="478"/>
          <ac:spMkLst>
            <pc:docMk/>
            <pc:sldMk cId="832491748" sldId="277"/>
            <ac:spMk id="8" creationId="{00000000-0000-0000-0000-000000000000}"/>
          </ac:spMkLst>
        </pc:spChg>
        <pc:spChg chg="mod">
          <ac:chgData name="Jenny Díaz Ramírez" userId="df7d83af-54c1-43f9-a4ec-fea9744b3563" providerId="ADAL" clId="{D5892DFB-EF73-45F8-8BAF-7710AEF1FAEE}" dt="2025-03-05T22:10:11.645" v="2509" actId="1076"/>
          <ac:spMkLst>
            <pc:docMk/>
            <pc:sldMk cId="832491748" sldId="277"/>
            <ac:spMk id="9" creationId="{00000000-0000-0000-0000-000000000000}"/>
          </ac:spMkLst>
        </pc:spChg>
        <pc:spChg chg="mod">
          <ac:chgData name="Jenny Díaz Ramírez" userId="df7d83af-54c1-43f9-a4ec-fea9744b3563" providerId="ADAL" clId="{D5892DFB-EF73-45F8-8BAF-7710AEF1FAEE}" dt="2025-03-05T22:10:11.645" v="2509" actId="1076"/>
          <ac:spMkLst>
            <pc:docMk/>
            <pc:sldMk cId="832491748" sldId="277"/>
            <ac:spMk id="10" creationId="{00000000-0000-0000-0000-000000000000}"/>
          </ac:spMkLst>
        </pc:spChg>
        <pc:spChg chg="add mod">
          <ac:chgData name="Jenny Díaz Ramírez" userId="df7d83af-54c1-43f9-a4ec-fea9744b3563" providerId="ADAL" clId="{D5892DFB-EF73-45F8-8BAF-7710AEF1FAEE}" dt="2025-03-05T22:11:09.288" v="2517" actId="1076"/>
          <ac:spMkLst>
            <pc:docMk/>
            <pc:sldMk cId="832491748" sldId="277"/>
            <ac:spMk id="11" creationId="{1A62D9B1-5A5D-65CB-B7F5-0035AC727E45}"/>
          </ac:spMkLst>
        </pc:spChg>
        <pc:spChg chg="add mod">
          <ac:chgData name="Jenny Díaz Ramírez" userId="df7d83af-54c1-43f9-a4ec-fea9744b3563" providerId="ADAL" clId="{D5892DFB-EF73-45F8-8BAF-7710AEF1FAEE}" dt="2025-03-05T22:11:09.288" v="2517" actId="1076"/>
          <ac:spMkLst>
            <pc:docMk/>
            <pc:sldMk cId="832491748" sldId="277"/>
            <ac:spMk id="12" creationId="{C3959169-98F6-D923-6CD5-7F314E09908A}"/>
          </ac:spMkLst>
        </pc:spChg>
        <pc:spChg chg="mod">
          <ac:chgData name="Jenny Díaz Ramírez" userId="df7d83af-54c1-43f9-a4ec-fea9744b3563" providerId="ADAL" clId="{D5892DFB-EF73-45F8-8BAF-7710AEF1FAEE}" dt="2025-03-05T22:10:25.169" v="2513" actId="207"/>
          <ac:spMkLst>
            <pc:docMk/>
            <pc:sldMk cId="832491748" sldId="277"/>
            <ac:spMk id="13" creationId="{00000000-0000-0000-0000-000000000000}"/>
          </ac:spMkLst>
        </pc:spChg>
        <pc:picChg chg="mod">
          <ac:chgData name="Jenny Díaz Ramírez" userId="df7d83af-54c1-43f9-a4ec-fea9744b3563" providerId="ADAL" clId="{D5892DFB-EF73-45F8-8BAF-7710AEF1FAEE}" dt="2025-03-05T22:10:11.645" v="2509" actId="1076"/>
          <ac:picMkLst>
            <pc:docMk/>
            <pc:sldMk cId="832491748" sldId="277"/>
            <ac:picMk id="4" creationId="{00000000-0000-0000-0000-000000000000}"/>
          </ac:picMkLst>
        </pc:picChg>
        <pc:picChg chg="mod">
          <ac:chgData name="Jenny Díaz Ramírez" userId="df7d83af-54c1-43f9-a4ec-fea9744b3563" providerId="ADAL" clId="{D5892DFB-EF73-45F8-8BAF-7710AEF1FAEE}" dt="2025-03-05T22:10:11.645" v="2509" actId="1076"/>
          <ac:picMkLst>
            <pc:docMk/>
            <pc:sldMk cId="832491748" sldId="277"/>
            <ac:picMk id="5" creationId="{00000000-0000-0000-0000-000000000000}"/>
          </ac:picMkLst>
        </pc:picChg>
      </pc:sldChg>
      <pc:sldChg chg="addSp delSp modSp add mod modClrScheme chgLayout">
        <pc:chgData name="Jenny Díaz Ramírez" userId="df7d83af-54c1-43f9-a4ec-fea9744b3563" providerId="ADAL" clId="{D5892DFB-EF73-45F8-8BAF-7710AEF1FAEE}" dt="2025-03-05T22:13:13.688" v="2550" actId="1076"/>
        <pc:sldMkLst>
          <pc:docMk/>
          <pc:sldMk cId="3281897977" sldId="278"/>
        </pc:sldMkLst>
        <pc:spChg chg="mod ord">
          <ac:chgData name="Jenny Díaz Ramírez" userId="df7d83af-54c1-43f9-a4ec-fea9744b3563" providerId="ADAL" clId="{D5892DFB-EF73-45F8-8BAF-7710AEF1FAEE}" dt="2025-03-05T20:49:10.535" v="75" actId="700"/>
          <ac:spMkLst>
            <pc:docMk/>
            <pc:sldMk cId="3281897977" sldId="278"/>
            <ac:spMk id="2" creationId="{00000000-0000-0000-0000-000000000000}"/>
          </ac:spMkLst>
        </pc:spChg>
        <pc:spChg chg="mod">
          <ac:chgData name="Jenny Díaz Ramírez" userId="df7d83af-54c1-43f9-a4ec-fea9744b3563" providerId="ADAL" clId="{D5892DFB-EF73-45F8-8BAF-7710AEF1FAEE}" dt="2025-03-05T22:11:32.883" v="2524" actId="207"/>
          <ac:spMkLst>
            <pc:docMk/>
            <pc:sldMk cId="3281897977" sldId="278"/>
            <ac:spMk id="3" creationId="{00000000-0000-0000-0000-000000000000}"/>
          </ac:spMkLst>
        </pc:spChg>
        <pc:spChg chg="add del mod ord">
          <ac:chgData name="Jenny Díaz Ramírez" userId="df7d83af-54c1-43f9-a4ec-fea9744b3563" providerId="ADAL" clId="{D5892DFB-EF73-45F8-8BAF-7710AEF1FAEE}" dt="2025-03-05T22:11:42.033" v="2525" actId="478"/>
          <ac:spMkLst>
            <pc:docMk/>
            <pc:sldMk cId="3281897977" sldId="278"/>
            <ac:spMk id="6" creationId="{6927432D-A06C-8C34-1110-562DAD50B564}"/>
          </ac:spMkLst>
        </pc:spChg>
        <pc:spChg chg="del">
          <ac:chgData name="Jenny Díaz Ramírez" userId="df7d83af-54c1-43f9-a4ec-fea9744b3563" providerId="ADAL" clId="{D5892DFB-EF73-45F8-8BAF-7710AEF1FAEE}" dt="2025-03-05T22:11:25.772" v="2521" actId="478"/>
          <ac:spMkLst>
            <pc:docMk/>
            <pc:sldMk cId="3281897977" sldId="278"/>
            <ac:spMk id="7" creationId="{00000000-0000-0000-0000-000000000000}"/>
          </ac:spMkLst>
        </pc:spChg>
        <pc:spChg chg="del">
          <ac:chgData name="Jenny Díaz Ramírez" userId="df7d83af-54c1-43f9-a4ec-fea9744b3563" providerId="ADAL" clId="{D5892DFB-EF73-45F8-8BAF-7710AEF1FAEE}" dt="2025-03-05T22:11:26.988" v="2522" actId="478"/>
          <ac:spMkLst>
            <pc:docMk/>
            <pc:sldMk cId="3281897977" sldId="278"/>
            <ac:spMk id="8" creationId="{00000000-0000-0000-0000-000000000000}"/>
          </ac:spMkLst>
        </pc:spChg>
        <pc:spChg chg="mod">
          <ac:chgData name="Jenny Díaz Ramírez" userId="df7d83af-54c1-43f9-a4ec-fea9744b3563" providerId="ADAL" clId="{D5892DFB-EF73-45F8-8BAF-7710AEF1FAEE}" dt="2025-03-05T22:12:57.595" v="2545" actId="1076"/>
          <ac:spMkLst>
            <pc:docMk/>
            <pc:sldMk cId="3281897977" sldId="278"/>
            <ac:spMk id="9" creationId="{00000000-0000-0000-0000-000000000000}"/>
          </ac:spMkLst>
        </pc:spChg>
        <pc:spChg chg="mod">
          <ac:chgData name="Jenny Díaz Ramírez" userId="df7d83af-54c1-43f9-a4ec-fea9744b3563" providerId="ADAL" clId="{D5892DFB-EF73-45F8-8BAF-7710AEF1FAEE}" dt="2025-03-05T22:12:57.595" v="2545" actId="1076"/>
          <ac:spMkLst>
            <pc:docMk/>
            <pc:sldMk cId="3281897977" sldId="278"/>
            <ac:spMk id="10"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1"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2"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13" creationId="{00000000-0000-0000-0000-000000000000}"/>
          </ac:spMkLst>
        </pc:spChg>
        <pc:spChg chg="add mod">
          <ac:chgData name="Jenny Díaz Ramírez" userId="df7d83af-54c1-43f9-a4ec-fea9744b3563" providerId="ADAL" clId="{D5892DFB-EF73-45F8-8BAF-7710AEF1FAEE}" dt="2025-03-05T22:13:12.729" v="2549" actId="1076"/>
          <ac:spMkLst>
            <pc:docMk/>
            <pc:sldMk cId="3281897977" sldId="278"/>
            <ac:spMk id="14" creationId="{5F735B37-5643-E2CB-2A51-99F03AD1E97E}"/>
          </ac:spMkLst>
        </pc:spChg>
        <pc:spChg chg="mod">
          <ac:chgData name="Jenny Díaz Ramírez" userId="df7d83af-54c1-43f9-a4ec-fea9744b3563" providerId="ADAL" clId="{D5892DFB-EF73-45F8-8BAF-7710AEF1FAEE}" dt="2025-03-05T22:13:02.161" v="2546" actId="1076"/>
          <ac:spMkLst>
            <pc:docMk/>
            <pc:sldMk cId="3281897977" sldId="278"/>
            <ac:spMk id="15" creationId="{00000000-0000-0000-0000-000000000000}"/>
          </ac:spMkLst>
        </pc:spChg>
        <pc:spChg chg="add mod">
          <ac:chgData name="Jenny Díaz Ramírez" userId="df7d83af-54c1-43f9-a4ec-fea9744b3563" providerId="ADAL" clId="{D5892DFB-EF73-45F8-8BAF-7710AEF1FAEE}" dt="2025-03-05T22:13:09.616" v="2548" actId="1076"/>
          <ac:spMkLst>
            <pc:docMk/>
            <pc:sldMk cId="3281897977" sldId="278"/>
            <ac:spMk id="16" creationId="{7433EC5E-19F2-1001-BCBB-0BC921C01D92}"/>
          </ac:spMkLst>
        </pc:spChg>
        <pc:spChg chg="mod">
          <ac:chgData name="Jenny Díaz Ramírez" userId="df7d83af-54c1-43f9-a4ec-fea9744b3563" providerId="ADAL" clId="{D5892DFB-EF73-45F8-8BAF-7710AEF1FAEE}" dt="2025-03-05T22:13:02.161" v="2546" actId="1076"/>
          <ac:spMkLst>
            <pc:docMk/>
            <pc:sldMk cId="3281897977" sldId="278"/>
            <ac:spMk id="19"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0"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1" creationId="{00000000-0000-0000-0000-000000000000}"/>
          </ac:spMkLst>
        </pc:spChg>
        <pc:spChg chg="add mod">
          <ac:chgData name="Jenny Díaz Ramírez" userId="df7d83af-54c1-43f9-a4ec-fea9744b3563" providerId="ADAL" clId="{D5892DFB-EF73-45F8-8BAF-7710AEF1FAEE}" dt="2025-03-05T22:12:57.595" v="2545" actId="1076"/>
          <ac:spMkLst>
            <pc:docMk/>
            <pc:sldMk cId="3281897977" sldId="278"/>
            <ac:spMk id="23" creationId="{1E7C5F7D-C57D-DBC0-D183-ABEB49A04E23}"/>
          </ac:spMkLst>
        </pc:spChg>
        <pc:spChg chg="mod">
          <ac:chgData name="Jenny Díaz Ramírez" userId="df7d83af-54c1-43f9-a4ec-fea9744b3563" providerId="ADAL" clId="{D5892DFB-EF73-45F8-8BAF-7710AEF1FAEE}" dt="2025-03-05T22:13:02.161" v="2546" actId="1076"/>
          <ac:spMkLst>
            <pc:docMk/>
            <pc:sldMk cId="3281897977" sldId="278"/>
            <ac:spMk id="24"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5" creationId="{00000000-0000-0000-0000-000000000000}"/>
          </ac:spMkLst>
        </pc:spChg>
        <pc:spChg chg="mod">
          <ac:chgData name="Jenny Díaz Ramírez" userId="df7d83af-54c1-43f9-a4ec-fea9744b3563" providerId="ADAL" clId="{D5892DFB-EF73-45F8-8BAF-7710AEF1FAEE}" dt="2025-03-05T22:13:02.161" v="2546" actId="1076"/>
          <ac:spMkLst>
            <pc:docMk/>
            <pc:sldMk cId="3281897977" sldId="278"/>
            <ac:spMk id="26" creationId="{00000000-0000-0000-0000-000000000000}"/>
          </ac:spMkLst>
        </pc:spChg>
        <pc:spChg chg="add mod">
          <ac:chgData name="Jenny Díaz Ramírez" userId="df7d83af-54c1-43f9-a4ec-fea9744b3563" providerId="ADAL" clId="{D5892DFB-EF73-45F8-8BAF-7710AEF1FAEE}" dt="2025-03-05T22:12:57.595" v="2545" actId="1076"/>
          <ac:spMkLst>
            <pc:docMk/>
            <pc:sldMk cId="3281897977" sldId="278"/>
            <ac:spMk id="28" creationId="{95040EBE-6CE8-545E-0580-E0E6C1173108}"/>
          </ac:spMkLst>
        </pc:spChg>
        <pc:spChg chg="mod">
          <ac:chgData name="Jenny Díaz Ramírez" userId="df7d83af-54c1-43f9-a4ec-fea9744b3563" providerId="ADAL" clId="{D5892DFB-EF73-45F8-8BAF-7710AEF1FAEE}" dt="2025-03-05T22:11:47.441" v="2526" actId="1076"/>
          <ac:spMkLst>
            <pc:docMk/>
            <pc:sldMk cId="3281897977" sldId="278"/>
            <ac:spMk id="31" creationId="{00000000-0000-0000-0000-000000000000}"/>
          </ac:spMkLst>
        </pc:spChg>
        <pc:picChg chg="mod">
          <ac:chgData name="Jenny Díaz Ramírez" userId="df7d83af-54c1-43f9-a4ec-fea9744b3563" providerId="ADAL" clId="{D5892DFB-EF73-45F8-8BAF-7710AEF1FAEE}" dt="2025-03-05T22:13:13.688" v="2550" actId="1076"/>
          <ac:picMkLst>
            <pc:docMk/>
            <pc:sldMk cId="3281897977" sldId="278"/>
            <ac:picMk id="4" creationId="{00000000-0000-0000-0000-000000000000}"/>
          </ac:picMkLst>
        </pc:picChg>
      </pc:sldChg>
      <pc:sldChg chg="delSp modSp add mod modClrScheme chgLayout">
        <pc:chgData name="Jenny Díaz Ramírez" userId="df7d83af-54c1-43f9-a4ec-fea9744b3563" providerId="ADAL" clId="{D5892DFB-EF73-45F8-8BAF-7710AEF1FAEE}" dt="2025-03-05T22:15:12.287" v="2573" actId="14100"/>
        <pc:sldMkLst>
          <pc:docMk/>
          <pc:sldMk cId="3398761967" sldId="279"/>
        </pc:sldMkLst>
        <pc:spChg chg="mod ord">
          <ac:chgData name="Jenny Díaz Ramírez" userId="df7d83af-54c1-43f9-a4ec-fea9744b3563" providerId="ADAL" clId="{D5892DFB-EF73-45F8-8BAF-7710AEF1FAEE}" dt="2025-03-05T22:15:06.358" v="2572" actId="700"/>
          <ac:spMkLst>
            <pc:docMk/>
            <pc:sldMk cId="3398761967" sldId="279"/>
            <ac:spMk id="2" creationId="{00000000-0000-0000-0000-000000000000}"/>
          </ac:spMkLst>
        </pc:spChg>
        <pc:spChg chg="mod ord">
          <ac:chgData name="Jenny Díaz Ramírez" userId="df7d83af-54c1-43f9-a4ec-fea9744b3563" providerId="ADAL" clId="{D5892DFB-EF73-45F8-8BAF-7710AEF1FAEE}" dt="2025-03-05T22:15:12.287" v="2573" actId="14100"/>
          <ac:spMkLst>
            <pc:docMk/>
            <pc:sldMk cId="3398761967" sldId="279"/>
            <ac:spMk id="3" creationId="{00000000-0000-0000-0000-000000000000}"/>
          </ac:spMkLst>
        </pc:spChg>
        <pc:spChg chg="del">
          <ac:chgData name="Jenny Díaz Ramírez" userId="df7d83af-54c1-43f9-a4ec-fea9744b3563" providerId="ADAL" clId="{D5892DFB-EF73-45F8-8BAF-7710AEF1FAEE}" dt="2025-03-05T22:15:06.358" v="2572" actId="700"/>
          <ac:spMkLst>
            <pc:docMk/>
            <pc:sldMk cId="3398761967" sldId="279"/>
            <ac:spMk id="4" creationId="{DAB890AA-943E-A690-9E9C-8248D206B66A}"/>
          </ac:spMkLst>
        </pc:spChg>
        <pc:spChg chg="mod ord">
          <ac:chgData name="Jenny Díaz Ramírez" userId="df7d83af-54c1-43f9-a4ec-fea9744b3563" providerId="ADAL" clId="{D5892DFB-EF73-45F8-8BAF-7710AEF1FAEE}" dt="2025-03-05T22:15:06.358" v="2572" actId="700"/>
          <ac:spMkLst>
            <pc:docMk/>
            <pc:sldMk cId="3398761967" sldId="279"/>
            <ac:spMk id="5" creationId="{A63931DD-63AB-D0AD-93B7-3F88D6C98940}"/>
          </ac:spMkLst>
        </pc:spChg>
        <pc:spChg chg="mod ord">
          <ac:chgData name="Jenny Díaz Ramírez" userId="df7d83af-54c1-43f9-a4ec-fea9744b3563" providerId="ADAL" clId="{D5892DFB-EF73-45F8-8BAF-7710AEF1FAEE}" dt="2025-03-05T22:15:06.358" v="2572" actId="700"/>
          <ac:spMkLst>
            <pc:docMk/>
            <pc:sldMk cId="3398761967" sldId="279"/>
            <ac:spMk id="6" creationId="{BE90BAF7-C957-022C-2281-CA92E5A0BFDC}"/>
          </ac:spMkLst>
        </pc:spChg>
      </pc:sldChg>
      <pc:sldChg chg="del">
        <pc:chgData name="Jenny Díaz Ramírez" userId="df7d83af-54c1-43f9-a4ec-fea9744b3563" providerId="ADAL" clId="{D5892DFB-EF73-45F8-8BAF-7710AEF1FAEE}" dt="2025-03-05T20:44:57.359" v="71" actId="47"/>
        <pc:sldMkLst>
          <pc:docMk/>
          <pc:sldMk cId="0" sldId="280"/>
        </pc:sldMkLst>
      </pc:sldChg>
      <pc:sldChg chg="addSp delSp modSp add mod modClrScheme chgLayout">
        <pc:chgData name="Jenny Díaz Ramírez" userId="df7d83af-54c1-43f9-a4ec-fea9744b3563" providerId="ADAL" clId="{D5892DFB-EF73-45F8-8BAF-7710AEF1FAEE}" dt="2025-03-05T22:14:59.563" v="2571" actId="1076"/>
        <pc:sldMkLst>
          <pc:docMk/>
          <pc:sldMk cId="810846527" sldId="282"/>
        </pc:sldMkLst>
        <pc:spChg chg="add del mod ord">
          <ac:chgData name="Jenny Díaz Ramírez" userId="df7d83af-54c1-43f9-a4ec-fea9744b3563" providerId="ADAL" clId="{D5892DFB-EF73-45F8-8BAF-7710AEF1FAEE}" dt="2025-03-05T22:13:27.821" v="2552" actId="478"/>
          <ac:spMkLst>
            <pc:docMk/>
            <pc:sldMk cId="810846527" sldId="282"/>
            <ac:spMk id="2" creationId="{4C90591A-4BCE-DE16-C9D8-2A5B11C3E573}"/>
          </ac:spMkLst>
        </pc:spChg>
        <pc:spChg chg="add del mod ord">
          <ac:chgData name="Jenny Díaz Ramírez" userId="df7d83af-54c1-43f9-a4ec-fea9744b3563" providerId="ADAL" clId="{D5892DFB-EF73-45F8-8BAF-7710AEF1FAEE}" dt="2025-03-05T22:13:30.654" v="2553" actId="478"/>
          <ac:spMkLst>
            <pc:docMk/>
            <pc:sldMk cId="810846527" sldId="282"/>
            <ac:spMk id="3" creationId="{498FC643-2E1C-CD18-A9BA-59DA462BDB49}"/>
          </ac:spMkLst>
        </pc:spChg>
        <pc:spChg chg="add mod">
          <ac:chgData name="Jenny Díaz Ramírez" userId="df7d83af-54c1-43f9-a4ec-fea9744b3563" providerId="ADAL" clId="{D5892DFB-EF73-45F8-8BAF-7710AEF1FAEE}" dt="2025-03-05T22:14:55.916" v="2570" actId="1076"/>
          <ac:spMkLst>
            <pc:docMk/>
            <pc:sldMk cId="810846527" sldId="282"/>
            <ac:spMk id="5" creationId="{6FA1FFA7-3FE3-3EDD-30C2-BD514D5B03F3}"/>
          </ac:spMkLst>
        </pc:spChg>
        <pc:spChg chg="mod">
          <ac:chgData name="Jenny Díaz Ramírez" userId="df7d83af-54c1-43f9-a4ec-fea9744b3563" providerId="ADAL" clId="{D5892DFB-EF73-45F8-8BAF-7710AEF1FAEE}" dt="2025-03-05T22:14:42.486" v="2568" actId="207"/>
          <ac:spMkLst>
            <pc:docMk/>
            <pc:sldMk cId="810846527" sldId="282"/>
            <ac:spMk id="6" creationId="{00000000-0000-0000-0000-000000000000}"/>
          </ac:spMkLst>
        </pc:spChg>
        <pc:spChg chg="mod">
          <ac:chgData name="Jenny Díaz Ramírez" userId="df7d83af-54c1-43f9-a4ec-fea9744b3563" providerId="ADAL" clId="{D5892DFB-EF73-45F8-8BAF-7710AEF1FAEE}" dt="2025-03-05T22:14:42.486" v="2568" actId="207"/>
          <ac:spMkLst>
            <pc:docMk/>
            <pc:sldMk cId="810846527" sldId="282"/>
            <ac:spMk id="7" creationId="{00000000-0000-0000-0000-000000000000}"/>
          </ac:spMkLst>
        </pc:spChg>
        <pc:spChg chg="mod">
          <ac:chgData name="Jenny Díaz Ramírez" userId="df7d83af-54c1-43f9-a4ec-fea9744b3563" providerId="ADAL" clId="{D5892DFB-EF73-45F8-8BAF-7710AEF1FAEE}" dt="2025-03-05T22:14:17.071" v="2560" actId="1076"/>
          <ac:spMkLst>
            <pc:docMk/>
            <pc:sldMk cId="810846527" sldId="282"/>
            <ac:spMk id="8" creationId="{00000000-0000-0000-0000-000000000000}"/>
          </ac:spMkLst>
        </pc:spChg>
        <pc:spChg chg="mod">
          <ac:chgData name="Jenny Díaz Ramírez" userId="df7d83af-54c1-43f9-a4ec-fea9744b3563" providerId="ADAL" clId="{D5892DFB-EF73-45F8-8BAF-7710AEF1FAEE}" dt="2025-03-05T22:14:10.623" v="2559" actId="1076"/>
          <ac:spMkLst>
            <pc:docMk/>
            <pc:sldMk cId="810846527" sldId="282"/>
            <ac:spMk id="9" creationId="{00000000-0000-0000-0000-000000000000}"/>
          </ac:spMkLst>
        </pc:spChg>
        <pc:spChg chg="mod">
          <ac:chgData name="Jenny Díaz Ramírez" userId="df7d83af-54c1-43f9-a4ec-fea9744b3563" providerId="ADAL" clId="{D5892DFB-EF73-45F8-8BAF-7710AEF1FAEE}" dt="2025-03-05T22:14:17.071" v="2560" actId="1076"/>
          <ac:spMkLst>
            <pc:docMk/>
            <pc:sldMk cId="810846527" sldId="282"/>
            <ac:spMk id="10" creationId="{00000000-0000-0000-0000-000000000000}"/>
          </ac:spMkLst>
        </pc:spChg>
        <pc:spChg chg="mod">
          <ac:chgData name="Jenny Díaz Ramírez" userId="df7d83af-54c1-43f9-a4ec-fea9744b3563" providerId="ADAL" clId="{D5892DFB-EF73-45F8-8BAF-7710AEF1FAEE}" dt="2025-03-05T22:14:10.623" v="2559" actId="1076"/>
          <ac:spMkLst>
            <pc:docMk/>
            <pc:sldMk cId="810846527" sldId="282"/>
            <ac:spMk id="11" creationId="{00000000-0000-0000-0000-000000000000}"/>
          </ac:spMkLst>
        </pc:spChg>
        <pc:spChg chg="add mod">
          <ac:chgData name="Jenny Díaz Ramírez" userId="df7d83af-54c1-43f9-a4ec-fea9744b3563" providerId="ADAL" clId="{D5892DFB-EF73-45F8-8BAF-7710AEF1FAEE}" dt="2025-03-05T22:14:59.563" v="2571" actId="1076"/>
          <ac:spMkLst>
            <pc:docMk/>
            <pc:sldMk cId="810846527" sldId="282"/>
            <ac:spMk id="12" creationId="{F063F782-C3FB-84DA-BE6B-585DB757E334}"/>
          </ac:spMkLst>
        </pc:spChg>
        <pc:cxnChg chg="mod">
          <ac:chgData name="Jenny Díaz Ramírez" userId="df7d83af-54c1-43f9-a4ec-fea9744b3563" providerId="ADAL" clId="{D5892DFB-EF73-45F8-8BAF-7710AEF1FAEE}" dt="2025-03-05T22:14:30.331" v="2564" actId="14100"/>
          <ac:cxnSpMkLst>
            <pc:docMk/>
            <pc:sldMk cId="810846527" sldId="282"/>
            <ac:cxnSpMk id="13" creationId="{00000000-0000-0000-0000-000000000000}"/>
          </ac:cxnSpMkLst>
        </pc:cxnChg>
      </pc:sldChg>
      <pc:sldChg chg="addSp delSp modSp add mod modClrScheme chgLayout">
        <pc:chgData name="Jenny Díaz Ramírez" userId="df7d83af-54c1-43f9-a4ec-fea9744b3563" providerId="ADAL" clId="{D5892DFB-EF73-45F8-8BAF-7710AEF1FAEE}" dt="2025-03-05T22:06:08.966" v="2426"/>
        <pc:sldMkLst>
          <pc:docMk/>
          <pc:sldMk cId="2386081539" sldId="283"/>
        </pc:sldMkLst>
        <pc:spChg chg="del">
          <ac:chgData name="Jenny Díaz Ramírez" userId="df7d83af-54c1-43f9-a4ec-fea9744b3563" providerId="ADAL" clId="{D5892DFB-EF73-45F8-8BAF-7710AEF1FAEE}" dt="2025-03-05T22:05:44.222" v="2418" actId="478"/>
          <ac:spMkLst>
            <pc:docMk/>
            <pc:sldMk cId="2386081539" sldId="283"/>
            <ac:spMk id="3" creationId="{00000000-0000-0000-0000-000000000000}"/>
          </ac:spMkLst>
        </pc:spChg>
        <pc:spChg chg="add del mod ord">
          <ac:chgData name="Jenny Díaz Ramírez" userId="df7d83af-54c1-43f9-a4ec-fea9744b3563" providerId="ADAL" clId="{D5892DFB-EF73-45F8-8BAF-7710AEF1FAEE}" dt="2025-03-05T22:05:45.509" v="2419" actId="478"/>
          <ac:spMkLst>
            <pc:docMk/>
            <pc:sldMk cId="2386081539" sldId="283"/>
            <ac:spMk id="4" creationId="{DA81A3E9-C21A-C776-6493-2C2979DDE745}"/>
          </ac:spMkLst>
        </pc:spChg>
        <pc:spChg chg="add del mod ord">
          <ac:chgData name="Jenny Díaz Ramírez" userId="df7d83af-54c1-43f9-a4ec-fea9744b3563" providerId="ADAL" clId="{D5892DFB-EF73-45F8-8BAF-7710AEF1FAEE}" dt="2025-03-05T22:05:49.942" v="2421" actId="478"/>
          <ac:spMkLst>
            <pc:docMk/>
            <pc:sldMk cId="2386081539" sldId="283"/>
            <ac:spMk id="6" creationId="{E9A5F71C-3AC3-C692-9677-F550D32A2BA6}"/>
          </ac:spMkLst>
        </pc:spChg>
        <pc:spChg chg="add del mod">
          <ac:chgData name="Jenny Díaz Ramírez" userId="df7d83af-54c1-43f9-a4ec-fea9744b3563" providerId="ADAL" clId="{D5892DFB-EF73-45F8-8BAF-7710AEF1FAEE}" dt="2025-03-05T22:06:06.499" v="2424" actId="478"/>
          <ac:spMkLst>
            <pc:docMk/>
            <pc:sldMk cId="2386081539" sldId="283"/>
            <ac:spMk id="7" creationId="{01D40C91-6349-4974-5FD5-6F23181E35CC}"/>
          </ac:spMkLst>
        </pc:spChg>
        <pc:spChg chg="del">
          <ac:chgData name="Jenny Díaz Ramírez" userId="df7d83af-54c1-43f9-a4ec-fea9744b3563" providerId="ADAL" clId="{D5892DFB-EF73-45F8-8BAF-7710AEF1FAEE}" dt="2025-03-05T22:06:06.499" v="2424" actId="478"/>
          <ac:spMkLst>
            <pc:docMk/>
            <pc:sldMk cId="2386081539" sldId="283"/>
            <ac:spMk id="9" creationId="{00000000-0000-0000-0000-000000000000}"/>
          </ac:spMkLst>
        </pc:spChg>
        <pc:spChg chg="del">
          <ac:chgData name="Jenny Díaz Ramírez" userId="df7d83af-54c1-43f9-a4ec-fea9744b3563" providerId="ADAL" clId="{D5892DFB-EF73-45F8-8BAF-7710AEF1FAEE}" dt="2025-03-05T22:06:07.921" v="2425" actId="478"/>
          <ac:spMkLst>
            <pc:docMk/>
            <pc:sldMk cId="2386081539" sldId="283"/>
            <ac:spMk id="10" creationId="{00000000-0000-0000-0000-000000000000}"/>
          </ac:spMkLst>
        </pc:spChg>
        <pc:spChg chg="add del mod">
          <ac:chgData name="Jenny Díaz Ramírez" userId="df7d83af-54c1-43f9-a4ec-fea9744b3563" providerId="ADAL" clId="{D5892DFB-EF73-45F8-8BAF-7710AEF1FAEE}" dt="2025-03-05T22:06:06.499" v="2424" actId="478"/>
          <ac:spMkLst>
            <pc:docMk/>
            <pc:sldMk cId="2386081539" sldId="283"/>
            <ac:spMk id="17" creationId="{B8AF6AB1-9A1E-0919-8264-8DA83F753A7C}"/>
          </ac:spMkLst>
        </pc:spChg>
        <pc:spChg chg="add mod">
          <ac:chgData name="Jenny Díaz Ramírez" userId="df7d83af-54c1-43f9-a4ec-fea9744b3563" providerId="ADAL" clId="{D5892DFB-EF73-45F8-8BAF-7710AEF1FAEE}" dt="2025-03-05T22:06:08.966" v="2426"/>
          <ac:spMkLst>
            <pc:docMk/>
            <pc:sldMk cId="2386081539" sldId="283"/>
            <ac:spMk id="18" creationId="{F954CF6E-C40D-9276-F231-2DA5A6FBEF96}"/>
          </ac:spMkLst>
        </pc:spChg>
        <pc:spChg chg="del">
          <ac:chgData name="Jenny Díaz Ramírez" userId="df7d83af-54c1-43f9-a4ec-fea9744b3563" providerId="ADAL" clId="{D5892DFB-EF73-45F8-8BAF-7710AEF1FAEE}" dt="2025-03-05T22:05:47.628" v="2420" actId="478"/>
          <ac:spMkLst>
            <pc:docMk/>
            <pc:sldMk cId="2386081539" sldId="283"/>
            <ac:spMk id="23" creationId="{00000000-0000-0000-0000-000000000000}"/>
          </ac:spMkLst>
        </pc:spChg>
        <pc:spChg chg="add mod">
          <ac:chgData name="Jenny Díaz Ramírez" userId="df7d83af-54c1-43f9-a4ec-fea9744b3563" providerId="ADAL" clId="{D5892DFB-EF73-45F8-8BAF-7710AEF1FAEE}" dt="2025-03-05T22:06:08.966" v="2426"/>
          <ac:spMkLst>
            <pc:docMk/>
            <pc:sldMk cId="2386081539" sldId="283"/>
            <ac:spMk id="28" creationId="{12D12B37-6B86-08C9-A438-D3025347EEDC}"/>
          </ac:spMkLst>
        </pc:spChg>
        <pc:spChg chg="add mod">
          <ac:chgData name="Jenny Díaz Ramírez" userId="df7d83af-54c1-43f9-a4ec-fea9744b3563" providerId="ADAL" clId="{D5892DFB-EF73-45F8-8BAF-7710AEF1FAEE}" dt="2025-03-05T22:06:08.966" v="2426"/>
          <ac:spMkLst>
            <pc:docMk/>
            <pc:sldMk cId="2386081539" sldId="283"/>
            <ac:spMk id="29" creationId="{CA927E64-C3BC-F565-83F4-BDAC3273BA5D}"/>
          </ac:spMkLst>
        </pc:spChg>
        <pc:spChg chg="add mod">
          <ac:chgData name="Jenny Díaz Ramírez" userId="df7d83af-54c1-43f9-a4ec-fea9744b3563" providerId="ADAL" clId="{D5892DFB-EF73-45F8-8BAF-7710AEF1FAEE}" dt="2025-03-05T22:06:08.966" v="2426"/>
          <ac:spMkLst>
            <pc:docMk/>
            <pc:sldMk cId="2386081539" sldId="283"/>
            <ac:spMk id="30" creationId="{F1C83782-BDB2-BA8A-CCB4-F6E17F4AC077}"/>
          </ac:spMkLst>
        </pc:spChg>
      </pc:sldChg>
      <pc:sldChg chg="addSp delSp modSp add mod ord modClrScheme chgLayout">
        <pc:chgData name="Jenny Díaz Ramírez" userId="df7d83af-54c1-43f9-a4ec-fea9744b3563" providerId="ADAL" clId="{D5892DFB-EF73-45F8-8BAF-7710AEF1FAEE}" dt="2025-03-05T22:08:06.309" v="2479" actId="1076"/>
        <pc:sldMkLst>
          <pc:docMk/>
          <pc:sldMk cId="3106234960" sldId="284"/>
        </pc:sldMkLst>
        <pc:spChg chg="del">
          <ac:chgData name="Jenny Díaz Ramírez" userId="df7d83af-54c1-43f9-a4ec-fea9744b3563" providerId="ADAL" clId="{D5892DFB-EF73-45F8-8BAF-7710AEF1FAEE}" dt="2025-03-05T22:07:51.604" v="2475" actId="478"/>
          <ac:spMkLst>
            <pc:docMk/>
            <pc:sldMk cId="3106234960" sldId="284"/>
            <ac:spMk id="2" creationId="{00000000-0000-0000-0000-000000000000}"/>
          </ac:spMkLst>
        </pc:spChg>
        <pc:spChg chg="del">
          <ac:chgData name="Jenny Díaz Ramírez" userId="df7d83af-54c1-43f9-a4ec-fea9744b3563" providerId="ADAL" clId="{D5892DFB-EF73-45F8-8BAF-7710AEF1FAEE}" dt="2025-03-05T22:07:53.460" v="2476" actId="478"/>
          <ac:spMkLst>
            <pc:docMk/>
            <pc:sldMk cId="3106234960" sldId="284"/>
            <ac:spMk id="3"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5"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8" creationId="{00000000-0000-0000-0000-000000000000}"/>
          </ac:spMkLst>
        </pc:spChg>
        <pc:spChg chg="add del mod ord">
          <ac:chgData name="Jenny Díaz Ramírez" userId="df7d83af-54c1-43f9-a4ec-fea9744b3563" providerId="ADAL" clId="{D5892DFB-EF73-45F8-8BAF-7710AEF1FAEE}" dt="2025-03-05T22:06:56.011" v="2451" actId="478"/>
          <ac:spMkLst>
            <pc:docMk/>
            <pc:sldMk cId="3106234960" sldId="284"/>
            <ac:spMk id="12" creationId="{C1FF75FC-CDD9-01FF-028D-6C6BAB7FF9A7}"/>
          </ac:spMkLst>
        </pc:spChg>
        <pc:spChg chg="mod">
          <ac:chgData name="Jenny Díaz Ramírez" userId="df7d83af-54c1-43f9-a4ec-fea9744b3563" providerId="ADAL" clId="{D5892DFB-EF73-45F8-8BAF-7710AEF1FAEE}" dt="2025-03-05T22:06:53.777" v="2450" actId="207"/>
          <ac:spMkLst>
            <pc:docMk/>
            <pc:sldMk cId="3106234960" sldId="284"/>
            <ac:spMk id="19"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0"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1" creationId="{00000000-0000-0000-0000-000000000000}"/>
          </ac:spMkLst>
        </pc:spChg>
        <pc:spChg chg="add del mod ord">
          <ac:chgData name="Jenny Díaz Ramírez" userId="df7d83af-54c1-43f9-a4ec-fea9744b3563" providerId="ADAL" clId="{D5892DFB-EF73-45F8-8BAF-7710AEF1FAEE}" dt="2025-03-05T22:07:02.005" v="2453" actId="478"/>
          <ac:spMkLst>
            <pc:docMk/>
            <pc:sldMk cId="3106234960" sldId="284"/>
            <ac:spMk id="25" creationId="{24EDA7E3-C35F-787E-E711-59926B32217D}"/>
          </ac:spMkLst>
        </pc:spChg>
        <pc:spChg chg="mod">
          <ac:chgData name="Jenny Díaz Ramírez" userId="df7d83af-54c1-43f9-a4ec-fea9744b3563" providerId="ADAL" clId="{D5892DFB-EF73-45F8-8BAF-7710AEF1FAEE}" dt="2025-03-05T22:06:53.777" v="2450" actId="207"/>
          <ac:spMkLst>
            <pc:docMk/>
            <pc:sldMk cId="3106234960" sldId="284"/>
            <ac:spMk id="27"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8" creationId="{00000000-0000-0000-0000-000000000000}"/>
          </ac:spMkLst>
        </pc:spChg>
        <pc:spChg chg="mod">
          <ac:chgData name="Jenny Díaz Ramírez" userId="df7d83af-54c1-43f9-a4ec-fea9744b3563" providerId="ADAL" clId="{D5892DFB-EF73-45F8-8BAF-7710AEF1FAEE}" dt="2025-03-05T22:06:53.777" v="2450" actId="207"/>
          <ac:spMkLst>
            <pc:docMk/>
            <pc:sldMk cId="3106234960" sldId="284"/>
            <ac:spMk id="29" creationId="{00000000-0000-0000-0000-000000000000}"/>
          </ac:spMkLst>
        </pc:spChg>
        <pc:spChg chg="add del mod ord">
          <ac:chgData name="Jenny Díaz Ramírez" userId="df7d83af-54c1-43f9-a4ec-fea9744b3563" providerId="ADAL" clId="{D5892DFB-EF73-45F8-8BAF-7710AEF1FAEE}" dt="2025-03-05T22:07:27.366" v="2457" actId="478"/>
          <ac:spMkLst>
            <pc:docMk/>
            <pc:sldMk cId="3106234960" sldId="284"/>
            <ac:spMk id="32" creationId="{2E08E3B2-921C-D6FD-5AEC-2CBF7530AE0A}"/>
          </ac:spMkLst>
        </pc:spChg>
        <pc:spChg chg="del">
          <ac:chgData name="Jenny Díaz Ramírez" userId="df7d83af-54c1-43f9-a4ec-fea9744b3563" providerId="ADAL" clId="{D5892DFB-EF73-45F8-8BAF-7710AEF1FAEE}" dt="2025-03-05T22:06:58.653" v="2452" actId="478"/>
          <ac:spMkLst>
            <pc:docMk/>
            <pc:sldMk cId="3106234960" sldId="284"/>
            <ac:spMk id="36" creationId="{00000000-0000-0000-0000-000000000000}"/>
          </ac:spMkLst>
        </pc:spChg>
        <pc:spChg chg="add del mod ord">
          <ac:chgData name="Jenny Díaz Ramírez" userId="df7d83af-54c1-43f9-a4ec-fea9744b3563" providerId="ADAL" clId="{D5892DFB-EF73-45F8-8BAF-7710AEF1FAEE}" dt="2025-03-05T22:07:30.369" v="2458" actId="478"/>
          <ac:spMkLst>
            <pc:docMk/>
            <pc:sldMk cId="3106234960" sldId="284"/>
            <ac:spMk id="37" creationId="{FCF930DB-869C-5647-D386-7115CB0B755B}"/>
          </ac:spMkLst>
        </pc:spChg>
        <pc:spChg chg="add mod">
          <ac:chgData name="Jenny Díaz Ramírez" userId="df7d83af-54c1-43f9-a4ec-fea9744b3563" providerId="ADAL" clId="{D5892DFB-EF73-45F8-8BAF-7710AEF1FAEE}" dt="2025-03-05T22:08:06.309" v="2479" actId="1076"/>
          <ac:spMkLst>
            <pc:docMk/>
            <pc:sldMk cId="3106234960" sldId="284"/>
            <ac:spMk id="38" creationId="{554D1AAF-0C83-458B-09AC-C6784AB9EE02}"/>
          </ac:spMkLst>
        </pc:spChg>
        <pc:spChg chg="add mod">
          <ac:chgData name="Jenny Díaz Ramírez" userId="df7d83af-54c1-43f9-a4ec-fea9744b3563" providerId="ADAL" clId="{D5892DFB-EF73-45F8-8BAF-7710AEF1FAEE}" dt="2025-03-05T22:08:02.240" v="2478" actId="1076"/>
          <ac:spMkLst>
            <pc:docMk/>
            <pc:sldMk cId="3106234960" sldId="284"/>
            <ac:spMk id="39" creationId="{8A26EC79-06DA-BDA6-5DDB-9C7CB034DCA2}"/>
          </ac:spMkLst>
        </pc:spChg>
      </pc:sldChg>
      <pc:sldChg chg="addSp delSp modSp add mod ord modClrScheme chgLayout">
        <pc:chgData name="Jenny Díaz Ramírez" userId="df7d83af-54c1-43f9-a4ec-fea9744b3563" providerId="ADAL" clId="{D5892DFB-EF73-45F8-8BAF-7710AEF1FAEE}" dt="2025-03-05T22:06:37.861" v="2449" actId="478"/>
        <pc:sldMkLst>
          <pc:docMk/>
          <pc:sldMk cId="1250475713" sldId="285"/>
        </pc:sldMkLst>
        <pc:spChg chg="mod ord">
          <ac:chgData name="Jenny Díaz Ramírez" userId="df7d83af-54c1-43f9-a4ec-fea9744b3563" providerId="ADAL" clId="{D5892DFB-EF73-45F8-8BAF-7710AEF1FAEE}" dt="2025-03-05T22:06:34.207" v="2448" actId="20577"/>
          <ac:spMkLst>
            <pc:docMk/>
            <pc:sldMk cId="1250475713" sldId="285"/>
            <ac:spMk id="2" creationId="{00000000-0000-0000-0000-000000000000}"/>
          </ac:spMkLst>
        </pc:spChg>
        <pc:spChg chg="add del mod ord">
          <ac:chgData name="Jenny Díaz Ramírez" userId="df7d83af-54c1-43f9-a4ec-fea9744b3563" providerId="ADAL" clId="{D5892DFB-EF73-45F8-8BAF-7710AEF1FAEE}" dt="2025-03-05T22:06:37.861" v="2449" actId="478"/>
          <ac:spMkLst>
            <pc:docMk/>
            <pc:sldMk cId="1250475713" sldId="285"/>
            <ac:spMk id="3" creationId="{A5E21DD4-64CE-141E-72CA-79A14E494922}"/>
          </ac:spMkLst>
        </pc:spChg>
      </pc:sldChg>
      <pc:sldChg chg="addSp delSp modSp add mod modClrScheme chgLayout">
        <pc:chgData name="Jenny Díaz Ramírez" userId="df7d83af-54c1-43f9-a4ec-fea9744b3563" providerId="ADAL" clId="{D5892DFB-EF73-45F8-8BAF-7710AEF1FAEE}" dt="2025-03-05T22:05:33.713" v="2417" actId="1076"/>
        <pc:sldMkLst>
          <pc:docMk/>
          <pc:sldMk cId="2766302818" sldId="286"/>
        </pc:sldMkLst>
        <pc:spChg chg="add del mod ord">
          <ac:chgData name="Jenny Díaz Ramírez" userId="df7d83af-54c1-43f9-a4ec-fea9744b3563" providerId="ADAL" clId="{D5892DFB-EF73-45F8-8BAF-7710AEF1FAEE}" dt="2025-03-05T22:04:57.289" v="2407" actId="478"/>
          <ac:spMkLst>
            <pc:docMk/>
            <pc:sldMk cId="2766302818" sldId="286"/>
            <ac:spMk id="2" creationId="{349A9660-FE03-5403-8029-F4949E6C5E80}"/>
          </ac:spMkLst>
        </pc:spChg>
        <pc:spChg chg="del mod">
          <ac:chgData name="Jenny Díaz Ramírez" userId="df7d83af-54c1-43f9-a4ec-fea9744b3563" providerId="ADAL" clId="{D5892DFB-EF73-45F8-8BAF-7710AEF1FAEE}" dt="2025-03-05T22:05:14.273" v="2413" actId="478"/>
          <ac:spMkLst>
            <pc:docMk/>
            <pc:sldMk cId="2766302818" sldId="286"/>
            <ac:spMk id="3" creationId="{00000000-0000-0000-0000-000000000000}"/>
          </ac:spMkLst>
        </pc:spChg>
        <pc:spChg chg="add del mod ord">
          <ac:chgData name="Jenny Díaz Ramírez" userId="df7d83af-54c1-43f9-a4ec-fea9744b3563" providerId="ADAL" clId="{D5892DFB-EF73-45F8-8BAF-7710AEF1FAEE}" dt="2025-03-05T22:05:01.652" v="2408" actId="478"/>
          <ac:spMkLst>
            <pc:docMk/>
            <pc:sldMk cId="2766302818" sldId="286"/>
            <ac:spMk id="4" creationId="{2BB5327A-1557-88A9-1416-6C5987D88EEB}"/>
          </ac:spMkLst>
        </pc:spChg>
        <pc:spChg chg="add mod">
          <ac:chgData name="Jenny Díaz Ramírez" userId="df7d83af-54c1-43f9-a4ec-fea9744b3563" providerId="ADAL" clId="{D5892DFB-EF73-45F8-8BAF-7710AEF1FAEE}" dt="2025-03-05T22:05:33.713" v="2417" actId="1076"/>
          <ac:spMkLst>
            <pc:docMk/>
            <pc:sldMk cId="2766302818" sldId="286"/>
            <ac:spMk id="6" creationId="{EFFF5112-9F9E-6D02-51C6-6B4C22684FF8}"/>
          </ac:spMkLst>
        </pc:spChg>
        <pc:spChg chg="add mod">
          <ac:chgData name="Jenny Díaz Ramírez" userId="df7d83af-54c1-43f9-a4ec-fea9744b3563" providerId="ADAL" clId="{D5892DFB-EF73-45F8-8BAF-7710AEF1FAEE}" dt="2025-03-05T22:05:33.713" v="2417" actId="1076"/>
          <ac:spMkLst>
            <pc:docMk/>
            <pc:sldMk cId="2766302818" sldId="286"/>
            <ac:spMk id="7" creationId="{D2DDBE7E-7333-50F7-306F-92397256C745}"/>
          </ac:spMkLst>
        </pc:spChg>
        <pc:spChg chg="mod">
          <ac:chgData name="Jenny Díaz Ramírez" userId="df7d83af-54c1-43f9-a4ec-fea9744b3563" providerId="ADAL" clId="{D5892DFB-EF73-45F8-8BAF-7710AEF1FAEE}" dt="2025-03-05T22:05:06.084" v="2409" actId="1076"/>
          <ac:spMkLst>
            <pc:docMk/>
            <pc:sldMk cId="2766302818" sldId="286"/>
            <ac:spMk id="9" creationId="{00000000-0000-0000-0000-000000000000}"/>
          </ac:spMkLst>
        </pc:spChg>
        <pc:spChg chg="mod">
          <ac:chgData name="Jenny Díaz Ramírez" userId="df7d83af-54c1-43f9-a4ec-fea9744b3563" providerId="ADAL" clId="{D5892DFB-EF73-45F8-8BAF-7710AEF1FAEE}" dt="2025-03-05T22:05:08.962" v="2410" actId="1076"/>
          <ac:spMkLst>
            <pc:docMk/>
            <pc:sldMk cId="2766302818" sldId="286"/>
            <ac:spMk id="10" creationId="{00000000-0000-0000-0000-000000000000}"/>
          </ac:spMkLst>
        </pc:spChg>
        <pc:spChg chg="del mod">
          <ac:chgData name="Jenny Díaz Ramírez" userId="df7d83af-54c1-43f9-a4ec-fea9744b3563" providerId="ADAL" clId="{D5892DFB-EF73-45F8-8BAF-7710AEF1FAEE}" dt="2025-03-05T22:05:12.598" v="2412" actId="478"/>
          <ac:spMkLst>
            <pc:docMk/>
            <pc:sldMk cId="2766302818" sldId="286"/>
            <ac:spMk id="23" creationId="{00000000-0000-0000-0000-000000000000}"/>
          </ac:spMkLst>
        </pc:spChg>
      </pc:sldChg>
      <pc:sldChg chg="del">
        <pc:chgData name="Jenny Díaz Ramírez" userId="df7d83af-54c1-43f9-a4ec-fea9744b3563" providerId="ADAL" clId="{D5892DFB-EF73-45F8-8BAF-7710AEF1FAEE}" dt="2025-03-05T20:44:57.359" v="71" actId="47"/>
        <pc:sldMkLst>
          <pc:docMk/>
          <pc:sldMk cId="0" sldId="287"/>
        </pc:sldMkLst>
      </pc:sldChg>
      <pc:sldChg chg="del">
        <pc:chgData name="Jenny Díaz Ramírez" userId="df7d83af-54c1-43f9-a4ec-fea9744b3563" providerId="ADAL" clId="{D5892DFB-EF73-45F8-8BAF-7710AEF1FAEE}" dt="2025-03-05T20:44:57.359" v="71" actId="47"/>
        <pc:sldMkLst>
          <pc:docMk/>
          <pc:sldMk cId="0" sldId="288"/>
        </pc:sldMkLst>
      </pc:sldChg>
      <pc:sldChg chg="del">
        <pc:chgData name="Jenny Díaz Ramírez" userId="df7d83af-54c1-43f9-a4ec-fea9744b3563" providerId="ADAL" clId="{D5892DFB-EF73-45F8-8BAF-7710AEF1FAEE}" dt="2025-03-05T20:44:57.359" v="71" actId="47"/>
        <pc:sldMkLst>
          <pc:docMk/>
          <pc:sldMk cId="0" sldId="289"/>
        </pc:sldMkLst>
      </pc:sldChg>
      <pc:sldChg chg="modSp add del mod ord modClrScheme chgLayout">
        <pc:chgData name="Jenny Díaz Ramírez" userId="df7d83af-54c1-43f9-a4ec-fea9744b3563" providerId="ADAL" clId="{D5892DFB-EF73-45F8-8BAF-7710AEF1FAEE}" dt="2025-03-05T20:55:05.592" v="417" actId="47"/>
        <pc:sldMkLst>
          <pc:docMk/>
          <pc:sldMk cId="0" sldId="299"/>
        </pc:sldMkLst>
        <pc:spChg chg="mod ord">
          <ac:chgData name="Jenny Díaz Ramírez" userId="df7d83af-54c1-43f9-a4ec-fea9744b3563" providerId="ADAL" clId="{D5892DFB-EF73-45F8-8BAF-7710AEF1FAEE}" dt="2025-03-05T20:49:10.535" v="75" actId="700"/>
          <ac:spMkLst>
            <pc:docMk/>
            <pc:sldMk cId="0" sldId="299"/>
            <ac:spMk id="2" creationId="{00000000-0000-0000-0000-000000000000}"/>
          </ac:spMkLst>
        </pc:spChg>
        <pc:spChg chg="mod ord">
          <ac:chgData name="Jenny Díaz Ramírez" userId="df7d83af-54c1-43f9-a4ec-fea9744b3563" providerId="ADAL" clId="{D5892DFB-EF73-45F8-8BAF-7710AEF1FAEE}" dt="2025-03-05T20:52:57.041" v="386" actId="20577"/>
          <ac:spMkLst>
            <pc:docMk/>
            <pc:sldMk cId="0" sldId="299"/>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299"/>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299"/>
            <ac:spMk id="5" creationId="{00000000-0000-0000-0000-000000000000}"/>
          </ac:spMkLst>
        </pc:spChg>
      </pc:sldChg>
      <pc:sldChg chg="del">
        <pc:chgData name="Jenny Díaz Ramírez" userId="df7d83af-54c1-43f9-a4ec-fea9744b3563" providerId="ADAL" clId="{D5892DFB-EF73-45F8-8BAF-7710AEF1FAEE}" dt="2025-03-05T20:44:57.359" v="71" actId="47"/>
        <pc:sldMkLst>
          <pc:docMk/>
          <pc:sldMk cId="0" sldId="302"/>
        </pc:sldMkLst>
      </pc:sldChg>
      <pc:sldChg chg="addSp modSp add mod modClrScheme chgLayout">
        <pc:chgData name="Jenny Díaz Ramírez" userId="df7d83af-54c1-43f9-a4ec-fea9744b3563" providerId="ADAL" clId="{D5892DFB-EF73-45F8-8BAF-7710AEF1FAEE}" dt="2025-03-05T21:02:49.438" v="617" actId="6549"/>
        <pc:sldMkLst>
          <pc:docMk/>
          <pc:sldMk cId="0" sldId="314"/>
        </pc:sldMkLst>
        <pc:spChg chg="mod ord">
          <ac:chgData name="Jenny Díaz Ramírez" userId="df7d83af-54c1-43f9-a4ec-fea9744b3563" providerId="ADAL" clId="{D5892DFB-EF73-45F8-8BAF-7710AEF1FAEE}" dt="2025-03-05T21:02:49.438" v="617" actId="6549"/>
          <ac:spMkLst>
            <pc:docMk/>
            <pc:sldMk cId="0" sldId="314"/>
            <ac:spMk id="2" creationId="{00000000-0000-0000-0000-000000000000}"/>
          </ac:spMkLst>
        </pc:spChg>
        <pc:spChg chg="mod ord">
          <ac:chgData name="Jenny Díaz Ramírez" userId="df7d83af-54c1-43f9-a4ec-fea9744b3563" providerId="ADAL" clId="{D5892DFB-EF73-45F8-8BAF-7710AEF1FAEE}" dt="2025-03-05T20:56:40.152" v="443" actId="14100"/>
          <ac:spMkLst>
            <pc:docMk/>
            <pc:sldMk cId="0" sldId="314"/>
            <ac:spMk id="3" creationId="{00000000-0000-0000-0000-000000000000}"/>
          </ac:spMkLst>
        </pc:spChg>
        <pc:spChg chg="mod ord">
          <ac:chgData name="Jenny Díaz Ramírez" userId="df7d83af-54c1-43f9-a4ec-fea9744b3563" providerId="ADAL" clId="{D5892DFB-EF73-45F8-8BAF-7710AEF1FAEE}" dt="2025-03-05T20:59:04.403" v="535" actId="208"/>
          <ac:spMkLst>
            <pc:docMk/>
            <pc:sldMk cId="0" sldId="314"/>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14"/>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4"/>
            <ac:spMk id="6" creationId="{00000000-0000-0000-0000-000000000000}"/>
          </ac:spMkLst>
        </pc:spChg>
        <pc:spChg chg="add mod">
          <ac:chgData name="Jenny Díaz Ramírez" userId="df7d83af-54c1-43f9-a4ec-fea9744b3563" providerId="ADAL" clId="{D5892DFB-EF73-45F8-8BAF-7710AEF1FAEE}" dt="2025-03-05T20:58:51.994" v="532" actId="207"/>
          <ac:spMkLst>
            <pc:docMk/>
            <pc:sldMk cId="0" sldId="314"/>
            <ac:spMk id="7" creationId="{D3B9F7DA-49E1-8D10-D8EA-B1A344E572E3}"/>
          </ac:spMkLst>
        </pc:spChg>
        <pc:spChg chg="mod">
          <ac:chgData name="Jenny Díaz Ramírez" userId="df7d83af-54c1-43f9-a4ec-fea9744b3563" providerId="ADAL" clId="{D5892DFB-EF73-45F8-8BAF-7710AEF1FAEE}" dt="2025-03-05T20:55:59.171" v="432" actId="1076"/>
          <ac:spMkLst>
            <pc:docMk/>
            <pc:sldMk cId="0" sldId="314"/>
            <ac:spMk id="11" creationId="{00000000-0000-0000-0000-000000000000}"/>
          </ac:spMkLst>
        </pc:spChg>
        <pc:spChg chg="mod">
          <ac:chgData name="Jenny Díaz Ramírez" userId="df7d83af-54c1-43f9-a4ec-fea9744b3563" providerId="ADAL" clId="{D5892DFB-EF73-45F8-8BAF-7710AEF1FAEE}" dt="2025-03-05T20:55:37.954" v="424" actId="688"/>
          <ac:spMkLst>
            <pc:docMk/>
            <pc:sldMk cId="0" sldId="314"/>
            <ac:spMk id="13" creationId="{00000000-0000-0000-0000-000000000000}"/>
          </ac:spMkLst>
        </pc:spChg>
        <pc:graphicFrameChg chg="mod">
          <ac:chgData name="Jenny Díaz Ramírez" userId="df7d83af-54c1-43f9-a4ec-fea9744b3563" providerId="ADAL" clId="{D5892DFB-EF73-45F8-8BAF-7710AEF1FAEE}" dt="2025-03-05T20:55:30.433" v="421" actId="1076"/>
          <ac:graphicFrameMkLst>
            <pc:docMk/>
            <pc:sldMk cId="0" sldId="314"/>
            <ac:graphicFrameMk id="47106" creationId="{00000000-0000-0000-0000-000000000000}"/>
          </ac:graphicFrameMkLst>
        </pc:graphicFrameChg>
        <pc:graphicFrameChg chg="mod">
          <ac:chgData name="Jenny Díaz Ramírez" userId="df7d83af-54c1-43f9-a4ec-fea9744b3563" providerId="ADAL" clId="{D5892DFB-EF73-45F8-8BAF-7710AEF1FAEE}" dt="2025-03-05T20:55:33.050" v="422" actId="1076"/>
          <ac:graphicFrameMkLst>
            <pc:docMk/>
            <pc:sldMk cId="0" sldId="314"/>
            <ac:graphicFrameMk id="47107" creationId="{00000000-0000-0000-0000-000000000000}"/>
          </ac:graphicFrameMkLst>
        </pc:graphicFrameChg>
        <pc:graphicFrameChg chg="mod">
          <ac:chgData name="Jenny Díaz Ramírez" userId="df7d83af-54c1-43f9-a4ec-fea9744b3563" providerId="ADAL" clId="{D5892DFB-EF73-45F8-8BAF-7710AEF1FAEE}" dt="2025-03-05T20:55:26.335" v="420" actId="1076"/>
          <ac:graphicFrameMkLst>
            <pc:docMk/>
            <pc:sldMk cId="0" sldId="314"/>
            <ac:graphicFrameMk id="47108" creationId="{00000000-0000-0000-0000-000000000000}"/>
          </ac:graphicFrameMkLst>
        </pc:graphicFrameChg>
      </pc:sldChg>
      <pc:sldChg chg="addSp delSp modSp add mod ord modClrScheme delAnim modAnim chgLayout">
        <pc:chgData name="Jenny Díaz Ramírez" userId="df7d83af-54c1-43f9-a4ec-fea9744b3563" providerId="ADAL" clId="{D5892DFB-EF73-45F8-8BAF-7710AEF1FAEE}" dt="2025-03-05T21:07:22.978" v="856" actId="20577"/>
        <pc:sldMkLst>
          <pc:docMk/>
          <pc:sldMk cId="0" sldId="315"/>
        </pc:sldMkLst>
        <pc:spChg chg="mod ord">
          <ac:chgData name="Jenny Díaz Ramírez" userId="df7d83af-54c1-43f9-a4ec-fea9744b3563" providerId="ADAL" clId="{D5892DFB-EF73-45F8-8BAF-7710AEF1FAEE}" dt="2025-03-05T21:06:25.521" v="841" actId="6549"/>
          <ac:spMkLst>
            <pc:docMk/>
            <pc:sldMk cId="0" sldId="315"/>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15"/>
            <ac:spMk id="3" creationId="{00000000-0000-0000-0000-000000000000}"/>
          </ac:spMkLst>
        </pc:spChg>
        <pc:spChg chg="del mod ord">
          <ac:chgData name="Jenny Díaz Ramírez" userId="df7d83af-54c1-43f9-a4ec-fea9744b3563" providerId="ADAL" clId="{D5892DFB-EF73-45F8-8BAF-7710AEF1FAEE}" dt="2025-03-05T21:05:31.422" v="777" actId="478"/>
          <ac:spMkLst>
            <pc:docMk/>
            <pc:sldMk cId="0" sldId="315"/>
            <ac:spMk id="4" creationId="{00000000-0000-0000-0000-000000000000}"/>
          </ac:spMkLst>
        </pc:spChg>
        <pc:spChg chg="del mod ord">
          <ac:chgData name="Jenny Díaz Ramírez" userId="df7d83af-54c1-43f9-a4ec-fea9744b3563" providerId="ADAL" clId="{D5892DFB-EF73-45F8-8BAF-7710AEF1FAEE}" dt="2025-03-05T21:05:35.733" v="778" actId="478"/>
          <ac:spMkLst>
            <pc:docMk/>
            <pc:sldMk cId="0" sldId="315"/>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5"/>
            <ac:spMk id="6" creationId="{00000000-0000-0000-0000-000000000000}"/>
          </ac:spMkLst>
        </pc:spChg>
        <pc:spChg chg="add del mod">
          <ac:chgData name="Jenny Díaz Ramírez" userId="df7d83af-54c1-43f9-a4ec-fea9744b3563" providerId="ADAL" clId="{D5892DFB-EF73-45F8-8BAF-7710AEF1FAEE}" dt="2025-03-05T21:05:37.436" v="779" actId="478"/>
          <ac:spMkLst>
            <pc:docMk/>
            <pc:sldMk cId="0" sldId="315"/>
            <ac:spMk id="8" creationId="{A60AEFD1-92BF-AC0E-DC0A-2D25186BC50B}"/>
          </ac:spMkLst>
        </pc:spChg>
        <pc:spChg chg="add mod">
          <ac:chgData name="Jenny Díaz Ramírez" userId="df7d83af-54c1-43f9-a4ec-fea9744b3563" providerId="ADAL" clId="{D5892DFB-EF73-45F8-8BAF-7710AEF1FAEE}" dt="2025-03-05T21:06:51.748" v="844" actId="1076"/>
          <ac:spMkLst>
            <pc:docMk/>
            <pc:sldMk cId="0" sldId="315"/>
            <ac:spMk id="13" creationId="{C90DC0C8-786E-C188-5EE7-0DD4372C3CD2}"/>
          </ac:spMkLst>
        </pc:spChg>
        <pc:spChg chg="add mod">
          <ac:chgData name="Jenny Díaz Ramírez" userId="df7d83af-54c1-43f9-a4ec-fea9744b3563" providerId="ADAL" clId="{D5892DFB-EF73-45F8-8BAF-7710AEF1FAEE}" dt="2025-03-05T21:06:56.121" v="845" actId="1076"/>
          <ac:spMkLst>
            <pc:docMk/>
            <pc:sldMk cId="0" sldId="315"/>
            <ac:spMk id="14" creationId="{729D365F-D52B-81FE-C77E-8DCC70C297F1}"/>
          </ac:spMkLst>
        </pc:spChg>
        <pc:spChg chg="add mod">
          <ac:chgData name="Jenny Díaz Ramírez" userId="df7d83af-54c1-43f9-a4ec-fea9744b3563" providerId="ADAL" clId="{D5892DFB-EF73-45F8-8BAF-7710AEF1FAEE}" dt="2025-03-05T21:07:22.978" v="856" actId="20577"/>
          <ac:spMkLst>
            <pc:docMk/>
            <pc:sldMk cId="0" sldId="315"/>
            <ac:spMk id="48132" creationId="{00000000-0000-0000-0000-000000000000}"/>
          </ac:spMkLst>
        </pc:spChg>
        <pc:spChg chg="add">
          <ac:chgData name="Jenny Díaz Ramírez" userId="df7d83af-54c1-43f9-a4ec-fea9744b3563" providerId="ADAL" clId="{D5892DFB-EF73-45F8-8BAF-7710AEF1FAEE}" dt="2025-03-05T21:05:52.403" v="785"/>
          <ac:spMkLst>
            <pc:docMk/>
            <pc:sldMk cId="0" sldId="315"/>
            <ac:spMk id="48134" creationId="{00000000-0000-0000-0000-000000000000}"/>
          </ac:spMkLst>
        </pc:spChg>
        <pc:graphicFrameChg chg="del mod replId">
          <ac:chgData name="Jenny Díaz Ramírez" userId="df7d83af-54c1-43f9-a4ec-fea9744b3563" providerId="ADAL" clId="{D5892DFB-EF73-45F8-8BAF-7710AEF1FAEE}" dt="2025-03-05T21:05:47.660" v="783"/>
          <ac:graphicFrameMkLst>
            <pc:docMk/>
            <pc:sldMk cId="0" sldId="315"/>
            <ac:graphicFrameMk id="9" creationId="{00000000-0000-0000-0000-000000000000}"/>
          </ac:graphicFrameMkLst>
        </pc:graphicFrameChg>
        <pc:graphicFrameChg chg="del mod replId">
          <ac:chgData name="Jenny Díaz Ramírez" userId="df7d83af-54c1-43f9-a4ec-fea9744b3563" providerId="ADAL" clId="{D5892DFB-EF73-45F8-8BAF-7710AEF1FAEE}" dt="2025-03-05T21:05:52.403" v="785"/>
          <ac:graphicFrameMkLst>
            <pc:docMk/>
            <pc:sldMk cId="0" sldId="315"/>
            <ac:graphicFrameMk id="11" creationId="{00000000-0000-0000-0000-000000000000}"/>
          </ac:graphicFrameMkLst>
        </pc:graphicFrameChg>
      </pc:sldChg>
      <pc:sldChg chg="addSp delSp modSp add mod ord modClrScheme modAnim chgLayout">
        <pc:chgData name="Jenny Díaz Ramírez" userId="df7d83af-54c1-43f9-a4ec-fea9744b3563" providerId="ADAL" clId="{D5892DFB-EF73-45F8-8BAF-7710AEF1FAEE}" dt="2025-03-05T21:04:41.521" v="665"/>
        <pc:sldMkLst>
          <pc:docMk/>
          <pc:sldMk cId="0" sldId="316"/>
        </pc:sldMkLst>
        <pc:spChg chg="mod ord">
          <ac:chgData name="Jenny Díaz Ramírez" userId="df7d83af-54c1-43f9-a4ec-fea9744b3563" providerId="ADAL" clId="{D5892DFB-EF73-45F8-8BAF-7710AEF1FAEE}" dt="2025-03-05T20:57:05.261" v="516" actId="14100"/>
          <ac:spMkLst>
            <pc:docMk/>
            <pc:sldMk cId="0" sldId="316"/>
            <ac:spMk id="2" creationId="{00000000-0000-0000-0000-000000000000}"/>
          </ac:spMkLst>
        </pc:spChg>
        <pc:spChg chg="mod ord">
          <ac:chgData name="Jenny Díaz Ramírez" userId="df7d83af-54c1-43f9-a4ec-fea9744b3563" providerId="ADAL" clId="{D5892DFB-EF73-45F8-8BAF-7710AEF1FAEE}" dt="2025-03-05T21:01:25.326" v="586" actId="207"/>
          <ac:spMkLst>
            <pc:docMk/>
            <pc:sldMk cId="0" sldId="316"/>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16"/>
            <ac:spMk id="4" creationId="{00000000-0000-0000-0000-000000000000}"/>
          </ac:spMkLst>
        </pc:spChg>
        <pc:spChg chg="mod ord">
          <ac:chgData name="Jenny Díaz Ramírez" userId="df7d83af-54c1-43f9-a4ec-fea9744b3563" providerId="ADAL" clId="{D5892DFB-EF73-45F8-8BAF-7710AEF1FAEE}" dt="2025-03-05T21:01:30.653" v="587" actId="1076"/>
          <ac:spMkLst>
            <pc:docMk/>
            <pc:sldMk cId="0" sldId="316"/>
            <ac:spMk id="5" creationId="{00000000-0000-0000-0000-000000000000}"/>
          </ac:spMkLst>
        </pc:spChg>
        <pc:spChg chg="add">
          <ac:chgData name="Jenny Díaz Ramírez" userId="df7d83af-54c1-43f9-a4ec-fea9744b3563" providerId="ADAL" clId="{D5892DFB-EF73-45F8-8BAF-7710AEF1FAEE}" dt="2025-03-05T20:57:57.089" v="517"/>
          <ac:spMkLst>
            <pc:docMk/>
            <pc:sldMk cId="0" sldId="316"/>
            <ac:spMk id="6" creationId="{C1FBCFB9-DCB0-5D6E-7577-8E0A368733A9}"/>
          </ac:spMkLst>
        </pc:spChg>
        <pc:spChg chg="add del mod">
          <ac:chgData name="Jenny Díaz Ramírez" userId="df7d83af-54c1-43f9-a4ec-fea9744b3563" providerId="ADAL" clId="{D5892DFB-EF73-45F8-8BAF-7710AEF1FAEE}" dt="2025-03-05T20:58:43.123" v="530"/>
          <ac:spMkLst>
            <pc:docMk/>
            <pc:sldMk cId="0" sldId="316"/>
            <ac:spMk id="7" creationId="{988E0FB6-BE5E-3084-BB0E-DC400261C99F}"/>
          </ac:spMkLst>
        </pc:spChg>
      </pc:sldChg>
      <pc:sldChg chg="modSp add mod ord modClrScheme chgLayout">
        <pc:chgData name="Jenny Díaz Ramírez" userId="df7d83af-54c1-43f9-a4ec-fea9744b3563" providerId="ADAL" clId="{D5892DFB-EF73-45F8-8BAF-7710AEF1FAEE}" dt="2025-03-05T21:03:36.288" v="647" actId="207"/>
        <pc:sldMkLst>
          <pc:docMk/>
          <pc:sldMk cId="0" sldId="317"/>
        </pc:sldMkLst>
        <pc:spChg chg="mod ord">
          <ac:chgData name="Jenny Díaz Ramírez" userId="df7d83af-54c1-43f9-a4ec-fea9744b3563" providerId="ADAL" clId="{D5892DFB-EF73-45F8-8BAF-7710AEF1FAEE}" dt="2025-03-05T21:03:01.960" v="645" actId="6549"/>
          <ac:spMkLst>
            <pc:docMk/>
            <pc:sldMk cId="0" sldId="317"/>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5" creationId="{00000000-0000-0000-0000-000000000000}"/>
          </ac:spMkLst>
        </pc:spChg>
        <pc:spChg chg="mod ord">
          <ac:chgData name="Jenny Díaz Ramírez" userId="df7d83af-54c1-43f9-a4ec-fea9744b3563" providerId="ADAL" clId="{D5892DFB-EF73-45F8-8BAF-7710AEF1FAEE}" dt="2025-03-05T20:49:10.535" v="75" actId="700"/>
          <ac:spMkLst>
            <pc:docMk/>
            <pc:sldMk cId="0" sldId="317"/>
            <ac:spMk id="12" creationId="{00000000-0000-0000-0000-000000000000}"/>
          </ac:spMkLst>
        </pc:spChg>
        <pc:graphicFrameChg chg="mod">
          <ac:chgData name="Jenny Díaz Ramírez" userId="df7d83af-54c1-43f9-a4ec-fea9744b3563" providerId="ADAL" clId="{D5892DFB-EF73-45F8-8BAF-7710AEF1FAEE}" dt="2025-03-05T21:03:36.288" v="647" actId="207"/>
          <ac:graphicFrameMkLst>
            <pc:docMk/>
            <pc:sldMk cId="0" sldId="317"/>
            <ac:graphicFrameMk id="47106" creationId="{00000000-0000-0000-0000-000000000000}"/>
          </ac:graphicFrameMkLst>
        </pc:graphicFrameChg>
      </pc:sldChg>
      <pc:sldChg chg="modSp add del mod">
        <pc:chgData name="Jenny Díaz Ramírez" userId="df7d83af-54c1-43f9-a4ec-fea9744b3563" providerId="ADAL" clId="{D5892DFB-EF73-45F8-8BAF-7710AEF1FAEE}" dt="2025-03-05T22:16:51.037" v="2684" actId="47"/>
        <pc:sldMkLst>
          <pc:docMk/>
          <pc:sldMk cId="0" sldId="318"/>
        </pc:sldMkLst>
        <pc:spChg chg="mod">
          <ac:chgData name="Jenny Díaz Ramírez" userId="df7d83af-54c1-43f9-a4ec-fea9744b3563" providerId="ADAL" clId="{D5892DFB-EF73-45F8-8BAF-7710AEF1FAEE}" dt="2025-03-05T20:49:46.988" v="87" actId="27636"/>
          <ac:spMkLst>
            <pc:docMk/>
            <pc:sldMk cId="0" sldId="318"/>
            <ac:spMk id="2" creationId="{00000000-0000-0000-0000-000000000000}"/>
          </ac:spMkLst>
        </pc:spChg>
      </pc:sldChg>
      <pc:sldChg chg="addSp delSp modSp add mod modClrScheme addAnim delAnim modAnim chgLayout">
        <pc:chgData name="Jenny Díaz Ramírez" userId="df7d83af-54c1-43f9-a4ec-fea9744b3563" providerId="ADAL" clId="{D5892DFB-EF73-45F8-8BAF-7710AEF1FAEE}" dt="2025-03-05T22:05:20.442" v="2415" actId="1076"/>
        <pc:sldMkLst>
          <pc:docMk/>
          <pc:sldMk cId="0" sldId="319"/>
        </pc:sldMkLst>
        <pc:spChg chg="mod ord">
          <ac:chgData name="Jenny Díaz Ramírez" userId="df7d83af-54c1-43f9-a4ec-fea9744b3563" providerId="ADAL" clId="{D5892DFB-EF73-45F8-8BAF-7710AEF1FAEE}" dt="2025-03-05T22:05:20.442" v="2415" actId="1076"/>
          <ac:spMkLst>
            <pc:docMk/>
            <pc:sldMk cId="0" sldId="319"/>
            <ac:spMk id="2" creationId="{00000000-0000-0000-0000-000000000000}"/>
          </ac:spMkLst>
        </pc:spChg>
        <pc:spChg chg="mod ord">
          <ac:chgData name="Jenny Díaz Ramírez" userId="df7d83af-54c1-43f9-a4ec-fea9744b3563" providerId="ADAL" clId="{D5892DFB-EF73-45F8-8BAF-7710AEF1FAEE}" dt="2025-03-05T21:08:34.006" v="898" actId="207"/>
          <ac:spMkLst>
            <pc:docMk/>
            <pc:sldMk cId="0" sldId="319"/>
            <ac:spMk id="3" creationId="{00000000-0000-0000-0000-000000000000}"/>
          </ac:spMkLst>
        </pc:spChg>
        <pc:spChg chg="del mod ord">
          <ac:chgData name="Jenny Díaz Ramírez" userId="df7d83af-54c1-43f9-a4ec-fea9744b3563" providerId="ADAL" clId="{D5892DFB-EF73-45F8-8BAF-7710AEF1FAEE}" dt="2025-03-05T21:11:15.716" v="1083" actId="478"/>
          <ac:spMkLst>
            <pc:docMk/>
            <pc:sldMk cId="0" sldId="319"/>
            <ac:spMk id="4" creationId="{00000000-0000-0000-0000-000000000000}"/>
          </ac:spMkLst>
        </pc:spChg>
        <pc:spChg chg="del mod ord">
          <ac:chgData name="Jenny Díaz Ramírez" userId="df7d83af-54c1-43f9-a4ec-fea9744b3563" providerId="ADAL" clId="{D5892DFB-EF73-45F8-8BAF-7710AEF1FAEE}" dt="2025-03-05T21:11:17.726" v="1084" actId="478"/>
          <ac:spMkLst>
            <pc:docMk/>
            <pc:sldMk cId="0" sldId="319"/>
            <ac:spMk id="5" creationId="{00000000-0000-0000-0000-000000000000}"/>
          </ac:spMkLst>
        </pc:spChg>
        <pc:spChg chg="del mod ord">
          <ac:chgData name="Jenny Díaz Ramírez" userId="df7d83af-54c1-43f9-a4ec-fea9744b3563" providerId="ADAL" clId="{D5892DFB-EF73-45F8-8BAF-7710AEF1FAEE}" dt="2025-03-05T21:11:13.677" v="1082" actId="478"/>
          <ac:spMkLst>
            <pc:docMk/>
            <pc:sldMk cId="0" sldId="319"/>
            <ac:spMk id="6" creationId="{00000000-0000-0000-0000-000000000000}"/>
          </ac:spMkLst>
        </pc:spChg>
        <pc:spChg chg="del mod ord">
          <ac:chgData name="Jenny Díaz Ramírez" userId="df7d83af-54c1-43f9-a4ec-fea9744b3563" providerId="ADAL" clId="{D5892DFB-EF73-45F8-8BAF-7710AEF1FAEE}" dt="2025-03-05T21:11:38.376" v="1087" actId="478"/>
          <ac:spMkLst>
            <pc:docMk/>
            <pc:sldMk cId="0" sldId="319"/>
            <ac:spMk id="7" creationId="{00000000-0000-0000-0000-000000000000}"/>
          </ac:spMkLst>
        </pc:spChg>
        <pc:spChg chg="del mod ord">
          <ac:chgData name="Jenny Díaz Ramírez" userId="df7d83af-54c1-43f9-a4ec-fea9744b3563" providerId="ADAL" clId="{D5892DFB-EF73-45F8-8BAF-7710AEF1FAEE}" dt="2025-03-05T21:11:11.985" v="1081" actId="478"/>
          <ac:spMkLst>
            <pc:docMk/>
            <pc:sldMk cId="0" sldId="319"/>
            <ac:spMk id="8"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9" creationId="{00000000-0000-0000-0000-000000000000}"/>
          </ac:spMkLst>
        </pc:spChg>
        <pc:spChg chg="mod">
          <ac:chgData name="Jenny Díaz Ramírez" userId="df7d83af-54c1-43f9-a4ec-fea9744b3563" providerId="ADAL" clId="{D5892DFB-EF73-45F8-8BAF-7710AEF1FAEE}" dt="2025-03-05T21:09:37.486" v="963"/>
          <ac:spMkLst>
            <pc:docMk/>
            <pc:sldMk cId="0" sldId="319"/>
            <ac:spMk id="10" creationId="{00000000-0000-0000-0000-000000000000}"/>
          </ac:spMkLst>
        </pc:spChg>
        <pc:spChg chg="add del mod">
          <ac:chgData name="Jenny Díaz Ramírez" userId="df7d83af-54c1-43f9-a4ec-fea9744b3563" providerId="ADAL" clId="{D5892DFB-EF73-45F8-8BAF-7710AEF1FAEE}" dt="2025-03-05T21:10:23.610" v="1007" actId="478"/>
          <ac:spMkLst>
            <pc:docMk/>
            <pc:sldMk cId="0" sldId="319"/>
            <ac:spMk id="11"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12" creationId="{00000000-0000-0000-0000-000000000000}"/>
          </ac:spMkLst>
        </pc:spChg>
        <pc:spChg chg="mod">
          <ac:chgData name="Jenny Díaz Ramírez" userId="df7d83af-54c1-43f9-a4ec-fea9744b3563" providerId="ADAL" clId="{D5892DFB-EF73-45F8-8BAF-7710AEF1FAEE}" dt="2025-03-05T21:09:45.438" v="967" actId="20577"/>
          <ac:spMkLst>
            <pc:docMk/>
            <pc:sldMk cId="0" sldId="319"/>
            <ac:spMk id="13" creationId="{00000000-0000-0000-0000-000000000000}"/>
          </ac:spMkLst>
        </pc:spChg>
        <pc:spChg chg="mod">
          <ac:chgData name="Jenny Díaz Ramírez" userId="df7d83af-54c1-43f9-a4ec-fea9744b3563" providerId="ADAL" clId="{D5892DFB-EF73-45F8-8BAF-7710AEF1FAEE}" dt="2025-03-05T21:11:07.446" v="1080" actId="20577"/>
          <ac:spMkLst>
            <pc:docMk/>
            <pc:sldMk cId="0" sldId="319"/>
            <ac:spMk id="14" creationId="{00000000-0000-0000-0000-000000000000}"/>
          </ac:spMkLst>
        </pc:spChg>
        <pc:spChg chg="mod">
          <ac:chgData name="Jenny Díaz Ramírez" userId="df7d83af-54c1-43f9-a4ec-fea9744b3563" providerId="ADAL" clId="{D5892DFB-EF73-45F8-8BAF-7710AEF1FAEE}" dt="2025-03-05T21:08:34.006" v="898" actId="207"/>
          <ac:spMkLst>
            <pc:docMk/>
            <pc:sldMk cId="0" sldId="319"/>
            <ac:spMk id="15" creationId="{00000000-0000-0000-0000-000000000000}"/>
          </ac:spMkLst>
        </pc:spChg>
        <pc:spChg chg="add del mod">
          <ac:chgData name="Jenny Díaz Ramírez" userId="df7d83af-54c1-43f9-a4ec-fea9744b3563" providerId="ADAL" clId="{D5892DFB-EF73-45F8-8BAF-7710AEF1FAEE}" dt="2025-03-05T21:09:12.159" v="908" actId="478"/>
          <ac:spMkLst>
            <pc:docMk/>
            <pc:sldMk cId="0" sldId="319"/>
            <ac:spMk id="16" creationId="{D0E2B5A0-3D6F-22A8-9A0F-7934841CD3DD}"/>
          </ac:spMkLst>
        </pc:spChg>
        <pc:spChg chg="add mod">
          <ac:chgData name="Jenny Díaz Ramírez" userId="df7d83af-54c1-43f9-a4ec-fea9744b3563" providerId="ADAL" clId="{D5892DFB-EF73-45F8-8BAF-7710AEF1FAEE}" dt="2025-03-05T21:09:29.873" v="962" actId="6549"/>
          <ac:spMkLst>
            <pc:docMk/>
            <pc:sldMk cId="0" sldId="319"/>
            <ac:spMk id="17" creationId="{C7DD031A-44AF-AB1F-6109-A90953D5BB01}"/>
          </ac:spMkLst>
        </pc:spChg>
        <pc:spChg chg="add mod">
          <ac:chgData name="Jenny Díaz Ramírez" userId="df7d83af-54c1-43f9-a4ec-fea9744b3563" providerId="ADAL" clId="{D5892DFB-EF73-45F8-8BAF-7710AEF1FAEE}" dt="2025-03-05T21:10:06.147" v="1000" actId="20577"/>
          <ac:spMkLst>
            <pc:docMk/>
            <pc:sldMk cId="0" sldId="319"/>
            <ac:spMk id="18" creationId="{0C2394EC-2358-BD8C-9E01-FB5487E1EBB3}"/>
          </ac:spMkLst>
        </pc:spChg>
        <pc:spChg chg="add mod">
          <ac:chgData name="Jenny Díaz Ramírez" userId="df7d83af-54c1-43f9-a4ec-fea9744b3563" providerId="ADAL" clId="{D5892DFB-EF73-45F8-8BAF-7710AEF1FAEE}" dt="2025-03-05T21:10:31.453" v="1012" actId="6549"/>
          <ac:spMkLst>
            <pc:docMk/>
            <pc:sldMk cId="0" sldId="319"/>
            <ac:spMk id="19" creationId="{AE6606CA-1684-0725-B8DE-2240C3B66612}"/>
          </ac:spMkLst>
        </pc:spChg>
        <pc:spChg chg="add del mod">
          <ac:chgData name="Jenny Díaz Ramírez" userId="df7d83af-54c1-43f9-a4ec-fea9744b3563" providerId="ADAL" clId="{D5892DFB-EF73-45F8-8BAF-7710AEF1FAEE}" dt="2025-03-05T21:11:20.663" v="1085" actId="478"/>
          <ac:spMkLst>
            <pc:docMk/>
            <pc:sldMk cId="0" sldId="319"/>
            <ac:spMk id="21" creationId="{142DC293-93C1-4207-6557-4B077FC60C0F}"/>
          </ac:spMkLst>
        </pc:spChg>
        <pc:spChg chg="add mod">
          <ac:chgData name="Jenny Díaz Ramírez" userId="df7d83af-54c1-43f9-a4ec-fea9744b3563" providerId="ADAL" clId="{D5892DFB-EF73-45F8-8BAF-7710AEF1FAEE}" dt="2025-03-05T21:11:27.502" v="1086"/>
          <ac:spMkLst>
            <pc:docMk/>
            <pc:sldMk cId="0" sldId="319"/>
            <ac:spMk id="22" creationId="{63875CDC-57C3-0132-FB61-74E27F509DAB}"/>
          </ac:spMkLst>
        </pc:spChg>
        <pc:spChg chg="add mod">
          <ac:chgData name="Jenny Díaz Ramírez" userId="df7d83af-54c1-43f9-a4ec-fea9744b3563" providerId="ADAL" clId="{D5892DFB-EF73-45F8-8BAF-7710AEF1FAEE}" dt="2025-03-05T21:11:27.502" v="1086"/>
          <ac:spMkLst>
            <pc:docMk/>
            <pc:sldMk cId="0" sldId="319"/>
            <ac:spMk id="23" creationId="{92FA8709-F8AD-B89B-A3AC-3E21C5022850}"/>
          </ac:spMkLst>
        </pc:spChg>
        <pc:spChg chg="add mod">
          <ac:chgData name="Jenny Díaz Ramírez" userId="df7d83af-54c1-43f9-a4ec-fea9744b3563" providerId="ADAL" clId="{D5892DFB-EF73-45F8-8BAF-7710AEF1FAEE}" dt="2025-03-05T21:11:39.836" v="1088"/>
          <ac:spMkLst>
            <pc:docMk/>
            <pc:sldMk cId="0" sldId="319"/>
            <ac:spMk id="24" creationId="{B2FCCF4C-4517-EF66-28FE-FD05B8E8B308}"/>
          </ac:spMkLst>
        </pc:spChg>
      </pc:sldChg>
      <pc:sldChg chg="addSp delSp modSp add mod modClrScheme delAnim chgLayout">
        <pc:chgData name="Jenny Díaz Ramírez" userId="df7d83af-54c1-43f9-a4ec-fea9744b3563" providerId="ADAL" clId="{D5892DFB-EF73-45F8-8BAF-7710AEF1FAEE}" dt="2025-03-05T21:55:28.560" v="1460" actId="14100"/>
        <pc:sldMkLst>
          <pc:docMk/>
          <pc:sldMk cId="0" sldId="320"/>
        </pc:sldMkLst>
        <pc:spChg chg="mod ord">
          <ac:chgData name="Jenny Díaz Ramírez" userId="df7d83af-54c1-43f9-a4ec-fea9744b3563" providerId="ADAL" clId="{D5892DFB-EF73-45F8-8BAF-7710AEF1FAEE}" dt="2025-03-05T21:55:24.102" v="1459" actId="6549"/>
          <ac:spMkLst>
            <pc:docMk/>
            <pc:sldMk cId="0" sldId="320"/>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0"/>
            <ac:spMk id="3" creationId="{00000000-0000-0000-0000-000000000000}"/>
          </ac:spMkLst>
        </pc:spChg>
        <pc:spChg chg="mod ord">
          <ac:chgData name="Jenny Díaz Ramírez" userId="df7d83af-54c1-43f9-a4ec-fea9744b3563" providerId="ADAL" clId="{D5892DFB-EF73-45F8-8BAF-7710AEF1FAEE}" dt="2025-03-05T21:55:28.560" v="1460" actId="14100"/>
          <ac:spMkLst>
            <pc:docMk/>
            <pc:sldMk cId="0" sldId="320"/>
            <ac:spMk id="7" creationId="{00000000-0000-0000-0000-000000000000}"/>
          </ac:spMkLst>
        </pc:spChg>
        <pc:spChg chg="mod">
          <ac:chgData name="Jenny Díaz Ramírez" userId="df7d83af-54c1-43f9-a4ec-fea9744b3563" providerId="ADAL" clId="{D5892DFB-EF73-45F8-8BAF-7710AEF1FAEE}" dt="2025-03-05T21:53:27.795" v="1252" actId="207"/>
          <ac:spMkLst>
            <pc:docMk/>
            <pc:sldMk cId="0" sldId="320"/>
            <ac:spMk id="8" creationId="{00000000-0000-0000-0000-000000000000}"/>
          </ac:spMkLst>
        </pc:spChg>
        <pc:spChg chg="del mod">
          <ac:chgData name="Jenny Díaz Ramírez" userId="df7d83af-54c1-43f9-a4ec-fea9744b3563" providerId="ADAL" clId="{D5892DFB-EF73-45F8-8BAF-7710AEF1FAEE}" dt="2025-03-05T21:16:23.537" v="1236" actId="478"/>
          <ac:spMkLst>
            <pc:docMk/>
            <pc:sldMk cId="0" sldId="320"/>
            <ac:spMk id="1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0"/>
            <ac:spMk id="13" creationId="{00000000-0000-0000-0000-000000000000}"/>
          </ac:spMkLst>
        </pc:spChg>
        <pc:graphicFrameChg chg="mod modGraphic">
          <ac:chgData name="Jenny Díaz Ramírez" userId="df7d83af-54c1-43f9-a4ec-fea9744b3563" providerId="ADAL" clId="{D5892DFB-EF73-45F8-8BAF-7710AEF1FAEE}" dt="2025-03-05T21:54:18.828" v="1333" actId="114"/>
          <ac:graphicFrameMkLst>
            <pc:docMk/>
            <pc:sldMk cId="0" sldId="320"/>
            <ac:graphicFrameMk id="4" creationId="{00000000-0000-0000-0000-000000000000}"/>
          </ac:graphicFrameMkLst>
        </pc:graphicFrameChg>
        <pc:graphicFrameChg chg="add mod modGraphic">
          <ac:chgData name="Jenny Díaz Ramírez" userId="df7d83af-54c1-43f9-a4ec-fea9744b3563" providerId="ADAL" clId="{D5892DFB-EF73-45F8-8BAF-7710AEF1FAEE}" dt="2025-03-05T21:54:58.177" v="1414" actId="20577"/>
          <ac:graphicFrameMkLst>
            <pc:docMk/>
            <pc:sldMk cId="0" sldId="320"/>
            <ac:graphicFrameMk id="14" creationId="{098A60F4-825E-4768-547E-44BA484ED94B}"/>
          </ac:graphicFrameMkLst>
        </pc:graphicFrameChg>
      </pc:sldChg>
      <pc:sldChg chg="modSp add del mod">
        <pc:chgData name="Jenny Díaz Ramírez" userId="df7d83af-54c1-43f9-a4ec-fea9744b3563" providerId="ADAL" clId="{D5892DFB-EF73-45F8-8BAF-7710AEF1FAEE}" dt="2025-03-05T22:15:26.950" v="2574" actId="47"/>
        <pc:sldMkLst>
          <pc:docMk/>
          <pc:sldMk cId="0" sldId="321"/>
        </pc:sldMkLst>
        <pc:spChg chg="mod">
          <ac:chgData name="Jenny Díaz Ramírez" userId="df7d83af-54c1-43f9-a4ec-fea9744b3563" providerId="ADAL" clId="{D5892DFB-EF73-45F8-8BAF-7710AEF1FAEE}" dt="2025-03-05T20:49:46.886" v="85" actId="27636"/>
          <ac:spMkLst>
            <pc:docMk/>
            <pc:sldMk cId="0" sldId="321"/>
            <ac:spMk id="4" creationId="{00000000-0000-0000-0000-000000000000}"/>
          </ac:spMkLst>
        </pc:spChg>
      </pc:sldChg>
      <pc:sldChg chg="modSp add del mod modClrScheme chgLayout">
        <pc:chgData name="Jenny Díaz Ramírez" userId="df7d83af-54c1-43f9-a4ec-fea9744b3563" providerId="ADAL" clId="{D5892DFB-EF73-45F8-8BAF-7710AEF1FAEE}" dt="2025-03-05T22:04:04.921" v="2343" actId="47"/>
        <pc:sldMkLst>
          <pc:docMk/>
          <pc:sldMk cId="0" sldId="322"/>
        </pc:sldMkLst>
        <pc:spChg chg="mod ord">
          <ac:chgData name="Jenny Díaz Ramírez" userId="df7d83af-54c1-43f9-a4ec-fea9744b3563" providerId="ADAL" clId="{D5892DFB-EF73-45F8-8BAF-7710AEF1FAEE}" dt="2025-03-05T20:49:10.535" v="75" actId="700"/>
          <ac:spMkLst>
            <pc:docMk/>
            <pc:sldMk cId="0" sldId="322"/>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22"/>
            <ac:spMk id="7" creationId="{00000000-0000-0000-0000-000000000000}"/>
          </ac:spMkLst>
        </pc:spChg>
      </pc:sldChg>
      <pc:sldChg chg="addSp delSp modSp add mod modClrScheme chgLayout">
        <pc:chgData name="Jenny Díaz Ramírez" userId="df7d83af-54c1-43f9-a4ec-fea9744b3563" providerId="ADAL" clId="{D5892DFB-EF73-45F8-8BAF-7710AEF1FAEE}" dt="2025-03-05T21:16:01.186" v="1234" actId="20577"/>
        <pc:sldMkLst>
          <pc:docMk/>
          <pc:sldMk cId="0" sldId="323"/>
        </pc:sldMkLst>
        <pc:spChg chg="mod ord">
          <ac:chgData name="Jenny Díaz Ramírez" userId="df7d83af-54c1-43f9-a4ec-fea9744b3563" providerId="ADAL" clId="{D5892DFB-EF73-45F8-8BAF-7710AEF1FAEE}" dt="2025-03-05T20:49:10.535" v="75" actId="700"/>
          <ac:spMkLst>
            <pc:docMk/>
            <pc:sldMk cId="0" sldId="323"/>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23"/>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23"/>
            <ac:spMk id="5" creationId="{00000000-0000-0000-0000-000000000000}"/>
          </ac:spMkLst>
        </pc:spChg>
        <pc:spChg chg="add mod ord">
          <ac:chgData name="Jenny Díaz Ramírez" userId="df7d83af-54c1-43f9-a4ec-fea9744b3563" providerId="ADAL" clId="{D5892DFB-EF73-45F8-8BAF-7710AEF1FAEE}" dt="2025-03-05T20:49:10.535" v="75" actId="700"/>
          <ac:spMkLst>
            <pc:docMk/>
            <pc:sldMk cId="0" sldId="323"/>
            <ac:spMk id="6" creationId="{CC948581-9D84-9D0A-92C3-2838EB9027E5}"/>
          </ac:spMkLst>
        </pc:spChg>
        <pc:spChg chg="del mod ord">
          <ac:chgData name="Jenny Díaz Ramírez" userId="df7d83af-54c1-43f9-a4ec-fea9744b3563" providerId="ADAL" clId="{D5892DFB-EF73-45F8-8BAF-7710AEF1FAEE}" dt="2025-03-05T20:49:10.535" v="75" actId="700"/>
          <ac:spMkLst>
            <pc:docMk/>
            <pc:sldMk cId="0" sldId="323"/>
            <ac:spMk id="7" creationId="{00000000-0000-0000-0000-000000000000}"/>
          </ac:spMkLst>
        </pc:spChg>
        <pc:graphicFrameChg chg="mod modGraphic">
          <ac:chgData name="Jenny Díaz Ramírez" userId="df7d83af-54c1-43f9-a4ec-fea9744b3563" providerId="ADAL" clId="{D5892DFB-EF73-45F8-8BAF-7710AEF1FAEE}" dt="2025-03-05T21:16:01.186" v="1234" actId="20577"/>
          <ac:graphicFrameMkLst>
            <pc:docMk/>
            <pc:sldMk cId="0" sldId="323"/>
            <ac:graphicFrameMk id="4" creationId="{00000000-0000-0000-0000-000000000000}"/>
          </ac:graphicFrameMkLst>
        </pc:graphicFrameChg>
      </pc:sldChg>
      <pc:sldChg chg="delSp modSp add mod ord modClrScheme chgLayout">
        <pc:chgData name="Jenny Díaz Ramírez" userId="df7d83af-54c1-43f9-a4ec-fea9744b3563" providerId="ADAL" clId="{D5892DFB-EF73-45F8-8BAF-7710AEF1FAEE}" dt="2025-03-05T22:18:37.657" v="2781"/>
        <pc:sldMkLst>
          <pc:docMk/>
          <pc:sldMk cId="0" sldId="324"/>
        </pc:sldMkLst>
        <pc:spChg chg="mod ord">
          <ac:chgData name="Jenny Díaz Ramírez" userId="df7d83af-54c1-43f9-a4ec-fea9744b3563" providerId="ADAL" clId="{D5892DFB-EF73-45F8-8BAF-7710AEF1FAEE}" dt="2025-03-05T22:18:29.576" v="2779" actId="20577"/>
          <ac:spMkLst>
            <pc:docMk/>
            <pc:sldMk cId="0" sldId="324"/>
            <ac:spMk id="2" creationId="{00000000-0000-0000-0000-000000000000}"/>
          </ac:spMkLst>
        </pc:spChg>
        <pc:spChg chg="mod ord">
          <ac:chgData name="Jenny Díaz Ramírez" userId="df7d83af-54c1-43f9-a4ec-fea9744b3563" providerId="ADAL" clId="{D5892DFB-EF73-45F8-8BAF-7710AEF1FAEE}" dt="2025-03-05T22:16:47.473" v="2683" actId="700"/>
          <ac:spMkLst>
            <pc:docMk/>
            <pc:sldMk cId="0" sldId="324"/>
            <ac:spMk id="3" creationId="{00000000-0000-0000-0000-000000000000}"/>
          </ac:spMkLst>
        </pc:spChg>
        <pc:spChg chg="mod ord">
          <ac:chgData name="Jenny Díaz Ramírez" userId="df7d83af-54c1-43f9-a4ec-fea9744b3563" providerId="ADAL" clId="{D5892DFB-EF73-45F8-8BAF-7710AEF1FAEE}" dt="2025-03-05T22:16:47.473" v="2683" actId="700"/>
          <ac:spMkLst>
            <pc:docMk/>
            <pc:sldMk cId="0" sldId="324"/>
            <ac:spMk id="5" creationId="{00000000-0000-0000-0000-000000000000}"/>
          </ac:spMkLst>
        </pc:spChg>
        <pc:spChg chg="mod">
          <ac:chgData name="Jenny Díaz Ramírez" userId="df7d83af-54c1-43f9-a4ec-fea9744b3563" providerId="ADAL" clId="{D5892DFB-EF73-45F8-8BAF-7710AEF1FAEE}" dt="2025-03-05T22:16:44.449" v="2682" actId="1076"/>
          <ac:spMkLst>
            <pc:docMk/>
            <pc:sldMk cId="0" sldId="324"/>
            <ac:spMk id="6" creationId="{00000000-0000-0000-0000-000000000000}"/>
          </ac:spMkLst>
        </pc:spChg>
        <pc:spChg chg="del">
          <ac:chgData name="Jenny Díaz Ramírez" userId="df7d83af-54c1-43f9-a4ec-fea9744b3563" providerId="ADAL" clId="{D5892DFB-EF73-45F8-8BAF-7710AEF1FAEE}" dt="2025-03-05T22:16:47.473" v="2683" actId="700"/>
          <ac:spMkLst>
            <pc:docMk/>
            <pc:sldMk cId="0" sldId="324"/>
            <ac:spMk id="7" creationId="{0955590A-DC1C-18B6-A053-821FF0B17728}"/>
          </ac:spMkLst>
        </pc:spChg>
        <pc:spChg chg="mod">
          <ac:chgData name="Jenny Díaz Ramírez" userId="df7d83af-54c1-43f9-a4ec-fea9744b3563" providerId="ADAL" clId="{D5892DFB-EF73-45F8-8BAF-7710AEF1FAEE}" dt="2025-03-05T22:16:11.973" v="2676" actId="20577"/>
          <ac:spMkLst>
            <pc:docMk/>
            <pc:sldMk cId="0" sldId="324"/>
            <ac:spMk id="8" creationId="{00000000-0000-0000-0000-000000000000}"/>
          </ac:spMkLst>
        </pc:spChg>
        <pc:graphicFrameChg chg="mod ord">
          <ac:chgData name="Jenny Díaz Ramírez" userId="df7d83af-54c1-43f9-a4ec-fea9744b3563" providerId="ADAL" clId="{D5892DFB-EF73-45F8-8BAF-7710AEF1FAEE}" dt="2025-03-05T22:17:53.666" v="2754" actId="14100"/>
          <ac:graphicFrameMkLst>
            <pc:docMk/>
            <pc:sldMk cId="0" sldId="324"/>
            <ac:graphicFrameMk id="4" creationId="{00000000-0000-0000-0000-000000000000}"/>
          </ac:graphicFrameMkLst>
        </pc:graphicFrameChg>
      </pc:sldChg>
      <pc:sldChg chg="modSp add mod ord">
        <pc:chgData name="Jenny Díaz Ramírez" userId="df7d83af-54c1-43f9-a4ec-fea9744b3563" providerId="ADAL" clId="{D5892DFB-EF73-45F8-8BAF-7710AEF1FAEE}" dt="2025-03-05T22:17:35.466" v="2750" actId="20577"/>
        <pc:sldMkLst>
          <pc:docMk/>
          <pc:sldMk cId="0" sldId="325"/>
        </pc:sldMkLst>
        <pc:spChg chg="mod">
          <ac:chgData name="Jenny Díaz Ramírez" userId="df7d83af-54c1-43f9-a4ec-fea9744b3563" providerId="ADAL" clId="{D5892DFB-EF73-45F8-8BAF-7710AEF1FAEE}" dt="2025-03-05T22:17:22.129" v="2700" actId="20577"/>
          <ac:spMkLst>
            <pc:docMk/>
            <pc:sldMk cId="0" sldId="325"/>
            <ac:spMk id="2" creationId="{00000000-0000-0000-0000-000000000000}"/>
          </ac:spMkLst>
        </pc:spChg>
        <pc:spChg chg="mod">
          <ac:chgData name="Jenny Díaz Ramírez" userId="df7d83af-54c1-43f9-a4ec-fea9744b3563" providerId="ADAL" clId="{D5892DFB-EF73-45F8-8BAF-7710AEF1FAEE}" dt="2025-03-05T22:17:35.466" v="2750" actId="20577"/>
          <ac:spMkLst>
            <pc:docMk/>
            <pc:sldMk cId="0" sldId="325"/>
            <ac:spMk id="8" creationId="{00000000-0000-0000-0000-000000000000}"/>
          </ac:spMkLst>
        </pc:spChg>
      </pc:sldChg>
      <pc:sldChg chg="delSp modSp add del mod modClrScheme chgLayout">
        <pc:chgData name="Jenny Díaz Ramírez" userId="df7d83af-54c1-43f9-a4ec-fea9744b3563" providerId="ADAL" clId="{D5892DFB-EF73-45F8-8BAF-7710AEF1FAEE}" dt="2025-03-05T22:23:21.895" v="3012" actId="1076"/>
        <pc:sldMkLst>
          <pc:docMk/>
          <pc:sldMk cId="0" sldId="327"/>
        </pc:sldMkLst>
        <pc:spChg chg="mod ord">
          <ac:chgData name="Jenny Díaz Ramírez" userId="df7d83af-54c1-43f9-a4ec-fea9744b3563" providerId="ADAL" clId="{D5892DFB-EF73-45F8-8BAF-7710AEF1FAEE}" dt="2025-03-05T22:22:11.798" v="2824" actId="14100"/>
          <ac:spMkLst>
            <pc:docMk/>
            <pc:sldMk cId="0" sldId="327"/>
            <ac:spMk id="2" creationId="{00000000-0000-0000-0000-000000000000}"/>
          </ac:spMkLst>
        </pc:spChg>
        <pc:spChg chg="mod ord">
          <ac:chgData name="Jenny Díaz Ramírez" userId="df7d83af-54c1-43f9-a4ec-fea9744b3563" providerId="ADAL" clId="{D5892DFB-EF73-45F8-8BAF-7710AEF1FAEE}" dt="2025-03-05T22:23:17.109" v="3009" actId="14100"/>
          <ac:spMkLst>
            <pc:docMk/>
            <pc:sldMk cId="0" sldId="327"/>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7"/>
            <ac:spMk id="4"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7"/>
            <ac:spMk id="5" creationId="{00000000-0000-0000-0000-000000000000}"/>
          </ac:spMkLst>
        </pc:spChg>
        <pc:spChg chg="del">
          <ac:chgData name="Jenny Díaz Ramírez" userId="df7d83af-54c1-43f9-a4ec-fea9744b3563" providerId="ADAL" clId="{D5892DFB-EF73-45F8-8BAF-7710AEF1FAEE}" dt="2025-03-05T22:18:08.589" v="2755" actId="700"/>
          <ac:spMkLst>
            <pc:docMk/>
            <pc:sldMk cId="0" sldId="327"/>
            <ac:spMk id="6" creationId="{EF1A31D6-BD75-1E81-A518-294A264CB366}"/>
          </ac:spMkLst>
        </pc:spChg>
        <pc:graphicFrameChg chg="mod">
          <ac:chgData name="Jenny Díaz Ramírez" userId="df7d83af-54c1-43f9-a4ec-fea9744b3563" providerId="ADAL" clId="{D5892DFB-EF73-45F8-8BAF-7710AEF1FAEE}" dt="2025-03-05T22:23:19.578" v="3010" actId="1076"/>
          <ac:graphicFrameMkLst>
            <pc:docMk/>
            <pc:sldMk cId="0" sldId="327"/>
            <ac:graphicFrameMk id="96258" creationId="{00000000-0000-0000-0000-000000000000}"/>
          </ac:graphicFrameMkLst>
        </pc:graphicFrameChg>
        <pc:graphicFrameChg chg="mod">
          <ac:chgData name="Jenny Díaz Ramírez" userId="df7d83af-54c1-43f9-a4ec-fea9744b3563" providerId="ADAL" clId="{D5892DFB-EF73-45F8-8BAF-7710AEF1FAEE}" dt="2025-03-05T22:23:21.895" v="3012" actId="1076"/>
          <ac:graphicFrameMkLst>
            <pc:docMk/>
            <pc:sldMk cId="0" sldId="327"/>
            <ac:graphicFrameMk id="96259" creationId="{00000000-0000-0000-0000-000000000000}"/>
          </ac:graphicFrameMkLst>
        </pc:graphicFrameChg>
      </pc:sldChg>
      <pc:sldChg chg="addSp delSp modSp add del mod ord modClrScheme delAnim modAnim chgLayout">
        <pc:chgData name="Jenny Díaz Ramírez" userId="df7d83af-54c1-43f9-a4ec-fea9744b3563" providerId="ADAL" clId="{D5892DFB-EF73-45F8-8BAF-7710AEF1FAEE}" dt="2025-03-05T22:27:00.396" v="3232" actId="1076"/>
        <pc:sldMkLst>
          <pc:docMk/>
          <pc:sldMk cId="0" sldId="328"/>
        </pc:sldMkLst>
        <pc:spChg chg="del mod ord">
          <ac:chgData name="Jenny Díaz Ramírez" userId="df7d83af-54c1-43f9-a4ec-fea9744b3563" providerId="ADAL" clId="{D5892DFB-EF73-45F8-8BAF-7710AEF1FAEE}" dt="2025-03-05T22:23:34.631" v="3016" actId="478"/>
          <ac:spMkLst>
            <pc:docMk/>
            <pc:sldMk cId="0" sldId="328"/>
            <ac:spMk id="2"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8"/>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8"/>
            <ac:spMk id="4" creationId="{00000000-0000-0000-0000-000000000000}"/>
          </ac:spMkLst>
        </pc:spChg>
        <pc:spChg chg="del">
          <ac:chgData name="Jenny Díaz Ramírez" userId="df7d83af-54c1-43f9-a4ec-fea9744b3563" providerId="ADAL" clId="{D5892DFB-EF73-45F8-8BAF-7710AEF1FAEE}" dt="2025-03-05T22:18:08.589" v="2755" actId="700"/>
          <ac:spMkLst>
            <pc:docMk/>
            <pc:sldMk cId="0" sldId="328"/>
            <ac:spMk id="5" creationId="{C685F87C-0AD0-5762-CB6C-DC5C8E2DDBFD}"/>
          </ac:spMkLst>
        </pc:spChg>
        <pc:spChg chg="add del mod ord">
          <ac:chgData name="Jenny Díaz Ramírez" userId="df7d83af-54c1-43f9-a4ec-fea9744b3563" providerId="ADAL" clId="{D5892DFB-EF73-45F8-8BAF-7710AEF1FAEE}" dt="2025-03-05T22:23:41.483" v="3019" actId="478"/>
          <ac:spMkLst>
            <pc:docMk/>
            <pc:sldMk cId="0" sldId="328"/>
            <ac:spMk id="6" creationId="{D967DEA2-66DB-AAD3-0AD9-23DA90E7B691}"/>
          </ac:spMkLst>
        </pc:spChg>
        <pc:spChg chg="add mod">
          <ac:chgData name="Jenny Díaz Ramírez" userId="df7d83af-54c1-43f9-a4ec-fea9744b3563" providerId="ADAL" clId="{D5892DFB-EF73-45F8-8BAF-7710AEF1FAEE}" dt="2025-03-05T22:23:39.050" v="3018"/>
          <ac:spMkLst>
            <pc:docMk/>
            <pc:sldMk cId="0" sldId="328"/>
            <ac:spMk id="8" creationId="{F311DDA1-E1E2-F328-61E1-987C3C290697}"/>
          </ac:spMkLst>
        </pc:spChg>
        <pc:spChg chg="mod">
          <ac:chgData name="Jenny Díaz Ramírez" userId="df7d83af-54c1-43f9-a4ec-fea9744b3563" providerId="ADAL" clId="{D5892DFB-EF73-45F8-8BAF-7710AEF1FAEE}" dt="2025-03-05T22:27:00.396" v="3232" actId="1076"/>
          <ac:spMkLst>
            <pc:docMk/>
            <pc:sldMk cId="0" sldId="328"/>
            <ac:spMk id="13" creationId="{00000000-0000-0000-0000-000000000000}"/>
          </ac:spMkLst>
        </pc:spChg>
        <pc:spChg chg="add mod">
          <ac:chgData name="Jenny Díaz Ramírez" userId="df7d83af-54c1-43f9-a4ec-fea9744b3563" providerId="ADAL" clId="{D5892DFB-EF73-45F8-8BAF-7710AEF1FAEE}" dt="2025-03-05T22:26:40.867" v="3198" actId="1076"/>
          <ac:spMkLst>
            <pc:docMk/>
            <pc:sldMk cId="0" sldId="328"/>
            <ac:spMk id="16" creationId="{00000000-0000-0000-0000-000000000000}"/>
          </ac:spMkLst>
        </pc:spChg>
        <pc:spChg chg="add mod">
          <ac:chgData name="Jenny Díaz Ramírez" userId="df7d83af-54c1-43f9-a4ec-fea9744b3563" providerId="ADAL" clId="{D5892DFB-EF73-45F8-8BAF-7710AEF1FAEE}" dt="2025-03-05T22:23:46.780" v="3025" actId="20577"/>
          <ac:spMkLst>
            <pc:docMk/>
            <pc:sldMk cId="0" sldId="328"/>
            <ac:spMk id="96259" creationId="{00000000-0000-0000-0000-000000000000}"/>
          </ac:spMkLst>
        </pc:spChg>
        <pc:spChg chg="add mod">
          <ac:chgData name="Jenny Díaz Ramírez" userId="df7d83af-54c1-43f9-a4ec-fea9744b3563" providerId="ADAL" clId="{D5892DFB-EF73-45F8-8BAF-7710AEF1FAEE}" dt="2025-03-05T22:25:34.201" v="3143" actId="114"/>
          <ac:spMkLst>
            <pc:docMk/>
            <pc:sldMk cId="0" sldId="328"/>
            <ac:spMk id="97284" creationId="{00000000-0000-0000-0000-000000000000}"/>
          </ac:spMkLst>
        </pc:spChg>
        <pc:spChg chg="add mod">
          <ac:chgData name="Jenny Díaz Ramírez" userId="df7d83af-54c1-43f9-a4ec-fea9744b3563" providerId="ADAL" clId="{D5892DFB-EF73-45F8-8BAF-7710AEF1FAEE}" dt="2025-03-05T22:23:56.370" v="3037" actId="20577"/>
          <ac:spMkLst>
            <pc:docMk/>
            <pc:sldMk cId="0" sldId="328"/>
            <ac:spMk id="97288" creationId="{00000000-0000-0000-0000-000000000000}"/>
          </ac:spMkLst>
        </pc:spChg>
        <pc:spChg chg="add mod">
          <ac:chgData name="Jenny Díaz Ramírez" userId="df7d83af-54c1-43f9-a4ec-fea9744b3563" providerId="ADAL" clId="{D5892DFB-EF73-45F8-8BAF-7710AEF1FAEE}" dt="2025-03-05T22:26:52.388" v="3230" actId="20577"/>
          <ac:spMkLst>
            <pc:docMk/>
            <pc:sldMk cId="0" sldId="328"/>
            <ac:spMk id="97289" creationId="{00000000-0000-0000-0000-000000000000}"/>
          </ac:spMkLst>
        </pc:spChg>
        <pc:spChg chg="del">
          <ac:chgData name="Jenny Díaz Ramírez" userId="df7d83af-54c1-43f9-a4ec-fea9744b3563" providerId="ADAL" clId="{D5892DFB-EF73-45F8-8BAF-7710AEF1FAEE}" dt="2025-03-05T22:26:03.251" v="3181" actId="478"/>
          <ac:spMkLst>
            <pc:docMk/>
            <pc:sldMk cId="0" sldId="328"/>
            <ac:spMk id="97294" creationId="{00000000-0000-0000-0000-000000000000}"/>
          </ac:spMkLst>
        </pc:spChg>
        <pc:spChg chg="del">
          <ac:chgData name="Jenny Díaz Ramírez" userId="df7d83af-54c1-43f9-a4ec-fea9744b3563" providerId="ADAL" clId="{D5892DFB-EF73-45F8-8BAF-7710AEF1FAEE}" dt="2025-03-05T22:26:07.950" v="3184" actId="478"/>
          <ac:spMkLst>
            <pc:docMk/>
            <pc:sldMk cId="0" sldId="328"/>
            <ac:spMk id="97300" creationId="{00000000-0000-0000-0000-000000000000}"/>
          </ac:spMkLst>
        </pc:spChg>
        <pc:spChg chg="del">
          <ac:chgData name="Jenny Díaz Ramírez" userId="df7d83af-54c1-43f9-a4ec-fea9744b3563" providerId="ADAL" clId="{D5892DFB-EF73-45F8-8BAF-7710AEF1FAEE}" dt="2025-03-05T22:26:05.370" v="3182" actId="478"/>
          <ac:spMkLst>
            <pc:docMk/>
            <pc:sldMk cId="0" sldId="328"/>
            <ac:spMk id="97302" creationId="{00000000-0000-0000-0000-000000000000}"/>
          </ac:spMkLst>
        </pc:spChg>
        <pc:spChg chg="del">
          <ac:chgData name="Jenny Díaz Ramírez" userId="df7d83af-54c1-43f9-a4ec-fea9744b3563" providerId="ADAL" clId="{D5892DFB-EF73-45F8-8BAF-7710AEF1FAEE}" dt="2025-03-05T22:26:06.621" v="3183" actId="478"/>
          <ac:spMkLst>
            <pc:docMk/>
            <pc:sldMk cId="0" sldId="328"/>
            <ac:spMk id="97304" creationId="{00000000-0000-0000-0000-000000000000}"/>
          </ac:spMkLst>
        </pc:spChg>
        <pc:spChg chg="del mod">
          <ac:chgData name="Jenny Díaz Ramírez" userId="df7d83af-54c1-43f9-a4ec-fea9744b3563" providerId="ADAL" clId="{D5892DFB-EF73-45F8-8BAF-7710AEF1FAEE}" dt="2025-03-05T22:25:57.166" v="3178" actId="21"/>
          <ac:spMkLst>
            <pc:docMk/>
            <pc:sldMk cId="0" sldId="328"/>
            <ac:spMk id="97306" creationId="{00000000-0000-0000-0000-000000000000}"/>
          </ac:spMkLst>
        </pc:spChg>
        <pc:grpChg chg="add del">
          <ac:chgData name="Jenny Díaz Ramírez" userId="df7d83af-54c1-43f9-a4ec-fea9744b3563" providerId="ADAL" clId="{D5892DFB-EF73-45F8-8BAF-7710AEF1FAEE}" dt="2025-03-05T22:26:18.662" v="3187" actId="478"/>
          <ac:grpSpMkLst>
            <pc:docMk/>
            <pc:sldMk cId="0" sldId="328"/>
            <ac:grpSpMk id="97292" creationId="{00000000-0000-0000-0000-000000000000}"/>
          </ac:grpSpMkLst>
        </pc:grpChg>
        <pc:graphicFrameChg chg="del mod replId">
          <ac:chgData name="Jenny Díaz Ramírez" userId="df7d83af-54c1-43f9-a4ec-fea9744b3563" providerId="ADAL" clId="{D5892DFB-EF73-45F8-8BAF-7710AEF1FAEE}" dt="2025-03-05T22:23:44.341" v="3021"/>
          <ac:graphicFrameMkLst>
            <pc:docMk/>
            <pc:sldMk cId="0" sldId="328"/>
            <ac:graphicFrameMk id="9" creationId="{00000000-0000-0000-0000-000000000000}"/>
          </ac:graphicFrameMkLst>
        </pc:graphicFrameChg>
        <pc:graphicFrameChg chg="del mod replId">
          <ac:chgData name="Jenny Díaz Ramírez" userId="df7d83af-54c1-43f9-a4ec-fea9744b3563" providerId="ADAL" clId="{D5892DFB-EF73-45F8-8BAF-7710AEF1FAEE}" dt="2025-03-05T22:23:50.973" v="3027"/>
          <ac:graphicFrameMkLst>
            <pc:docMk/>
            <pc:sldMk cId="0" sldId="328"/>
            <ac:graphicFrameMk id="11" creationId="{00000000-0000-0000-0000-000000000000}"/>
          </ac:graphicFrameMkLst>
        </pc:graphicFrameChg>
        <pc:graphicFrameChg chg="del mod replId">
          <ac:chgData name="Jenny Díaz Ramírez" userId="df7d83af-54c1-43f9-a4ec-fea9744b3563" providerId="ADAL" clId="{D5892DFB-EF73-45F8-8BAF-7710AEF1FAEE}" dt="2025-03-05T22:24:01.576" v="3039"/>
          <ac:graphicFrameMkLst>
            <pc:docMk/>
            <pc:sldMk cId="0" sldId="328"/>
            <ac:graphicFrameMk id="14" creationId="{00000000-0000-0000-0000-000000000000}"/>
          </ac:graphicFrameMkLst>
        </pc:graphicFrameChg>
        <pc:graphicFrameChg chg="del mod replId">
          <ac:chgData name="Jenny Díaz Ramírez" userId="df7d83af-54c1-43f9-a4ec-fea9744b3563" providerId="ADAL" clId="{D5892DFB-EF73-45F8-8BAF-7710AEF1FAEE}" dt="2025-03-05T22:26:43.714" v="3200"/>
          <ac:graphicFrameMkLst>
            <pc:docMk/>
            <pc:sldMk cId="0" sldId="328"/>
            <ac:graphicFrameMk id="17" creationId="{00000000-0000-0000-0000-000000000000}"/>
          </ac:graphicFrameMkLst>
        </pc:graphicFrameChg>
      </pc:sldChg>
      <pc:sldChg chg="addSp delSp modSp add mod modClrScheme delAnim chgLayout">
        <pc:chgData name="Jenny Díaz Ramírez" userId="df7d83af-54c1-43f9-a4ec-fea9744b3563" providerId="ADAL" clId="{D5892DFB-EF73-45F8-8BAF-7710AEF1FAEE}" dt="2025-03-05T22:30:53.856" v="3441" actId="1076"/>
        <pc:sldMkLst>
          <pc:docMk/>
          <pc:sldMk cId="0" sldId="329"/>
        </pc:sldMkLst>
        <pc:spChg chg="mod ord">
          <ac:chgData name="Jenny Díaz Ramírez" userId="df7d83af-54c1-43f9-a4ec-fea9744b3563" providerId="ADAL" clId="{D5892DFB-EF73-45F8-8BAF-7710AEF1FAEE}" dt="2025-03-05T22:27:09.780" v="3234" actId="14100"/>
          <ac:spMkLst>
            <pc:docMk/>
            <pc:sldMk cId="0" sldId="329"/>
            <ac:spMk id="2" creationId="{00000000-0000-0000-0000-000000000000}"/>
          </ac:spMkLst>
        </pc:spChg>
        <pc:spChg chg="mod ord">
          <ac:chgData name="Jenny Díaz Ramírez" userId="df7d83af-54c1-43f9-a4ec-fea9744b3563" providerId="ADAL" clId="{D5892DFB-EF73-45F8-8BAF-7710AEF1FAEE}" dt="2025-03-05T22:29:36.453" v="3382" actId="14100"/>
          <ac:spMkLst>
            <pc:docMk/>
            <pc:sldMk cId="0" sldId="329"/>
            <ac:spMk id="3"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9"/>
            <ac:spMk id="4" creationId="{00000000-0000-0000-0000-000000000000}"/>
          </ac:spMkLst>
        </pc:spChg>
        <pc:spChg chg="mod ord">
          <ac:chgData name="Jenny Díaz Ramírez" userId="df7d83af-54c1-43f9-a4ec-fea9744b3563" providerId="ADAL" clId="{D5892DFB-EF73-45F8-8BAF-7710AEF1FAEE}" dt="2025-03-05T22:18:08.589" v="2755" actId="700"/>
          <ac:spMkLst>
            <pc:docMk/>
            <pc:sldMk cId="0" sldId="329"/>
            <ac:spMk id="5" creationId="{00000000-0000-0000-0000-000000000000}"/>
          </ac:spMkLst>
        </pc:spChg>
        <pc:spChg chg="del">
          <ac:chgData name="Jenny Díaz Ramírez" userId="df7d83af-54c1-43f9-a4ec-fea9744b3563" providerId="ADAL" clId="{D5892DFB-EF73-45F8-8BAF-7710AEF1FAEE}" dt="2025-03-05T22:18:08.589" v="2755" actId="700"/>
          <ac:spMkLst>
            <pc:docMk/>
            <pc:sldMk cId="0" sldId="329"/>
            <ac:spMk id="6" creationId="{0E79CCEF-0A40-8C9E-6552-D882502DF25C}"/>
          </ac:spMkLst>
        </pc:spChg>
        <pc:spChg chg="add mod">
          <ac:chgData name="Jenny Díaz Ramírez" userId="df7d83af-54c1-43f9-a4ec-fea9744b3563" providerId="ADAL" clId="{D5892DFB-EF73-45F8-8BAF-7710AEF1FAEE}" dt="2025-03-05T22:28:39.417" v="3363" actId="207"/>
          <ac:spMkLst>
            <pc:docMk/>
            <pc:sldMk cId="0" sldId="329"/>
            <ac:spMk id="8" creationId="{B5A93D6D-875F-4869-D956-3BDDEFFCA4F6}"/>
          </ac:spMkLst>
        </pc:spChg>
        <pc:spChg chg="add mod">
          <ac:chgData name="Jenny Díaz Ramírez" userId="df7d83af-54c1-43f9-a4ec-fea9744b3563" providerId="ADAL" clId="{D5892DFB-EF73-45F8-8BAF-7710AEF1FAEE}" dt="2025-03-05T22:29:12.094" v="3374" actId="1076"/>
          <ac:spMkLst>
            <pc:docMk/>
            <pc:sldMk cId="0" sldId="329"/>
            <ac:spMk id="12" creationId="{1515B272-A80D-3302-51ED-2F05F2E39578}"/>
          </ac:spMkLst>
        </pc:spChg>
        <pc:spChg chg="add mod">
          <ac:chgData name="Jenny Díaz Ramírez" userId="df7d83af-54c1-43f9-a4ec-fea9744b3563" providerId="ADAL" clId="{D5892DFB-EF73-45F8-8BAF-7710AEF1FAEE}" dt="2025-03-05T22:30:53.856" v="3441" actId="1076"/>
          <ac:spMkLst>
            <pc:docMk/>
            <pc:sldMk cId="0" sldId="329"/>
            <ac:spMk id="15" creationId="{B29296CB-EE64-3AAB-57ED-4F0D4A1D1AF3}"/>
          </ac:spMkLst>
        </pc:spChg>
        <pc:graphicFrameChg chg="mod">
          <ac:chgData name="Jenny Díaz Ramírez" userId="df7d83af-54c1-43f9-a4ec-fea9744b3563" providerId="ADAL" clId="{D5892DFB-EF73-45F8-8BAF-7710AEF1FAEE}" dt="2025-03-05T22:28:08.473" v="3353" actId="1076"/>
          <ac:graphicFrameMkLst>
            <pc:docMk/>
            <pc:sldMk cId="0" sldId="329"/>
            <ac:graphicFrameMk id="98308" creationId="{00000000-0000-0000-0000-000000000000}"/>
          </ac:graphicFrameMkLst>
        </pc:graphicFrameChg>
        <pc:graphicFrameChg chg="mod">
          <ac:chgData name="Jenny Díaz Ramírez" userId="df7d83af-54c1-43f9-a4ec-fea9744b3563" providerId="ADAL" clId="{D5892DFB-EF73-45F8-8BAF-7710AEF1FAEE}" dt="2025-03-05T22:27:59.639" v="3351" actId="1076"/>
          <ac:graphicFrameMkLst>
            <pc:docMk/>
            <pc:sldMk cId="0" sldId="329"/>
            <ac:graphicFrameMk id="98309" creationId="{00000000-0000-0000-0000-000000000000}"/>
          </ac:graphicFrameMkLst>
        </pc:graphicFrameChg>
        <pc:graphicFrameChg chg="mod">
          <ac:chgData name="Jenny Díaz Ramírez" userId="df7d83af-54c1-43f9-a4ec-fea9744b3563" providerId="ADAL" clId="{D5892DFB-EF73-45F8-8BAF-7710AEF1FAEE}" dt="2025-03-05T22:28:08.473" v="3353" actId="1076"/>
          <ac:graphicFrameMkLst>
            <pc:docMk/>
            <pc:sldMk cId="0" sldId="329"/>
            <ac:graphicFrameMk id="98310" creationId="{00000000-0000-0000-0000-000000000000}"/>
          </ac:graphicFrameMkLst>
        </pc:graphicFrameChg>
        <pc:graphicFrameChg chg="mod">
          <ac:chgData name="Jenny Díaz Ramírez" userId="df7d83af-54c1-43f9-a4ec-fea9744b3563" providerId="ADAL" clId="{D5892DFB-EF73-45F8-8BAF-7710AEF1FAEE}" dt="2025-03-05T22:28:11.481" v="3354" actId="1076"/>
          <ac:graphicFrameMkLst>
            <pc:docMk/>
            <pc:sldMk cId="0" sldId="329"/>
            <ac:graphicFrameMk id="98311" creationId="{00000000-0000-0000-0000-000000000000}"/>
          </ac:graphicFrameMkLst>
        </pc:graphicFrameChg>
        <pc:graphicFrameChg chg="del mod">
          <ac:chgData name="Jenny Díaz Ramírez" userId="df7d83af-54c1-43f9-a4ec-fea9744b3563" providerId="ADAL" clId="{D5892DFB-EF73-45F8-8BAF-7710AEF1FAEE}" dt="2025-03-05T22:29:21.572" v="3379" actId="478"/>
          <ac:graphicFrameMkLst>
            <pc:docMk/>
            <pc:sldMk cId="0" sldId="329"/>
            <ac:graphicFrameMk id="98312" creationId="{00000000-0000-0000-0000-000000000000}"/>
          </ac:graphicFrameMkLst>
        </pc:graphicFrameChg>
        <pc:graphicFrameChg chg="del">
          <ac:chgData name="Jenny Díaz Ramírez" userId="df7d83af-54c1-43f9-a4ec-fea9744b3563" providerId="ADAL" clId="{D5892DFB-EF73-45F8-8BAF-7710AEF1FAEE}" dt="2025-03-05T22:29:23.098" v="3380" actId="478"/>
          <ac:graphicFrameMkLst>
            <pc:docMk/>
            <pc:sldMk cId="0" sldId="329"/>
            <ac:graphicFrameMk id="98313" creationId="{00000000-0000-0000-0000-000000000000}"/>
          </ac:graphicFrameMkLst>
        </pc:graphicFrameChg>
        <pc:graphicFrameChg chg="mod">
          <ac:chgData name="Jenny Díaz Ramírez" userId="df7d83af-54c1-43f9-a4ec-fea9744b3563" providerId="ADAL" clId="{D5892DFB-EF73-45F8-8BAF-7710AEF1FAEE}" dt="2025-03-05T22:29:38.936" v="3383" actId="1076"/>
          <ac:graphicFrameMkLst>
            <pc:docMk/>
            <pc:sldMk cId="0" sldId="329"/>
            <ac:graphicFrameMk id="98314" creationId="{00000000-0000-0000-0000-000000000000}"/>
          </ac:graphicFrameMkLst>
        </pc:graphicFrameChg>
        <pc:graphicFrameChg chg="mod">
          <ac:chgData name="Jenny Díaz Ramírez" userId="df7d83af-54c1-43f9-a4ec-fea9744b3563" providerId="ADAL" clId="{D5892DFB-EF73-45F8-8BAF-7710AEF1FAEE}" dt="2025-03-05T22:29:44.186" v="3384" actId="1076"/>
          <ac:graphicFrameMkLst>
            <pc:docMk/>
            <pc:sldMk cId="0" sldId="329"/>
            <ac:graphicFrameMk id="98315" creationId="{00000000-0000-0000-0000-000000000000}"/>
          </ac:graphicFrameMkLst>
        </pc:graphicFrameChg>
        <pc:cxnChg chg="add mod">
          <ac:chgData name="Jenny Díaz Ramírez" userId="df7d83af-54c1-43f9-a4ec-fea9744b3563" providerId="ADAL" clId="{D5892DFB-EF73-45F8-8BAF-7710AEF1FAEE}" dt="2025-03-05T22:29:12.898" v="3375" actId="1076"/>
          <ac:cxnSpMkLst>
            <pc:docMk/>
            <pc:sldMk cId="0" sldId="329"/>
            <ac:cxnSpMk id="10" creationId="{5DED60A6-3A67-34BC-8E62-87192711B355}"/>
          </ac:cxnSpMkLst>
        </pc:cxnChg>
        <pc:cxnChg chg="add mod">
          <ac:chgData name="Jenny Díaz Ramírez" userId="df7d83af-54c1-43f9-a4ec-fea9744b3563" providerId="ADAL" clId="{D5892DFB-EF73-45F8-8BAF-7710AEF1FAEE}" dt="2025-03-05T22:29:19.588" v="3378" actId="14100"/>
          <ac:cxnSpMkLst>
            <pc:docMk/>
            <pc:sldMk cId="0" sldId="329"/>
            <ac:cxnSpMk id="13" creationId="{9F1769B3-8607-8018-C294-2F322D9D1C7E}"/>
          </ac:cxnSpMkLst>
        </pc:cxnChg>
      </pc:sldChg>
      <pc:sldChg chg="modSp add del mod modClrScheme chgLayout">
        <pc:chgData name="Jenny Díaz Ramírez" userId="df7d83af-54c1-43f9-a4ec-fea9744b3563" providerId="ADAL" clId="{D5892DFB-EF73-45F8-8BAF-7710AEF1FAEE}" dt="2025-03-05T22:02:10.538" v="2090" actId="20577"/>
        <pc:sldMkLst>
          <pc:docMk/>
          <pc:sldMk cId="0" sldId="330"/>
        </pc:sldMkLst>
        <pc:spChg chg="mod ord">
          <ac:chgData name="Jenny Díaz Ramírez" userId="df7d83af-54c1-43f9-a4ec-fea9744b3563" providerId="ADAL" clId="{D5892DFB-EF73-45F8-8BAF-7710AEF1FAEE}" dt="2025-03-05T22:02:10.538" v="2090" actId="20577"/>
          <ac:spMkLst>
            <pc:docMk/>
            <pc:sldMk cId="0" sldId="330"/>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30"/>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30"/>
            <ac:spMk id="6" creationId="{00000000-0000-0000-0000-000000000000}"/>
          </ac:spMkLst>
        </pc:spChg>
        <pc:spChg chg="mod">
          <ac:chgData name="Jenny Díaz Ramírez" userId="df7d83af-54c1-43f9-a4ec-fea9744b3563" providerId="ADAL" clId="{D5892DFB-EF73-45F8-8BAF-7710AEF1FAEE}" dt="2025-03-05T22:02:04.909" v="2073" actId="1076"/>
          <ac:spMkLst>
            <pc:docMk/>
            <pc:sldMk cId="0" sldId="330"/>
            <ac:spMk id="8" creationId="{00000000-0000-0000-0000-000000000000}"/>
          </ac:spMkLst>
        </pc:spChg>
        <pc:graphicFrameChg chg="mod ord modGraphic">
          <ac:chgData name="Jenny Díaz Ramírez" userId="df7d83af-54c1-43f9-a4ec-fea9744b3563" providerId="ADAL" clId="{D5892DFB-EF73-45F8-8BAF-7710AEF1FAEE}" dt="2025-03-05T22:01:20.644" v="1945" actId="20577"/>
          <ac:graphicFrameMkLst>
            <pc:docMk/>
            <pc:sldMk cId="0" sldId="330"/>
            <ac:graphicFrameMk id="4" creationId="{00000000-0000-0000-0000-000000000000}"/>
          </ac:graphicFrameMkLst>
        </pc:graphicFrameChg>
      </pc:sldChg>
      <pc:sldChg chg="addSp delSp modSp add mod modClrScheme chgLayout">
        <pc:chgData name="Jenny Díaz Ramírez" userId="df7d83af-54c1-43f9-a4ec-fea9744b3563" providerId="ADAL" clId="{D5892DFB-EF73-45F8-8BAF-7710AEF1FAEE}" dt="2025-03-05T22:00:55.317" v="1926" actId="20577"/>
        <pc:sldMkLst>
          <pc:docMk/>
          <pc:sldMk cId="0" sldId="331"/>
        </pc:sldMkLst>
        <pc:spChg chg="mod ord">
          <ac:chgData name="Jenny Díaz Ramírez" userId="df7d83af-54c1-43f9-a4ec-fea9744b3563" providerId="ADAL" clId="{D5892DFB-EF73-45F8-8BAF-7710AEF1FAEE}" dt="2025-03-05T22:00:55.317" v="1926" actId="20577"/>
          <ac:spMkLst>
            <pc:docMk/>
            <pc:sldMk cId="0" sldId="331"/>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31"/>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31"/>
            <ac:spMk id="4" creationId="{00000000-0000-0000-0000-000000000000}"/>
          </ac:spMkLst>
        </pc:spChg>
        <pc:spChg chg="add del mod">
          <ac:chgData name="Jenny Díaz Ramírez" userId="df7d83af-54c1-43f9-a4ec-fea9744b3563" providerId="ADAL" clId="{D5892DFB-EF73-45F8-8BAF-7710AEF1FAEE}" dt="2025-03-05T21:58:41.189" v="1856" actId="478"/>
          <ac:spMkLst>
            <pc:docMk/>
            <pc:sldMk cId="0" sldId="331"/>
            <ac:spMk id="7" creationId="{05ABA211-A238-EB08-FF05-DA90043C44C2}"/>
          </ac:spMkLst>
        </pc:spChg>
        <pc:spChg chg="add del mod">
          <ac:chgData name="Jenny Díaz Ramírez" userId="df7d83af-54c1-43f9-a4ec-fea9744b3563" providerId="ADAL" clId="{D5892DFB-EF73-45F8-8BAF-7710AEF1FAEE}" dt="2025-03-05T21:59:12.682" v="1860" actId="478"/>
          <ac:spMkLst>
            <pc:docMk/>
            <pc:sldMk cId="0" sldId="331"/>
            <ac:spMk id="8" creationId="{B9A9272B-9C0E-3C8D-3B8B-32A293DE2039}"/>
          </ac:spMkLst>
        </pc:spChg>
        <pc:spChg chg="add del mod">
          <ac:chgData name="Jenny Díaz Ramírez" userId="df7d83af-54c1-43f9-a4ec-fea9744b3563" providerId="ADAL" clId="{D5892DFB-EF73-45F8-8BAF-7710AEF1FAEE}" dt="2025-03-05T22:00:26.059" v="1875" actId="478"/>
          <ac:spMkLst>
            <pc:docMk/>
            <pc:sldMk cId="0" sldId="331"/>
            <ac:spMk id="9" creationId="{3AD41508-EFDC-317F-0D6F-F82F6BA4E62F}"/>
          </ac:spMkLst>
        </pc:spChg>
        <pc:spChg chg="add del mod">
          <ac:chgData name="Jenny Díaz Ramírez" userId="df7d83af-54c1-43f9-a4ec-fea9744b3563" providerId="ADAL" clId="{D5892DFB-EF73-45F8-8BAF-7710AEF1FAEE}" dt="2025-03-05T22:00:01.215" v="1870" actId="478"/>
          <ac:spMkLst>
            <pc:docMk/>
            <pc:sldMk cId="0" sldId="331"/>
            <ac:spMk id="10" creationId="{5EDD0A91-9319-B945-29E3-9A63F06B9687}"/>
          </ac:spMkLst>
        </pc:spChg>
        <pc:spChg chg="add del mod">
          <ac:chgData name="Jenny Díaz Ramírez" userId="df7d83af-54c1-43f9-a4ec-fea9744b3563" providerId="ADAL" clId="{D5892DFB-EF73-45F8-8BAF-7710AEF1FAEE}" dt="2025-03-05T22:00:12.149" v="1872" actId="478"/>
          <ac:spMkLst>
            <pc:docMk/>
            <pc:sldMk cId="0" sldId="331"/>
            <ac:spMk id="11" creationId="{2F2989DA-5A63-64BB-8697-AF178136C0C5}"/>
          </ac:spMkLst>
        </pc:spChg>
        <pc:spChg chg="del mod ord">
          <ac:chgData name="Jenny Díaz Ramírez" userId="df7d83af-54c1-43f9-a4ec-fea9744b3563" providerId="ADAL" clId="{D5892DFB-EF73-45F8-8BAF-7710AEF1FAEE}" dt="2025-03-05T21:58:37.768" v="1855" actId="478"/>
          <ac:spMkLst>
            <pc:docMk/>
            <pc:sldMk cId="0" sldId="331"/>
            <ac:spMk id="15" creationId="{00000000-0000-0000-0000-000000000000}"/>
          </ac:spMkLst>
        </pc:spChg>
        <pc:spChg chg="mod">
          <ac:chgData name="Jenny Díaz Ramírez" userId="df7d83af-54c1-43f9-a4ec-fea9744b3563" providerId="ADAL" clId="{D5892DFB-EF73-45F8-8BAF-7710AEF1FAEE}" dt="2025-03-05T21:59:22.074" v="1862" actId="207"/>
          <ac:spMkLst>
            <pc:docMk/>
            <pc:sldMk cId="0" sldId="331"/>
            <ac:spMk id="20" creationId="{00000000-0000-0000-0000-000000000000}"/>
          </ac:spMkLst>
        </pc:spChg>
        <pc:spChg chg="mod">
          <ac:chgData name="Jenny Díaz Ramírez" userId="df7d83af-54c1-43f9-a4ec-fea9744b3563" providerId="ADAL" clId="{D5892DFB-EF73-45F8-8BAF-7710AEF1FAEE}" dt="2025-03-05T21:59:26.239" v="1863" actId="108"/>
          <ac:spMkLst>
            <pc:docMk/>
            <pc:sldMk cId="0" sldId="331"/>
            <ac:spMk id="22" creationId="{00000000-0000-0000-0000-000000000000}"/>
          </ac:spMkLst>
        </pc:spChg>
        <pc:spChg chg="mod">
          <ac:chgData name="Jenny Díaz Ramírez" userId="df7d83af-54c1-43f9-a4ec-fea9744b3563" providerId="ADAL" clId="{D5892DFB-EF73-45F8-8BAF-7710AEF1FAEE}" dt="2025-03-05T22:00:23.930" v="1874" actId="207"/>
          <ac:spMkLst>
            <pc:docMk/>
            <pc:sldMk cId="0" sldId="331"/>
            <ac:spMk id="24" creationId="{00000000-0000-0000-0000-000000000000}"/>
          </ac:spMkLst>
        </pc:spChg>
        <pc:spChg chg="mod">
          <ac:chgData name="Jenny Díaz Ramírez" userId="df7d83af-54c1-43f9-a4ec-fea9744b3563" providerId="ADAL" clId="{D5892DFB-EF73-45F8-8BAF-7710AEF1FAEE}" dt="2025-03-05T22:00:29.523" v="1876" actId="207"/>
          <ac:spMkLst>
            <pc:docMk/>
            <pc:sldMk cId="0" sldId="331"/>
            <ac:spMk id="26" creationId="{00000000-0000-0000-0000-000000000000}"/>
          </ac:spMkLst>
        </pc:spChg>
        <pc:graphicFrameChg chg="mod">
          <ac:chgData name="Jenny Díaz Ramírez" userId="df7d83af-54c1-43f9-a4ec-fea9744b3563" providerId="ADAL" clId="{D5892DFB-EF73-45F8-8BAF-7710AEF1FAEE}" dt="2025-03-05T22:00:36.271" v="1878" actId="207"/>
          <ac:graphicFrameMkLst>
            <pc:docMk/>
            <pc:sldMk cId="0" sldId="331"/>
            <ac:graphicFrameMk id="72714" creationId="{00000000-0000-0000-0000-000000000000}"/>
          </ac:graphicFrameMkLst>
        </pc:graphicFrameChg>
      </pc:sldChg>
      <pc:sldChg chg="del">
        <pc:chgData name="Jenny Díaz Ramírez" userId="df7d83af-54c1-43f9-a4ec-fea9744b3563" providerId="ADAL" clId="{D5892DFB-EF73-45F8-8BAF-7710AEF1FAEE}" dt="2025-03-05T20:44:57.359" v="71" actId="47"/>
        <pc:sldMkLst>
          <pc:docMk/>
          <pc:sldMk cId="2434826197" sldId="333"/>
        </pc:sldMkLst>
      </pc:sldChg>
      <pc:sldChg chg="del">
        <pc:chgData name="Jenny Díaz Ramírez" userId="df7d83af-54c1-43f9-a4ec-fea9744b3563" providerId="ADAL" clId="{D5892DFB-EF73-45F8-8BAF-7710AEF1FAEE}" dt="2025-03-05T20:44:57.359" v="71" actId="47"/>
        <pc:sldMkLst>
          <pc:docMk/>
          <pc:sldMk cId="961838741" sldId="334"/>
        </pc:sldMkLst>
      </pc:sldChg>
      <pc:sldChg chg="del">
        <pc:chgData name="Jenny Díaz Ramírez" userId="df7d83af-54c1-43f9-a4ec-fea9744b3563" providerId="ADAL" clId="{D5892DFB-EF73-45F8-8BAF-7710AEF1FAEE}" dt="2025-03-05T20:44:57.359" v="71" actId="47"/>
        <pc:sldMkLst>
          <pc:docMk/>
          <pc:sldMk cId="2633552067" sldId="335"/>
        </pc:sldMkLst>
      </pc:sldChg>
      <pc:sldChg chg="del">
        <pc:chgData name="Jenny Díaz Ramírez" userId="df7d83af-54c1-43f9-a4ec-fea9744b3563" providerId="ADAL" clId="{D5892DFB-EF73-45F8-8BAF-7710AEF1FAEE}" dt="2025-03-05T20:44:57.359" v="71" actId="47"/>
        <pc:sldMkLst>
          <pc:docMk/>
          <pc:sldMk cId="529042108" sldId="346"/>
        </pc:sldMkLst>
      </pc:sldChg>
      <pc:sldChg chg="modSp mod">
        <pc:chgData name="Jenny Díaz Ramírez" userId="df7d83af-54c1-43f9-a4ec-fea9744b3563" providerId="ADAL" clId="{D5892DFB-EF73-45F8-8BAF-7710AEF1FAEE}" dt="2025-03-05T20:44:45.060" v="70" actId="20577"/>
        <pc:sldMkLst>
          <pc:docMk/>
          <pc:sldMk cId="2960950710" sldId="350"/>
        </pc:sldMkLst>
        <pc:spChg chg="mod">
          <ac:chgData name="Jenny Díaz Ramírez" userId="df7d83af-54c1-43f9-a4ec-fea9744b3563" providerId="ADAL" clId="{D5892DFB-EF73-45F8-8BAF-7710AEF1FAEE}" dt="2025-03-05T20:44:45.060" v="70" actId="20577"/>
          <ac:spMkLst>
            <pc:docMk/>
            <pc:sldMk cId="2960950710" sldId="350"/>
            <ac:spMk id="2" creationId="{293E168C-8042-5B4E-A5A4-A5BF693AE2D6}"/>
          </ac:spMkLst>
        </pc:spChg>
      </pc:sldChg>
      <pc:sldChg chg="modSp add mod ord modClrScheme chgLayout">
        <pc:chgData name="Jenny Díaz Ramírez" userId="df7d83af-54c1-43f9-a4ec-fea9744b3563" providerId="ADAL" clId="{D5892DFB-EF73-45F8-8BAF-7710AEF1FAEE}" dt="2025-03-05T21:07:49.104" v="858"/>
        <pc:sldMkLst>
          <pc:docMk/>
          <pc:sldMk cId="0" sldId="351"/>
        </pc:sldMkLst>
        <pc:spChg chg="mod ord">
          <ac:chgData name="Jenny Díaz Ramírez" userId="df7d83af-54c1-43f9-a4ec-fea9744b3563" providerId="ADAL" clId="{D5892DFB-EF73-45F8-8BAF-7710AEF1FAEE}" dt="2025-03-05T21:04:47.864" v="677" actId="20577"/>
          <ac:spMkLst>
            <pc:docMk/>
            <pc:sldMk cId="0" sldId="351"/>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1"/>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1"/>
            <ac:spMk id="5" creationId="{00000000-0000-0000-0000-000000000000}"/>
          </ac:spMkLst>
        </pc:spChg>
        <pc:spChg chg="mod">
          <ac:chgData name="Jenny Díaz Ramírez" userId="df7d83af-54c1-43f9-a4ec-fea9744b3563" providerId="ADAL" clId="{D5892DFB-EF73-45F8-8BAF-7710AEF1FAEE}" dt="2025-03-05T21:05:15.210" v="772" actId="1076"/>
          <ac:spMkLst>
            <pc:docMk/>
            <pc:sldMk cId="0" sldId="351"/>
            <ac:spMk id="8" creationId="{00000000-0000-0000-0000-000000000000}"/>
          </ac:spMkLst>
        </pc:spChg>
        <pc:graphicFrameChg chg="mod ord">
          <ac:chgData name="Jenny Díaz Ramírez" userId="df7d83af-54c1-43f9-a4ec-fea9744b3563" providerId="ADAL" clId="{D5892DFB-EF73-45F8-8BAF-7710AEF1FAEE}" dt="2025-03-05T21:05:25.058" v="776" actId="1076"/>
          <ac:graphicFrameMkLst>
            <pc:docMk/>
            <pc:sldMk cId="0" sldId="351"/>
            <ac:graphicFrameMk id="4" creationId="{00000000-0000-0000-0000-000000000000}"/>
          </ac:graphicFrameMkLst>
        </pc:graphicFrameChg>
      </pc:sldChg>
      <pc:sldChg chg="addSp delSp modSp add mod modClrScheme chgLayout">
        <pc:chgData name="Jenny Díaz Ramírez" userId="df7d83af-54c1-43f9-a4ec-fea9744b3563" providerId="ADAL" clId="{D5892DFB-EF73-45F8-8BAF-7710AEF1FAEE}" dt="2025-03-05T21:15:31.077" v="1210" actId="478"/>
        <pc:sldMkLst>
          <pc:docMk/>
          <pc:sldMk cId="0" sldId="352"/>
        </pc:sldMkLst>
        <pc:spChg chg="mod ord">
          <ac:chgData name="Jenny Díaz Ramírez" userId="df7d83af-54c1-43f9-a4ec-fea9744b3563" providerId="ADAL" clId="{D5892DFB-EF73-45F8-8BAF-7710AEF1FAEE}" dt="2025-03-05T21:15:26.168" v="1208" actId="20577"/>
          <ac:spMkLst>
            <pc:docMk/>
            <pc:sldMk cId="0" sldId="352"/>
            <ac:spMk id="2" creationId="{00000000-0000-0000-0000-000000000000}"/>
          </ac:spMkLst>
        </pc:spChg>
        <pc:spChg chg="del mod ord">
          <ac:chgData name="Jenny Díaz Ramírez" userId="df7d83af-54c1-43f9-a4ec-fea9744b3563" providerId="ADAL" clId="{D5892DFB-EF73-45F8-8BAF-7710AEF1FAEE}" dt="2025-03-05T21:14:08.307" v="1154"/>
          <ac:spMkLst>
            <pc:docMk/>
            <pc:sldMk cId="0" sldId="352"/>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2"/>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2"/>
            <ac:spMk id="5" creationId="{00000000-0000-0000-0000-000000000000}"/>
          </ac:spMkLst>
        </pc:spChg>
        <pc:spChg chg="add del">
          <ac:chgData name="Jenny Díaz Ramírez" userId="df7d83af-54c1-43f9-a4ec-fea9744b3563" providerId="ADAL" clId="{D5892DFB-EF73-45F8-8BAF-7710AEF1FAEE}" dt="2025-03-05T21:15:31.077" v="1210" actId="478"/>
          <ac:spMkLst>
            <pc:docMk/>
            <pc:sldMk cId="0" sldId="352"/>
            <ac:spMk id="6" creationId="{49EA19D1-3B12-CB72-DBFC-38F11D2AE50A}"/>
          </ac:spMkLst>
        </pc:spChg>
        <pc:spChg chg="add del mod">
          <ac:chgData name="Jenny Díaz Ramírez" userId="df7d83af-54c1-43f9-a4ec-fea9744b3563" providerId="ADAL" clId="{D5892DFB-EF73-45F8-8BAF-7710AEF1FAEE}" dt="2025-03-05T21:15:29.360" v="1209" actId="478"/>
          <ac:spMkLst>
            <pc:docMk/>
            <pc:sldMk cId="0" sldId="352"/>
            <ac:spMk id="8" creationId="{33941E21-8C7D-BF75-9C7C-A046254ABE3E}"/>
          </ac:spMkLst>
        </pc:spChg>
        <pc:spChg chg="add mod">
          <ac:chgData name="Jenny Díaz Ramírez" userId="df7d83af-54c1-43f9-a4ec-fea9744b3563" providerId="ADAL" clId="{D5892DFB-EF73-45F8-8BAF-7710AEF1FAEE}" dt="2025-03-05T21:15:02.229" v="1161" actId="207"/>
          <ac:spMkLst>
            <pc:docMk/>
            <pc:sldMk cId="0" sldId="352"/>
            <ac:spMk id="9" creationId="{66071921-AD27-4B50-081C-AA5BF16796FD}"/>
          </ac:spMkLst>
        </pc:spChg>
        <pc:graphicFrameChg chg="mod ord modGraphic">
          <ac:chgData name="Jenny Díaz Ramírez" userId="df7d83af-54c1-43f9-a4ec-fea9744b3563" providerId="ADAL" clId="{D5892DFB-EF73-45F8-8BAF-7710AEF1FAEE}" dt="2025-03-05T21:13:25.450" v="1148"/>
          <ac:graphicFrameMkLst>
            <pc:docMk/>
            <pc:sldMk cId="0" sldId="352"/>
            <ac:graphicFrameMk id="7" creationId="{00000000-0000-0000-0000-000000000000}"/>
          </ac:graphicFrameMkLst>
        </pc:graphicFrameChg>
        <pc:graphicFrameChg chg="mod">
          <ac:chgData name="Jenny Díaz Ramírez" userId="df7d83af-54c1-43f9-a4ec-fea9744b3563" providerId="ADAL" clId="{D5892DFB-EF73-45F8-8BAF-7710AEF1FAEE}" dt="2025-03-05T21:13:00.606" v="1104" actId="1076"/>
          <ac:graphicFrameMkLst>
            <pc:docMk/>
            <pc:sldMk cId="0" sldId="352"/>
            <ac:graphicFrameMk id="93185" creationId="{00000000-0000-0000-0000-000000000000}"/>
          </ac:graphicFrameMkLst>
        </pc:graphicFrameChg>
        <pc:graphicFrameChg chg="mod">
          <ac:chgData name="Jenny Díaz Ramírez" userId="df7d83af-54c1-43f9-a4ec-fea9744b3563" providerId="ADAL" clId="{D5892DFB-EF73-45F8-8BAF-7710AEF1FAEE}" dt="2025-03-05T21:12:27.627" v="1095" actId="1076"/>
          <ac:graphicFrameMkLst>
            <pc:docMk/>
            <pc:sldMk cId="0" sldId="352"/>
            <ac:graphicFrameMk id="93186" creationId="{00000000-0000-0000-0000-000000000000}"/>
          </ac:graphicFrameMkLst>
        </pc:graphicFrameChg>
        <pc:graphicFrameChg chg="mod">
          <ac:chgData name="Jenny Díaz Ramírez" userId="df7d83af-54c1-43f9-a4ec-fea9744b3563" providerId="ADAL" clId="{D5892DFB-EF73-45F8-8BAF-7710AEF1FAEE}" dt="2025-03-05T21:13:03.454" v="1105" actId="1076"/>
          <ac:graphicFrameMkLst>
            <pc:docMk/>
            <pc:sldMk cId="0" sldId="352"/>
            <ac:graphicFrameMk id="93188" creationId="{00000000-0000-0000-0000-000000000000}"/>
          </ac:graphicFrameMkLst>
        </pc:graphicFrameChg>
        <pc:graphicFrameChg chg="mod">
          <ac:chgData name="Jenny Díaz Ramírez" userId="df7d83af-54c1-43f9-a4ec-fea9744b3563" providerId="ADAL" clId="{D5892DFB-EF73-45F8-8BAF-7710AEF1FAEE}" dt="2025-03-05T21:12:57.982" v="1103" actId="1076"/>
          <ac:graphicFrameMkLst>
            <pc:docMk/>
            <pc:sldMk cId="0" sldId="352"/>
            <ac:graphicFrameMk id="93189" creationId="{00000000-0000-0000-0000-000000000000}"/>
          </ac:graphicFrameMkLst>
        </pc:graphicFrameChg>
        <pc:cxnChg chg="mod">
          <ac:chgData name="Jenny Díaz Ramírez" userId="df7d83af-54c1-43f9-a4ec-fea9744b3563" providerId="ADAL" clId="{D5892DFB-EF73-45F8-8BAF-7710AEF1FAEE}" dt="2025-03-05T21:12:55.579" v="1102" actId="1076"/>
          <ac:cxnSpMkLst>
            <pc:docMk/>
            <pc:sldMk cId="0" sldId="352"/>
            <ac:cxnSpMk id="14" creationId="{00000000-0000-0000-0000-000000000000}"/>
          </ac:cxnSpMkLst>
        </pc:cxnChg>
        <pc:cxnChg chg="mod">
          <ac:chgData name="Jenny Díaz Ramírez" userId="df7d83af-54c1-43f9-a4ec-fea9744b3563" providerId="ADAL" clId="{D5892DFB-EF73-45F8-8BAF-7710AEF1FAEE}" dt="2025-03-05T21:12:52.197" v="1101" actId="1076"/>
          <ac:cxnSpMkLst>
            <pc:docMk/>
            <pc:sldMk cId="0" sldId="352"/>
            <ac:cxnSpMk id="15" creationId="{00000000-0000-0000-0000-000000000000}"/>
          </ac:cxnSpMkLst>
        </pc:cxnChg>
        <pc:cxnChg chg="mod">
          <ac:chgData name="Jenny Díaz Ramírez" userId="df7d83af-54c1-43f9-a4ec-fea9744b3563" providerId="ADAL" clId="{D5892DFB-EF73-45F8-8BAF-7710AEF1FAEE}" dt="2025-03-05T21:12:50.509" v="1100" actId="1076"/>
          <ac:cxnSpMkLst>
            <pc:docMk/>
            <pc:sldMk cId="0" sldId="352"/>
            <ac:cxnSpMk id="16" creationId="{00000000-0000-0000-0000-000000000000}"/>
          </ac:cxnSpMkLst>
        </pc:cxnChg>
        <pc:cxnChg chg="mod">
          <ac:chgData name="Jenny Díaz Ramírez" userId="df7d83af-54c1-43f9-a4ec-fea9744b3563" providerId="ADAL" clId="{D5892DFB-EF73-45F8-8BAF-7710AEF1FAEE}" dt="2025-03-05T21:12:48.619" v="1099" actId="1076"/>
          <ac:cxnSpMkLst>
            <pc:docMk/>
            <pc:sldMk cId="0" sldId="352"/>
            <ac:cxnSpMk id="17" creationId="{00000000-0000-0000-0000-000000000000}"/>
          </ac:cxnSpMkLst>
        </pc:cxnChg>
        <pc:cxnChg chg="mod">
          <ac:chgData name="Jenny Díaz Ramírez" userId="df7d83af-54c1-43f9-a4ec-fea9744b3563" providerId="ADAL" clId="{D5892DFB-EF73-45F8-8BAF-7710AEF1FAEE}" dt="2025-03-05T21:12:21.281" v="1093" actId="13822"/>
          <ac:cxnSpMkLst>
            <pc:docMk/>
            <pc:sldMk cId="0" sldId="352"/>
            <ac:cxnSpMk id="18" creationId="{00000000-0000-0000-0000-000000000000}"/>
          </ac:cxnSpMkLst>
        </pc:cxnChg>
        <pc:cxnChg chg="mod">
          <ac:chgData name="Jenny Díaz Ramírez" userId="df7d83af-54c1-43f9-a4ec-fea9744b3563" providerId="ADAL" clId="{D5892DFB-EF73-45F8-8BAF-7710AEF1FAEE}" dt="2025-03-05T21:12:46.383" v="1098" actId="1076"/>
          <ac:cxnSpMkLst>
            <pc:docMk/>
            <pc:sldMk cId="0" sldId="352"/>
            <ac:cxnSpMk id="19" creationId="{00000000-0000-0000-0000-000000000000}"/>
          </ac:cxnSpMkLst>
        </pc:cxnChg>
      </pc:sldChg>
      <pc:sldChg chg="addSp delSp modSp add del mod modClrScheme chgLayout">
        <pc:chgData name="Jenny Díaz Ramírez" userId="df7d83af-54c1-43f9-a4ec-fea9744b3563" providerId="ADAL" clId="{D5892DFB-EF73-45F8-8BAF-7710AEF1FAEE}" dt="2025-03-05T21:08:24.844" v="897" actId="47"/>
        <pc:sldMkLst>
          <pc:docMk/>
          <pc:sldMk cId="0" sldId="353"/>
        </pc:sldMkLst>
        <pc:spChg chg="mod ord">
          <ac:chgData name="Jenny Díaz Ramírez" userId="df7d83af-54c1-43f9-a4ec-fea9744b3563" providerId="ADAL" clId="{D5892DFB-EF73-45F8-8BAF-7710AEF1FAEE}" dt="2025-03-05T20:49:46.723" v="79" actId="27636"/>
          <ac:spMkLst>
            <pc:docMk/>
            <pc:sldMk cId="0" sldId="353"/>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3"/>
            <ac:spMk id="3" creationId="{00000000-0000-0000-0000-000000000000}"/>
          </ac:spMkLst>
        </pc:spChg>
        <pc:spChg chg="del mod ord">
          <ac:chgData name="Jenny Díaz Ramírez" userId="df7d83af-54c1-43f9-a4ec-fea9744b3563" providerId="ADAL" clId="{D5892DFB-EF73-45F8-8BAF-7710AEF1FAEE}" dt="2025-03-05T21:08:20.421" v="895" actId="478"/>
          <ac:spMkLst>
            <pc:docMk/>
            <pc:sldMk cId="0" sldId="353"/>
            <ac:spMk id="5" creationId="{00000000-0000-0000-0000-000000000000}"/>
          </ac:spMkLst>
        </pc:spChg>
        <pc:spChg chg="add mod">
          <ac:chgData name="Jenny Díaz Ramírez" userId="df7d83af-54c1-43f9-a4ec-fea9744b3563" providerId="ADAL" clId="{D5892DFB-EF73-45F8-8BAF-7710AEF1FAEE}" dt="2025-03-05T21:08:20.834" v="896"/>
          <ac:spMkLst>
            <pc:docMk/>
            <pc:sldMk cId="0" sldId="353"/>
            <ac:spMk id="6" creationId="{B259C753-C21A-514D-F06D-12A6C12B4ADD}"/>
          </ac:spMkLst>
        </pc:spChg>
        <pc:graphicFrameChg chg="mod ord">
          <ac:chgData name="Jenny Díaz Ramírez" userId="df7d83af-54c1-43f9-a4ec-fea9744b3563" providerId="ADAL" clId="{D5892DFB-EF73-45F8-8BAF-7710AEF1FAEE}" dt="2025-03-05T20:49:10.535" v="75" actId="700"/>
          <ac:graphicFrameMkLst>
            <pc:docMk/>
            <pc:sldMk cId="0" sldId="353"/>
            <ac:graphicFrameMk id="4" creationId="{00000000-0000-0000-0000-000000000000}"/>
          </ac:graphicFrameMkLst>
        </pc:graphicFrameChg>
      </pc:sldChg>
      <pc:sldChg chg="addSp modSp add mod modClrScheme chgLayout">
        <pc:chgData name="Jenny Díaz Ramírez" userId="df7d83af-54c1-43f9-a4ec-fea9744b3563" providerId="ADAL" clId="{D5892DFB-EF73-45F8-8BAF-7710AEF1FAEE}" dt="2025-03-05T21:58:31.728" v="1853" actId="1076"/>
        <pc:sldMkLst>
          <pc:docMk/>
          <pc:sldMk cId="0" sldId="354"/>
        </pc:sldMkLst>
        <pc:spChg chg="mod ord">
          <ac:chgData name="Jenny Díaz Ramírez" userId="df7d83af-54c1-43f9-a4ec-fea9744b3563" providerId="ADAL" clId="{D5892DFB-EF73-45F8-8BAF-7710AEF1FAEE}" dt="2025-03-05T21:55:56.098" v="1498" actId="6549"/>
          <ac:spMkLst>
            <pc:docMk/>
            <pc:sldMk cId="0" sldId="354"/>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4"/>
            <ac:spMk id="3" creationId="{00000000-0000-0000-0000-000000000000}"/>
          </ac:spMkLst>
        </pc:spChg>
        <pc:spChg chg="mod">
          <ac:chgData name="Jenny Díaz Ramírez" userId="df7d83af-54c1-43f9-a4ec-fea9744b3563" providerId="ADAL" clId="{D5892DFB-EF73-45F8-8BAF-7710AEF1FAEE}" dt="2025-03-05T21:55:48.633" v="1488" actId="207"/>
          <ac:spMkLst>
            <pc:docMk/>
            <pc:sldMk cId="0" sldId="354"/>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4"/>
            <ac:spMk id="5" creationId="{00000000-0000-0000-0000-000000000000}"/>
          </ac:spMkLst>
        </pc:spChg>
        <pc:spChg chg="mod ord">
          <ac:chgData name="Jenny Díaz Ramírez" userId="df7d83af-54c1-43f9-a4ec-fea9744b3563" providerId="ADAL" clId="{D5892DFB-EF73-45F8-8BAF-7710AEF1FAEE}" dt="2025-03-05T21:58:16.318" v="1851" actId="14100"/>
          <ac:spMkLst>
            <pc:docMk/>
            <pc:sldMk cId="0" sldId="354"/>
            <ac:spMk id="7" creationId="{00000000-0000-0000-0000-000000000000}"/>
          </ac:spMkLst>
        </pc:spChg>
        <pc:graphicFrameChg chg="add mod">
          <ac:chgData name="Jenny Díaz Ramírez" userId="df7d83af-54c1-43f9-a4ec-fea9744b3563" providerId="ADAL" clId="{D5892DFB-EF73-45F8-8BAF-7710AEF1FAEE}" dt="2025-03-05T21:58:31.728" v="1853" actId="1076"/>
          <ac:graphicFrameMkLst>
            <pc:docMk/>
            <pc:sldMk cId="0" sldId="354"/>
            <ac:graphicFrameMk id="6" creationId="{A612063D-F57C-C353-C74A-EFC699BF1A89}"/>
          </ac:graphicFrameMkLst>
        </pc:graphicFrameChg>
      </pc:sldChg>
      <pc:sldChg chg="modSp add del mod modClrScheme chgLayout">
        <pc:chgData name="Jenny Díaz Ramírez" userId="df7d83af-54c1-43f9-a4ec-fea9744b3563" providerId="ADAL" clId="{D5892DFB-EF73-45F8-8BAF-7710AEF1FAEE}" dt="2025-03-05T21:58:33.366" v="1854" actId="47"/>
        <pc:sldMkLst>
          <pc:docMk/>
          <pc:sldMk cId="0" sldId="355"/>
        </pc:sldMkLst>
        <pc:spChg chg="mod ord">
          <ac:chgData name="Jenny Díaz Ramírez" userId="df7d83af-54c1-43f9-a4ec-fea9744b3563" providerId="ADAL" clId="{D5892DFB-EF73-45F8-8BAF-7710AEF1FAEE}" dt="2025-03-05T20:49:46.769" v="81" actId="27636"/>
          <ac:spMkLst>
            <pc:docMk/>
            <pc:sldMk cId="0" sldId="355"/>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4" creationId="{00000000-0000-0000-0000-000000000000}"/>
          </ac:spMkLst>
        </pc:spChg>
        <pc:spChg chg="mod ord">
          <ac:chgData name="Jenny Díaz Ramírez" userId="df7d83af-54c1-43f9-a4ec-fea9744b3563" providerId="ADAL" clId="{D5892DFB-EF73-45F8-8BAF-7710AEF1FAEE}" dt="2025-03-05T20:49:10.535" v="75" actId="700"/>
          <ac:spMkLst>
            <pc:docMk/>
            <pc:sldMk cId="0" sldId="355"/>
            <ac:spMk id="5" creationId="{00000000-0000-0000-0000-000000000000}"/>
          </ac:spMkLst>
        </pc:spChg>
      </pc:sldChg>
      <pc:sldChg chg="modSp add mod modClrScheme chgLayout">
        <pc:chgData name="Jenny Díaz Ramírez" userId="df7d83af-54c1-43f9-a4ec-fea9744b3563" providerId="ADAL" clId="{D5892DFB-EF73-45F8-8BAF-7710AEF1FAEE}" dt="2025-03-05T22:02:56.012" v="2205" actId="6549"/>
        <pc:sldMkLst>
          <pc:docMk/>
          <pc:sldMk cId="0" sldId="356"/>
        </pc:sldMkLst>
        <pc:spChg chg="mod ord">
          <ac:chgData name="Jenny Díaz Ramírez" userId="df7d83af-54c1-43f9-a4ec-fea9744b3563" providerId="ADAL" clId="{D5892DFB-EF73-45F8-8BAF-7710AEF1FAEE}" dt="2025-03-05T22:02:18.896" v="2100" actId="20577"/>
          <ac:spMkLst>
            <pc:docMk/>
            <pc:sldMk cId="0" sldId="356"/>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6"/>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6"/>
            <ac:spMk id="5" creationId="{00000000-0000-0000-0000-000000000000}"/>
          </ac:spMkLst>
        </pc:spChg>
        <pc:spChg chg="mod">
          <ac:chgData name="Jenny Díaz Ramírez" userId="df7d83af-54c1-43f9-a4ec-fea9744b3563" providerId="ADAL" clId="{D5892DFB-EF73-45F8-8BAF-7710AEF1FAEE}" dt="2025-03-05T22:02:56.012" v="2205" actId="6549"/>
          <ac:spMkLst>
            <pc:docMk/>
            <pc:sldMk cId="0" sldId="356"/>
            <ac:spMk id="8" creationId="{00000000-0000-0000-0000-000000000000}"/>
          </ac:spMkLst>
        </pc:spChg>
        <pc:spChg chg="mod">
          <ac:chgData name="Jenny Díaz Ramírez" userId="df7d83af-54c1-43f9-a4ec-fea9744b3563" providerId="ADAL" clId="{D5892DFB-EF73-45F8-8BAF-7710AEF1FAEE}" dt="2025-03-05T22:02:26.241" v="2103" actId="207"/>
          <ac:spMkLst>
            <pc:docMk/>
            <pc:sldMk cId="0" sldId="356"/>
            <ac:spMk id="9" creationId="{00000000-0000-0000-0000-000000000000}"/>
          </ac:spMkLst>
        </pc:spChg>
        <pc:spChg chg="mod">
          <ac:chgData name="Jenny Díaz Ramírez" userId="df7d83af-54c1-43f9-a4ec-fea9744b3563" providerId="ADAL" clId="{D5892DFB-EF73-45F8-8BAF-7710AEF1FAEE}" dt="2025-03-05T22:02:26.241" v="2103" actId="207"/>
          <ac:spMkLst>
            <pc:docMk/>
            <pc:sldMk cId="0" sldId="356"/>
            <ac:spMk id="10" creationId="{00000000-0000-0000-0000-000000000000}"/>
          </ac:spMkLst>
        </pc:spChg>
        <pc:graphicFrameChg chg="mod ord">
          <ac:chgData name="Jenny Díaz Ramírez" userId="df7d83af-54c1-43f9-a4ec-fea9744b3563" providerId="ADAL" clId="{D5892DFB-EF73-45F8-8BAF-7710AEF1FAEE}" dt="2025-03-05T22:02:23.458" v="2102" actId="1076"/>
          <ac:graphicFrameMkLst>
            <pc:docMk/>
            <pc:sldMk cId="0" sldId="356"/>
            <ac:graphicFrameMk id="4" creationId="{00000000-0000-0000-0000-000000000000}"/>
          </ac:graphicFrameMkLst>
        </pc:graphicFrameChg>
        <pc:graphicFrameChg chg="mod">
          <ac:chgData name="Jenny Díaz Ramírez" userId="df7d83af-54c1-43f9-a4ec-fea9744b3563" providerId="ADAL" clId="{D5892DFB-EF73-45F8-8BAF-7710AEF1FAEE}" dt="2025-03-05T22:02:31.776" v="2104" actId="1076"/>
          <ac:graphicFrameMkLst>
            <pc:docMk/>
            <pc:sldMk cId="0" sldId="356"/>
            <ac:graphicFrameMk id="97285" creationId="{00000000-0000-0000-0000-000000000000}"/>
          </ac:graphicFrameMkLst>
        </pc:graphicFrameChg>
        <pc:graphicFrameChg chg="mod">
          <ac:chgData name="Jenny Díaz Ramírez" userId="df7d83af-54c1-43f9-a4ec-fea9744b3563" providerId="ADAL" clId="{D5892DFB-EF73-45F8-8BAF-7710AEF1FAEE}" dt="2025-03-05T22:02:26.241" v="2103" actId="207"/>
          <ac:graphicFrameMkLst>
            <pc:docMk/>
            <pc:sldMk cId="0" sldId="356"/>
            <ac:graphicFrameMk id="97286" creationId="{00000000-0000-0000-0000-000000000000}"/>
          </ac:graphicFrameMkLst>
        </pc:graphicFrameChg>
      </pc:sldChg>
      <pc:sldChg chg="modSp add mod modClrScheme chgLayout">
        <pc:chgData name="Jenny Díaz Ramírez" userId="df7d83af-54c1-43f9-a4ec-fea9744b3563" providerId="ADAL" clId="{D5892DFB-EF73-45F8-8BAF-7710AEF1FAEE}" dt="2025-03-05T22:03:58.617" v="2342" actId="20577"/>
        <pc:sldMkLst>
          <pc:docMk/>
          <pc:sldMk cId="0" sldId="357"/>
        </pc:sldMkLst>
        <pc:spChg chg="mod ord">
          <ac:chgData name="Jenny Díaz Ramírez" userId="df7d83af-54c1-43f9-a4ec-fea9744b3563" providerId="ADAL" clId="{D5892DFB-EF73-45F8-8BAF-7710AEF1FAEE}" dt="2025-03-05T22:03:04.325" v="2214" actId="20577"/>
          <ac:spMkLst>
            <pc:docMk/>
            <pc:sldMk cId="0" sldId="357"/>
            <ac:spMk id="2" creationId="{00000000-0000-0000-0000-000000000000}"/>
          </ac:spMkLst>
        </pc:spChg>
        <pc:spChg chg="mod ord">
          <ac:chgData name="Jenny Díaz Ramírez" userId="df7d83af-54c1-43f9-a4ec-fea9744b3563" providerId="ADAL" clId="{D5892DFB-EF73-45F8-8BAF-7710AEF1FAEE}" dt="2025-03-05T20:49:10.535" v="75" actId="700"/>
          <ac:spMkLst>
            <pc:docMk/>
            <pc:sldMk cId="0" sldId="357"/>
            <ac:spMk id="3" creationId="{00000000-0000-0000-0000-000000000000}"/>
          </ac:spMkLst>
        </pc:spChg>
        <pc:spChg chg="mod ord">
          <ac:chgData name="Jenny Díaz Ramírez" userId="df7d83af-54c1-43f9-a4ec-fea9744b3563" providerId="ADAL" clId="{D5892DFB-EF73-45F8-8BAF-7710AEF1FAEE}" dt="2025-03-05T20:49:10.535" v="75" actId="700"/>
          <ac:spMkLst>
            <pc:docMk/>
            <pc:sldMk cId="0" sldId="357"/>
            <ac:spMk id="5" creationId="{00000000-0000-0000-0000-000000000000}"/>
          </ac:spMkLst>
        </pc:spChg>
        <pc:spChg chg="mod">
          <ac:chgData name="Jenny Díaz Ramírez" userId="df7d83af-54c1-43f9-a4ec-fea9744b3563" providerId="ADAL" clId="{D5892DFB-EF73-45F8-8BAF-7710AEF1FAEE}" dt="2025-03-05T22:03:58.617" v="2342" actId="20577"/>
          <ac:spMkLst>
            <pc:docMk/>
            <pc:sldMk cId="0" sldId="357"/>
            <ac:spMk id="8" creationId="{00000000-0000-0000-0000-000000000000}"/>
          </ac:spMkLst>
        </pc:spChg>
        <pc:spChg chg="mod">
          <ac:chgData name="Jenny Díaz Ramírez" userId="df7d83af-54c1-43f9-a4ec-fea9744b3563" providerId="ADAL" clId="{D5892DFB-EF73-45F8-8BAF-7710AEF1FAEE}" dt="2025-03-05T22:03:32.379" v="2275" actId="1076"/>
          <ac:spMkLst>
            <pc:docMk/>
            <pc:sldMk cId="0" sldId="357"/>
            <ac:spMk id="9" creationId="{00000000-0000-0000-0000-000000000000}"/>
          </ac:spMkLst>
        </pc:spChg>
        <pc:graphicFrameChg chg="mod ord">
          <ac:chgData name="Jenny Díaz Ramírez" userId="df7d83af-54c1-43f9-a4ec-fea9744b3563" providerId="ADAL" clId="{D5892DFB-EF73-45F8-8BAF-7710AEF1FAEE}" dt="2025-03-05T22:03:07.827" v="2216" actId="1076"/>
          <ac:graphicFrameMkLst>
            <pc:docMk/>
            <pc:sldMk cId="0" sldId="357"/>
            <ac:graphicFrameMk id="4" creationId="{00000000-0000-0000-0000-000000000000}"/>
          </ac:graphicFrameMkLst>
        </pc:graphicFrameChg>
      </pc:sldChg>
      <pc:sldChg chg="addSp delSp modSp add mod delAnim modAnim">
        <pc:chgData name="Jenny Díaz Ramírez" userId="df7d83af-54c1-43f9-a4ec-fea9744b3563" providerId="ADAL" clId="{D5892DFB-EF73-45F8-8BAF-7710AEF1FAEE}" dt="2025-03-05T21:04:30.216" v="663" actId="207"/>
        <pc:sldMkLst>
          <pc:docMk/>
          <pc:sldMk cId="4126677132" sldId="358"/>
        </pc:sldMkLst>
        <pc:spChg chg="mod">
          <ac:chgData name="Jenny Díaz Ramírez" userId="df7d83af-54c1-43f9-a4ec-fea9744b3563" providerId="ADAL" clId="{D5892DFB-EF73-45F8-8BAF-7710AEF1FAEE}" dt="2025-03-05T21:03:58.745" v="654" actId="20577"/>
          <ac:spMkLst>
            <pc:docMk/>
            <pc:sldMk cId="4126677132" sldId="358"/>
            <ac:spMk id="3" creationId="{FA643B27-F872-D4DC-8584-3602945FC953}"/>
          </ac:spMkLst>
        </pc:spChg>
        <pc:spChg chg="del">
          <ac:chgData name="Jenny Díaz Ramírez" userId="df7d83af-54c1-43f9-a4ec-fea9744b3563" providerId="ADAL" clId="{D5892DFB-EF73-45F8-8BAF-7710AEF1FAEE}" dt="2025-03-05T21:04:03.998" v="655" actId="478"/>
          <ac:spMkLst>
            <pc:docMk/>
            <pc:sldMk cId="4126677132" sldId="358"/>
            <ac:spMk id="4" creationId="{733D69F2-1247-DBBA-501D-1D07218A1458}"/>
          </ac:spMkLst>
        </pc:spChg>
        <pc:spChg chg="mod">
          <ac:chgData name="Jenny Díaz Ramírez" userId="df7d83af-54c1-43f9-a4ec-fea9744b3563" providerId="ADAL" clId="{D5892DFB-EF73-45F8-8BAF-7710AEF1FAEE}" dt="2025-03-05T21:04:06.739" v="656" actId="1076"/>
          <ac:spMkLst>
            <pc:docMk/>
            <pc:sldMk cId="4126677132" sldId="358"/>
            <ac:spMk id="7" creationId="{45BA791F-9800-329A-57ED-50599F793127}"/>
          </ac:spMkLst>
        </pc:spChg>
        <pc:spChg chg="mod">
          <ac:chgData name="Jenny Díaz Ramírez" userId="df7d83af-54c1-43f9-a4ec-fea9744b3563" providerId="ADAL" clId="{D5892DFB-EF73-45F8-8BAF-7710AEF1FAEE}" dt="2025-03-05T21:04:26.288" v="662" actId="207"/>
          <ac:spMkLst>
            <pc:docMk/>
            <pc:sldMk cId="4126677132" sldId="358"/>
            <ac:spMk id="11" creationId="{C0FCCCBA-06A9-82A1-26E6-E97741278DA7}"/>
          </ac:spMkLst>
        </pc:spChg>
        <pc:spChg chg="mod">
          <ac:chgData name="Jenny Díaz Ramírez" userId="df7d83af-54c1-43f9-a4ec-fea9744b3563" providerId="ADAL" clId="{D5892DFB-EF73-45F8-8BAF-7710AEF1FAEE}" dt="2025-03-05T21:04:30.216" v="663" actId="207"/>
          <ac:spMkLst>
            <pc:docMk/>
            <pc:sldMk cId="4126677132" sldId="358"/>
            <ac:spMk id="13" creationId="{4830B0ED-8D69-A5CF-32FF-417242EB3F88}"/>
          </ac:spMkLst>
        </pc:spChg>
        <pc:graphicFrameChg chg="add mod">
          <ac:chgData name="Jenny Díaz Ramírez" userId="df7d83af-54c1-43f9-a4ec-fea9744b3563" providerId="ADAL" clId="{D5892DFB-EF73-45F8-8BAF-7710AEF1FAEE}" dt="2025-03-05T21:03:51.223" v="652" actId="1076"/>
          <ac:graphicFrameMkLst>
            <pc:docMk/>
            <pc:sldMk cId="4126677132" sldId="358"/>
            <ac:graphicFrameMk id="8" creationId="{F832FEFE-738B-D8A2-73B4-B7A3929026C0}"/>
          </ac:graphicFrameMkLst>
        </pc:graphicFrameChg>
        <pc:graphicFrameChg chg="add mod">
          <ac:chgData name="Jenny Díaz Ramírez" userId="df7d83af-54c1-43f9-a4ec-fea9744b3563" providerId="ADAL" clId="{D5892DFB-EF73-45F8-8BAF-7710AEF1FAEE}" dt="2025-03-05T21:04:20.026" v="660" actId="1076"/>
          <ac:graphicFrameMkLst>
            <pc:docMk/>
            <pc:sldMk cId="4126677132" sldId="358"/>
            <ac:graphicFrameMk id="9" creationId="{D4952FB8-E1B9-15F6-3235-F48D95AA31F5}"/>
          </ac:graphicFrameMkLst>
        </pc:graphicFrameChg>
        <pc:graphicFrameChg chg="add mod">
          <ac:chgData name="Jenny Díaz Ramírez" userId="df7d83af-54c1-43f9-a4ec-fea9744b3563" providerId="ADAL" clId="{D5892DFB-EF73-45F8-8BAF-7710AEF1FAEE}" dt="2025-03-05T21:04:20.026" v="660" actId="1076"/>
          <ac:graphicFrameMkLst>
            <pc:docMk/>
            <pc:sldMk cId="4126677132" sldId="358"/>
            <ac:graphicFrameMk id="10" creationId="{E76B87AB-15EC-E36A-468B-581EF9413473}"/>
          </ac:graphicFrameMkLst>
        </pc:graphicFrameChg>
        <pc:graphicFrameChg chg="del">
          <ac:chgData name="Jenny Díaz Ramírez" userId="df7d83af-54c1-43f9-a4ec-fea9744b3563" providerId="ADAL" clId="{D5892DFB-EF73-45F8-8BAF-7710AEF1FAEE}" dt="2025-03-05T21:03:47.005" v="651" actId="478"/>
          <ac:graphicFrameMkLst>
            <pc:docMk/>
            <pc:sldMk cId="4126677132" sldId="358"/>
            <ac:graphicFrameMk id="47106" creationId="{D4C5BAA1-10F4-5FFA-75B8-428FBEE81684}"/>
          </ac:graphicFrameMkLst>
        </pc:graphicFrameChg>
        <pc:graphicFrameChg chg="del">
          <ac:chgData name="Jenny Díaz Ramírez" userId="df7d83af-54c1-43f9-a4ec-fea9744b3563" providerId="ADAL" clId="{D5892DFB-EF73-45F8-8BAF-7710AEF1FAEE}" dt="2025-03-05T21:04:09.345" v="658" actId="478"/>
          <ac:graphicFrameMkLst>
            <pc:docMk/>
            <pc:sldMk cId="4126677132" sldId="358"/>
            <ac:graphicFrameMk id="47107" creationId="{F6C4D00E-21F9-2CAC-CFF7-D454AAE01A23}"/>
          </ac:graphicFrameMkLst>
        </pc:graphicFrameChg>
        <pc:graphicFrameChg chg="del mod">
          <ac:chgData name="Jenny Díaz Ramírez" userId="df7d83af-54c1-43f9-a4ec-fea9744b3563" providerId="ADAL" clId="{D5892DFB-EF73-45F8-8BAF-7710AEF1FAEE}" dt="2025-03-05T21:04:08.612" v="657" actId="478"/>
          <ac:graphicFrameMkLst>
            <pc:docMk/>
            <pc:sldMk cId="4126677132" sldId="358"/>
            <ac:graphicFrameMk id="47108" creationId="{E9C99DC9-658D-E346-FAAA-7E0A62750159}"/>
          </ac:graphicFrameMkLst>
        </pc:graphicFrameChg>
      </pc:sldChg>
      <pc:sldChg chg="addSp delSp modSp add mod">
        <pc:chgData name="Jenny Díaz Ramírez" userId="df7d83af-54c1-43f9-a4ec-fea9744b3563" providerId="ADAL" clId="{D5892DFB-EF73-45F8-8BAF-7710AEF1FAEE}" dt="2025-03-05T21:08:16.863" v="894"/>
        <pc:sldMkLst>
          <pc:docMk/>
          <pc:sldMk cId="1655373391" sldId="359"/>
        </pc:sldMkLst>
        <pc:spChg chg="del">
          <ac:chgData name="Jenny Díaz Ramírez" userId="df7d83af-54c1-43f9-a4ec-fea9744b3563" providerId="ADAL" clId="{D5892DFB-EF73-45F8-8BAF-7710AEF1FAEE}" dt="2025-03-05T21:08:16.447" v="893" actId="478"/>
          <ac:spMkLst>
            <pc:docMk/>
            <pc:sldMk cId="1655373391" sldId="359"/>
            <ac:spMk id="5" creationId="{22F69D74-DA07-69A6-308D-471AD927B484}"/>
          </ac:spMkLst>
        </pc:spChg>
        <pc:spChg chg="add mod">
          <ac:chgData name="Jenny Díaz Ramírez" userId="df7d83af-54c1-43f9-a4ec-fea9744b3563" providerId="ADAL" clId="{D5892DFB-EF73-45F8-8BAF-7710AEF1FAEE}" dt="2025-03-05T21:08:15.038" v="892"/>
          <ac:spMkLst>
            <pc:docMk/>
            <pc:sldMk cId="1655373391" sldId="359"/>
            <ac:spMk id="6" creationId="{4ABF8829-E94A-D740-98A2-1887AF62777B}"/>
          </ac:spMkLst>
        </pc:spChg>
        <pc:spChg chg="add mod">
          <ac:chgData name="Jenny Díaz Ramírez" userId="df7d83af-54c1-43f9-a4ec-fea9744b3563" providerId="ADAL" clId="{D5892DFB-EF73-45F8-8BAF-7710AEF1FAEE}" dt="2025-03-05T21:08:16.863" v="894"/>
          <ac:spMkLst>
            <pc:docMk/>
            <pc:sldMk cId="1655373391" sldId="359"/>
            <ac:spMk id="7" creationId="{3C9E9D9B-4CA8-5365-C242-89F080737091}"/>
          </ac:spMkLst>
        </pc:spChg>
        <pc:spChg chg="mod">
          <ac:chgData name="Jenny Díaz Ramírez" userId="df7d83af-54c1-43f9-a4ec-fea9744b3563" providerId="ADAL" clId="{D5892DFB-EF73-45F8-8BAF-7710AEF1FAEE}" dt="2025-03-05T21:08:05.112" v="890" actId="20577"/>
          <ac:spMkLst>
            <pc:docMk/>
            <pc:sldMk cId="1655373391" sldId="359"/>
            <ac:spMk id="8" creationId="{F20E8B78-03F5-1800-B016-23777D5D4D0B}"/>
          </ac:spMkLst>
        </pc:spChg>
      </pc:sldChg>
      <pc:sldChg chg="modSp new mod">
        <pc:chgData name="Jenny Díaz Ramírez" userId="df7d83af-54c1-43f9-a4ec-fea9744b3563" providerId="ADAL" clId="{D5892DFB-EF73-45F8-8BAF-7710AEF1FAEE}" dt="2025-03-05T22:04:45.618" v="2405" actId="403"/>
        <pc:sldMkLst>
          <pc:docMk/>
          <pc:sldMk cId="2306672016" sldId="360"/>
        </pc:sldMkLst>
        <pc:spChg chg="mod">
          <ac:chgData name="Jenny Díaz Ramírez" userId="df7d83af-54c1-43f9-a4ec-fea9744b3563" providerId="ADAL" clId="{D5892DFB-EF73-45F8-8BAF-7710AEF1FAEE}" dt="2025-03-05T22:04:45.618" v="2405" actId="403"/>
          <ac:spMkLst>
            <pc:docMk/>
            <pc:sldMk cId="2306672016" sldId="360"/>
            <ac:spMk id="2" creationId="{61A4665B-7E7F-3824-B048-5DE5B3CA26F6}"/>
          </ac:spMkLst>
        </pc:spChg>
      </pc:sldChg>
      <pc:sldChg chg="del">
        <pc:chgData name="Jenny Díaz Ramírez" userId="df7d83af-54c1-43f9-a4ec-fea9744b3563" providerId="ADAL" clId="{D5892DFB-EF73-45F8-8BAF-7710AEF1FAEE}" dt="2025-03-05T20:44:57.359" v="71" actId="47"/>
        <pc:sldMkLst>
          <pc:docMk/>
          <pc:sldMk cId="0" sldId="399"/>
        </pc:sldMkLst>
      </pc:sldChg>
      <pc:sldChg chg="del">
        <pc:chgData name="Jenny Díaz Ramírez" userId="df7d83af-54c1-43f9-a4ec-fea9744b3563" providerId="ADAL" clId="{D5892DFB-EF73-45F8-8BAF-7710AEF1FAEE}" dt="2025-03-05T20:44:57.359" v="71" actId="47"/>
        <pc:sldMkLst>
          <pc:docMk/>
          <pc:sldMk cId="0" sldId="400"/>
        </pc:sldMkLst>
      </pc:sldChg>
      <pc:sldChg chg="del">
        <pc:chgData name="Jenny Díaz Ramírez" userId="df7d83af-54c1-43f9-a4ec-fea9744b3563" providerId="ADAL" clId="{D5892DFB-EF73-45F8-8BAF-7710AEF1FAEE}" dt="2025-03-05T20:44:57.359" v="71" actId="47"/>
        <pc:sldMkLst>
          <pc:docMk/>
          <pc:sldMk cId="0" sldId="412"/>
        </pc:sldMkLst>
      </pc:sldChg>
      <pc:sldChg chg="del">
        <pc:chgData name="Jenny Díaz Ramírez" userId="df7d83af-54c1-43f9-a4ec-fea9744b3563" providerId="ADAL" clId="{D5892DFB-EF73-45F8-8BAF-7710AEF1FAEE}" dt="2025-03-05T20:44:57.359" v="71" actId="47"/>
        <pc:sldMkLst>
          <pc:docMk/>
          <pc:sldMk cId="0" sldId="419"/>
        </pc:sldMkLst>
      </pc:sldChg>
      <pc:sldChg chg="del">
        <pc:chgData name="Jenny Díaz Ramírez" userId="df7d83af-54c1-43f9-a4ec-fea9744b3563" providerId="ADAL" clId="{D5892DFB-EF73-45F8-8BAF-7710AEF1FAEE}" dt="2025-03-05T20:44:57.359" v="71" actId="47"/>
        <pc:sldMkLst>
          <pc:docMk/>
          <pc:sldMk cId="0" sldId="444"/>
        </pc:sldMkLst>
      </pc:sldChg>
      <pc:sldChg chg="del">
        <pc:chgData name="Jenny Díaz Ramírez" userId="df7d83af-54c1-43f9-a4ec-fea9744b3563" providerId="ADAL" clId="{D5892DFB-EF73-45F8-8BAF-7710AEF1FAEE}" dt="2025-03-05T20:44:57.359" v="71" actId="47"/>
        <pc:sldMkLst>
          <pc:docMk/>
          <pc:sldMk cId="962394125" sldId="456"/>
        </pc:sldMkLst>
      </pc:sldChg>
      <pc:sldChg chg="del">
        <pc:chgData name="Jenny Díaz Ramírez" userId="df7d83af-54c1-43f9-a4ec-fea9744b3563" providerId="ADAL" clId="{D5892DFB-EF73-45F8-8BAF-7710AEF1FAEE}" dt="2025-03-05T20:44:57.359" v="71" actId="47"/>
        <pc:sldMkLst>
          <pc:docMk/>
          <pc:sldMk cId="2127657467" sldId="457"/>
        </pc:sldMkLst>
      </pc:sldChg>
      <pc:sldChg chg="del">
        <pc:chgData name="Jenny Díaz Ramírez" userId="df7d83af-54c1-43f9-a4ec-fea9744b3563" providerId="ADAL" clId="{D5892DFB-EF73-45F8-8BAF-7710AEF1FAEE}" dt="2025-03-05T20:44:57.359" v="71" actId="47"/>
        <pc:sldMkLst>
          <pc:docMk/>
          <pc:sldMk cId="2170225467" sldId="458"/>
        </pc:sldMkLst>
      </pc:sldChg>
      <pc:sldChg chg="del">
        <pc:chgData name="Jenny Díaz Ramírez" userId="df7d83af-54c1-43f9-a4ec-fea9744b3563" providerId="ADAL" clId="{D5892DFB-EF73-45F8-8BAF-7710AEF1FAEE}" dt="2025-03-05T20:44:57.359" v="71" actId="47"/>
        <pc:sldMkLst>
          <pc:docMk/>
          <pc:sldMk cId="3535910149" sldId="459"/>
        </pc:sldMkLst>
      </pc:sldChg>
      <pc:sldChg chg="del">
        <pc:chgData name="Jenny Díaz Ramírez" userId="df7d83af-54c1-43f9-a4ec-fea9744b3563" providerId="ADAL" clId="{D5892DFB-EF73-45F8-8BAF-7710AEF1FAEE}" dt="2025-03-05T20:44:57.359" v="71" actId="47"/>
        <pc:sldMkLst>
          <pc:docMk/>
          <pc:sldMk cId="1789778386" sldId="460"/>
        </pc:sldMkLst>
      </pc:sldChg>
      <pc:sldChg chg="del">
        <pc:chgData name="Jenny Díaz Ramírez" userId="df7d83af-54c1-43f9-a4ec-fea9744b3563" providerId="ADAL" clId="{D5892DFB-EF73-45F8-8BAF-7710AEF1FAEE}" dt="2025-03-05T20:44:57.359" v="71" actId="47"/>
        <pc:sldMkLst>
          <pc:docMk/>
          <pc:sldMk cId="2960425798" sldId="461"/>
        </pc:sldMkLst>
      </pc:sldChg>
      <pc:sldChg chg="del">
        <pc:chgData name="Jenny Díaz Ramírez" userId="df7d83af-54c1-43f9-a4ec-fea9744b3563" providerId="ADAL" clId="{D5892DFB-EF73-45F8-8BAF-7710AEF1FAEE}" dt="2025-03-05T20:44:57.359" v="71" actId="47"/>
        <pc:sldMkLst>
          <pc:docMk/>
          <pc:sldMk cId="3202899101" sldId="462"/>
        </pc:sldMkLst>
      </pc:sldChg>
      <pc:sldChg chg="del">
        <pc:chgData name="Jenny Díaz Ramírez" userId="df7d83af-54c1-43f9-a4ec-fea9744b3563" providerId="ADAL" clId="{D5892DFB-EF73-45F8-8BAF-7710AEF1FAEE}" dt="2025-03-05T20:44:57.359" v="71" actId="47"/>
        <pc:sldMkLst>
          <pc:docMk/>
          <pc:sldMk cId="3527947326" sldId="463"/>
        </pc:sldMkLst>
      </pc:sldChg>
      <pc:sldMasterChg chg="modSp mod delSldLayout modSldLayout">
        <pc:chgData name="Jenny Díaz Ramírez" userId="df7d83af-54c1-43f9-a4ec-fea9744b3563" providerId="ADAL" clId="{D5892DFB-EF73-45F8-8BAF-7710AEF1FAEE}" dt="2025-03-05T22:16:51.037" v="2684" actId="47"/>
        <pc:sldMasterMkLst>
          <pc:docMk/>
          <pc:sldMasterMk cId="3515892240" sldId="2147483658"/>
        </pc:sldMasterMkLst>
        <pc:spChg chg="mod">
          <ac:chgData name="Jenny Díaz Ramírez" userId="df7d83af-54c1-43f9-a4ec-fea9744b3563" providerId="ADAL" clId="{D5892DFB-EF73-45F8-8BAF-7710AEF1FAEE}" dt="2025-03-05T20:49:59.275" v="93" actId="1076"/>
          <ac:spMkLst>
            <pc:docMk/>
            <pc:sldMasterMk cId="3515892240" sldId="2147483658"/>
            <ac:spMk id="2" creationId="{C2546159-F0F2-8EF7-2A00-F60D135BCBED}"/>
          </ac:spMkLst>
        </pc:spChg>
        <pc:sldLayoutChg chg="addSp modSp mod">
          <pc:chgData name="Jenny Díaz Ramírez" userId="df7d83af-54c1-43f9-a4ec-fea9744b3563" providerId="ADAL" clId="{D5892DFB-EF73-45F8-8BAF-7710AEF1FAEE}" dt="2025-03-05T20:50:50.710" v="97" actId="1037"/>
          <pc:sldLayoutMkLst>
            <pc:docMk/>
            <pc:sldMasterMk cId="3515892240" sldId="2147483658"/>
            <pc:sldLayoutMk cId="2027108532" sldId="2147483659"/>
          </pc:sldLayoutMkLst>
          <pc:spChg chg="add mod">
            <ac:chgData name="Jenny Díaz Ramírez" userId="df7d83af-54c1-43f9-a4ec-fea9744b3563" providerId="ADAL" clId="{D5892DFB-EF73-45F8-8BAF-7710AEF1FAEE}" dt="2025-03-05T20:50:50.710" v="97" actId="1037"/>
            <ac:spMkLst>
              <pc:docMk/>
              <pc:sldMasterMk cId="3515892240" sldId="2147483658"/>
              <pc:sldLayoutMk cId="2027108532" sldId="2147483659"/>
              <ac:spMk id="4" creationId="{5AB9D905-59B2-F49C-9D0B-7B82B23DC82E}"/>
            </ac:spMkLst>
          </pc:spChg>
        </pc:sldLayoutChg>
        <pc:sldLayoutChg chg="del">
          <pc:chgData name="Jenny Díaz Ramírez" userId="df7d83af-54c1-43f9-a4ec-fea9744b3563" providerId="ADAL" clId="{D5892DFB-EF73-45F8-8BAF-7710AEF1FAEE}" dt="2025-03-05T22:16:51.037" v="2684" actId="47"/>
          <pc:sldLayoutMkLst>
            <pc:docMk/>
            <pc:sldMasterMk cId="3515892240" sldId="2147483658"/>
            <pc:sldLayoutMk cId="3843260245" sldId="2147483701"/>
          </pc:sldLayoutMkLst>
        </pc:sldLayoutChg>
      </pc:sldMasterChg>
    </pc:docChg>
  </pc:docChgLst>
  <pc:docChgLst>
    <pc:chgData name="Jenny Díaz Ramírez" userId="df7d83af-54c1-43f9-a4ec-fea9744b3563" providerId="ADAL" clId="{E88D14EF-1617-4CF0-9FD1-0581C88CA6EC}"/>
    <pc:docChg chg="undo custSel addSld delSld modSld sldOrd modMainMaster addSection delSection modSection">
      <pc:chgData name="Jenny Díaz Ramírez" userId="df7d83af-54c1-43f9-a4ec-fea9744b3563" providerId="ADAL" clId="{E88D14EF-1617-4CF0-9FD1-0581C88CA6EC}" dt="2025-03-06T15:54:31.768" v="1819"/>
      <pc:docMkLst>
        <pc:docMk/>
      </pc:docMkLst>
      <pc:sldChg chg="del">
        <pc:chgData name="Jenny Díaz Ramírez" userId="df7d83af-54c1-43f9-a4ec-fea9744b3563" providerId="ADAL" clId="{E88D14EF-1617-4CF0-9FD1-0581C88CA6EC}" dt="2025-03-05T22:43:43.075" v="32" actId="47"/>
        <pc:sldMkLst>
          <pc:docMk/>
          <pc:sldMk cId="2612403435" sldId="257"/>
        </pc:sldMkLst>
      </pc:sldChg>
      <pc:sldChg chg="addSp modSp add mod ord modClrScheme chgLayout">
        <pc:chgData name="Jenny Díaz Ramírez" userId="df7d83af-54c1-43f9-a4ec-fea9744b3563" providerId="ADAL" clId="{E88D14EF-1617-4CF0-9FD1-0581C88CA6EC}" dt="2025-03-06T15:53:13.428" v="1783"/>
        <pc:sldMkLst>
          <pc:docMk/>
          <pc:sldMk cId="2776205970" sldId="257"/>
        </pc:sldMkLst>
        <pc:spChg chg="mod ord">
          <ac:chgData name="Jenny Díaz Ramírez" userId="df7d83af-54c1-43f9-a4ec-fea9744b3563" providerId="ADAL" clId="{E88D14EF-1617-4CF0-9FD1-0581C88CA6EC}" dt="2025-03-05T22:46:24.079" v="50" actId="700"/>
          <ac:spMkLst>
            <pc:docMk/>
            <pc:sldMk cId="2776205970" sldId="257"/>
            <ac:spMk id="2" creationId="{00000000-0000-0000-0000-000000000000}"/>
          </ac:spMkLst>
        </pc:spChg>
        <pc:spChg chg="mod ord">
          <ac:chgData name="Jenny Díaz Ramírez" userId="df7d83af-54c1-43f9-a4ec-fea9744b3563" providerId="ADAL" clId="{E88D14EF-1617-4CF0-9FD1-0581C88CA6EC}" dt="2025-03-06T00:49:15.762" v="268" actId="403"/>
          <ac:spMkLst>
            <pc:docMk/>
            <pc:sldMk cId="2776205970" sldId="257"/>
            <ac:spMk id="3" creationId="{00000000-0000-0000-0000-000000000000}"/>
          </ac:spMkLst>
        </pc:spChg>
        <pc:spChg chg="add mod">
          <ac:chgData name="Jenny Díaz Ramírez" userId="df7d83af-54c1-43f9-a4ec-fea9744b3563" providerId="ADAL" clId="{E88D14EF-1617-4CF0-9FD1-0581C88CA6EC}" dt="2025-03-06T00:49:35.497" v="275" actId="14100"/>
          <ac:spMkLst>
            <pc:docMk/>
            <pc:sldMk cId="2776205970" sldId="257"/>
            <ac:spMk id="5" creationId="{09BE528D-E965-305C-5C44-03DB3DA5506E}"/>
          </ac:spMkLst>
        </pc:spChg>
        <pc:spChg chg="add mod">
          <ac:chgData name="Jenny Díaz Ramírez" userId="df7d83af-54c1-43f9-a4ec-fea9744b3563" providerId="ADAL" clId="{E88D14EF-1617-4CF0-9FD1-0581C88CA6EC}" dt="2025-03-06T00:50:03.517" v="281" actId="14100"/>
          <ac:spMkLst>
            <pc:docMk/>
            <pc:sldMk cId="2776205970" sldId="257"/>
            <ac:spMk id="7" creationId="{088E2639-A244-848E-27A1-FB8F7980B020}"/>
          </ac:spMkLst>
        </pc:spChg>
        <pc:spChg chg="add mod">
          <ac:chgData name="Jenny Díaz Ramírez" userId="df7d83af-54c1-43f9-a4ec-fea9744b3563" providerId="ADAL" clId="{E88D14EF-1617-4CF0-9FD1-0581C88CA6EC}" dt="2025-03-06T15:53:13.428" v="1783"/>
          <ac:spMkLst>
            <pc:docMk/>
            <pc:sldMk cId="2776205970" sldId="257"/>
            <ac:spMk id="8" creationId="{C4D5BD68-9AA1-A5E7-A219-4C4F6099F3DE}"/>
          </ac:spMkLst>
        </pc:spChg>
      </pc:sldChg>
      <pc:sldChg chg="addSp modSp add mod ord modClrScheme chgLayout">
        <pc:chgData name="Jenny Díaz Ramírez" userId="df7d83af-54c1-43f9-a4ec-fea9744b3563" providerId="ADAL" clId="{E88D14EF-1617-4CF0-9FD1-0581C88CA6EC}" dt="2025-03-06T15:53:06.976" v="1780"/>
        <pc:sldMkLst>
          <pc:docMk/>
          <pc:sldMk cId="3406216946" sldId="258"/>
        </pc:sldMkLst>
        <pc:spChg chg="mod ord">
          <ac:chgData name="Jenny Díaz Ramírez" userId="df7d83af-54c1-43f9-a4ec-fea9744b3563" providerId="ADAL" clId="{E88D14EF-1617-4CF0-9FD1-0581C88CA6EC}" dt="2025-03-05T22:46:24.079" v="50" actId="700"/>
          <ac:spMkLst>
            <pc:docMk/>
            <pc:sldMk cId="3406216946" sldId="258"/>
            <ac:spMk id="2" creationId="{00000000-0000-0000-0000-000000000000}"/>
          </ac:spMkLst>
        </pc:spChg>
        <pc:spChg chg="mod ord">
          <ac:chgData name="Jenny Díaz Ramírez" userId="df7d83af-54c1-43f9-a4ec-fea9744b3563" providerId="ADAL" clId="{E88D14EF-1617-4CF0-9FD1-0581C88CA6EC}" dt="2025-03-06T00:51:29.177" v="289" actId="12"/>
          <ac:spMkLst>
            <pc:docMk/>
            <pc:sldMk cId="3406216946" sldId="258"/>
            <ac:spMk id="3" creationId="{00000000-0000-0000-0000-000000000000}"/>
          </ac:spMkLst>
        </pc:spChg>
        <pc:spChg chg="mod">
          <ac:chgData name="Jenny Díaz Ramírez" userId="df7d83af-54c1-43f9-a4ec-fea9744b3563" providerId="ADAL" clId="{E88D14EF-1617-4CF0-9FD1-0581C88CA6EC}" dt="2025-03-06T00:52:36.821" v="295" actId="1076"/>
          <ac:spMkLst>
            <pc:docMk/>
            <pc:sldMk cId="3406216946" sldId="258"/>
            <ac:spMk id="4" creationId="{00000000-0000-0000-0000-000000000000}"/>
          </ac:spMkLst>
        </pc:spChg>
        <pc:spChg chg="mod">
          <ac:chgData name="Jenny Díaz Ramírez" userId="df7d83af-54c1-43f9-a4ec-fea9744b3563" providerId="ADAL" clId="{E88D14EF-1617-4CF0-9FD1-0581C88CA6EC}" dt="2025-03-06T00:52:36.821" v="295" actId="1076"/>
          <ac:spMkLst>
            <pc:docMk/>
            <pc:sldMk cId="3406216946" sldId="258"/>
            <ac:spMk id="6" creationId="{00000000-0000-0000-0000-000000000000}"/>
          </ac:spMkLst>
        </pc:spChg>
        <pc:spChg chg="mod">
          <ac:chgData name="Jenny Díaz Ramírez" userId="df7d83af-54c1-43f9-a4ec-fea9744b3563" providerId="ADAL" clId="{E88D14EF-1617-4CF0-9FD1-0581C88CA6EC}" dt="2025-03-06T00:52:36.821" v="295" actId="1076"/>
          <ac:spMkLst>
            <pc:docMk/>
            <pc:sldMk cId="3406216946" sldId="258"/>
            <ac:spMk id="7" creationId="{00000000-0000-0000-0000-000000000000}"/>
          </ac:spMkLst>
        </pc:spChg>
        <pc:spChg chg="add mod">
          <ac:chgData name="Jenny Díaz Ramírez" userId="df7d83af-54c1-43f9-a4ec-fea9744b3563" providerId="ADAL" clId="{E88D14EF-1617-4CF0-9FD1-0581C88CA6EC}" dt="2025-03-06T00:52:53.824" v="302" actId="207"/>
          <ac:spMkLst>
            <pc:docMk/>
            <pc:sldMk cId="3406216946" sldId="258"/>
            <ac:spMk id="9" creationId="{26E3DF42-6635-C5CB-BED3-6A8877F64291}"/>
          </ac:spMkLst>
        </pc:spChg>
        <pc:spChg chg="add mod">
          <ac:chgData name="Jenny Díaz Ramírez" userId="df7d83af-54c1-43f9-a4ec-fea9744b3563" providerId="ADAL" clId="{E88D14EF-1617-4CF0-9FD1-0581C88CA6EC}" dt="2025-03-06T15:53:06.976" v="1780"/>
          <ac:spMkLst>
            <pc:docMk/>
            <pc:sldMk cId="3406216946" sldId="258"/>
            <ac:spMk id="11" creationId="{448160D3-6664-B048-5199-0B9CE6EF5C38}"/>
          </ac:spMkLst>
        </pc:spChg>
        <pc:spChg chg="mod">
          <ac:chgData name="Jenny Díaz Ramírez" userId="df7d83af-54c1-43f9-a4ec-fea9744b3563" providerId="ADAL" clId="{E88D14EF-1617-4CF0-9FD1-0581C88CA6EC}" dt="2025-03-06T00:52:36.821" v="295" actId="1076"/>
          <ac:spMkLst>
            <pc:docMk/>
            <pc:sldMk cId="3406216946" sldId="258"/>
            <ac:spMk id="15" creationId="{00000000-0000-0000-0000-000000000000}"/>
          </ac:spMkLst>
        </pc:spChg>
        <pc:spChg chg="mod">
          <ac:chgData name="Jenny Díaz Ramírez" userId="df7d83af-54c1-43f9-a4ec-fea9744b3563" providerId="ADAL" clId="{E88D14EF-1617-4CF0-9FD1-0581C88CA6EC}" dt="2025-03-06T00:52:36.821" v="295" actId="1076"/>
          <ac:spMkLst>
            <pc:docMk/>
            <pc:sldMk cId="3406216946" sldId="258"/>
            <ac:spMk id="17" creationId="{00000000-0000-0000-0000-000000000000}"/>
          </ac:spMkLst>
        </pc:spChg>
        <pc:spChg chg="mod">
          <ac:chgData name="Jenny Díaz Ramírez" userId="df7d83af-54c1-43f9-a4ec-fea9744b3563" providerId="ADAL" clId="{E88D14EF-1617-4CF0-9FD1-0581C88CA6EC}" dt="2025-03-06T00:52:36.821" v="295" actId="1076"/>
          <ac:spMkLst>
            <pc:docMk/>
            <pc:sldMk cId="3406216946" sldId="258"/>
            <ac:spMk id="18" creationId="{00000000-0000-0000-0000-000000000000}"/>
          </ac:spMkLst>
        </pc:spChg>
        <pc:picChg chg="mod">
          <ac:chgData name="Jenny Díaz Ramírez" userId="df7d83af-54c1-43f9-a4ec-fea9744b3563" providerId="ADAL" clId="{E88D14EF-1617-4CF0-9FD1-0581C88CA6EC}" dt="2025-03-06T00:52:36.821" v="295" actId="1076"/>
          <ac:picMkLst>
            <pc:docMk/>
            <pc:sldMk cId="3406216946" sldId="258"/>
            <ac:picMk id="1026" creationId="{00000000-0000-0000-0000-000000000000}"/>
          </ac:picMkLst>
        </pc:picChg>
        <pc:cxnChg chg="mod">
          <ac:chgData name="Jenny Díaz Ramírez" userId="df7d83af-54c1-43f9-a4ec-fea9744b3563" providerId="ADAL" clId="{E88D14EF-1617-4CF0-9FD1-0581C88CA6EC}" dt="2025-03-06T00:52:36.821" v="295" actId="1076"/>
          <ac:cxnSpMkLst>
            <pc:docMk/>
            <pc:sldMk cId="3406216946" sldId="258"/>
            <ac:cxnSpMk id="8" creationId="{00000000-0000-0000-0000-000000000000}"/>
          </ac:cxnSpMkLst>
        </pc:cxnChg>
        <pc:cxnChg chg="mod">
          <ac:chgData name="Jenny Díaz Ramírez" userId="df7d83af-54c1-43f9-a4ec-fea9744b3563" providerId="ADAL" clId="{E88D14EF-1617-4CF0-9FD1-0581C88CA6EC}" dt="2025-03-06T00:52:36.821" v="295" actId="1076"/>
          <ac:cxnSpMkLst>
            <pc:docMk/>
            <pc:sldMk cId="3406216946" sldId="258"/>
            <ac:cxnSpMk id="10" creationId="{00000000-0000-0000-0000-000000000000}"/>
          </ac:cxnSpMkLst>
        </pc:cxnChg>
        <pc:cxnChg chg="mod">
          <ac:chgData name="Jenny Díaz Ramírez" userId="df7d83af-54c1-43f9-a4ec-fea9744b3563" providerId="ADAL" clId="{E88D14EF-1617-4CF0-9FD1-0581C88CA6EC}" dt="2025-03-06T00:52:36.821" v="295" actId="1076"/>
          <ac:cxnSpMkLst>
            <pc:docMk/>
            <pc:sldMk cId="3406216946" sldId="258"/>
            <ac:cxnSpMk id="14" creationId="{00000000-0000-0000-0000-000000000000}"/>
          </ac:cxnSpMkLst>
        </pc:cxnChg>
      </pc:sldChg>
      <pc:sldChg chg="addSp modSp add mod modClrScheme chgLayout">
        <pc:chgData name="Jenny Díaz Ramírez" userId="df7d83af-54c1-43f9-a4ec-fea9744b3563" providerId="ADAL" clId="{E88D14EF-1617-4CF0-9FD1-0581C88CA6EC}" dt="2025-03-06T15:53:19.124" v="1786"/>
        <pc:sldMkLst>
          <pc:docMk/>
          <pc:sldMk cId="1821880273" sldId="259"/>
        </pc:sldMkLst>
        <pc:spChg chg="mod ord">
          <ac:chgData name="Jenny Díaz Ramírez" userId="df7d83af-54c1-43f9-a4ec-fea9744b3563" providerId="ADAL" clId="{E88D14EF-1617-4CF0-9FD1-0581C88CA6EC}" dt="2025-03-06T00:55:28.038" v="341" actId="20577"/>
          <ac:spMkLst>
            <pc:docMk/>
            <pc:sldMk cId="1821880273" sldId="259"/>
            <ac:spMk id="2" creationId="{00000000-0000-0000-0000-000000000000}"/>
          </ac:spMkLst>
        </pc:spChg>
        <pc:spChg chg="mod ord">
          <ac:chgData name="Jenny Díaz Ramírez" userId="df7d83af-54c1-43f9-a4ec-fea9744b3563" providerId="ADAL" clId="{E88D14EF-1617-4CF0-9FD1-0581C88CA6EC}" dt="2025-03-06T00:54:30.688" v="314" actId="207"/>
          <ac:spMkLst>
            <pc:docMk/>
            <pc:sldMk cId="1821880273" sldId="259"/>
            <ac:spMk id="3" creationId="{00000000-0000-0000-0000-000000000000}"/>
          </ac:spMkLst>
        </pc:spChg>
        <pc:spChg chg="add mod">
          <ac:chgData name="Jenny Díaz Ramírez" userId="df7d83af-54c1-43f9-a4ec-fea9744b3563" providerId="ADAL" clId="{E88D14EF-1617-4CF0-9FD1-0581C88CA6EC}" dt="2025-03-06T15:53:19.124" v="1786"/>
          <ac:spMkLst>
            <pc:docMk/>
            <pc:sldMk cId="1821880273" sldId="259"/>
            <ac:spMk id="4" creationId="{ECC81166-D7CC-4292-94EE-4ECE67ABC795}"/>
          </ac:spMkLst>
        </pc:spChg>
        <pc:picChg chg="mod">
          <ac:chgData name="Jenny Díaz Ramírez" userId="df7d83af-54c1-43f9-a4ec-fea9744b3563" providerId="ADAL" clId="{E88D14EF-1617-4CF0-9FD1-0581C88CA6EC}" dt="2025-03-06T00:54:37.515" v="315" actId="1076"/>
          <ac:picMkLst>
            <pc:docMk/>
            <pc:sldMk cId="1821880273" sldId="259"/>
            <ac:picMk id="5" creationId="{00000000-0000-0000-0000-000000000000}"/>
          </ac:picMkLst>
        </pc:picChg>
        <pc:picChg chg="mod">
          <ac:chgData name="Jenny Díaz Ramírez" userId="df7d83af-54c1-43f9-a4ec-fea9744b3563" providerId="ADAL" clId="{E88D14EF-1617-4CF0-9FD1-0581C88CA6EC}" dt="2025-03-06T00:54:40.740" v="316" actId="1076"/>
          <ac:picMkLst>
            <pc:docMk/>
            <pc:sldMk cId="1821880273" sldId="259"/>
            <ac:picMk id="6" creationId="{00000000-0000-0000-0000-000000000000}"/>
          </ac:picMkLst>
        </pc:picChg>
      </pc:sldChg>
      <pc:sldChg chg="addSp delSp modSp add mod modClrScheme chgLayout">
        <pc:chgData name="Jenny Díaz Ramírez" userId="df7d83af-54c1-43f9-a4ec-fea9744b3563" providerId="ADAL" clId="{E88D14EF-1617-4CF0-9FD1-0581C88CA6EC}" dt="2025-03-06T15:53:26.098" v="1791" actId="21"/>
        <pc:sldMkLst>
          <pc:docMk/>
          <pc:sldMk cId="1257620349" sldId="260"/>
        </pc:sldMkLst>
        <pc:spChg chg="mod">
          <ac:chgData name="Jenny Díaz Ramírez" userId="df7d83af-54c1-43f9-a4ec-fea9744b3563" providerId="ADAL" clId="{E88D14EF-1617-4CF0-9FD1-0581C88CA6EC}" dt="2025-03-06T00:57:52.150" v="376" actId="207"/>
          <ac:spMkLst>
            <pc:docMk/>
            <pc:sldMk cId="1257620349" sldId="260"/>
            <ac:spMk id="2" creationId="{00000000-0000-0000-0000-000000000000}"/>
          </ac:spMkLst>
        </pc:spChg>
        <pc:spChg chg="mod ord">
          <ac:chgData name="Jenny Díaz Ramírez" userId="df7d83af-54c1-43f9-a4ec-fea9744b3563" providerId="ADAL" clId="{E88D14EF-1617-4CF0-9FD1-0581C88CA6EC}" dt="2025-03-06T00:56:01.649" v="360" actId="170"/>
          <ac:spMkLst>
            <pc:docMk/>
            <pc:sldMk cId="1257620349" sldId="260"/>
            <ac:spMk id="3" creationId="{00000000-0000-0000-0000-000000000000}"/>
          </ac:spMkLst>
        </pc:spChg>
        <pc:spChg chg="add del mod ord">
          <ac:chgData name="Jenny Díaz Ramírez" userId="df7d83af-54c1-43f9-a4ec-fea9744b3563" providerId="ADAL" clId="{E88D14EF-1617-4CF0-9FD1-0581C88CA6EC}" dt="2025-03-05T22:45:44.114" v="44" actId="700"/>
          <ac:spMkLst>
            <pc:docMk/>
            <pc:sldMk cId="1257620349" sldId="260"/>
            <ac:spMk id="5" creationId="{D85C641D-0197-D595-85C9-ED4F0D04C86E}"/>
          </ac:spMkLst>
        </pc:spChg>
        <pc:spChg chg="add mod ord">
          <ac:chgData name="Jenny Díaz Ramírez" userId="df7d83af-54c1-43f9-a4ec-fea9744b3563" providerId="ADAL" clId="{E88D14EF-1617-4CF0-9FD1-0581C88CA6EC}" dt="2025-03-06T00:55:35.663" v="352" actId="20577"/>
          <ac:spMkLst>
            <pc:docMk/>
            <pc:sldMk cId="1257620349" sldId="260"/>
            <ac:spMk id="6" creationId="{F2E4FD13-5538-5ED9-ECAC-F71B0BC7CC52}"/>
          </ac:spMkLst>
        </pc:spChg>
        <pc:spChg chg="mod">
          <ac:chgData name="Jenny Díaz Ramírez" userId="df7d83af-54c1-43f9-a4ec-fea9744b3563" providerId="ADAL" clId="{E88D14EF-1617-4CF0-9FD1-0581C88CA6EC}" dt="2025-03-06T00:58:06.181" v="377" actId="207"/>
          <ac:spMkLst>
            <pc:docMk/>
            <pc:sldMk cId="1257620349" sldId="260"/>
            <ac:spMk id="7" creationId="{00000000-0000-0000-0000-000000000000}"/>
          </ac:spMkLst>
        </pc:spChg>
        <pc:spChg chg="mod">
          <ac:chgData name="Jenny Díaz Ramírez" userId="df7d83af-54c1-43f9-a4ec-fea9744b3563" providerId="ADAL" clId="{E88D14EF-1617-4CF0-9FD1-0581C88CA6EC}" dt="2025-03-06T00:58:24.629" v="379" actId="14100"/>
          <ac:spMkLst>
            <pc:docMk/>
            <pc:sldMk cId="1257620349" sldId="260"/>
            <ac:spMk id="8" creationId="{00000000-0000-0000-0000-000000000000}"/>
          </ac:spMkLst>
        </pc:spChg>
        <pc:spChg chg="add mod">
          <ac:chgData name="Jenny Díaz Ramírez" userId="df7d83af-54c1-43f9-a4ec-fea9744b3563" providerId="ADAL" clId="{E88D14EF-1617-4CF0-9FD1-0581C88CA6EC}" dt="2025-03-06T00:56:48.628" v="370" actId="113"/>
          <ac:spMkLst>
            <pc:docMk/>
            <pc:sldMk cId="1257620349" sldId="260"/>
            <ac:spMk id="11" creationId="{74643E47-B623-4C71-6AA0-2FC91ECA53F2}"/>
          </ac:spMkLst>
        </pc:spChg>
        <pc:spChg chg="add mod">
          <ac:chgData name="Jenny Díaz Ramírez" userId="df7d83af-54c1-43f9-a4ec-fea9744b3563" providerId="ADAL" clId="{E88D14EF-1617-4CF0-9FD1-0581C88CA6EC}" dt="2025-03-06T15:53:20.898" v="1787"/>
          <ac:spMkLst>
            <pc:docMk/>
            <pc:sldMk cId="1257620349" sldId="260"/>
            <ac:spMk id="13" creationId="{A6B8E432-1476-510D-3987-0CF54A80523B}"/>
          </ac:spMkLst>
        </pc:spChg>
        <pc:spChg chg="add del mod">
          <ac:chgData name="Jenny Díaz Ramírez" userId="df7d83af-54c1-43f9-a4ec-fea9744b3563" providerId="ADAL" clId="{E88D14EF-1617-4CF0-9FD1-0581C88CA6EC}" dt="2025-03-06T15:53:26.098" v="1791" actId="21"/>
          <ac:spMkLst>
            <pc:docMk/>
            <pc:sldMk cId="1257620349" sldId="260"/>
            <ac:spMk id="15" creationId="{C08057EC-8588-E4A6-A938-F07F84B0FE68}"/>
          </ac:spMkLst>
        </pc:spChg>
        <pc:spChg chg="mod">
          <ac:chgData name="Jenny Díaz Ramírez" userId="df7d83af-54c1-43f9-a4ec-fea9744b3563" providerId="ADAL" clId="{E88D14EF-1617-4CF0-9FD1-0581C88CA6EC}" dt="2025-03-06T00:59:18.463" v="385" actId="14100"/>
          <ac:spMkLst>
            <pc:docMk/>
            <pc:sldMk cId="1257620349" sldId="260"/>
            <ac:spMk id="19" creationId="{00000000-0000-0000-0000-000000000000}"/>
          </ac:spMkLst>
        </pc:spChg>
        <pc:spChg chg="mod">
          <ac:chgData name="Jenny Díaz Ramírez" userId="df7d83af-54c1-43f9-a4ec-fea9744b3563" providerId="ADAL" clId="{E88D14EF-1617-4CF0-9FD1-0581C88CA6EC}" dt="2025-03-06T00:57:25" v="373" actId="207"/>
          <ac:spMkLst>
            <pc:docMk/>
            <pc:sldMk cId="1257620349" sldId="260"/>
            <ac:spMk id="20" creationId="{00000000-0000-0000-0000-000000000000}"/>
          </ac:spMkLst>
        </pc:spChg>
        <pc:spChg chg="mod">
          <ac:chgData name="Jenny Díaz Ramírez" userId="df7d83af-54c1-43f9-a4ec-fea9744b3563" providerId="ADAL" clId="{E88D14EF-1617-4CF0-9FD1-0581C88CA6EC}" dt="2025-03-06T00:57:01.741" v="371" actId="1076"/>
          <ac:spMkLst>
            <pc:docMk/>
            <pc:sldMk cId="1257620349" sldId="260"/>
            <ac:spMk id="23" creationId="{00000000-0000-0000-0000-000000000000}"/>
          </ac:spMkLst>
        </pc:spChg>
        <pc:spChg chg="mod">
          <ac:chgData name="Jenny Díaz Ramírez" userId="df7d83af-54c1-43f9-a4ec-fea9744b3563" providerId="ADAL" clId="{E88D14EF-1617-4CF0-9FD1-0581C88CA6EC}" dt="2025-03-06T00:58:13.356" v="378" actId="207"/>
          <ac:spMkLst>
            <pc:docMk/>
            <pc:sldMk cId="1257620349" sldId="260"/>
            <ac:spMk id="24" creationId="{00000000-0000-0000-0000-000000000000}"/>
          </ac:spMkLst>
        </pc:spChg>
        <pc:spChg chg="mod">
          <ac:chgData name="Jenny Díaz Ramírez" userId="df7d83af-54c1-43f9-a4ec-fea9744b3563" providerId="ADAL" clId="{E88D14EF-1617-4CF0-9FD1-0581C88CA6EC}" dt="2025-03-06T00:57:40.081" v="374" actId="207"/>
          <ac:spMkLst>
            <pc:docMk/>
            <pc:sldMk cId="1257620349" sldId="260"/>
            <ac:spMk id="25" creationId="{00000000-0000-0000-0000-000000000000}"/>
          </ac:spMkLst>
        </pc:spChg>
        <pc:spChg chg="mod">
          <ac:chgData name="Jenny Díaz Ramírez" userId="df7d83af-54c1-43f9-a4ec-fea9744b3563" providerId="ADAL" clId="{E88D14EF-1617-4CF0-9FD1-0581C88CA6EC}" dt="2025-03-06T00:57:44.008" v="375" actId="207"/>
          <ac:spMkLst>
            <pc:docMk/>
            <pc:sldMk cId="1257620349" sldId="260"/>
            <ac:spMk id="26" creationId="{00000000-0000-0000-0000-000000000000}"/>
          </ac:spMkLst>
        </pc:spChg>
        <pc:spChg chg="mod">
          <ac:chgData name="Jenny Díaz Ramírez" userId="df7d83af-54c1-43f9-a4ec-fea9744b3563" providerId="ADAL" clId="{E88D14EF-1617-4CF0-9FD1-0581C88CA6EC}" dt="2025-03-06T00:57:52.150" v="376" actId="207"/>
          <ac:spMkLst>
            <pc:docMk/>
            <pc:sldMk cId="1257620349" sldId="260"/>
            <ac:spMk id="27" creationId="{00000000-0000-0000-0000-000000000000}"/>
          </ac:spMkLst>
        </pc:spChg>
        <pc:spChg chg="mod">
          <ac:chgData name="Jenny Díaz Ramírez" userId="df7d83af-54c1-43f9-a4ec-fea9744b3563" providerId="ADAL" clId="{E88D14EF-1617-4CF0-9FD1-0581C88CA6EC}" dt="2025-03-06T00:57:11.022" v="372" actId="1076"/>
          <ac:spMkLst>
            <pc:docMk/>
            <pc:sldMk cId="1257620349" sldId="260"/>
            <ac:spMk id="28" creationId="{00000000-0000-0000-0000-000000000000}"/>
          </ac:spMkLst>
        </pc:spChg>
        <pc:picChg chg="mod">
          <ac:chgData name="Jenny Díaz Ramírez" userId="df7d83af-54c1-43f9-a4ec-fea9744b3563" providerId="ADAL" clId="{E88D14EF-1617-4CF0-9FD1-0581C88CA6EC}" dt="2025-03-06T00:59:04.496" v="382"/>
          <ac:picMkLst>
            <pc:docMk/>
            <pc:sldMk cId="1257620349" sldId="260"/>
            <ac:picMk id="4" creationId="{00000000-0000-0000-0000-000000000000}"/>
          </ac:picMkLst>
        </pc:picChg>
        <pc:cxnChg chg="mod">
          <ac:chgData name="Jenny Díaz Ramírez" userId="df7d83af-54c1-43f9-a4ec-fea9744b3563" providerId="ADAL" clId="{E88D14EF-1617-4CF0-9FD1-0581C88CA6EC}" dt="2025-03-06T01:00:39.206" v="410" actId="208"/>
          <ac:cxnSpMkLst>
            <pc:docMk/>
            <pc:sldMk cId="1257620349" sldId="260"/>
            <ac:cxnSpMk id="10" creationId="{00000000-0000-0000-0000-000000000000}"/>
          </ac:cxnSpMkLst>
        </pc:cxnChg>
        <pc:cxnChg chg="mod">
          <ac:chgData name="Jenny Díaz Ramírez" userId="df7d83af-54c1-43f9-a4ec-fea9744b3563" providerId="ADAL" clId="{E88D14EF-1617-4CF0-9FD1-0581C88CA6EC}" dt="2025-03-06T01:00:42.273" v="411" actId="208"/>
          <ac:cxnSpMkLst>
            <pc:docMk/>
            <pc:sldMk cId="1257620349" sldId="260"/>
            <ac:cxnSpMk id="12" creationId="{00000000-0000-0000-0000-000000000000}"/>
          </ac:cxnSpMkLst>
        </pc:cxnChg>
      </pc:sldChg>
      <pc:sldChg chg="del">
        <pc:chgData name="Jenny Díaz Ramírez" userId="df7d83af-54c1-43f9-a4ec-fea9744b3563" providerId="ADAL" clId="{E88D14EF-1617-4CF0-9FD1-0581C88CA6EC}" dt="2025-03-05T22:43:43.075" v="32" actId="47"/>
        <pc:sldMkLst>
          <pc:docMk/>
          <pc:sldMk cId="1827302849" sldId="261"/>
        </pc:sldMkLst>
      </pc:sldChg>
      <pc:sldChg chg="addSp delSp modSp add mod ord modClrScheme chgLayout">
        <pc:chgData name="Jenny Díaz Ramírez" userId="df7d83af-54c1-43f9-a4ec-fea9744b3563" providerId="ADAL" clId="{E88D14EF-1617-4CF0-9FD1-0581C88CA6EC}" dt="2025-03-06T15:53:22.258" v="1788"/>
        <pc:sldMkLst>
          <pc:docMk/>
          <pc:sldMk cId="4061549533" sldId="261"/>
        </pc:sldMkLst>
        <pc:spChg chg="mod">
          <ac:chgData name="Jenny Díaz Ramírez" userId="df7d83af-54c1-43f9-a4ec-fea9744b3563" providerId="ADAL" clId="{E88D14EF-1617-4CF0-9FD1-0581C88CA6EC}" dt="2025-03-06T01:06:59.928" v="445" actId="1076"/>
          <ac:spMkLst>
            <pc:docMk/>
            <pc:sldMk cId="4061549533" sldId="261"/>
            <ac:spMk id="2" creationId="{00000000-0000-0000-0000-000000000000}"/>
          </ac:spMkLst>
        </pc:spChg>
        <pc:spChg chg="mod">
          <ac:chgData name="Jenny Díaz Ramírez" userId="df7d83af-54c1-43f9-a4ec-fea9744b3563" providerId="ADAL" clId="{E88D14EF-1617-4CF0-9FD1-0581C88CA6EC}" dt="2025-03-06T01:07:07.318" v="446" actId="1076"/>
          <ac:spMkLst>
            <pc:docMk/>
            <pc:sldMk cId="4061549533" sldId="261"/>
            <ac:spMk id="3" creationId="{00000000-0000-0000-0000-000000000000}"/>
          </ac:spMkLst>
        </pc:spChg>
        <pc:spChg chg="mod">
          <ac:chgData name="Jenny Díaz Ramírez" userId="df7d83af-54c1-43f9-a4ec-fea9744b3563" providerId="ADAL" clId="{E88D14EF-1617-4CF0-9FD1-0581C88CA6EC}" dt="2025-03-06T01:08:23.321" v="463" actId="27636"/>
          <ac:spMkLst>
            <pc:docMk/>
            <pc:sldMk cId="4061549533" sldId="261"/>
            <ac:spMk id="4" creationId="{00000000-0000-0000-0000-000000000000}"/>
          </ac:spMkLst>
        </pc:spChg>
        <pc:spChg chg="add del mod ord">
          <ac:chgData name="Jenny Díaz Ramírez" userId="df7d83af-54c1-43f9-a4ec-fea9744b3563" providerId="ADAL" clId="{E88D14EF-1617-4CF0-9FD1-0581C88CA6EC}" dt="2025-03-05T22:45:44.114" v="44" actId="700"/>
          <ac:spMkLst>
            <pc:docMk/>
            <pc:sldMk cId="4061549533" sldId="261"/>
            <ac:spMk id="5" creationId="{7F59B414-FB63-BC96-82A3-F8749E942AE2}"/>
          </ac:spMkLst>
        </pc:spChg>
        <pc:spChg chg="mod">
          <ac:chgData name="Jenny Díaz Ramírez" userId="df7d83af-54c1-43f9-a4ec-fea9744b3563" providerId="ADAL" clId="{E88D14EF-1617-4CF0-9FD1-0581C88CA6EC}" dt="2025-03-06T01:05:37.273" v="424" actId="1076"/>
          <ac:spMkLst>
            <pc:docMk/>
            <pc:sldMk cId="4061549533" sldId="261"/>
            <ac:spMk id="7" creationId="{00000000-0000-0000-0000-000000000000}"/>
          </ac:spMkLst>
        </pc:spChg>
        <pc:spChg chg="mod">
          <ac:chgData name="Jenny Díaz Ramírez" userId="df7d83af-54c1-43f9-a4ec-fea9744b3563" providerId="ADAL" clId="{E88D14EF-1617-4CF0-9FD1-0581C88CA6EC}" dt="2025-03-06T01:05:37.273" v="424" actId="1076"/>
          <ac:spMkLst>
            <pc:docMk/>
            <pc:sldMk cId="4061549533" sldId="261"/>
            <ac:spMk id="9" creationId="{00000000-0000-0000-0000-000000000000}"/>
          </ac:spMkLst>
        </pc:spChg>
        <pc:spChg chg="add del mod ord">
          <ac:chgData name="Jenny Díaz Ramírez" userId="df7d83af-54c1-43f9-a4ec-fea9744b3563" providerId="ADAL" clId="{E88D14EF-1617-4CF0-9FD1-0581C88CA6EC}" dt="2025-03-05T22:45:44.114" v="44" actId="700"/>
          <ac:spMkLst>
            <pc:docMk/>
            <pc:sldMk cId="4061549533" sldId="261"/>
            <ac:spMk id="11" creationId="{9A55CD0A-2235-6730-C7AF-DCD17B90360E}"/>
          </ac:spMkLst>
        </pc:spChg>
        <pc:spChg chg="mod">
          <ac:chgData name="Jenny Díaz Ramírez" userId="df7d83af-54c1-43f9-a4ec-fea9744b3563" providerId="ADAL" clId="{E88D14EF-1617-4CF0-9FD1-0581C88CA6EC}" dt="2025-03-06T01:05:37.273" v="424" actId="1076"/>
          <ac:spMkLst>
            <pc:docMk/>
            <pc:sldMk cId="4061549533" sldId="261"/>
            <ac:spMk id="12" creationId="{00000000-0000-0000-0000-000000000000}"/>
          </ac:spMkLst>
        </pc:spChg>
        <pc:spChg chg="mod">
          <ac:chgData name="Jenny Díaz Ramírez" userId="df7d83af-54c1-43f9-a4ec-fea9744b3563" providerId="ADAL" clId="{E88D14EF-1617-4CF0-9FD1-0581C88CA6EC}" dt="2025-03-06T01:05:37.273" v="424" actId="1076"/>
          <ac:spMkLst>
            <pc:docMk/>
            <pc:sldMk cId="4061549533" sldId="261"/>
            <ac:spMk id="13" creationId="{00000000-0000-0000-0000-000000000000}"/>
          </ac:spMkLst>
        </pc:spChg>
        <pc:spChg chg="mod">
          <ac:chgData name="Jenny Díaz Ramírez" userId="df7d83af-54c1-43f9-a4ec-fea9744b3563" providerId="ADAL" clId="{E88D14EF-1617-4CF0-9FD1-0581C88CA6EC}" dt="2025-03-06T01:05:37.273" v="424" actId="1076"/>
          <ac:spMkLst>
            <pc:docMk/>
            <pc:sldMk cId="4061549533" sldId="261"/>
            <ac:spMk id="14" creationId="{00000000-0000-0000-0000-000000000000}"/>
          </ac:spMkLst>
        </pc:spChg>
        <pc:spChg chg="mod">
          <ac:chgData name="Jenny Díaz Ramírez" userId="df7d83af-54c1-43f9-a4ec-fea9744b3563" providerId="ADAL" clId="{E88D14EF-1617-4CF0-9FD1-0581C88CA6EC}" dt="2025-03-06T01:05:37.273" v="424" actId="1076"/>
          <ac:spMkLst>
            <pc:docMk/>
            <pc:sldMk cId="4061549533" sldId="261"/>
            <ac:spMk id="15" creationId="{00000000-0000-0000-0000-000000000000}"/>
          </ac:spMkLst>
        </pc:spChg>
        <pc:spChg chg="add del mod ord">
          <ac:chgData name="Jenny Díaz Ramírez" userId="df7d83af-54c1-43f9-a4ec-fea9744b3563" providerId="ADAL" clId="{E88D14EF-1617-4CF0-9FD1-0581C88CA6EC}" dt="2025-03-06T00:59:42.002" v="402" actId="5793"/>
          <ac:spMkLst>
            <pc:docMk/>
            <pc:sldMk cId="4061549533" sldId="261"/>
            <ac:spMk id="18" creationId="{C69A5924-6515-A719-E7F2-998CC9889A87}"/>
          </ac:spMkLst>
        </pc:spChg>
        <pc:spChg chg="add mod">
          <ac:chgData name="Jenny Díaz Ramírez" userId="df7d83af-54c1-43f9-a4ec-fea9744b3563" providerId="ADAL" clId="{E88D14EF-1617-4CF0-9FD1-0581C88CA6EC}" dt="2025-03-06T15:53:22.258" v="1788"/>
          <ac:spMkLst>
            <pc:docMk/>
            <pc:sldMk cId="4061549533" sldId="261"/>
            <ac:spMk id="19" creationId="{DB276F2C-068C-72AA-E5B8-4280F031783B}"/>
          </ac:spMkLst>
        </pc:spChg>
        <pc:spChg chg="mod">
          <ac:chgData name="Jenny Díaz Ramírez" userId="df7d83af-54c1-43f9-a4ec-fea9744b3563" providerId="ADAL" clId="{E88D14EF-1617-4CF0-9FD1-0581C88CA6EC}" dt="2025-03-06T01:05:37.273" v="424" actId="1076"/>
          <ac:spMkLst>
            <pc:docMk/>
            <pc:sldMk cId="4061549533" sldId="261"/>
            <ac:spMk id="20" creationId="{00000000-0000-0000-0000-000000000000}"/>
          </ac:spMkLst>
        </pc:spChg>
        <pc:spChg chg="mod">
          <ac:chgData name="Jenny Díaz Ramírez" userId="df7d83af-54c1-43f9-a4ec-fea9744b3563" providerId="ADAL" clId="{E88D14EF-1617-4CF0-9FD1-0581C88CA6EC}" dt="2025-03-06T01:06:50.589" v="444" actId="1076"/>
          <ac:spMkLst>
            <pc:docMk/>
            <pc:sldMk cId="4061549533" sldId="261"/>
            <ac:spMk id="22" creationId="{00000000-0000-0000-0000-000000000000}"/>
          </ac:spMkLst>
        </pc:spChg>
        <pc:spChg chg="mod">
          <ac:chgData name="Jenny Díaz Ramírez" userId="df7d83af-54c1-43f9-a4ec-fea9744b3563" providerId="ADAL" clId="{E88D14EF-1617-4CF0-9FD1-0581C88CA6EC}" dt="2025-03-06T01:05:37.273" v="424" actId="1076"/>
          <ac:spMkLst>
            <pc:docMk/>
            <pc:sldMk cId="4061549533" sldId="261"/>
            <ac:spMk id="23" creationId="{00000000-0000-0000-0000-000000000000}"/>
          </ac:spMkLst>
        </pc:spChg>
        <pc:spChg chg="mod">
          <ac:chgData name="Jenny Díaz Ramírez" userId="df7d83af-54c1-43f9-a4ec-fea9744b3563" providerId="ADAL" clId="{E88D14EF-1617-4CF0-9FD1-0581C88CA6EC}" dt="2025-03-06T01:06:50.589" v="444" actId="1076"/>
          <ac:spMkLst>
            <pc:docMk/>
            <pc:sldMk cId="4061549533" sldId="261"/>
            <ac:spMk id="25" creationId="{00000000-0000-0000-0000-000000000000}"/>
          </ac:spMkLst>
        </pc:spChg>
        <pc:spChg chg="mod">
          <ac:chgData name="Jenny Díaz Ramírez" userId="df7d83af-54c1-43f9-a4ec-fea9744b3563" providerId="ADAL" clId="{E88D14EF-1617-4CF0-9FD1-0581C88CA6EC}" dt="2025-03-06T01:06:50.589" v="444" actId="1076"/>
          <ac:spMkLst>
            <pc:docMk/>
            <pc:sldMk cId="4061549533" sldId="261"/>
            <ac:spMk id="27" creationId="{00000000-0000-0000-0000-000000000000}"/>
          </ac:spMkLst>
        </pc:spChg>
        <pc:spChg chg="mod">
          <ac:chgData name="Jenny Díaz Ramírez" userId="df7d83af-54c1-43f9-a4ec-fea9744b3563" providerId="ADAL" clId="{E88D14EF-1617-4CF0-9FD1-0581C88CA6EC}" dt="2025-03-06T01:06:50.589" v="444" actId="1076"/>
          <ac:spMkLst>
            <pc:docMk/>
            <pc:sldMk cId="4061549533" sldId="261"/>
            <ac:spMk id="28" creationId="{00000000-0000-0000-0000-000000000000}"/>
          </ac:spMkLst>
        </pc:spChg>
        <pc:picChg chg="mod">
          <ac:chgData name="Jenny Díaz Ramírez" userId="df7d83af-54c1-43f9-a4ec-fea9744b3563" providerId="ADAL" clId="{E88D14EF-1617-4CF0-9FD1-0581C88CA6EC}" dt="2025-03-06T01:05:37.273" v="424" actId="1076"/>
          <ac:picMkLst>
            <pc:docMk/>
            <pc:sldMk cId="4061549533" sldId="261"/>
            <ac:picMk id="8" creationId="{00000000-0000-0000-0000-000000000000}"/>
          </ac:picMkLst>
        </pc:picChg>
        <pc:picChg chg="mod">
          <ac:chgData name="Jenny Díaz Ramírez" userId="df7d83af-54c1-43f9-a4ec-fea9744b3563" providerId="ADAL" clId="{E88D14EF-1617-4CF0-9FD1-0581C88CA6EC}" dt="2025-03-06T01:06:50.589" v="444" actId="1076"/>
          <ac:picMkLst>
            <pc:docMk/>
            <pc:sldMk cId="4061549533" sldId="261"/>
            <ac:picMk id="21" creationId="{00000000-0000-0000-0000-000000000000}"/>
          </ac:picMkLst>
        </pc:picChg>
        <pc:cxnChg chg="mod">
          <ac:chgData name="Jenny Díaz Ramírez" userId="df7d83af-54c1-43f9-a4ec-fea9744b3563" providerId="ADAL" clId="{E88D14EF-1617-4CF0-9FD1-0581C88CA6EC}" dt="2025-03-06T01:05:37.273" v="424" actId="1076"/>
          <ac:cxnSpMkLst>
            <pc:docMk/>
            <pc:sldMk cId="4061549533" sldId="261"/>
            <ac:cxnSpMk id="6" creationId="{00000000-0000-0000-0000-000000000000}"/>
          </ac:cxnSpMkLst>
        </pc:cxnChg>
        <pc:cxnChg chg="mod">
          <ac:chgData name="Jenny Díaz Ramírez" userId="df7d83af-54c1-43f9-a4ec-fea9744b3563" providerId="ADAL" clId="{E88D14EF-1617-4CF0-9FD1-0581C88CA6EC}" dt="2025-03-06T01:04:56.305" v="421" actId="208"/>
          <ac:cxnSpMkLst>
            <pc:docMk/>
            <pc:sldMk cId="4061549533" sldId="261"/>
            <ac:cxnSpMk id="16" creationId="{00000000-0000-0000-0000-000000000000}"/>
          </ac:cxnSpMkLst>
        </pc:cxnChg>
        <pc:cxnChg chg="mod">
          <ac:chgData name="Jenny Díaz Ramírez" userId="df7d83af-54c1-43f9-a4ec-fea9744b3563" providerId="ADAL" clId="{E88D14EF-1617-4CF0-9FD1-0581C88CA6EC}" dt="2025-03-06T01:04:51.739" v="420" actId="208"/>
          <ac:cxnSpMkLst>
            <pc:docMk/>
            <pc:sldMk cId="4061549533" sldId="261"/>
            <ac:cxnSpMk id="17" creationId="{00000000-0000-0000-0000-000000000000}"/>
          </ac:cxnSpMkLst>
        </pc:cxnChg>
        <pc:cxnChg chg="mod">
          <ac:chgData name="Jenny Díaz Ramírez" userId="df7d83af-54c1-43f9-a4ec-fea9744b3563" providerId="ADAL" clId="{E88D14EF-1617-4CF0-9FD1-0581C88CA6EC}" dt="2025-03-06T01:06:50.589" v="444" actId="1076"/>
          <ac:cxnSpMkLst>
            <pc:docMk/>
            <pc:sldMk cId="4061549533" sldId="261"/>
            <ac:cxnSpMk id="24" creationId="{00000000-0000-0000-0000-000000000000}"/>
          </ac:cxnSpMkLst>
        </pc:cxnChg>
        <pc:cxnChg chg="mod">
          <ac:chgData name="Jenny Díaz Ramírez" userId="df7d83af-54c1-43f9-a4ec-fea9744b3563" providerId="ADAL" clId="{E88D14EF-1617-4CF0-9FD1-0581C88CA6EC}" dt="2025-03-06T01:06:50.589" v="444" actId="1076"/>
          <ac:cxnSpMkLst>
            <pc:docMk/>
            <pc:sldMk cId="4061549533" sldId="261"/>
            <ac:cxnSpMk id="26" creationId="{00000000-0000-0000-0000-000000000000}"/>
          </ac:cxnSpMkLst>
        </pc:cxnChg>
        <pc:cxnChg chg="mod">
          <ac:chgData name="Jenny Díaz Ramírez" userId="df7d83af-54c1-43f9-a4ec-fea9744b3563" providerId="ADAL" clId="{E88D14EF-1617-4CF0-9FD1-0581C88CA6EC}" dt="2025-03-06T01:06:50.589" v="444" actId="1076"/>
          <ac:cxnSpMkLst>
            <pc:docMk/>
            <pc:sldMk cId="4061549533" sldId="261"/>
            <ac:cxnSpMk id="29" creationId="{00000000-0000-0000-0000-000000000000}"/>
          </ac:cxnSpMkLst>
        </pc:cxnChg>
      </pc:sldChg>
      <pc:sldChg chg="addSp modSp add mod modClrScheme chgLayout">
        <pc:chgData name="Jenny Díaz Ramírez" userId="df7d83af-54c1-43f9-a4ec-fea9744b3563" providerId="ADAL" clId="{E88D14EF-1617-4CF0-9FD1-0581C88CA6EC}" dt="2025-03-06T15:53:24.131" v="1789"/>
        <pc:sldMkLst>
          <pc:docMk/>
          <pc:sldMk cId="3694031535" sldId="262"/>
        </pc:sldMkLst>
        <pc:spChg chg="mod ord">
          <ac:chgData name="Jenny Díaz Ramírez" userId="df7d83af-54c1-43f9-a4ec-fea9744b3563" providerId="ADAL" clId="{E88D14EF-1617-4CF0-9FD1-0581C88CA6EC}" dt="2025-03-05T22:46:24.079" v="50" actId="700"/>
          <ac:spMkLst>
            <pc:docMk/>
            <pc:sldMk cId="3694031535" sldId="262"/>
            <ac:spMk id="2" creationId="{00000000-0000-0000-0000-000000000000}"/>
          </ac:spMkLst>
        </pc:spChg>
        <pc:spChg chg="mod ord">
          <ac:chgData name="Jenny Díaz Ramírez" userId="df7d83af-54c1-43f9-a4ec-fea9744b3563" providerId="ADAL" clId="{E88D14EF-1617-4CF0-9FD1-0581C88CA6EC}" dt="2025-03-06T01:10:56.777" v="470" actId="27636"/>
          <ac:spMkLst>
            <pc:docMk/>
            <pc:sldMk cId="3694031535" sldId="262"/>
            <ac:spMk id="3" creationId="{00000000-0000-0000-0000-000000000000}"/>
          </ac:spMkLst>
        </pc:spChg>
        <pc:spChg chg="add mod">
          <ac:chgData name="Jenny Díaz Ramírez" userId="df7d83af-54c1-43f9-a4ec-fea9744b3563" providerId="ADAL" clId="{E88D14EF-1617-4CF0-9FD1-0581C88CA6EC}" dt="2025-03-06T15:53:24.131" v="1789"/>
          <ac:spMkLst>
            <pc:docMk/>
            <pc:sldMk cId="3694031535" sldId="262"/>
            <ac:spMk id="4" creationId="{BE9DA650-7D2C-0AFE-9C8E-DB9F5FC13505}"/>
          </ac:spMkLst>
        </pc:spChg>
        <pc:spChg chg="mod">
          <ac:chgData name="Jenny Díaz Ramírez" userId="df7d83af-54c1-43f9-a4ec-fea9744b3563" providerId="ADAL" clId="{E88D14EF-1617-4CF0-9FD1-0581C88CA6EC}" dt="2025-03-06T01:11:16.698" v="472" actId="403"/>
          <ac:spMkLst>
            <pc:docMk/>
            <pc:sldMk cId="3694031535" sldId="262"/>
            <ac:spMk id="7" creationId="{00000000-0000-0000-0000-000000000000}"/>
          </ac:spMkLst>
        </pc:spChg>
        <pc:spChg chg="mod">
          <ac:chgData name="Jenny Díaz Ramírez" userId="df7d83af-54c1-43f9-a4ec-fea9744b3563" providerId="ADAL" clId="{E88D14EF-1617-4CF0-9FD1-0581C88CA6EC}" dt="2025-03-06T01:11:04.927" v="471" actId="404"/>
          <ac:spMkLst>
            <pc:docMk/>
            <pc:sldMk cId="3694031535" sldId="262"/>
            <ac:spMk id="11" creationId="{00000000-0000-0000-0000-000000000000}"/>
          </ac:spMkLst>
        </pc:spChg>
        <pc:spChg chg="mod">
          <ac:chgData name="Jenny Díaz Ramírez" userId="df7d83af-54c1-43f9-a4ec-fea9744b3563" providerId="ADAL" clId="{E88D14EF-1617-4CF0-9FD1-0581C88CA6EC}" dt="2025-03-06T01:09:05.399" v="466" actId="403"/>
          <ac:spMkLst>
            <pc:docMk/>
            <pc:sldMk cId="3694031535" sldId="262"/>
            <ac:spMk id="15" creationId="{00000000-0000-0000-0000-000000000000}"/>
          </ac:spMkLst>
        </pc:spChg>
        <pc:spChg chg="mod">
          <ac:chgData name="Jenny Díaz Ramírez" userId="df7d83af-54c1-43f9-a4ec-fea9744b3563" providerId="ADAL" clId="{E88D14EF-1617-4CF0-9FD1-0581C88CA6EC}" dt="2025-03-06T01:09:05.399" v="466" actId="403"/>
          <ac:spMkLst>
            <pc:docMk/>
            <pc:sldMk cId="3694031535" sldId="262"/>
            <ac:spMk id="16" creationId="{00000000-0000-0000-0000-000000000000}"/>
          </ac:spMkLst>
        </pc:spChg>
        <pc:spChg chg="mod">
          <ac:chgData name="Jenny Díaz Ramírez" userId="df7d83af-54c1-43f9-a4ec-fea9744b3563" providerId="ADAL" clId="{E88D14EF-1617-4CF0-9FD1-0581C88CA6EC}" dt="2025-03-06T01:11:16.698" v="472" actId="403"/>
          <ac:spMkLst>
            <pc:docMk/>
            <pc:sldMk cId="3694031535" sldId="262"/>
            <ac:spMk id="21" creationId="{00000000-0000-0000-0000-000000000000}"/>
          </ac:spMkLst>
        </pc:spChg>
        <pc:spChg chg="mod">
          <ac:chgData name="Jenny Díaz Ramírez" userId="df7d83af-54c1-43f9-a4ec-fea9744b3563" providerId="ADAL" clId="{E88D14EF-1617-4CF0-9FD1-0581C88CA6EC}" dt="2025-03-06T01:11:16.698" v="472" actId="403"/>
          <ac:spMkLst>
            <pc:docMk/>
            <pc:sldMk cId="3694031535" sldId="262"/>
            <ac:spMk id="25" creationId="{00000000-0000-0000-0000-000000000000}"/>
          </ac:spMkLst>
        </pc:spChg>
        <pc:picChg chg="mod">
          <ac:chgData name="Jenny Díaz Ramírez" userId="df7d83af-54c1-43f9-a4ec-fea9744b3563" providerId="ADAL" clId="{E88D14EF-1617-4CF0-9FD1-0581C88CA6EC}" dt="2025-03-06T01:08:43.318" v="464"/>
          <ac:picMkLst>
            <pc:docMk/>
            <pc:sldMk cId="3694031535" sldId="262"/>
            <ac:picMk id="18" creationId="{00000000-0000-0000-0000-000000000000}"/>
          </ac:picMkLst>
        </pc:picChg>
      </pc:sldChg>
      <pc:sldChg chg="addSp delSp modSp add mod modClrScheme chgLayout">
        <pc:chgData name="Jenny Díaz Ramírez" userId="df7d83af-54c1-43f9-a4ec-fea9744b3563" providerId="ADAL" clId="{E88D14EF-1617-4CF0-9FD1-0581C88CA6EC}" dt="2025-03-06T15:53:50.895" v="1796"/>
        <pc:sldMkLst>
          <pc:docMk/>
          <pc:sldMk cId="842967733" sldId="263"/>
        </pc:sldMkLst>
        <pc:spChg chg="add del mod ord">
          <ac:chgData name="Jenny Díaz Ramírez" userId="df7d83af-54c1-43f9-a4ec-fea9744b3563" providerId="ADAL" clId="{E88D14EF-1617-4CF0-9FD1-0581C88CA6EC}" dt="2025-03-05T22:45:44.114" v="44" actId="700"/>
          <ac:spMkLst>
            <pc:docMk/>
            <pc:sldMk cId="842967733" sldId="263"/>
            <ac:spMk id="2" creationId="{C55BE62A-B019-7689-6E2B-EEE82B1471C4}"/>
          </ac:spMkLst>
        </pc:spChg>
        <pc:spChg chg="mod ord">
          <ac:chgData name="Jenny Díaz Ramírez" userId="df7d83af-54c1-43f9-a4ec-fea9744b3563" providerId="ADAL" clId="{E88D14EF-1617-4CF0-9FD1-0581C88CA6EC}" dt="2025-03-06T01:12:48.658" v="512" actId="404"/>
          <ac:spMkLst>
            <pc:docMk/>
            <pc:sldMk cId="842967733" sldId="263"/>
            <ac:spMk id="3" creationId="{00000000-0000-0000-0000-000000000000}"/>
          </ac:spMkLst>
        </pc:spChg>
        <pc:spChg chg="add mod ord">
          <ac:chgData name="Jenny Díaz Ramírez" userId="df7d83af-54c1-43f9-a4ec-fea9744b3563" providerId="ADAL" clId="{E88D14EF-1617-4CF0-9FD1-0581C88CA6EC}" dt="2025-03-06T01:12:35.984" v="509" actId="20577"/>
          <ac:spMkLst>
            <pc:docMk/>
            <pc:sldMk cId="842967733" sldId="263"/>
            <ac:spMk id="4" creationId="{2C65FECD-AA6B-4D74-4640-A416DB71C505}"/>
          </ac:spMkLst>
        </pc:spChg>
        <pc:spChg chg="add mod">
          <ac:chgData name="Jenny Díaz Ramírez" userId="df7d83af-54c1-43f9-a4ec-fea9744b3563" providerId="ADAL" clId="{E88D14EF-1617-4CF0-9FD1-0581C88CA6EC}" dt="2025-03-06T15:53:50.895" v="1796"/>
          <ac:spMkLst>
            <pc:docMk/>
            <pc:sldMk cId="842967733" sldId="263"/>
            <ac:spMk id="6" creationId="{305CC9B8-9F07-37D7-DCED-D025A901D6FE}"/>
          </ac:spMkLst>
        </pc:spChg>
        <pc:picChg chg="mod">
          <ac:chgData name="Jenny Díaz Ramírez" userId="df7d83af-54c1-43f9-a4ec-fea9744b3563" providerId="ADAL" clId="{E88D14EF-1617-4CF0-9FD1-0581C88CA6EC}" dt="2025-03-06T14:59:30.609" v="682" actId="1076"/>
          <ac:picMkLst>
            <pc:docMk/>
            <pc:sldMk cId="842967733" sldId="263"/>
            <ac:picMk id="5" creationId="{00000000-0000-0000-0000-000000000000}"/>
          </ac:picMkLst>
        </pc:picChg>
      </pc:sldChg>
      <pc:sldChg chg="addSp modSp add mod modClrScheme chgLayout">
        <pc:chgData name="Jenny Díaz Ramírez" userId="df7d83af-54c1-43f9-a4ec-fea9744b3563" providerId="ADAL" clId="{E88D14EF-1617-4CF0-9FD1-0581C88CA6EC}" dt="2025-03-06T15:53:52.611" v="1797"/>
        <pc:sldMkLst>
          <pc:docMk/>
          <pc:sldMk cId="1610642144" sldId="264"/>
        </pc:sldMkLst>
        <pc:spChg chg="mod ord">
          <ac:chgData name="Jenny Díaz Ramírez" userId="df7d83af-54c1-43f9-a4ec-fea9744b3563" providerId="ADAL" clId="{E88D14EF-1617-4CF0-9FD1-0581C88CA6EC}" dt="2025-03-05T22:46:24.079" v="50" actId="700"/>
          <ac:spMkLst>
            <pc:docMk/>
            <pc:sldMk cId="1610642144" sldId="264"/>
            <ac:spMk id="2" creationId="{00000000-0000-0000-0000-000000000000}"/>
          </ac:spMkLst>
        </pc:spChg>
        <pc:spChg chg="mod ord">
          <ac:chgData name="Jenny Díaz Ramírez" userId="df7d83af-54c1-43f9-a4ec-fea9744b3563" providerId="ADAL" clId="{E88D14EF-1617-4CF0-9FD1-0581C88CA6EC}" dt="2025-03-06T01:13:01.350" v="515" actId="14100"/>
          <ac:spMkLst>
            <pc:docMk/>
            <pc:sldMk cId="1610642144" sldId="264"/>
            <ac:spMk id="3" creationId="{00000000-0000-0000-0000-000000000000}"/>
          </ac:spMkLst>
        </pc:spChg>
        <pc:spChg chg="add mod">
          <ac:chgData name="Jenny Díaz Ramírez" userId="df7d83af-54c1-43f9-a4ec-fea9744b3563" providerId="ADAL" clId="{E88D14EF-1617-4CF0-9FD1-0581C88CA6EC}" dt="2025-03-06T15:53:52.611" v="1797"/>
          <ac:spMkLst>
            <pc:docMk/>
            <pc:sldMk cId="1610642144" sldId="264"/>
            <ac:spMk id="4" creationId="{1AC31AF8-5FD2-9EF0-2F07-A00E0BD9080A}"/>
          </ac:spMkLst>
        </pc:spChg>
      </pc:sldChg>
      <pc:sldChg chg="addSp delSp modSp add mod modClrScheme chgLayout">
        <pc:chgData name="Jenny Díaz Ramírez" userId="df7d83af-54c1-43f9-a4ec-fea9744b3563" providerId="ADAL" clId="{E88D14EF-1617-4CF0-9FD1-0581C88CA6EC}" dt="2025-03-06T15:53:54.723" v="1798"/>
        <pc:sldMkLst>
          <pc:docMk/>
          <pc:sldMk cId="4107791690" sldId="265"/>
        </pc:sldMkLst>
        <pc:spChg chg="add del mod ord">
          <ac:chgData name="Jenny Díaz Ramírez" userId="df7d83af-54c1-43f9-a4ec-fea9744b3563" providerId="ADAL" clId="{E88D14EF-1617-4CF0-9FD1-0581C88CA6EC}" dt="2025-03-05T22:45:44.114" v="44" actId="700"/>
          <ac:spMkLst>
            <pc:docMk/>
            <pc:sldMk cId="4107791690" sldId="265"/>
            <ac:spMk id="2" creationId="{4EC5EB78-7950-138D-CAF2-0E7BB61C9F31}"/>
          </ac:spMkLst>
        </pc:spChg>
        <pc:spChg chg="add del mod ord">
          <ac:chgData name="Jenny Díaz Ramírez" userId="df7d83af-54c1-43f9-a4ec-fea9744b3563" providerId="ADAL" clId="{E88D14EF-1617-4CF0-9FD1-0581C88CA6EC}" dt="2025-03-05T22:45:44.114" v="44" actId="700"/>
          <ac:spMkLst>
            <pc:docMk/>
            <pc:sldMk cId="4107791690" sldId="265"/>
            <ac:spMk id="3" creationId="{9B08D9AC-44B5-053E-F30B-CF95FCCD3385}"/>
          </ac:spMkLst>
        </pc:spChg>
        <pc:spChg chg="add del mod ord">
          <ac:chgData name="Jenny Díaz Ramírez" userId="df7d83af-54c1-43f9-a4ec-fea9744b3563" providerId="ADAL" clId="{E88D14EF-1617-4CF0-9FD1-0581C88CA6EC}" dt="2025-03-06T01:13:29.592" v="519" actId="478"/>
          <ac:spMkLst>
            <pc:docMk/>
            <pc:sldMk cId="4107791690" sldId="265"/>
            <ac:spMk id="5" creationId="{70C6B9F9-3453-AD36-6E74-43BC767D97BA}"/>
          </ac:spMkLst>
        </pc:spChg>
        <pc:spChg chg="mod">
          <ac:chgData name="Jenny Díaz Ramírez" userId="df7d83af-54c1-43f9-a4ec-fea9744b3563" providerId="ADAL" clId="{E88D14EF-1617-4CF0-9FD1-0581C88CA6EC}" dt="2025-03-06T14:49:49.062" v="522" actId="1076"/>
          <ac:spMkLst>
            <pc:docMk/>
            <pc:sldMk cId="4107791690" sldId="265"/>
            <ac:spMk id="8" creationId="{00000000-0000-0000-0000-000000000000}"/>
          </ac:spMkLst>
        </pc:spChg>
        <pc:spChg chg="mod">
          <ac:chgData name="Jenny Díaz Ramírez" userId="df7d83af-54c1-43f9-a4ec-fea9744b3563" providerId="ADAL" clId="{E88D14EF-1617-4CF0-9FD1-0581C88CA6EC}" dt="2025-03-06T14:51:46.381" v="536" actId="207"/>
          <ac:spMkLst>
            <pc:docMk/>
            <pc:sldMk cId="4107791690" sldId="265"/>
            <ac:spMk id="9" creationId="{00000000-0000-0000-0000-000000000000}"/>
          </ac:spMkLst>
        </pc:spChg>
        <pc:spChg chg="mod">
          <ac:chgData name="Jenny Díaz Ramírez" userId="df7d83af-54c1-43f9-a4ec-fea9744b3563" providerId="ADAL" clId="{E88D14EF-1617-4CF0-9FD1-0581C88CA6EC}" dt="2025-03-06T14:51:58.027" v="537" actId="1076"/>
          <ac:spMkLst>
            <pc:docMk/>
            <pc:sldMk cId="4107791690" sldId="265"/>
            <ac:spMk id="10" creationId="{00000000-0000-0000-0000-000000000000}"/>
          </ac:spMkLst>
        </pc:spChg>
        <pc:spChg chg="mod">
          <ac:chgData name="Jenny Díaz Ramírez" userId="df7d83af-54c1-43f9-a4ec-fea9744b3563" providerId="ADAL" clId="{E88D14EF-1617-4CF0-9FD1-0581C88CA6EC}" dt="2025-03-06T14:53:12.735" v="552" actId="1076"/>
          <ac:spMkLst>
            <pc:docMk/>
            <pc:sldMk cId="4107791690" sldId="265"/>
            <ac:spMk id="14" creationId="{00000000-0000-0000-0000-000000000000}"/>
          </ac:spMkLst>
        </pc:spChg>
        <pc:spChg chg="mod">
          <ac:chgData name="Jenny Díaz Ramírez" userId="df7d83af-54c1-43f9-a4ec-fea9744b3563" providerId="ADAL" clId="{E88D14EF-1617-4CF0-9FD1-0581C88CA6EC}" dt="2025-03-06T14:53:15.801" v="553" actId="108"/>
          <ac:spMkLst>
            <pc:docMk/>
            <pc:sldMk cId="4107791690" sldId="265"/>
            <ac:spMk id="15" creationId="{00000000-0000-0000-0000-000000000000}"/>
          </ac:spMkLst>
        </pc:spChg>
        <pc:spChg chg="mod">
          <ac:chgData name="Jenny Díaz Ramírez" userId="df7d83af-54c1-43f9-a4ec-fea9744b3563" providerId="ADAL" clId="{E88D14EF-1617-4CF0-9FD1-0581C88CA6EC}" dt="2025-03-06T14:53:47.529" v="561" actId="108"/>
          <ac:spMkLst>
            <pc:docMk/>
            <pc:sldMk cId="4107791690" sldId="265"/>
            <ac:spMk id="16" creationId="{00000000-0000-0000-0000-000000000000}"/>
          </ac:spMkLst>
        </pc:spChg>
        <pc:spChg chg="mod">
          <ac:chgData name="Jenny Díaz Ramírez" userId="df7d83af-54c1-43f9-a4ec-fea9744b3563" providerId="ADAL" clId="{E88D14EF-1617-4CF0-9FD1-0581C88CA6EC}" dt="2025-03-06T14:53:28.099" v="555" actId="108"/>
          <ac:spMkLst>
            <pc:docMk/>
            <pc:sldMk cId="4107791690" sldId="265"/>
            <ac:spMk id="17" creationId="{00000000-0000-0000-0000-000000000000}"/>
          </ac:spMkLst>
        </pc:spChg>
        <pc:spChg chg="mod">
          <ac:chgData name="Jenny Díaz Ramírez" userId="df7d83af-54c1-43f9-a4ec-fea9744b3563" providerId="ADAL" clId="{E88D14EF-1617-4CF0-9FD1-0581C88CA6EC}" dt="2025-03-06T14:53:18.707" v="554" actId="108"/>
          <ac:spMkLst>
            <pc:docMk/>
            <pc:sldMk cId="4107791690" sldId="265"/>
            <ac:spMk id="18" creationId="{00000000-0000-0000-0000-000000000000}"/>
          </ac:spMkLst>
        </pc:spChg>
        <pc:spChg chg="mod">
          <ac:chgData name="Jenny Díaz Ramírez" userId="df7d83af-54c1-43f9-a4ec-fea9744b3563" providerId="ADAL" clId="{E88D14EF-1617-4CF0-9FD1-0581C88CA6EC}" dt="2025-03-06T14:53:35.872" v="556" actId="108"/>
          <ac:spMkLst>
            <pc:docMk/>
            <pc:sldMk cId="4107791690" sldId="265"/>
            <ac:spMk id="19" creationId="{00000000-0000-0000-0000-000000000000}"/>
          </ac:spMkLst>
        </pc:spChg>
        <pc:spChg chg="mod">
          <ac:chgData name="Jenny Díaz Ramírez" userId="df7d83af-54c1-43f9-a4ec-fea9744b3563" providerId="ADAL" clId="{E88D14EF-1617-4CF0-9FD1-0581C88CA6EC}" dt="2025-03-06T14:53:40.693" v="560" actId="108"/>
          <ac:spMkLst>
            <pc:docMk/>
            <pc:sldMk cId="4107791690" sldId="265"/>
            <ac:spMk id="20" creationId="{00000000-0000-0000-0000-000000000000}"/>
          </ac:spMkLst>
        </pc:spChg>
        <pc:spChg chg="mod">
          <ac:chgData name="Jenny Díaz Ramírez" userId="df7d83af-54c1-43f9-a4ec-fea9744b3563" providerId="ADAL" clId="{E88D14EF-1617-4CF0-9FD1-0581C88CA6EC}" dt="2025-03-06T14:53:39.554" v="559" actId="108"/>
          <ac:spMkLst>
            <pc:docMk/>
            <pc:sldMk cId="4107791690" sldId="265"/>
            <ac:spMk id="21" creationId="{00000000-0000-0000-0000-000000000000}"/>
          </ac:spMkLst>
        </pc:spChg>
        <pc:spChg chg="mod">
          <ac:chgData name="Jenny Díaz Ramírez" userId="df7d83af-54c1-43f9-a4ec-fea9744b3563" providerId="ADAL" clId="{E88D14EF-1617-4CF0-9FD1-0581C88CA6EC}" dt="2025-03-06T14:53:38.369" v="558" actId="108"/>
          <ac:spMkLst>
            <pc:docMk/>
            <pc:sldMk cId="4107791690" sldId="265"/>
            <ac:spMk id="22" creationId="{00000000-0000-0000-0000-000000000000}"/>
          </ac:spMkLst>
        </pc:spChg>
        <pc:spChg chg="mod">
          <ac:chgData name="Jenny Díaz Ramírez" userId="df7d83af-54c1-43f9-a4ec-fea9744b3563" providerId="ADAL" clId="{E88D14EF-1617-4CF0-9FD1-0581C88CA6EC}" dt="2025-03-06T14:51:21.200" v="529" actId="1076"/>
          <ac:spMkLst>
            <pc:docMk/>
            <pc:sldMk cId="4107791690" sldId="265"/>
            <ac:spMk id="23" creationId="{00000000-0000-0000-0000-000000000000}"/>
          </ac:spMkLst>
        </pc:spChg>
        <pc:spChg chg="mod">
          <ac:chgData name="Jenny Díaz Ramírez" userId="df7d83af-54c1-43f9-a4ec-fea9744b3563" providerId="ADAL" clId="{E88D14EF-1617-4CF0-9FD1-0581C88CA6EC}" dt="2025-03-06T14:51:34.002" v="534" actId="1076"/>
          <ac:spMkLst>
            <pc:docMk/>
            <pc:sldMk cId="4107791690" sldId="265"/>
            <ac:spMk id="24" creationId="{00000000-0000-0000-0000-000000000000}"/>
          </ac:spMkLst>
        </pc:spChg>
        <pc:spChg chg="add mod">
          <ac:chgData name="Jenny Díaz Ramírez" userId="df7d83af-54c1-43f9-a4ec-fea9744b3563" providerId="ADAL" clId="{E88D14EF-1617-4CF0-9FD1-0581C88CA6EC}" dt="2025-03-06T01:13:26.077" v="518"/>
          <ac:spMkLst>
            <pc:docMk/>
            <pc:sldMk cId="4107791690" sldId="265"/>
            <ac:spMk id="26" creationId="{9C81D44F-E4C1-3904-6BF2-60FDF44A63BD}"/>
          </ac:spMkLst>
        </pc:spChg>
        <pc:spChg chg="add mod">
          <ac:chgData name="Jenny Díaz Ramírez" userId="df7d83af-54c1-43f9-a4ec-fea9744b3563" providerId="ADAL" clId="{E88D14EF-1617-4CF0-9FD1-0581C88CA6EC}" dt="2025-03-06T15:53:54.723" v="1798"/>
          <ac:spMkLst>
            <pc:docMk/>
            <pc:sldMk cId="4107791690" sldId="265"/>
            <ac:spMk id="28" creationId="{31A90489-C574-E50A-6A78-16DA579068D6}"/>
          </ac:spMkLst>
        </pc:spChg>
        <pc:spChg chg="mod">
          <ac:chgData name="Jenny Díaz Ramírez" userId="df7d83af-54c1-43f9-a4ec-fea9744b3563" providerId="ADAL" clId="{E88D14EF-1617-4CF0-9FD1-0581C88CA6EC}" dt="2025-03-06T14:49:49.062" v="522" actId="1076"/>
          <ac:spMkLst>
            <pc:docMk/>
            <pc:sldMk cId="4107791690" sldId="265"/>
            <ac:spMk id="29" creationId="{00000000-0000-0000-0000-000000000000}"/>
          </ac:spMkLst>
        </pc:spChg>
        <pc:spChg chg="mod">
          <ac:chgData name="Jenny Díaz Ramírez" userId="df7d83af-54c1-43f9-a4ec-fea9744b3563" providerId="ADAL" clId="{E88D14EF-1617-4CF0-9FD1-0581C88CA6EC}" dt="2025-03-06T14:49:49.062" v="522" actId="1076"/>
          <ac:spMkLst>
            <pc:docMk/>
            <pc:sldMk cId="4107791690" sldId="265"/>
            <ac:spMk id="30" creationId="{00000000-0000-0000-0000-000000000000}"/>
          </ac:spMkLst>
        </pc:spChg>
        <pc:spChg chg="mod">
          <ac:chgData name="Jenny Díaz Ramírez" userId="df7d83af-54c1-43f9-a4ec-fea9744b3563" providerId="ADAL" clId="{E88D14EF-1617-4CF0-9FD1-0581C88CA6EC}" dt="2025-03-06T14:49:49.062" v="522" actId="1076"/>
          <ac:spMkLst>
            <pc:docMk/>
            <pc:sldMk cId="4107791690" sldId="265"/>
            <ac:spMk id="36" creationId="{00000000-0000-0000-0000-000000000000}"/>
          </ac:spMkLst>
        </pc:spChg>
        <pc:spChg chg="mod">
          <ac:chgData name="Jenny Díaz Ramírez" userId="df7d83af-54c1-43f9-a4ec-fea9744b3563" providerId="ADAL" clId="{E88D14EF-1617-4CF0-9FD1-0581C88CA6EC}" dt="2025-03-06T14:49:49.062" v="522" actId="1076"/>
          <ac:spMkLst>
            <pc:docMk/>
            <pc:sldMk cId="4107791690" sldId="265"/>
            <ac:spMk id="38" creationId="{00000000-0000-0000-0000-000000000000}"/>
          </ac:spMkLst>
        </pc:spChg>
        <pc:picChg chg="mod">
          <ac:chgData name="Jenny Díaz Ramírez" userId="df7d83af-54c1-43f9-a4ec-fea9744b3563" providerId="ADAL" clId="{E88D14EF-1617-4CF0-9FD1-0581C88CA6EC}" dt="2025-03-06T14:50:17.289" v="523"/>
          <ac:picMkLst>
            <pc:docMk/>
            <pc:sldMk cId="4107791690" sldId="265"/>
            <ac:picMk id="6" creationId="{00000000-0000-0000-0000-000000000000}"/>
          </ac:picMkLst>
        </pc:picChg>
        <pc:picChg chg="mod">
          <ac:chgData name="Jenny Díaz Ramírez" userId="df7d83af-54c1-43f9-a4ec-fea9744b3563" providerId="ADAL" clId="{E88D14EF-1617-4CF0-9FD1-0581C88CA6EC}" dt="2025-03-06T01:13:11.319" v="516" actId="1076"/>
          <ac:picMkLst>
            <pc:docMk/>
            <pc:sldMk cId="4107791690" sldId="265"/>
            <ac:picMk id="41" creationId="{00000000-0000-0000-0000-000000000000}"/>
          </ac:picMkLst>
        </pc:picChg>
        <pc:cxnChg chg="mod">
          <ac:chgData name="Jenny Díaz Ramírez" userId="df7d83af-54c1-43f9-a4ec-fea9744b3563" providerId="ADAL" clId="{E88D14EF-1617-4CF0-9FD1-0581C88CA6EC}" dt="2025-03-06T14:53:37.218" v="557" actId="108"/>
          <ac:cxnSpMkLst>
            <pc:docMk/>
            <pc:sldMk cId="4107791690" sldId="265"/>
            <ac:cxnSpMk id="27" creationId="{00000000-0000-0000-0000-000000000000}"/>
          </ac:cxnSpMkLst>
        </pc:cxnChg>
      </pc:sldChg>
      <pc:sldChg chg="addSp modSp add mod modClrScheme chgLayout">
        <pc:chgData name="Jenny Díaz Ramírez" userId="df7d83af-54c1-43f9-a4ec-fea9744b3563" providerId="ADAL" clId="{E88D14EF-1617-4CF0-9FD1-0581C88CA6EC}" dt="2025-03-06T15:53:56.751" v="1799"/>
        <pc:sldMkLst>
          <pc:docMk/>
          <pc:sldMk cId="3860673607" sldId="266"/>
        </pc:sldMkLst>
        <pc:spChg chg="mod ord">
          <ac:chgData name="Jenny Díaz Ramírez" userId="df7d83af-54c1-43f9-a4ec-fea9744b3563" providerId="ADAL" clId="{E88D14EF-1617-4CF0-9FD1-0581C88CA6EC}" dt="2025-03-05T22:46:24.079" v="50" actId="700"/>
          <ac:spMkLst>
            <pc:docMk/>
            <pc:sldMk cId="3860673607" sldId="266"/>
            <ac:spMk id="2" creationId="{00000000-0000-0000-0000-000000000000}"/>
          </ac:spMkLst>
        </pc:spChg>
        <pc:spChg chg="mod ord">
          <ac:chgData name="Jenny Díaz Ramírez" userId="df7d83af-54c1-43f9-a4ec-fea9744b3563" providerId="ADAL" clId="{E88D14EF-1617-4CF0-9FD1-0581C88CA6EC}" dt="2025-03-06T14:53:56.681" v="564" actId="404"/>
          <ac:spMkLst>
            <pc:docMk/>
            <pc:sldMk cId="3860673607" sldId="266"/>
            <ac:spMk id="3" creationId="{00000000-0000-0000-0000-000000000000}"/>
          </ac:spMkLst>
        </pc:spChg>
        <pc:spChg chg="add mod">
          <ac:chgData name="Jenny Díaz Ramírez" userId="df7d83af-54c1-43f9-a4ec-fea9744b3563" providerId="ADAL" clId="{E88D14EF-1617-4CF0-9FD1-0581C88CA6EC}" dt="2025-03-06T15:53:56.751" v="1799"/>
          <ac:spMkLst>
            <pc:docMk/>
            <pc:sldMk cId="3860673607" sldId="266"/>
            <ac:spMk id="4" creationId="{C07F80DC-AD60-130E-0979-550D50E414F4}"/>
          </ac:spMkLst>
        </pc:spChg>
      </pc:sldChg>
      <pc:sldChg chg="addSp delSp modSp add mod modClrScheme chgLayout">
        <pc:chgData name="Jenny Díaz Ramírez" userId="df7d83af-54c1-43f9-a4ec-fea9744b3563" providerId="ADAL" clId="{E88D14EF-1617-4CF0-9FD1-0581C88CA6EC}" dt="2025-03-06T15:53:58.467" v="1800"/>
        <pc:sldMkLst>
          <pc:docMk/>
          <pc:sldMk cId="2589396952" sldId="267"/>
        </pc:sldMkLst>
        <pc:spChg chg="add del mod ord">
          <ac:chgData name="Jenny Díaz Ramírez" userId="df7d83af-54c1-43f9-a4ec-fea9744b3563" providerId="ADAL" clId="{E88D14EF-1617-4CF0-9FD1-0581C88CA6EC}" dt="2025-03-05T22:45:44.114" v="44" actId="700"/>
          <ac:spMkLst>
            <pc:docMk/>
            <pc:sldMk cId="2589396952" sldId="267"/>
            <ac:spMk id="2" creationId="{605BB6E5-6979-44A0-27EB-594ECA87DFA3}"/>
          </ac:spMkLst>
        </pc:spChg>
        <pc:spChg chg="mod ord">
          <ac:chgData name="Jenny Díaz Ramírez" userId="df7d83af-54c1-43f9-a4ec-fea9744b3563" providerId="ADAL" clId="{E88D14EF-1617-4CF0-9FD1-0581C88CA6EC}" dt="2025-03-06T14:56:54.562" v="632" actId="14100"/>
          <ac:spMkLst>
            <pc:docMk/>
            <pc:sldMk cId="2589396952" sldId="267"/>
            <ac:spMk id="3" creationId="{00000000-0000-0000-0000-000000000000}"/>
          </ac:spMkLst>
        </pc:spChg>
        <pc:spChg chg="mod">
          <ac:chgData name="Jenny Díaz Ramírez" userId="df7d83af-54c1-43f9-a4ec-fea9744b3563" providerId="ADAL" clId="{E88D14EF-1617-4CF0-9FD1-0581C88CA6EC}" dt="2025-03-06T14:54:12.076" v="568" actId="1076"/>
          <ac:spMkLst>
            <pc:docMk/>
            <pc:sldMk cId="2589396952" sldId="267"/>
            <ac:spMk id="4" creationId="{00000000-0000-0000-0000-000000000000}"/>
          </ac:spMkLst>
        </pc:spChg>
        <pc:spChg chg="add mod ord">
          <ac:chgData name="Jenny Díaz Ramírez" userId="df7d83af-54c1-43f9-a4ec-fea9744b3563" providerId="ADAL" clId="{E88D14EF-1617-4CF0-9FD1-0581C88CA6EC}" dt="2025-03-06T14:55:13.703" v="603" actId="20577"/>
          <ac:spMkLst>
            <pc:docMk/>
            <pc:sldMk cId="2589396952" sldId="267"/>
            <ac:spMk id="5" creationId="{FDA89BC1-6C4E-AADC-AFAA-CBACAC249E7F}"/>
          </ac:spMkLst>
        </pc:spChg>
        <pc:spChg chg="mod">
          <ac:chgData name="Jenny Díaz Ramírez" userId="df7d83af-54c1-43f9-a4ec-fea9744b3563" providerId="ADAL" clId="{E88D14EF-1617-4CF0-9FD1-0581C88CA6EC}" dt="2025-03-06T14:56:15.360" v="619" actId="1076"/>
          <ac:spMkLst>
            <pc:docMk/>
            <pc:sldMk cId="2589396952" sldId="267"/>
            <ac:spMk id="6" creationId="{00000000-0000-0000-0000-000000000000}"/>
          </ac:spMkLst>
        </pc:spChg>
        <pc:spChg chg="add mod">
          <ac:chgData name="Jenny Díaz Ramírez" userId="df7d83af-54c1-43f9-a4ec-fea9744b3563" providerId="ADAL" clId="{E88D14EF-1617-4CF0-9FD1-0581C88CA6EC}" dt="2025-03-06T15:53:58.467" v="1800"/>
          <ac:spMkLst>
            <pc:docMk/>
            <pc:sldMk cId="2589396952" sldId="267"/>
            <ac:spMk id="8" creationId="{69504F3F-AB8D-30CF-1F4B-F3C0A36223BC}"/>
          </ac:spMkLst>
        </pc:spChg>
        <pc:spChg chg="mod">
          <ac:chgData name="Jenny Díaz Ramírez" userId="df7d83af-54c1-43f9-a4ec-fea9744b3563" providerId="ADAL" clId="{E88D14EF-1617-4CF0-9FD1-0581C88CA6EC}" dt="2025-03-06T14:56:30.072" v="625" actId="1076"/>
          <ac:spMkLst>
            <pc:docMk/>
            <pc:sldMk cId="2589396952" sldId="267"/>
            <ac:spMk id="11"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15"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16"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17"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19"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20" creationId="{00000000-0000-0000-0000-000000000000}"/>
          </ac:spMkLst>
        </pc:spChg>
        <pc:spChg chg="mod">
          <ac:chgData name="Jenny Díaz Ramírez" userId="df7d83af-54c1-43f9-a4ec-fea9744b3563" providerId="ADAL" clId="{E88D14EF-1617-4CF0-9FD1-0581C88CA6EC}" dt="2025-03-06T14:56:51.634" v="631" actId="14100"/>
          <ac:spMkLst>
            <pc:docMk/>
            <pc:sldMk cId="2589396952" sldId="267"/>
            <ac:spMk id="24"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32"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33"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36" creationId="{00000000-0000-0000-0000-000000000000}"/>
          </ac:spMkLst>
        </pc:spChg>
        <pc:spChg chg="mod">
          <ac:chgData name="Jenny Díaz Ramírez" userId="df7d83af-54c1-43f9-a4ec-fea9744b3563" providerId="ADAL" clId="{E88D14EF-1617-4CF0-9FD1-0581C88CA6EC}" dt="2025-03-06T14:56:30.072" v="625" actId="1076"/>
          <ac:spMkLst>
            <pc:docMk/>
            <pc:sldMk cId="2589396952" sldId="267"/>
            <ac:spMk id="37" creationId="{00000000-0000-0000-0000-000000000000}"/>
          </ac:spMkLst>
        </pc:spChg>
        <pc:picChg chg="mod">
          <ac:chgData name="Jenny Díaz Ramírez" userId="df7d83af-54c1-43f9-a4ec-fea9744b3563" providerId="ADAL" clId="{E88D14EF-1617-4CF0-9FD1-0581C88CA6EC}" dt="2025-03-06T14:55:15.388" v="604" actId="1076"/>
          <ac:picMkLst>
            <pc:docMk/>
            <pc:sldMk cId="2589396952" sldId="267"/>
            <ac:picMk id="25" creationId="{00000000-0000-0000-0000-000000000000}"/>
          </ac:picMkLst>
        </pc:picChg>
        <pc:picChg chg="mod">
          <ac:chgData name="Jenny Díaz Ramírez" userId="df7d83af-54c1-43f9-a4ec-fea9744b3563" providerId="ADAL" clId="{E88D14EF-1617-4CF0-9FD1-0581C88CA6EC}" dt="2025-03-06T14:56:15.963" v="621" actId="1076"/>
          <ac:picMkLst>
            <pc:docMk/>
            <pc:sldMk cId="2589396952" sldId="267"/>
            <ac:picMk id="38" creationId="{00000000-0000-0000-0000-000000000000}"/>
          </ac:picMkLst>
        </pc:picChg>
      </pc:sldChg>
      <pc:sldChg chg="addSp delSp modSp add mod modClrScheme chgLayout">
        <pc:chgData name="Jenny Díaz Ramírez" userId="df7d83af-54c1-43f9-a4ec-fea9744b3563" providerId="ADAL" clId="{E88D14EF-1617-4CF0-9FD1-0581C88CA6EC}" dt="2025-03-06T15:54:00.442" v="1801"/>
        <pc:sldMkLst>
          <pc:docMk/>
          <pc:sldMk cId="4050741810" sldId="268"/>
        </pc:sldMkLst>
        <pc:spChg chg="add del mod ord">
          <ac:chgData name="Jenny Díaz Ramírez" userId="df7d83af-54c1-43f9-a4ec-fea9744b3563" providerId="ADAL" clId="{E88D14EF-1617-4CF0-9FD1-0581C88CA6EC}" dt="2025-03-05T22:45:44.114" v="44" actId="700"/>
          <ac:spMkLst>
            <pc:docMk/>
            <pc:sldMk cId="4050741810" sldId="268"/>
            <ac:spMk id="2" creationId="{4B791916-B9D2-2AE9-88B6-29E18815C787}"/>
          </ac:spMkLst>
        </pc:spChg>
        <pc:spChg chg="mod ord">
          <ac:chgData name="Jenny Díaz Ramírez" userId="df7d83af-54c1-43f9-a4ec-fea9744b3563" providerId="ADAL" clId="{E88D14EF-1617-4CF0-9FD1-0581C88CA6EC}" dt="2025-03-06T14:58:37.918" v="680" actId="20577"/>
          <ac:spMkLst>
            <pc:docMk/>
            <pc:sldMk cId="4050741810" sldId="268"/>
            <ac:spMk id="3" creationId="{00000000-0000-0000-0000-000000000000}"/>
          </ac:spMkLst>
        </pc:spChg>
        <pc:spChg chg="mod">
          <ac:chgData name="Jenny Díaz Ramírez" userId="df7d83af-54c1-43f9-a4ec-fea9744b3563" providerId="ADAL" clId="{E88D14EF-1617-4CF0-9FD1-0581C88CA6EC}" dt="2025-03-06T14:57:36.411" v="669" actId="1076"/>
          <ac:spMkLst>
            <pc:docMk/>
            <pc:sldMk cId="4050741810" sldId="268"/>
            <ac:spMk id="5" creationId="{00000000-0000-0000-0000-000000000000}"/>
          </ac:spMkLst>
        </pc:spChg>
        <pc:spChg chg="add mod ord">
          <ac:chgData name="Jenny Díaz Ramírez" userId="df7d83af-54c1-43f9-a4ec-fea9744b3563" providerId="ADAL" clId="{E88D14EF-1617-4CF0-9FD1-0581C88CA6EC}" dt="2025-03-06T14:57:25.117" v="666" actId="20577"/>
          <ac:spMkLst>
            <pc:docMk/>
            <pc:sldMk cId="4050741810" sldId="268"/>
            <ac:spMk id="8" creationId="{E44B1CAD-37C9-7306-C2FD-3814F004D5E5}"/>
          </ac:spMkLst>
        </pc:spChg>
        <pc:spChg chg="mod">
          <ac:chgData name="Jenny Díaz Ramírez" userId="df7d83af-54c1-43f9-a4ec-fea9744b3563" providerId="ADAL" clId="{E88D14EF-1617-4CF0-9FD1-0581C88CA6EC}" dt="2025-03-06T15:00:02.743" v="685" actId="1076"/>
          <ac:spMkLst>
            <pc:docMk/>
            <pc:sldMk cId="4050741810" sldId="268"/>
            <ac:spMk id="10" creationId="{00000000-0000-0000-0000-000000000000}"/>
          </ac:spMkLst>
        </pc:spChg>
        <pc:spChg chg="mod">
          <ac:chgData name="Jenny Díaz Ramírez" userId="df7d83af-54c1-43f9-a4ec-fea9744b3563" providerId="ADAL" clId="{E88D14EF-1617-4CF0-9FD1-0581C88CA6EC}" dt="2025-03-06T15:00:05.940" v="686" actId="1038"/>
          <ac:spMkLst>
            <pc:docMk/>
            <pc:sldMk cId="4050741810" sldId="268"/>
            <ac:spMk id="11" creationId="{00000000-0000-0000-0000-000000000000}"/>
          </ac:spMkLst>
        </pc:spChg>
        <pc:spChg chg="add mod">
          <ac:chgData name="Jenny Díaz Ramírez" userId="df7d83af-54c1-43f9-a4ec-fea9744b3563" providerId="ADAL" clId="{E88D14EF-1617-4CF0-9FD1-0581C88CA6EC}" dt="2025-03-06T14:57:52.941" v="676" actId="571"/>
          <ac:spMkLst>
            <pc:docMk/>
            <pc:sldMk cId="4050741810" sldId="268"/>
            <ac:spMk id="12" creationId="{13370D49-1C6F-D2FA-80E9-13C9E13B2A11}"/>
          </ac:spMkLst>
        </pc:spChg>
        <pc:spChg chg="add mod">
          <ac:chgData name="Jenny Díaz Ramírez" userId="df7d83af-54c1-43f9-a4ec-fea9744b3563" providerId="ADAL" clId="{E88D14EF-1617-4CF0-9FD1-0581C88CA6EC}" dt="2025-03-06T14:57:52.941" v="676" actId="571"/>
          <ac:spMkLst>
            <pc:docMk/>
            <pc:sldMk cId="4050741810" sldId="268"/>
            <ac:spMk id="13" creationId="{322F20B7-3D81-8FB5-9A8B-5B55DF24B063}"/>
          </ac:spMkLst>
        </pc:spChg>
        <pc:spChg chg="add mod">
          <ac:chgData name="Jenny Díaz Ramírez" userId="df7d83af-54c1-43f9-a4ec-fea9744b3563" providerId="ADAL" clId="{E88D14EF-1617-4CF0-9FD1-0581C88CA6EC}" dt="2025-03-06T15:54:00.442" v="1801"/>
          <ac:spMkLst>
            <pc:docMk/>
            <pc:sldMk cId="4050741810" sldId="268"/>
            <ac:spMk id="14" creationId="{73FD0328-B3D6-702D-AD04-CC889DAF9F94}"/>
          </ac:spMkLst>
        </pc:spChg>
        <pc:picChg chg="mod">
          <ac:chgData name="Jenny Díaz Ramírez" userId="df7d83af-54c1-43f9-a4ec-fea9744b3563" providerId="ADAL" clId="{E88D14EF-1617-4CF0-9FD1-0581C88CA6EC}" dt="2025-03-06T14:57:36.411" v="669" actId="1076"/>
          <ac:picMkLst>
            <pc:docMk/>
            <pc:sldMk cId="4050741810" sldId="268"/>
            <ac:picMk id="4" creationId="{00000000-0000-0000-0000-000000000000}"/>
          </ac:picMkLst>
        </pc:picChg>
        <pc:cxnChg chg="mod">
          <ac:chgData name="Jenny Díaz Ramírez" userId="df7d83af-54c1-43f9-a4ec-fea9744b3563" providerId="ADAL" clId="{E88D14EF-1617-4CF0-9FD1-0581C88CA6EC}" dt="2025-03-06T14:57:36.411" v="669" actId="1076"/>
          <ac:cxnSpMkLst>
            <pc:docMk/>
            <pc:sldMk cId="4050741810" sldId="268"/>
            <ac:cxnSpMk id="6" creationId="{00000000-0000-0000-0000-000000000000}"/>
          </ac:cxnSpMkLst>
        </pc:cxnChg>
        <pc:cxnChg chg="mod">
          <ac:chgData name="Jenny Díaz Ramírez" userId="df7d83af-54c1-43f9-a4ec-fea9744b3563" providerId="ADAL" clId="{E88D14EF-1617-4CF0-9FD1-0581C88CA6EC}" dt="2025-03-06T14:57:36.411" v="669" actId="1076"/>
          <ac:cxnSpMkLst>
            <pc:docMk/>
            <pc:sldMk cId="4050741810" sldId="268"/>
            <ac:cxnSpMk id="7" creationId="{00000000-0000-0000-0000-000000000000}"/>
          </ac:cxnSpMkLst>
        </pc:cxnChg>
        <pc:cxnChg chg="mod">
          <ac:chgData name="Jenny Díaz Ramírez" userId="df7d83af-54c1-43f9-a4ec-fea9744b3563" providerId="ADAL" clId="{E88D14EF-1617-4CF0-9FD1-0581C88CA6EC}" dt="2025-03-06T14:57:36.411" v="669" actId="1076"/>
          <ac:cxnSpMkLst>
            <pc:docMk/>
            <pc:sldMk cId="4050741810" sldId="268"/>
            <ac:cxnSpMk id="9" creationId="{00000000-0000-0000-0000-000000000000}"/>
          </ac:cxnSpMkLst>
        </pc:cxnChg>
      </pc:sldChg>
      <pc:sldChg chg="addSp delSp modSp add mod modClrScheme chgLayout">
        <pc:chgData name="Jenny Díaz Ramírez" userId="df7d83af-54c1-43f9-a4ec-fea9744b3563" providerId="ADAL" clId="{E88D14EF-1617-4CF0-9FD1-0581C88CA6EC}" dt="2025-03-06T15:54:02.001" v="1802"/>
        <pc:sldMkLst>
          <pc:docMk/>
          <pc:sldMk cId="2958506343" sldId="269"/>
        </pc:sldMkLst>
        <pc:spChg chg="mod">
          <ac:chgData name="Jenny Díaz Ramírez" userId="df7d83af-54c1-43f9-a4ec-fea9744b3563" providerId="ADAL" clId="{E88D14EF-1617-4CF0-9FD1-0581C88CA6EC}" dt="2025-03-06T15:01:16.150" v="703" actId="1076"/>
          <ac:spMkLst>
            <pc:docMk/>
            <pc:sldMk cId="2958506343" sldId="269"/>
            <ac:spMk id="2" creationId="{00000000-0000-0000-0000-000000000000}"/>
          </ac:spMkLst>
        </pc:spChg>
        <pc:spChg chg="mod ord">
          <ac:chgData name="Jenny Díaz Ramírez" userId="df7d83af-54c1-43f9-a4ec-fea9744b3563" providerId="ADAL" clId="{E88D14EF-1617-4CF0-9FD1-0581C88CA6EC}" dt="2025-03-06T15:01:44.546" v="742" actId="20577"/>
          <ac:spMkLst>
            <pc:docMk/>
            <pc:sldMk cId="2958506343" sldId="269"/>
            <ac:spMk id="3" creationId="{00000000-0000-0000-0000-000000000000}"/>
          </ac:spMkLst>
        </pc:spChg>
        <pc:spChg chg="mod">
          <ac:chgData name="Jenny Díaz Ramírez" userId="df7d83af-54c1-43f9-a4ec-fea9744b3563" providerId="ADAL" clId="{E88D14EF-1617-4CF0-9FD1-0581C88CA6EC}" dt="2025-03-06T15:01:16.150" v="703" actId="1076"/>
          <ac:spMkLst>
            <pc:docMk/>
            <pc:sldMk cId="2958506343" sldId="269"/>
            <ac:spMk id="5" creationId="{00000000-0000-0000-0000-000000000000}"/>
          </ac:spMkLst>
        </pc:spChg>
        <pc:spChg chg="mod">
          <ac:chgData name="Jenny Díaz Ramírez" userId="df7d83af-54c1-43f9-a4ec-fea9744b3563" providerId="ADAL" clId="{E88D14EF-1617-4CF0-9FD1-0581C88CA6EC}" dt="2025-03-06T15:01:16.150" v="703" actId="1076"/>
          <ac:spMkLst>
            <pc:docMk/>
            <pc:sldMk cId="2958506343" sldId="269"/>
            <ac:spMk id="8" creationId="{00000000-0000-0000-0000-000000000000}"/>
          </ac:spMkLst>
        </pc:spChg>
        <pc:spChg chg="mod">
          <ac:chgData name="Jenny Díaz Ramírez" userId="df7d83af-54c1-43f9-a4ec-fea9744b3563" providerId="ADAL" clId="{E88D14EF-1617-4CF0-9FD1-0581C88CA6EC}" dt="2025-03-06T15:01:16.150" v="703" actId="1076"/>
          <ac:spMkLst>
            <pc:docMk/>
            <pc:sldMk cId="2958506343" sldId="269"/>
            <ac:spMk id="9" creationId="{00000000-0000-0000-0000-000000000000}"/>
          </ac:spMkLst>
        </pc:spChg>
        <pc:spChg chg="mod">
          <ac:chgData name="Jenny Díaz Ramírez" userId="df7d83af-54c1-43f9-a4ec-fea9744b3563" providerId="ADAL" clId="{E88D14EF-1617-4CF0-9FD1-0581C88CA6EC}" dt="2025-03-06T15:01:16.150" v="703" actId="1076"/>
          <ac:spMkLst>
            <pc:docMk/>
            <pc:sldMk cId="2958506343" sldId="269"/>
            <ac:spMk id="10" creationId="{00000000-0000-0000-0000-000000000000}"/>
          </ac:spMkLst>
        </pc:spChg>
        <pc:spChg chg="add del mod ord">
          <ac:chgData name="Jenny Díaz Ramírez" userId="df7d83af-54c1-43f9-a4ec-fea9744b3563" providerId="ADAL" clId="{E88D14EF-1617-4CF0-9FD1-0581C88CA6EC}" dt="2025-03-05T22:45:44.114" v="44" actId="700"/>
          <ac:spMkLst>
            <pc:docMk/>
            <pc:sldMk cId="2958506343" sldId="269"/>
            <ac:spMk id="11" creationId="{13FE0F55-E030-4D47-65D5-8ABD009B2212}"/>
          </ac:spMkLst>
        </pc:spChg>
        <pc:spChg chg="add mod ord">
          <ac:chgData name="Jenny Díaz Ramírez" userId="df7d83af-54c1-43f9-a4ec-fea9744b3563" providerId="ADAL" clId="{E88D14EF-1617-4CF0-9FD1-0581C88CA6EC}" dt="2025-03-06T15:01:40.261" v="739" actId="20577"/>
          <ac:spMkLst>
            <pc:docMk/>
            <pc:sldMk cId="2958506343" sldId="269"/>
            <ac:spMk id="13" creationId="{C441DCD8-5799-F7C6-FA42-A6570864835A}"/>
          </ac:spMkLst>
        </pc:spChg>
        <pc:spChg chg="add mod">
          <ac:chgData name="Jenny Díaz Ramírez" userId="df7d83af-54c1-43f9-a4ec-fea9744b3563" providerId="ADAL" clId="{E88D14EF-1617-4CF0-9FD1-0581C88CA6EC}" dt="2025-03-06T15:54:02.001" v="1802"/>
          <ac:spMkLst>
            <pc:docMk/>
            <pc:sldMk cId="2958506343" sldId="269"/>
            <ac:spMk id="15" creationId="{6D138710-A395-A9AF-0E76-B536A43A5AD3}"/>
          </ac:spMkLst>
        </pc:spChg>
        <pc:picChg chg="mod">
          <ac:chgData name="Jenny Díaz Ramírez" userId="df7d83af-54c1-43f9-a4ec-fea9744b3563" providerId="ADAL" clId="{E88D14EF-1617-4CF0-9FD1-0581C88CA6EC}" dt="2025-03-06T15:01:16.150" v="703" actId="1076"/>
          <ac:picMkLst>
            <pc:docMk/>
            <pc:sldMk cId="2958506343" sldId="269"/>
            <ac:picMk id="4" creationId="{00000000-0000-0000-0000-000000000000}"/>
          </ac:picMkLst>
        </pc:picChg>
        <pc:cxnChg chg="mod">
          <ac:chgData name="Jenny Díaz Ramírez" userId="df7d83af-54c1-43f9-a4ec-fea9744b3563" providerId="ADAL" clId="{E88D14EF-1617-4CF0-9FD1-0581C88CA6EC}" dt="2025-03-06T15:01:16.150" v="703" actId="1076"/>
          <ac:cxnSpMkLst>
            <pc:docMk/>
            <pc:sldMk cId="2958506343" sldId="269"/>
            <ac:cxnSpMk id="6" creationId="{00000000-0000-0000-0000-000000000000}"/>
          </ac:cxnSpMkLst>
        </pc:cxnChg>
        <pc:cxnChg chg="mod">
          <ac:chgData name="Jenny Díaz Ramírez" userId="df7d83af-54c1-43f9-a4ec-fea9744b3563" providerId="ADAL" clId="{E88D14EF-1617-4CF0-9FD1-0581C88CA6EC}" dt="2025-03-06T15:01:16.150" v="703" actId="1076"/>
          <ac:cxnSpMkLst>
            <pc:docMk/>
            <pc:sldMk cId="2958506343" sldId="269"/>
            <ac:cxnSpMk id="7" creationId="{00000000-0000-0000-0000-000000000000}"/>
          </ac:cxnSpMkLst>
        </pc:cxnChg>
        <pc:cxnChg chg="mod">
          <ac:chgData name="Jenny Díaz Ramírez" userId="df7d83af-54c1-43f9-a4ec-fea9744b3563" providerId="ADAL" clId="{E88D14EF-1617-4CF0-9FD1-0581C88CA6EC}" dt="2025-03-06T15:01:16.150" v="703" actId="1076"/>
          <ac:cxnSpMkLst>
            <pc:docMk/>
            <pc:sldMk cId="2958506343" sldId="269"/>
            <ac:cxnSpMk id="12" creationId="{00000000-0000-0000-0000-000000000000}"/>
          </ac:cxnSpMkLst>
        </pc:cxnChg>
        <pc:cxnChg chg="mod">
          <ac:chgData name="Jenny Díaz Ramírez" userId="df7d83af-54c1-43f9-a4ec-fea9744b3563" providerId="ADAL" clId="{E88D14EF-1617-4CF0-9FD1-0581C88CA6EC}" dt="2025-03-06T15:01:16.150" v="703" actId="1076"/>
          <ac:cxnSpMkLst>
            <pc:docMk/>
            <pc:sldMk cId="2958506343" sldId="269"/>
            <ac:cxnSpMk id="14" creationId="{00000000-0000-0000-0000-000000000000}"/>
          </ac:cxnSpMkLst>
        </pc:cxnChg>
      </pc:sldChg>
      <pc:sldChg chg="addSp delSp modSp add mod modClrScheme chgLayout">
        <pc:chgData name="Jenny Díaz Ramírez" userId="df7d83af-54c1-43f9-a4ec-fea9744b3563" providerId="ADAL" clId="{E88D14EF-1617-4CF0-9FD1-0581C88CA6EC}" dt="2025-03-06T15:54:04.932" v="1804"/>
        <pc:sldMkLst>
          <pc:docMk/>
          <pc:sldMk cId="2055634032" sldId="270"/>
        </pc:sldMkLst>
        <pc:spChg chg="add del mod ord">
          <ac:chgData name="Jenny Díaz Ramírez" userId="df7d83af-54c1-43f9-a4ec-fea9744b3563" providerId="ADAL" clId="{E88D14EF-1617-4CF0-9FD1-0581C88CA6EC}" dt="2025-03-05T22:45:44.114" v="44" actId="700"/>
          <ac:spMkLst>
            <pc:docMk/>
            <pc:sldMk cId="2055634032" sldId="270"/>
            <ac:spMk id="2" creationId="{8B2ADD10-3F44-CFD1-F790-CFC316E4D1C9}"/>
          </ac:spMkLst>
        </pc:spChg>
        <pc:spChg chg="mod ord">
          <ac:chgData name="Jenny Díaz Ramírez" userId="df7d83af-54c1-43f9-a4ec-fea9744b3563" providerId="ADAL" clId="{E88D14EF-1617-4CF0-9FD1-0581C88CA6EC}" dt="2025-03-06T15:04:22.589" v="822" actId="404"/>
          <ac:spMkLst>
            <pc:docMk/>
            <pc:sldMk cId="2055634032" sldId="270"/>
            <ac:spMk id="3" creationId="{00000000-0000-0000-0000-000000000000}"/>
          </ac:spMkLst>
        </pc:spChg>
        <pc:spChg chg="mod">
          <ac:chgData name="Jenny Díaz Ramírez" userId="df7d83af-54c1-43f9-a4ec-fea9744b3563" providerId="ADAL" clId="{E88D14EF-1617-4CF0-9FD1-0581C88CA6EC}" dt="2025-03-06T15:04:12.141" v="817" actId="1076"/>
          <ac:spMkLst>
            <pc:docMk/>
            <pc:sldMk cId="2055634032" sldId="270"/>
            <ac:spMk id="4" creationId="{00000000-0000-0000-0000-000000000000}"/>
          </ac:spMkLst>
        </pc:spChg>
        <pc:spChg chg="mod">
          <ac:chgData name="Jenny Díaz Ramírez" userId="df7d83af-54c1-43f9-a4ec-fea9744b3563" providerId="ADAL" clId="{E88D14EF-1617-4CF0-9FD1-0581C88CA6EC}" dt="2025-03-06T15:04:14.257" v="818" actId="1076"/>
          <ac:spMkLst>
            <pc:docMk/>
            <pc:sldMk cId="2055634032" sldId="270"/>
            <ac:spMk id="5" creationId="{00000000-0000-0000-0000-000000000000}"/>
          </ac:spMkLst>
        </pc:spChg>
        <pc:spChg chg="add mod ord">
          <ac:chgData name="Jenny Díaz Ramírez" userId="df7d83af-54c1-43f9-a4ec-fea9744b3563" providerId="ADAL" clId="{E88D14EF-1617-4CF0-9FD1-0581C88CA6EC}" dt="2025-03-06T15:03:58.574" v="814" actId="20577"/>
          <ac:spMkLst>
            <pc:docMk/>
            <pc:sldMk cId="2055634032" sldId="270"/>
            <ac:spMk id="6" creationId="{9500789A-5377-0456-00DB-5959BB79972E}"/>
          </ac:spMkLst>
        </pc:spChg>
        <pc:spChg chg="mod">
          <ac:chgData name="Jenny Díaz Ramírez" userId="df7d83af-54c1-43f9-a4ec-fea9744b3563" providerId="ADAL" clId="{E88D14EF-1617-4CF0-9FD1-0581C88CA6EC}" dt="2025-03-06T15:04:08.921" v="816" actId="1076"/>
          <ac:spMkLst>
            <pc:docMk/>
            <pc:sldMk cId="2055634032" sldId="270"/>
            <ac:spMk id="11" creationId="{00000000-0000-0000-0000-000000000000}"/>
          </ac:spMkLst>
        </pc:spChg>
        <pc:spChg chg="mod">
          <ac:chgData name="Jenny Díaz Ramírez" userId="df7d83af-54c1-43f9-a4ec-fea9744b3563" providerId="ADAL" clId="{E88D14EF-1617-4CF0-9FD1-0581C88CA6EC}" dt="2025-03-06T15:04:38.434" v="826" actId="1076"/>
          <ac:spMkLst>
            <pc:docMk/>
            <pc:sldMk cId="2055634032" sldId="270"/>
            <ac:spMk id="12" creationId="{00000000-0000-0000-0000-000000000000}"/>
          </ac:spMkLst>
        </pc:spChg>
        <pc:spChg chg="add mod">
          <ac:chgData name="Jenny Díaz Ramírez" userId="df7d83af-54c1-43f9-a4ec-fea9744b3563" providerId="ADAL" clId="{E88D14EF-1617-4CF0-9FD1-0581C88CA6EC}" dt="2025-03-06T15:54:04.932" v="1804"/>
          <ac:spMkLst>
            <pc:docMk/>
            <pc:sldMk cId="2055634032" sldId="270"/>
            <ac:spMk id="13" creationId="{45E00FF6-9D37-EF89-7E6D-9888B6B01E7F}"/>
          </ac:spMkLst>
        </pc:spChg>
        <pc:spChg chg="mod">
          <ac:chgData name="Jenny Díaz Ramírez" userId="df7d83af-54c1-43f9-a4ec-fea9744b3563" providerId="ADAL" clId="{E88D14EF-1617-4CF0-9FD1-0581C88CA6EC}" dt="2025-03-06T15:04:27.284" v="824" actId="404"/>
          <ac:spMkLst>
            <pc:docMk/>
            <pc:sldMk cId="2055634032" sldId="270"/>
            <ac:spMk id="15" creationId="{00000000-0000-0000-0000-000000000000}"/>
          </ac:spMkLst>
        </pc:spChg>
        <pc:spChg chg="mod">
          <ac:chgData name="Jenny Díaz Ramírez" userId="df7d83af-54c1-43f9-a4ec-fea9744b3563" providerId="ADAL" clId="{E88D14EF-1617-4CF0-9FD1-0581C88CA6EC}" dt="2025-03-06T15:04:08.921" v="816" actId="1076"/>
          <ac:spMkLst>
            <pc:docMk/>
            <pc:sldMk cId="2055634032" sldId="270"/>
            <ac:spMk id="16" creationId="{00000000-0000-0000-0000-000000000000}"/>
          </ac:spMkLst>
        </pc:spChg>
        <pc:picChg chg="mod">
          <ac:chgData name="Jenny Díaz Ramírez" userId="df7d83af-54c1-43f9-a4ec-fea9744b3563" providerId="ADAL" clId="{E88D14EF-1617-4CF0-9FD1-0581C88CA6EC}" dt="2025-03-06T15:04:33.699" v="825" actId="1076"/>
          <ac:picMkLst>
            <pc:docMk/>
            <pc:sldMk cId="2055634032" sldId="270"/>
            <ac:picMk id="7" creationId="{00000000-0000-0000-0000-000000000000}"/>
          </ac:picMkLst>
        </pc:picChg>
        <pc:picChg chg="mod">
          <ac:chgData name="Jenny Díaz Ramírez" userId="df7d83af-54c1-43f9-a4ec-fea9744b3563" providerId="ADAL" clId="{E88D14EF-1617-4CF0-9FD1-0581C88CA6EC}" dt="2025-03-06T15:04:08.921" v="816" actId="1076"/>
          <ac:picMkLst>
            <pc:docMk/>
            <pc:sldMk cId="2055634032" sldId="270"/>
            <ac:picMk id="8" creationId="{00000000-0000-0000-0000-000000000000}"/>
          </ac:picMkLst>
        </pc:picChg>
        <pc:picChg chg="mod">
          <ac:chgData name="Jenny Díaz Ramírez" userId="df7d83af-54c1-43f9-a4ec-fea9744b3563" providerId="ADAL" clId="{E88D14EF-1617-4CF0-9FD1-0581C88CA6EC}" dt="2025-03-06T15:04:08.921" v="816" actId="1076"/>
          <ac:picMkLst>
            <pc:docMk/>
            <pc:sldMk cId="2055634032" sldId="270"/>
            <ac:picMk id="9" creationId="{00000000-0000-0000-0000-000000000000}"/>
          </ac:picMkLst>
        </pc:picChg>
        <pc:picChg chg="mod">
          <ac:chgData name="Jenny Díaz Ramírez" userId="df7d83af-54c1-43f9-a4ec-fea9744b3563" providerId="ADAL" clId="{E88D14EF-1617-4CF0-9FD1-0581C88CA6EC}" dt="2025-03-06T15:04:08.921" v="816" actId="1076"/>
          <ac:picMkLst>
            <pc:docMk/>
            <pc:sldMk cId="2055634032" sldId="270"/>
            <ac:picMk id="10" creationId="{00000000-0000-0000-0000-000000000000}"/>
          </ac:picMkLst>
        </pc:picChg>
      </pc:sldChg>
      <pc:sldChg chg="addSp delSp modSp add mod modClrScheme chgLayout">
        <pc:chgData name="Jenny Díaz Ramírez" userId="df7d83af-54c1-43f9-a4ec-fea9744b3563" providerId="ADAL" clId="{E88D14EF-1617-4CF0-9FD1-0581C88CA6EC}" dt="2025-03-06T15:54:03.500" v="1803"/>
        <pc:sldMkLst>
          <pc:docMk/>
          <pc:sldMk cId="453704883" sldId="271"/>
        </pc:sldMkLst>
        <pc:spChg chg="add del mod ord">
          <ac:chgData name="Jenny Díaz Ramírez" userId="df7d83af-54c1-43f9-a4ec-fea9744b3563" providerId="ADAL" clId="{E88D14EF-1617-4CF0-9FD1-0581C88CA6EC}" dt="2025-03-05T22:45:44.114" v="44" actId="700"/>
          <ac:spMkLst>
            <pc:docMk/>
            <pc:sldMk cId="453704883" sldId="271"/>
            <ac:spMk id="2" creationId="{4278DE52-2461-A0C5-AAA2-5B21F3F912D3}"/>
          </ac:spMkLst>
        </pc:spChg>
        <pc:spChg chg="add del mod ord">
          <ac:chgData name="Jenny Díaz Ramírez" userId="df7d83af-54c1-43f9-a4ec-fea9744b3563" providerId="ADAL" clId="{E88D14EF-1617-4CF0-9FD1-0581C88CA6EC}" dt="2025-03-05T22:45:44.114" v="44" actId="700"/>
          <ac:spMkLst>
            <pc:docMk/>
            <pc:sldMk cId="453704883" sldId="271"/>
            <ac:spMk id="4" creationId="{54A44410-A21A-5E19-CC19-3253229F869B}"/>
          </ac:spMkLst>
        </pc:spChg>
        <pc:spChg chg="mod">
          <ac:chgData name="Jenny Díaz Ramírez" userId="df7d83af-54c1-43f9-a4ec-fea9744b3563" providerId="ADAL" clId="{E88D14EF-1617-4CF0-9FD1-0581C88CA6EC}" dt="2025-03-06T15:03:25.369" v="782" actId="1076"/>
          <ac:spMkLst>
            <pc:docMk/>
            <pc:sldMk cId="453704883" sldId="271"/>
            <ac:spMk id="5" creationId="{00000000-0000-0000-0000-000000000000}"/>
          </ac:spMkLst>
        </pc:spChg>
        <pc:spChg chg="add mod ord">
          <ac:chgData name="Jenny Díaz Ramírez" userId="df7d83af-54c1-43f9-a4ec-fea9744b3563" providerId="ADAL" clId="{E88D14EF-1617-4CF0-9FD1-0581C88CA6EC}" dt="2025-03-06T15:02:30.924" v="776" actId="20577"/>
          <ac:spMkLst>
            <pc:docMk/>
            <pc:sldMk cId="453704883" sldId="271"/>
            <ac:spMk id="7" creationId="{554B1A5A-C9FB-840D-5347-CF6A95CF53A3}"/>
          </ac:spMkLst>
        </pc:spChg>
        <pc:spChg chg="mod">
          <ac:chgData name="Jenny Díaz Ramírez" userId="df7d83af-54c1-43f9-a4ec-fea9744b3563" providerId="ADAL" clId="{E88D14EF-1617-4CF0-9FD1-0581C88CA6EC}" dt="2025-03-06T15:02:08.659" v="747" actId="1076"/>
          <ac:spMkLst>
            <pc:docMk/>
            <pc:sldMk cId="453704883" sldId="271"/>
            <ac:spMk id="8" creationId="{00000000-0000-0000-0000-000000000000}"/>
          </ac:spMkLst>
        </pc:spChg>
        <pc:spChg chg="mod">
          <ac:chgData name="Jenny Díaz Ramírez" userId="df7d83af-54c1-43f9-a4ec-fea9744b3563" providerId="ADAL" clId="{E88D14EF-1617-4CF0-9FD1-0581C88CA6EC}" dt="2025-03-06T15:02:08.659" v="747" actId="1076"/>
          <ac:spMkLst>
            <pc:docMk/>
            <pc:sldMk cId="453704883" sldId="271"/>
            <ac:spMk id="9" creationId="{00000000-0000-0000-0000-000000000000}"/>
          </ac:spMkLst>
        </pc:spChg>
        <pc:spChg chg="mod">
          <ac:chgData name="Jenny Díaz Ramírez" userId="df7d83af-54c1-43f9-a4ec-fea9744b3563" providerId="ADAL" clId="{E88D14EF-1617-4CF0-9FD1-0581C88CA6EC}" dt="2025-03-06T15:02:08.659" v="747" actId="1076"/>
          <ac:spMkLst>
            <pc:docMk/>
            <pc:sldMk cId="453704883" sldId="271"/>
            <ac:spMk id="10" creationId="{00000000-0000-0000-0000-000000000000}"/>
          </ac:spMkLst>
        </pc:spChg>
        <pc:spChg chg="add mod">
          <ac:chgData name="Jenny Díaz Ramírez" userId="df7d83af-54c1-43f9-a4ec-fea9744b3563" providerId="ADAL" clId="{E88D14EF-1617-4CF0-9FD1-0581C88CA6EC}" dt="2025-03-06T15:54:03.500" v="1803"/>
          <ac:spMkLst>
            <pc:docMk/>
            <pc:sldMk cId="453704883" sldId="271"/>
            <ac:spMk id="11" creationId="{13A9CB88-1917-3F27-E5FA-B524FCB4750E}"/>
          </ac:spMkLst>
        </pc:spChg>
        <pc:spChg chg="mod">
          <ac:chgData name="Jenny Díaz Ramírez" userId="df7d83af-54c1-43f9-a4ec-fea9744b3563" providerId="ADAL" clId="{E88D14EF-1617-4CF0-9FD1-0581C88CA6EC}" dt="2025-03-06T15:02:01.351" v="745" actId="1076"/>
          <ac:spMkLst>
            <pc:docMk/>
            <pc:sldMk cId="453704883" sldId="271"/>
            <ac:spMk id="12" creationId="{00000000-0000-0000-0000-000000000000}"/>
          </ac:spMkLst>
        </pc:spChg>
        <pc:spChg chg="mod">
          <ac:chgData name="Jenny Díaz Ramírez" userId="df7d83af-54c1-43f9-a4ec-fea9744b3563" providerId="ADAL" clId="{E88D14EF-1617-4CF0-9FD1-0581C88CA6EC}" dt="2025-03-06T15:03:36.427" v="785" actId="1076"/>
          <ac:spMkLst>
            <pc:docMk/>
            <pc:sldMk cId="453704883" sldId="271"/>
            <ac:spMk id="13" creationId="{00000000-0000-0000-0000-000000000000}"/>
          </ac:spMkLst>
        </pc:spChg>
        <pc:spChg chg="mod">
          <ac:chgData name="Jenny Díaz Ramírez" userId="df7d83af-54c1-43f9-a4ec-fea9744b3563" providerId="ADAL" clId="{E88D14EF-1617-4CF0-9FD1-0581C88CA6EC}" dt="2025-03-06T15:03:30.197" v="783" actId="1076"/>
          <ac:spMkLst>
            <pc:docMk/>
            <pc:sldMk cId="453704883" sldId="271"/>
            <ac:spMk id="14" creationId="{00000000-0000-0000-0000-000000000000}"/>
          </ac:spMkLst>
        </pc:spChg>
        <pc:spChg chg="mod">
          <ac:chgData name="Jenny Díaz Ramírez" userId="df7d83af-54c1-43f9-a4ec-fea9744b3563" providerId="ADAL" clId="{E88D14EF-1617-4CF0-9FD1-0581C88CA6EC}" dt="2025-03-06T15:03:32.670" v="784" actId="1076"/>
          <ac:spMkLst>
            <pc:docMk/>
            <pc:sldMk cId="453704883" sldId="271"/>
            <ac:spMk id="16" creationId="{00000000-0000-0000-0000-000000000000}"/>
          </ac:spMkLst>
        </pc:spChg>
        <pc:spChg chg="mod">
          <ac:chgData name="Jenny Díaz Ramírez" userId="df7d83af-54c1-43f9-a4ec-fea9744b3563" providerId="ADAL" clId="{E88D14EF-1617-4CF0-9FD1-0581C88CA6EC}" dt="2025-03-06T15:02:08.659" v="747" actId="1076"/>
          <ac:spMkLst>
            <pc:docMk/>
            <pc:sldMk cId="453704883" sldId="271"/>
            <ac:spMk id="17"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18"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19"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20"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21"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22" creationId="{00000000-0000-0000-0000-000000000000}"/>
          </ac:spMkLst>
        </pc:spChg>
        <pc:spChg chg="mod">
          <ac:chgData name="Jenny Díaz Ramírez" userId="df7d83af-54c1-43f9-a4ec-fea9744b3563" providerId="ADAL" clId="{E88D14EF-1617-4CF0-9FD1-0581C88CA6EC}" dt="2025-03-06T15:02:16.023" v="749" actId="207"/>
          <ac:spMkLst>
            <pc:docMk/>
            <pc:sldMk cId="453704883" sldId="271"/>
            <ac:spMk id="23" creationId="{00000000-0000-0000-0000-000000000000}"/>
          </ac:spMkLst>
        </pc:spChg>
        <pc:spChg chg="mod">
          <ac:chgData name="Jenny Díaz Ramírez" userId="df7d83af-54c1-43f9-a4ec-fea9744b3563" providerId="ADAL" clId="{E88D14EF-1617-4CF0-9FD1-0581C88CA6EC}" dt="2025-03-06T15:02:08.659" v="747" actId="1076"/>
          <ac:spMkLst>
            <pc:docMk/>
            <pc:sldMk cId="453704883" sldId="271"/>
            <ac:spMk id="24" creationId="{00000000-0000-0000-0000-000000000000}"/>
          </ac:spMkLst>
        </pc:spChg>
        <pc:spChg chg="mod">
          <ac:chgData name="Jenny Díaz Ramírez" userId="df7d83af-54c1-43f9-a4ec-fea9744b3563" providerId="ADAL" clId="{E88D14EF-1617-4CF0-9FD1-0581C88CA6EC}" dt="2025-03-06T15:02:08.659" v="747" actId="1076"/>
          <ac:spMkLst>
            <pc:docMk/>
            <pc:sldMk cId="453704883" sldId="271"/>
            <ac:spMk id="25" creationId="{00000000-0000-0000-0000-000000000000}"/>
          </ac:spMkLst>
        </pc:spChg>
        <pc:picChg chg="mod">
          <ac:chgData name="Jenny Díaz Ramírez" userId="df7d83af-54c1-43f9-a4ec-fea9744b3563" providerId="ADAL" clId="{E88D14EF-1617-4CF0-9FD1-0581C88CA6EC}" dt="2025-03-06T15:03:42.351" v="786"/>
          <ac:picMkLst>
            <pc:docMk/>
            <pc:sldMk cId="453704883" sldId="271"/>
            <ac:picMk id="3" creationId="{00000000-0000-0000-0000-000000000000}"/>
          </ac:picMkLst>
        </pc:picChg>
        <pc:picChg chg="mod modCrop">
          <ac:chgData name="Jenny Díaz Ramírez" userId="df7d83af-54c1-43f9-a4ec-fea9744b3563" providerId="ADAL" clId="{E88D14EF-1617-4CF0-9FD1-0581C88CA6EC}" dt="2025-03-06T15:02:59.466" v="779" actId="732"/>
          <ac:picMkLst>
            <pc:docMk/>
            <pc:sldMk cId="453704883" sldId="271"/>
            <ac:picMk id="6" creationId="{00000000-0000-0000-0000-000000000000}"/>
          </ac:picMkLst>
        </pc:picChg>
        <pc:picChg chg="mod modCrop">
          <ac:chgData name="Jenny Díaz Ramírez" userId="df7d83af-54c1-43f9-a4ec-fea9744b3563" providerId="ADAL" clId="{E88D14EF-1617-4CF0-9FD1-0581C88CA6EC}" dt="2025-03-06T15:03:08.723" v="780" actId="732"/>
          <ac:picMkLst>
            <pc:docMk/>
            <pc:sldMk cId="453704883" sldId="271"/>
            <ac:picMk id="15" creationId="{00000000-0000-0000-0000-000000000000}"/>
          </ac:picMkLst>
        </pc:picChg>
      </pc:sldChg>
      <pc:sldChg chg="addSp delSp modSp add mod modClrScheme chgLayout">
        <pc:chgData name="Jenny Díaz Ramírez" userId="df7d83af-54c1-43f9-a4ec-fea9744b3563" providerId="ADAL" clId="{E88D14EF-1617-4CF0-9FD1-0581C88CA6EC}" dt="2025-03-06T15:54:06.377" v="1805"/>
        <pc:sldMkLst>
          <pc:docMk/>
          <pc:sldMk cId="2111365048" sldId="272"/>
        </pc:sldMkLst>
        <pc:spChg chg="mod">
          <ac:chgData name="Jenny Díaz Ramírez" userId="df7d83af-54c1-43f9-a4ec-fea9744b3563" providerId="ADAL" clId="{E88D14EF-1617-4CF0-9FD1-0581C88CA6EC}" dt="2025-03-06T15:05:57.572" v="844" actId="164"/>
          <ac:spMkLst>
            <pc:docMk/>
            <pc:sldMk cId="2111365048" sldId="272"/>
            <ac:spMk id="2" creationId="{00000000-0000-0000-0000-000000000000}"/>
          </ac:spMkLst>
        </pc:spChg>
        <pc:spChg chg="add del mod ord">
          <ac:chgData name="Jenny Díaz Ramírez" userId="df7d83af-54c1-43f9-a4ec-fea9744b3563" providerId="ADAL" clId="{E88D14EF-1617-4CF0-9FD1-0581C88CA6EC}" dt="2025-03-05T22:45:44.114" v="44" actId="700"/>
          <ac:spMkLst>
            <pc:docMk/>
            <pc:sldMk cId="2111365048" sldId="272"/>
            <ac:spMk id="3" creationId="{EA18FED6-BA87-8519-1216-F958B44BC320}"/>
          </ac:spMkLst>
        </pc:spChg>
        <pc:spChg chg="add del mod ord">
          <ac:chgData name="Jenny Díaz Ramírez" userId="df7d83af-54c1-43f9-a4ec-fea9744b3563" providerId="ADAL" clId="{E88D14EF-1617-4CF0-9FD1-0581C88CA6EC}" dt="2025-03-05T22:45:44.114" v="44" actId="700"/>
          <ac:spMkLst>
            <pc:docMk/>
            <pc:sldMk cId="2111365048" sldId="272"/>
            <ac:spMk id="4" creationId="{CDA5C0ED-B399-B9DC-0BAF-1473D3D126DB}"/>
          </ac:spMkLst>
        </pc:spChg>
        <pc:spChg chg="add mod ord">
          <ac:chgData name="Jenny Díaz Ramírez" userId="df7d83af-54c1-43f9-a4ec-fea9744b3563" providerId="ADAL" clId="{E88D14EF-1617-4CF0-9FD1-0581C88CA6EC}" dt="2025-03-06T15:06:23.409" v="849"/>
          <ac:spMkLst>
            <pc:docMk/>
            <pc:sldMk cId="2111365048" sldId="272"/>
            <ac:spMk id="5" creationId="{70BAFCBD-C50E-6FA2-F419-F0AA7B7D13EF}"/>
          </ac:spMkLst>
        </pc:spChg>
        <pc:spChg chg="mod">
          <ac:chgData name="Jenny Díaz Ramírez" userId="df7d83af-54c1-43f9-a4ec-fea9744b3563" providerId="ADAL" clId="{E88D14EF-1617-4CF0-9FD1-0581C88CA6EC}" dt="2025-03-06T15:07:11.509" v="860" actId="1076"/>
          <ac:spMkLst>
            <pc:docMk/>
            <pc:sldMk cId="2111365048" sldId="272"/>
            <ac:spMk id="11" creationId="{00000000-0000-0000-0000-000000000000}"/>
          </ac:spMkLst>
        </pc:spChg>
        <pc:spChg chg="mod">
          <ac:chgData name="Jenny Díaz Ramírez" userId="df7d83af-54c1-43f9-a4ec-fea9744b3563" providerId="ADAL" clId="{E88D14EF-1617-4CF0-9FD1-0581C88CA6EC}" dt="2025-03-06T15:07:05.958" v="859" actId="1076"/>
          <ac:spMkLst>
            <pc:docMk/>
            <pc:sldMk cId="2111365048" sldId="272"/>
            <ac:spMk id="12" creationId="{00000000-0000-0000-0000-000000000000}"/>
          </ac:spMkLst>
        </pc:spChg>
        <pc:spChg chg="mod">
          <ac:chgData name="Jenny Díaz Ramírez" userId="df7d83af-54c1-43f9-a4ec-fea9744b3563" providerId="ADAL" clId="{E88D14EF-1617-4CF0-9FD1-0581C88CA6EC}" dt="2025-03-06T15:05:13.049" v="832" actId="1076"/>
          <ac:spMkLst>
            <pc:docMk/>
            <pc:sldMk cId="2111365048" sldId="272"/>
            <ac:spMk id="13" creationId="{00000000-0000-0000-0000-000000000000}"/>
          </ac:spMkLst>
        </pc:spChg>
        <pc:spChg chg="mod">
          <ac:chgData name="Jenny Díaz Ramírez" userId="df7d83af-54c1-43f9-a4ec-fea9744b3563" providerId="ADAL" clId="{E88D14EF-1617-4CF0-9FD1-0581C88CA6EC}" dt="2025-03-06T15:08:00.865" v="870" actId="1076"/>
          <ac:spMkLst>
            <pc:docMk/>
            <pc:sldMk cId="2111365048" sldId="272"/>
            <ac:spMk id="14" creationId="{00000000-0000-0000-0000-000000000000}"/>
          </ac:spMkLst>
        </pc:spChg>
        <pc:spChg chg="mod">
          <ac:chgData name="Jenny Díaz Ramírez" userId="df7d83af-54c1-43f9-a4ec-fea9744b3563" providerId="ADAL" clId="{E88D14EF-1617-4CF0-9FD1-0581C88CA6EC}" dt="2025-03-06T15:07:20.726" v="864" actId="404"/>
          <ac:spMkLst>
            <pc:docMk/>
            <pc:sldMk cId="2111365048" sldId="272"/>
            <ac:spMk id="15" creationId="{00000000-0000-0000-0000-000000000000}"/>
          </ac:spMkLst>
        </pc:spChg>
        <pc:spChg chg="add del">
          <ac:chgData name="Jenny Díaz Ramírez" userId="df7d83af-54c1-43f9-a4ec-fea9744b3563" providerId="ADAL" clId="{E88D14EF-1617-4CF0-9FD1-0581C88CA6EC}" dt="2025-03-06T15:06:26.582" v="850" actId="478"/>
          <ac:spMkLst>
            <pc:docMk/>
            <pc:sldMk cId="2111365048" sldId="272"/>
            <ac:spMk id="17" creationId="{B94C4BAB-A3DE-D96E-2D8D-B28CD7C0740B}"/>
          </ac:spMkLst>
        </pc:spChg>
        <pc:spChg chg="add mod">
          <ac:chgData name="Jenny Díaz Ramírez" userId="df7d83af-54c1-43f9-a4ec-fea9744b3563" providerId="ADAL" clId="{E88D14EF-1617-4CF0-9FD1-0581C88CA6EC}" dt="2025-03-06T15:54:06.377" v="1805"/>
          <ac:spMkLst>
            <pc:docMk/>
            <pc:sldMk cId="2111365048" sldId="272"/>
            <ac:spMk id="18" creationId="{CD691DF4-A380-9A80-5962-F780252F4EDC}"/>
          </ac:spMkLst>
        </pc:spChg>
        <pc:grpChg chg="add mod">
          <ac:chgData name="Jenny Díaz Ramírez" userId="df7d83af-54c1-43f9-a4ec-fea9744b3563" providerId="ADAL" clId="{E88D14EF-1617-4CF0-9FD1-0581C88CA6EC}" dt="2025-03-06T15:07:44.708" v="867" actId="1076"/>
          <ac:grpSpMkLst>
            <pc:docMk/>
            <pc:sldMk cId="2111365048" sldId="272"/>
            <ac:grpSpMk id="6" creationId="{5A8C4AAC-FC2E-C149-BA82-2078288F076B}"/>
          </ac:grpSpMkLst>
        </pc:grpChg>
        <pc:picChg chg="mod">
          <ac:chgData name="Jenny Díaz Ramírez" userId="df7d83af-54c1-43f9-a4ec-fea9744b3563" providerId="ADAL" clId="{E88D14EF-1617-4CF0-9FD1-0581C88CA6EC}" dt="2025-03-06T15:07:11.509" v="860" actId="1076"/>
          <ac:picMkLst>
            <pc:docMk/>
            <pc:sldMk cId="2111365048" sldId="272"/>
            <ac:picMk id="7" creationId="{00000000-0000-0000-0000-000000000000}"/>
          </ac:picMkLst>
        </pc:picChg>
        <pc:picChg chg="mod">
          <ac:chgData name="Jenny Díaz Ramírez" userId="df7d83af-54c1-43f9-a4ec-fea9744b3563" providerId="ADAL" clId="{E88D14EF-1617-4CF0-9FD1-0581C88CA6EC}" dt="2025-03-06T15:07:00.658" v="858" actId="1076"/>
          <ac:picMkLst>
            <pc:docMk/>
            <pc:sldMk cId="2111365048" sldId="272"/>
            <ac:picMk id="9" creationId="{00000000-0000-0000-0000-000000000000}"/>
          </ac:picMkLst>
        </pc:picChg>
        <pc:picChg chg="mod">
          <ac:chgData name="Jenny Díaz Ramírez" userId="df7d83af-54c1-43f9-a4ec-fea9744b3563" providerId="ADAL" clId="{E88D14EF-1617-4CF0-9FD1-0581C88CA6EC}" dt="2025-03-06T15:06:53.274" v="857" actId="1076"/>
          <ac:picMkLst>
            <pc:docMk/>
            <pc:sldMk cId="2111365048" sldId="272"/>
            <ac:picMk id="10" creationId="{00000000-0000-0000-0000-000000000000}"/>
          </ac:picMkLst>
        </pc:picChg>
        <pc:picChg chg="mod">
          <ac:chgData name="Jenny Díaz Ramírez" userId="df7d83af-54c1-43f9-a4ec-fea9744b3563" providerId="ADAL" clId="{E88D14EF-1617-4CF0-9FD1-0581C88CA6EC}" dt="2025-03-06T15:07:48.425" v="868" actId="1440"/>
          <ac:picMkLst>
            <pc:docMk/>
            <pc:sldMk cId="2111365048" sldId="272"/>
            <ac:picMk id="16" creationId="{00000000-0000-0000-0000-000000000000}"/>
          </ac:picMkLst>
        </pc:picChg>
      </pc:sldChg>
      <pc:sldChg chg="addSp delSp modSp add mod modClrScheme chgLayout">
        <pc:chgData name="Jenny Díaz Ramírez" userId="df7d83af-54c1-43f9-a4ec-fea9744b3563" providerId="ADAL" clId="{E88D14EF-1617-4CF0-9FD1-0581C88CA6EC}" dt="2025-03-06T15:53:49.129" v="1795"/>
        <pc:sldMkLst>
          <pc:docMk/>
          <pc:sldMk cId="634938085" sldId="273"/>
        </pc:sldMkLst>
        <pc:spChg chg="mod ord">
          <ac:chgData name="Jenny Díaz Ramírez" userId="df7d83af-54c1-43f9-a4ec-fea9744b3563" providerId="ADAL" clId="{E88D14EF-1617-4CF0-9FD1-0581C88CA6EC}" dt="2025-03-05T22:46:24.079" v="50" actId="700"/>
          <ac:spMkLst>
            <pc:docMk/>
            <pc:sldMk cId="634938085" sldId="273"/>
            <ac:spMk id="2" creationId="{00000000-0000-0000-0000-000000000000}"/>
          </ac:spMkLst>
        </pc:spChg>
        <pc:spChg chg="add mod">
          <ac:chgData name="Jenny Díaz Ramírez" userId="df7d83af-54c1-43f9-a4ec-fea9744b3563" providerId="ADAL" clId="{E88D14EF-1617-4CF0-9FD1-0581C88CA6EC}" dt="2025-03-06T15:53:40.115" v="1794"/>
          <ac:spMkLst>
            <pc:docMk/>
            <pc:sldMk cId="634938085" sldId="273"/>
            <ac:spMk id="3" creationId="{8693E88A-ECCE-1511-00C0-28C6513673E1}"/>
          </ac:spMkLst>
        </pc:spChg>
        <pc:spChg chg="add mod">
          <ac:chgData name="Jenny Díaz Ramírez" userId="df7d83af-54c1-43f9-a4ec-fea9744b3563" providerId="ADAL" clId="{E88D14EF-1617-4CF0-9FD1-0581C88CA6EC}" dt="2025-03-06T15:53:49.129" v="1795"/>
          <ac:spMkLst>
            <pc:docMk/>
            <pc:sldMk cId="634938085" sldId="273"/>
            <ac:spMk id="4" creationId="{6C16874E-6EF7-E3A8-EB1D-213F4AADED52}"/>
          </ac:spMkLst>
        </pc:spChg>
        <pc:spChg chg="add del mod">
          <ac:chgData name="Jenny Díaz Ramírez" userId="df7d83af-54c1-43f9-a4ec-fea9744b3563" providerId="ADAL" clId="{E88D14EF-1617-4CF0-9FD1-0581C88CA6EC}" dt="2025-03-06T15:53:38.578" v="1793" actId="478"/>
          <ac:spMkLst>
            <pc:docMk/>
            <pc:sldMk cId="634938085" sldId="273"/>
            <ac:spMk id="15" creationId="{C08057EC-8588-E4A6-A938-F07F84B0FE68}"/>
          </ac:spMkLst>
        </pc:spChg>
        <pc:spChg chg="mod ord">
          <ac:chgData name="Jenny Díaz Ramírez" userId="df7d83af-54c1-43f9-a4ec-fea9744b3563" providerId="ADAL" clId="{E88D14EF-1617-4CF0-9FD1-0581C88CA6EC}" dt="2025-03-06T01:11:37.771" v="473" actId="14100"/>
          <ac:spMkLst>
            <pc:docMk/>
            <pc:sldMk cId="634938085" sldId="273"/>
            <ac:spMk id="35" creationId="{00000000-0000-0000-0000-000000000000}"/>
          </ac:spMkLst>
        </pc:spChg>
        <pc:picChg chg="mod">
          <ac:chgData name="Jenny Díaz Ramírez" userId="df7d83af-54c1-43f9-a4ec-fea9744b3563" providerId="ADAL" clId="{E88D14EF-1617-4CF0-9FD1-0581C88CA6EC}" dt="2025-03-06T01:11:53.550" v="474"/>
          <ac:picMkLst>
            <pc:docMk/>
            <pc:sldMk cId="634938085" sldId="273"/>
            <ac:picMk id="12" creationId="{00000000-0000-0000-0000-000000000000}"/>
          </ac:picMkLst>
        </pc:picChg>
      </pc:sldChg>
      <pc:sldChg chg="del">
        <pc:chgData name="Jenny Díaz Ramírez" userId="df7d83af-54c1-43f9-a4ec-fea9744b3563" providerId="ADAL" clId="{E88D14EF-1617-4CF0-9FD1-0581C88CA6EC}" dt="2025-03-05T22:43:57.777" v="36" actId="47"/>
        <pc:sldMkLst>
          <pc:docMk/>
          <pc:sldMk cId="3256168110" sldId="274"/>
        </pc:sldMkLst>
      </pc:sldChg>
      <pc:sldChg chg="del">
        <pc:chgData name="Jenny Díaz Ramírez" userId="df7d83af-54c1-43f9-a4ec-fea9744b3563" providerId="ADAL" clId="{E88D14EF-1617-4CF0-9FD1-0581C88CA6EC}" dt="2025-03-05T22:43:57.777" v="36" actId="47"/>
        <pc:sldMkLst>
          <pc:docMk/>
          <pc:sldMk cId="4282323298" sldId="275"/>
        </pc:sldMkLst>
      </pc:sldChg>
      <pc:sldChg chg="del">
        <pc:chgData name="Jenny Díaz Ramírez" userId="df7d83af-54c1-43f9-a4ec-fea9744b3563" providerId="ADAL" clId="{E88D14EF-1617-4CF0-9FD1-0581C88CA6EC}" dt="2025-03-05T22:43:57.777" v="36" actId="47"/>
        <pc:sldMkLst>
          <pc:docMk/>
          <pc:sldMk cId="832491748" sldId="277"/>
        </pc:sldMkLst>
      </pc:sldChg>
      <pc:sldChg chg="del">
        <pc:chgData name="Jenny Díaz Ramírez" userId="df7d83af-54c1-43f9-a4ec-fea9744b3563" providerId="ADAL" clId="{E88D14EF-1617-4CF0-9FD1-0581C88CA6EC}" dt="2025-03-05T22:44:01.990" v="37" actId="47"/>
        <pc:sldMkLst>
          <pc:docMk/>
          <pc:sldMk cId="3281897977" sldId="278"/>
        </pc:sldMkLst>
      </pc:sldChg>
      <pc:sldChg chg="del">
        <pc:chgData name="Jenny Díaz Ramírez" userId="df7d83af-54c1-43f9-a4ec-fea9744b3563" providerId="ADAL" clId="{E88D14EF-1617-4CF0-9FD1-0581C88CA6EC}" dt="2025-03-05T22:44:01.990" v="37" actId="47"/>
        <pc:sldMkLst>
          <pc:docMk/>
          <pc:sldMk cId="3398761967" sldId="279"/>
        </pc:sldMkLst>
      </pc:sldChg>
      <pc:sldChg chg="del">
        <pc:chgData name="Jenny Díaz Ramírez" userId="df7d83af-54c1-43f9-a4ec-fea9744b3563" providerId="ADAL" clId="{E88D14EF-1617-4CF0-9FD1-0581C88CA6EC}" dt="2025-03-05T22:44:01.990" v="37" actId="47"/>
        <pc:sldMkLst>
          <pc:docMk/>
          <pc:sldMk cId="810846527" sldId="282"/>
        </pc:sldMkLst>
      </pc:sldChg>
      <pc:sldChg chg="del">
        <pc:chgData name="Jenny Díaz Ramírez" userId="df7d83af-54c1-43f9-a4ec-fea9744b3563" providerId="ADAL" clId="{E88D14EF-1617-4CF0-9FD1-0581C88CA6EC}" dt="2025-03-05T22:43:57.777" v="36" actId="47"/>
        <pc:sldMkLst>
          <pc:docMk/>
          <pc:sldMk cId="2386081539" sldId="283"/>
        </pc:sldMkLst>
      </pc:sldChg>
      <pc:sldChg chg="del">
        <pc:chgData name="Jenny Díaz Ramírez" userId="df7d83af-54c1-43f9-a4ec-fea9744b3563" providerId="ADAL" clId="{E88D14EF-1617-4CF0-9FD1-0581C88CA6EC}" dt="2025-03-05T22:43:43.075" v="32" actId="47"/>
        <pc:sldMkLst>
          <pc:docMk/>
          <pc:sldMk cId="3106234960" sldId="284"/>
        </pc:sldMkLst>
      </pc:sldChg>
      <pc:sldChg chg="del">
        <pc:chgData name="Jenny Díaz Ramírez" userId="df7d83af-54c1-43f9-a4ec-fea9744b3563" providerId="ADAL" clId="{E88D14EF-1617-4CF0-9FD1-0581C88CA6EC}" dt="2025-03-05T22:43:43.075" v="32" actId="47"/>
        <pc:sldMkLst>
          <pc:docMk/>
          <pc:sldMk cId="1250475713" sldId="285"/>
        </pc:sldMkLst>
      </pc:sldChg>
      <pc:sldChg chg="del">
        <pc:chgData name="Jenny Díaz Ramírez" userId="df7d83af-54c1-43f9-a4ec-fea9744b3563" providerId="ADAL" clId="{E88D14EF-1617-4CF0-9FD1-0581C88CA6EC}" dt="2025-03-05T22:43:57.777" v="36" actId="47"/>
        <pc:sldMkLst>
          <pc:docMk/>
          <pc:sldMk cId="2766302818" sldId="286"/>
        </pc:sldMkLst>
      </pc:sldChg>
      <pc:sldChg chg="modSp add del mod modClrScheme chgLayout">
        <pc:chgData name="Jenny Díaz Ramírez" userId="df7d83af-54c1-43f9-a4ec-fea9744b3563" providerId="ADAL" clId="{E88D14EF-1617-4CF0-9FD1-0581C88CA6EC}" dt="2025-03-06T00:53:35.213" v="303" actId="47"/>
        <pc:sldMkLst>
          <pc:docMk/>
          <pc:sldMk cId="0" sldId="299"/>
        </pc:sldMkLst>
        <pc:spChg chg="mod ord">
          <ac:chgData name="Jenny Díaz Ramírez" userId="df7d83af-54c1-43f9-a4ec-fea9744b3563" providerId="ADAL" clId="{E88D14EF-1617-4CF0-9FD1-0581C88CA6EC}" dt="2025-03-05T22:47:57.072" v="57" actId="700"/>
          <ac:spMkLst>
            <pc:docMk/>
            <pc:sldMk cId="0" sldId="299"/>
            <ac:spMk id="2" creationId="{00000000-0000-0000-0000-000000000000}"/>
          </ac:spMkLst>
        </pc:spChg>
        <pc:spChg chg="mod ord">
          <ac:chgData name="Jenny Díaz Ramírez" userId="df7d83af-54c1-43f9-a4ec-fea9744b3563" providerId="ADAL" clId="{E88D14EF-1617-4CF0-9FD1-0581C88CA6EC}" dt="2025-03-06T00:52:14.960" v="290" actId="21"/>
          <ac:spMkLst>
            <pc:docMk/>
            <pc:sldMk cId="0" sldId="299"/>
            <ac:spMk id="3" creationId="{00000000-0000-0000-0000-000000000000}"/>
          </ac:spMkLst>
        </pc:spChg>
        <pc:spChg chg="mod ord">
          <ac:chgData name="Jenny Díaz Ramírez" userId="df7d83af-54c1-43f9-a4ec-fea9744b3563" providerId="ADAL" clId="{E88D14EF-1617-4CF0-9FD1-0581C88CA6EC}" dt="2025-03-05T22:47:57.072" v="57" actId="700"/>
          <ac:spMkLst>
            <pc:docMk/>
            <pc:sldMk cId="0" sldId="299"/>
            <ac:spMk id="4" creationId="{00000000-0000-0000-0000-000000000000}"/>
          </ac:spMkLst>
        </pc:spChg>
        <pc:spChg chg="mod ord">
          <ac:chgData name="Jenny Díaz Ramírez" userId="df7d83af-54c1-43f9-a4ec-fea9744b3563" providerId="ADAL" clId="{E88D14EF-1617-4CF0-9FD1-0581C88CA6EC}" dt="2025-03-05T22:47:57.072" v="57" actId="700"/>
          <ac:spMkLst>
            <pc:docMk/>
            <pc:sldMk cId="0" sldId="299"/>
            <ac:spMk id="5" creationId="{00000000-0000-0000-0000-000000000000}"/>
          </ac:spMkLst>
        </pc:spChg>
      </pc:sldChg>
      <pc:sldChg chg="addSp delSp modSp add del mod modClrScheme chgLayout">
        <pc:chgData name="Jenny Díaz Ramírez" userId="df7d83af-54c1-43f9-a4ec-fea9744b3563" providerId="ADAL" clId="{E88D14EF-1617-4CF0-9FD1-0581C88CA6EC}" dt="2025-03-06T15:53:11.704" v="1782"/>
        <pc:sldMkLst>
          <pc:docMk/>
          <pc:sldMk cId="0" sldId="314"/>
        </pc:sldMkLst>
        <pc:spChg chg="mod ord">
          <ac:chgData name="Jenny Díaz Ramírez" userId="df7d83af-54c1-43f9-a4ec-fea9744b3563" providerId="ADAL" clId="{E88D14EF-1617-4CF0-9FD1-0581C88CA6EC}" dt="2025-03-05T22:47:50.519" v="56" actId="700"/>
          <ac:spMkLst>
            <pc:docMk/>
            <pc:sldMk cId="0" sldId="314"/>
            <ac:spMk id="2" creationId="{00000000-0000-0000-0000-000000000000}"/>
          </ac:spMkLst>
        </pc:spChg>
        <pc:spChg chg="add mod">
          <ac:chgData name="Jenny Díaz Ramírez" userId="df7d83af-54c1-43f9-a4ec-fea9744b3563" providerId="ADAL" clId="{E88D14EF-1617-4CF0-9FD1-0581C88CA6EC}" dt="2025-03-06T15:53:11.704" v="1782"/>
          <ac:spMkLst>
            <pc:docMk/>
            <pc:sldMk cId="0" sldId="314"/>
            <ac:spMk id="3" creationId="{27024BAA-1004-84C9-5C63-719B6B63B5CC}"/>
          </ac:spMkLst>
        </pc:spChg>
        <pc:spChg chg="mod ord">
          <ac:chgData name="Jenny Díaz Ramírez" userId="df7d83af-54c1-43f9-a4ec-fea9744b3563" providerId="ADAL" clId="{E88D14EF-1617-4CF0-9FD1-0581C88CA6EC}" dt="2025-03-06T00:47:52.395" v="243" actId="27636"/>
          <ac:spMkLst>
            <pc:docMk/>
            <pc:sldMk cId="0" sldId="314"/>
            <ac:spMk id="4" creationId="{00000000-0000-0000-0000-000000000000}"/>
          </ac:spMkLst>
        </pc:spChg>
        <pc:spChg chg="del mod ord">
          <ac:chgData name="Jenny Díaz Ramírez" userId="df7d83af-54c1-43f9-a4ec-fea9744b3563" providerId="ADAL" clId="{E88D14EF-1617-4CF0-9FD1-0581C88CA6EC}" dt="2025-03-06T00:47:14.760" v="205" actId="478"/>
          <ac:spMkLst>
            <pc:docMk/>
            <pc:sldMk cId="0" sldId="314"/>
            <ac:spMk id="5" creationId="{00000000-0000-0000-0000-000000000000}"/>
          </ac:spMkLst>
        </pc:spChg>
        <pc:spChg chg="mod ord">
          <ac:chgData name="Jenny Díaz Ramírez" userId="df7d83af-54c1-43f9-a4ec-fea9744b3563" providerId="ADAL" clId="{E88D14EF-1617-4CF0-9FD1-0581C88CA6EC}" dt="2025-03-05T22:47:50.519" v="56" actId="700"/>
          <ac:spMkLst>
            <pc:docMk/>
            <pc:sldMk cId="0" sldId="314"/>
            <ac:spMk id="6" creationId="{00000000-0000-0000-0000-000000000000}"/>
          </ac:spMkLst>
        </pc:spChg>
        <pc:graphicFrameChg chg="mod ord modGraphic">
          <ac:chgData name="Jenny Díaz Ramírez" userId="df7d83af-54c1-43f9-a4ec-fea9744b3563" providerId="ADAL" clId="{E88D14EF-1617-4CF0-9FD1-0581C88CA6EC}" dt="2025-03-06T00:47:24.972" v="207" actId="14100"/>
          <ac:graphicFrameMkLst>
            <pc:docMk/>
            <pc:sldMk cId="0" sldId="314"/>
            <ac:graphicFrameMk id="14" creationId="{00000000-0000-0000-0000-000000000000}"/>
          </ac:graphicFrameMkLst>
        </pc:graphicFrameChg>
      </pc:sldChg>
      <pc:sldChg chg="del">
        <pc:chgData name="Jenny Díaz Ramírez" userId="df7d83af-54c1-43f9-a4ec-fea9744b3563" providerId="ADAL" clId="{E88D14EF-1617-4CF0-9FD1-0581C88CA6EC}" dt="2025-03-05T22:43:43.075" v="32" actId="47"/>
        <pc:sldMkLst>
          <pc:docMk/>
          <pc:sldMk cId="0" sldId="315"/>
        </pc:sldMkLst>
      </pc:sldChg>
      <pc:sldChg chg="addSp delSp modSp add del mod modClrScheme chgLayout">
        <pc:chgData name="Jenny Díaz Ramírez" userId="df7d83af-54c1-43f9-a4ec-fea9744b3563" providerId="ADAL" clId="{E88D14EF-1617-4CF0-9FD1-0581C88CA6EC}" dt="2025-03-06T15:54:07.857" v="1806"/>
        <pc:sldMkLst>
          <pc:docMk/>
          <pc:sldMk cId="0" sldId="316"/>
        </pc:sldMkLst>
        <pc:spChg chg="mod ord">
          <ac:chgData name="Jenny Díaz Ramírez" userId="df7d83af-54c1-43f9-a4ec-fea9744b3563" providerId="ADAL" clId="{E88D14EF-1617-4CF0-9FD1-0581C88CA6EC}" dt="2025-03-05T22:47:11.647" v="54" actId="700"/>
          <ac:spMkLst>
            <pc:docMk/>
            <pc:sldMk cId="0" sldId="316"/>
            <ac:spMk id="2" creationId="{00000000-0000-0000-0000-000000000000}"/>
          </ac:spMkLst>
        </pc:spChg>
        <pc:spChg chg="mod ord">
          <ac:chgData name="Jenny Díaz Ramírez" userId="df7d83af-54c1-43f9-a4ec-fea9744b3563" providerId="ADAL" clId="{E88D14EF-1617-4CF0-9FD1-0581C88CA6EC}" dt="2025-03-06T15:08:31.594" v="876" actId="14100"/>
          <ac:spMkLst>
            <pc:docMk/>
            <pc:sldMk cId="0" sldId="316"/>
            <ac:spMk id="3" creationId="{00000000-0000-0000-0000-000000000000}"/>
          </ac:spMkLst>
        </pc:spChg>
        <pc:spChg chg="del mod ord">
          <ac:chgData name="Jenny Díaz Ramírez" userId="df7d83af-54c1-43f9-a4ec-fea9744b3563" providerId="ADAL" clId="{E88D14EF-1617-4CF0-9FD1-0581C88CA6EC}" dt="2025-03-06T15:08:34.122" v="878" actId="478"/>
          <ac:spMkLst>
            <pc:docMk/>
            <pc:sldMk cId="0" sldId="316"/>
            <ac:spMk id="4" creationId="{00000000-0000-0000-0000-000000000000}"/>
          </ac:spMkLst>
        </pc:spChg>
        <pc:spChg chg="mod ord">
          <ac:chgData name="Jenny Díaz Ramírez" userId="df7d83af-54c1-43f9-a4ec-fea9744b3563" providerId="ADAL" clId="{E88D14EF-1617-4CF0-9FD1-0581C88CA6EC}" dt="2025-03-05T22:47:11.647" v="54" actId="700"/>
          <ac:spMkLst>
            <pc:docMk/>
            <pc:sldMk cId="0" sldId="316"/>
            <ac:spMk id="5" creationId="{00000000-0000-0000-0000-000000000000}"/>
          </ac:spMkLst>
        </pc:spChg>
        <pc:spChg chg="add mod">
          <ac:chgData name="Jenny Díaz Ramírez" userId="df7d83af-54c1-43f9-a4ec-fea9744b3563" providerId="ADAL" clId="{E88D14EF-1617-4CF0-9FD1-0581C88CA6EC}" dt="2025-03-06T15:54:07.857" v="1806"/>
          <ac:spMkLst>
            <pc:docMk/>
            <pc:sldMk cId="0" sldId="316"/>
            <ac:spMk id="6" creationId="{18322AF4-E8CD-74CF-E14D-C2F6FE2EFD4F}"/>
          </ac:spMkLst>
        </pc:spChg>
      </pc:sldChg>
      <pc:sldChg chg="del">
        <pc:chgData name="Jenny Díaz Ramírez" userId="df7d83af-54c1-43f9-a4ec-fea9744b3563" providerId="ADAL" clId="{E88D14EF-1617-4CF0-9FD1-0581C88CA6EC}" dt="2025-03-05T22:43:43.075" v="32" actId="47"/>
        <pc:sldMkLst>
          <pc:docMk/>
          <pc:sldMk cId="0" sldId="317"/>
        </pc:sldMkLst>
      </pc:sldChg>
      <pc:sldChg chg="del">
        <pc:chgData name="Jenny Díaz Ramírez" userId="df7d83af-54c1-43f9-a4ec-fea9744b3563" providerId="ADAL" clId="{E88D14EF-1617-4CF0-9FD1-0581C88CA6EC}" dt="2025-03-05T22:43:45.878" v="33" actId="47"/>
        <pc:sldMkLst>
          <pc:docMk/>
          <pc:sldMk cId="0" sldId="319"/>
        </pc:sldMkLst>
      </pc:sldChg>
      <pc:sldChg chg="del">
        <pc:chgData name="Jenny Díaz Ramírez" userId="df7d83af-54c1-43f9-a4ec-fea9744b3563" providerId="ADAL" clId="{E88D14EF-1617-4CF0-9FD1-0581C88CA6EC}" dt="2025-03-05T22:43:45.878" v="33" actId="47"/>
        <pc:sldMkLst>
          <pc:docMk/>
          <pc:sldMk cId="0" sldId="320"/>
        </pc:sldMkLst>
      </pc:sldChg>
      <pc:sldChg chg="del">
        <pc:chgData name="Jenny Díaz Ramírez" userId="df7d83af-54c1-43f9-a4ec-fea9744b3563" providerId="ADAL" clId="{E88D14EF-1617-4CF0-9FD1-0581C88CA6EC}" dt="2025-03-05T22:43:45.878" v="33" actId="47"/>
        <pc:sldMkLst>
          <pc:docMk/>
          <pc:sldMk cId="0" sldId="323"/>
        </pc:sldMkLst>
      </pc:sldChg>
      <pc:sldChg chg="del">
        <pc:chgData name="Jenny Díaz Ramírez" userId="df7d83af-54c1-43f9-a4ec-fea9744b3563" providerId="ADAL" clId="{E88D14EF-1617-4CF0-9FD1-0581C88CA6EC}" dt="2025-03-05T22:43:54.637" v="35" actId="47"/>
        <pc:sldMkLst>
          <pc:docMk/>
          <pc:sldMk cId="0" sldId="324"/>
        </pc:sldMkLst>
      </pc:sldChg>
      <pc:sldChg chg="del">
        <pc:chgData name="Jenny Díaz Ramírez" userId="df7d83af-54c1-43f9-a4ec-fea9744b3563" providerId="ADAL" clId="{E88D14EF-1617-4CF0-9FD1-0581C88CA6EC}" dt="2025-03-05T22:43:43.075" v="32" actId="47"/>
        <pc:sldMkLst>
          <pc:docMk/>
          <pc:sldMk cId="0" sldId="325"/>
        </pc:sldMkLst>
      </pc:sldChg>
      <pc:sldChg chg="addSp delSp modSp add del mod modClrScheme chgLayout">
        <pc:chgData name="Jenny Díaz Ramírez" userId="df7d83af-54c1-43f9-a4ec-fea9744b3563" providerId="ADAL" clId="{E88D14EF-1617-4CF0-9FD1-0581C88CA6EC}" dt="2025-03-06T15:54:09.328" v="1807"/>
        <pc:sldMkLst>
          <pc:docMk/>
          <pc:sldMk cId="0" sldId="327"/>
        </pc:sldMkLst>
        <pc:spChg chg="mod ord">
          <ac:chgData name="Jenny Díaz Ramírez" userId="df7d83af-54c1-43f9-a4ec-fea9744b3563" providerId="ADAL" clId="{E88D14EF-1617-4CF0-9FD1-0581C88CA6EC}" dt="2025-03-05T22:47:11.647" v="54" actId="700"/>
          <ac:spMkLst>
            <pc:docMk/>
            <pc:sldMk cId="0" sldId="327"/>
            <ac:spMk id="2" creationId="{00000000-0000-0000-0000-000000000000}"/>
          </ac:spMkLst>
        </pc:spChg>
        <pc:spChg chg="mod ord">
          <ac:chgData name="Jenny Díaz Ramírez" userId="df7d83af-54c1-43f9-a4ec-fea9744b3563" providerId="ADAL" clId="{E88D14EF-1617-4CF0-9FD1-0581C88CA6EC}" dt="2025-03-06T15:09:05.613" v="884"/>
          <ac:spMkLst>
            <pc:docMk/>
            <pc:sldMk cId="0" sldId="327"/>
            <ac:spMk id="3" creationId="{00000000-0000-0000-0000-000000000000}"/>
          </ac:spMkLst>
        </pc:spChg>
        <pc:spChg chg="del mod ord">
          <ac:chgData name="Jenny Díaz Ramírez" userId="df7d83af-54c1-43f9-a4ec-fea9744b3563" providerId="ADAL" clId="{E88D14EF-1617-4CF0-9FD1-0581C88CA6EC}" dt="2025-03-06T15:08:37.056" v="879" actId="478"/>
          <ac:spMkLst>
            <pc:docMk/>
            <pc:sldMk cId="0" sldId="327"/>
            <ac:spMk id="4" creationId="{00000000-0000-0000-0000-000000000000}"/>
          </ac:spMkLst>
        </pc:spChg>
        <pc:spChg chg="mod ord">
          <ac:chgData name="Jenny Díaz Ramírez" userId="df7d83af-54c1-43f9-a4ec-fea9744b3563" providerId="ADAL" clId="{E88D14EF-1617-4CF0-9FD1-0581C88CA6EC}" dt="2025-03-05T22:47:11.647" v="54" actId="700"/>
          <ac:spMkLst>
            <pc:docMk/>
            <pc:sldMk cId="0" sldId="327"/>
            <ac:spMk id="5" creationId="{00000000-0000-0000-0000-000000000000}"/>
          </ac:spMkLst>
        </pc:spChg>
        <pc:spChg chg="add mod">
          <ac:chgData name="Jenny Díaz Ramírez" userId="df7d83af-54c1-43f9-a4ec-fea9744b3563" providerId="ADAL" clId="{E88D14EF-1617-4CF0-9FD1-0581C88CA6EC}" dt="2025-03-06T15:54:09.328" v="1807"/>
          <ac:spMkLst>
            <pc:docMk/>
            <pc:sldMk cId="0" sldId="327"/>
            <ac:spMk id="6" creationId="{66858BE9-ECEE-1577-276D-A9D3F029CCDA}"/>
          </ac:spMkLst>
        </pc:spChg>
      </pc:sldChg>
      <pc:sldChg chg="addSp delSp modSp add del mod modClrScheme chgLayout">
        <pc:chgData name="Jenny Díaz Ramírez" userId="df7d83af-54c1-43f9-a4ec-fea9744b3563" providerId="ADAL" clId="{E88D14EF-1617-4CF0-9FD1-0581C88CA6EC}" dt="2025-03-06T15:54:15.725" v="1811"/>
        <pc:sldMkLst>
          <pc:docMk/>
          <pc:sldMk cId="0" sldId="328"/>
        </pc:sldMkLst>
        <pc:spChg chg="mod ord">
          <ac:chgData name="Jenny Díaz Ramírez" userId="df7d83af-54c1-43f9-a4ec-fea9744b3563" providerId="ADAL" clId="{E88D14EF-1617-4CF0-9FD1-0581C88CA6EC}" dt="2025-03-05T22:47:11.647" v="54" actId="700"/>
          <ac:spMkLst>
            <pc:docMk/>
            <pc:sldMk cId="0" sldId="328"/>
            <ac:spMk id="2" creationId="{00000000-0000-0000-0000-000000000000}"/>
          </ac:spMkLst>
        </pc:spChg>
        <pc:spChg chg="mod ord">
          <ac:chgData name="Jenny Díaz Ramírez" userId="df7d83af-54c1-43f9-a4ec-fea9744b3563" providerId="ADAL" clId="{E88D14EF-1617-4CF0-9FD1-0581C88CA6EC}" dt="2025-03-06T15:36:28.935" v="1434" actId="108"/>
          <ac:spMkLst>
            <pc:docMk/>
            <pc:sldMk cId="0" sldId="328"/>
            <ac:spMk id="3" creationId="{00000000-0000-0000-0000-000000000000}"/>
          </ac:spMkLst>
        </pc:spChg>
        <pc:spChg chg="del mod ord">
          <ac:chgData name="Jenny Díaz Ramírez" userId="df7d83af-54c1-43f9-a4ec-fea9744b3563" providerId="ADAL" clId="{E88D14EF-1617-4CF0-9FD1-0581C88CA6EC}" dt="2025-03-06T15:37:02.905" v="1439" actId="478"/>
          <ac:spMkLst>
            <pc:docMk/>
            <pc:sldMk cId="0" sldId="328"/>
            <ac:spMk id="4" creationId="{00000000-0000-0000-0000-000000000000}"/>
          </ac:spMkLst>
        </pc:spChg>
        <pc:spChg chg="mod ord">
          <ac:chgData name="Jenny Díaz Ramírez" userId="df7d83af-54c1-43f9-a4ec-fea9744b3563" providerId="ADAL" clId="{E88D14EF-1617-4CF0-9FD1-0581C88CA6EC}" dt="2025-03-05T22:47:11.647" v="54" actId="700"/>
          <ac:spMkLst>
            <pc:docMk/>
            <pc:sldMk cId="0" sldId="328"/>
            <ac:spMk id="5" creationId="{00000000-0000-0000-0000-000000000000}"/>
          </ac:spMkLst>
        </pc:spChg>
        <pc:spChg chg="add mod">
          <ac:chgData name="Jenny Díaz Ramírez" userId="df7d83af-54c1-43f9-a4ec-fea9744b3563" providerId="ADAL" clId="{E88D14EF-1617-4CF0-9FD1-0581C88CA6EC}" dt="2025-03-06T15:54:15.725" v="1811"/>
          <ac:spMkLst>
            <pc:docMk/>
            <pc:sldMk cId="0" sldId="328"/>
            <ac:spMk id="6" creationId="{DC0D67E1-FA77-D341-DE38-61790246D1A0}"/>
          </ac:spMkLst>
        </pc:spChg>
      </pc:sldChg>
      <pc:sldChg chg="modSp add del mod modClrScheme chgLayout">
        <pc:chgData name="Jenny Díaz Ramírez" userId="df7d83af-54c1-43f9-a4ec-fea9744b3563" providerId="ADAL" clId="{E88D14EF-1617-4CF0-9FD1-0581C88CA6EC}" dt="2025-03-06T15:12:33.530" v="916" actId="47"/>
        <pc:sldMkLst>
          <pc:docMk/>
          <pc:sldMk cId="0" sldId="329"/>
        </pc:sldMkLst>
        <pc:spChg chg="mod ord">
          <ac:chgData name="Jenny Díaz Ramírez" userId="df7d83af-54c1-43f9-a4ec-fea9744b3563" providerId="ADAL" clId="{E88D14EF-1617-4CF0-9FD1-0581C88CA6EC}" dt="2025-03-05T22:47:11.647" v="54" actId="700"/>
          <ac:spMkLst>
            <pc:docMk/>
            <pc:sldMk cId="0" sldId="329"/>
            <ac:spMk id="2" creationId="{00000000-0000-0000-0000-000000000000}"/>
          </ac:spMkLst>
        </pc:spChg>
        <pc:spChg chg="mod ord">
          <ac:chgData name="Jenny Díaz Ramírez" userId="df7d83af-54c1-43f9-a4ec-fea9744b3563" providerId="ADAL" clId="{E88D14EF-1617-4CF0-9FD1-0581C88CA6EC}" dt="2025-03-05T22:47:11.647" v="54" actId="700"/>
          <ac:spMkLst>
            <pc:docMk/>
            <pc:sldMk cId="0" sldId="329"/>
            <ac:spMk id="7" creationId="{00000000-0000-0000-0000-000000000000}"/>
          </ac:spMkLst>
        </pc:spChg>
        <pc:spChg chg="mod ord">
          <ac:chgData name="Jenny Díaz Ramírez" userId="df7d83af-54c1-43f9-a4ec-fea9744b3563" providerId="ADAL" clId="{E88D14EF-1617-4CF0-9FD1-0581C88CA6EC}" dt="2025-03-05T22:47:11.647" v="54" actId="700"/>
          <ac:spMkLst>
            <pc:docMk/>
            <pc:sldMk cId="0" sldId="329"/>
            <ac:spMk id="9" creationId="{00000000-0000-0000-0000-000000000000}"/>
          </ac:spMkLst>
        </pc:spChg>
      </pc:sldChg>
      <pc:sldChg chg="del">
        <pc:chgData name="Jenny Díaz Ramírez" userId="df7d83af-54c1-43f9-a4ec-fea9744b3563" providerId="ADAL" clId="{E88D14EF-1617-4CF0-9FD1-0581C88CA6EC}" dt="2025-03-05T22:43:54.637" v="35" actId="47"/>
        <pc:sldMkLst>
          <pc:docMk/>
          <pc:sldMk cId="0" sldId="330"/>
        </pc:sldMkLst>
      </pc:sldChg>
      <pc:sldChg chg="addSp delSp modSp add mod ord modClrScheme modAnim chgLayout">
        <pc:chgData name="Jenny Díaz Ramírez" userId="df7d83af-54c1-43f9-a4ec-fea9744b3563" providerId="ADAL" clId="{E88D14EF-1617-4CF0-9FD1-0581C88CA6EC}" dt="2025-03-06T15:54:12.934" v="1809"/>
        <pc:sldMkLst>
          <pc:docMk/>
          <pc:sldMk cId="2105510590" sldId="330"/>
        </pc:sldMkLst>
        <pc:spChg chg="mod ord">
          <ac:chgData name="Jenny Díaz Ramírez" userId="df7d83af-54c1-43f9-a4ec-fea9744b3563" providerId="ADAL" clId="{E88D14EF-1617-4CF0-9FD1-0581C88CA6EC}" dt="2025-03-05T22:47:11.647" v="54" actId="700"/>
          <ac:spMkLst>
            <pc:docMk/>
            <pc:sldMk cId="2105510590" sldId="330"/>
            <ac:spMk id="2" creationId="{00000000-0000-0000-0000-000000000000}"/>
          </ac:spMkLst>
        </pc:spChg>
        <pc:spChg chg="add mod">
          <ac:chgData name="Jenny Díaz Ramírez" userId="df7d83af-54c1-43f9-a4ec-fea9744b3563" providerId="ADAL" clId="{E88D14EF-1617-4CF0-9FD1-0581C88CA6EC}" dt="2025-03-06T15:10:28.230" v="903" actId="1035"/>
          <ac:spMkLst>
            <pc:docMk/>
            <pc:sldMk cId="2105510590" sldId="330"/>
            <ac:spMk id="3" creationId="{18D5268A-AF9E-8C9A-DC9D-4F4998BF2E3E}"/>
          </ac:spMkLst>
        </pc:spChg>
        <pc:spChg chg="mod">
          <ac:chgData name="Jenny Díaz Ramírez" userId="df7d83af-54c1-43f9-a4ec-fea9744b3563" providerId="ADAL" clId="{E88D14EF-1617-4CF0-9FD1-0581C88CA6EC}" dt="2025-03-06T15:32:59.295" v="1079" actId="1076"/>
          <ac:spMkLst>
            <pc:docMk/>
            <pc:sldMk cId="2105510590" sldId="330"/>
            <ac:spMk id="6" creationId="{00000000-0000-0000-0000-000000000000}"/>
          </ac:spMkLst>
        </pc:spChg>
        <pc:spChg chg="del mod ord">
          <ac:chgData name="Jenny Díaz Ramírez" userId="df7d83af-54c1-43f9-a4ec-fea9744b3563" providerId="ADAL" clId="{E88D14EF-1617-4CF0-9FD1-0581C88CA6EC}" dt="2025-03-06T15:09:19.267" v="886" actId="478"/>
          <ac:spMkLst>
            <pc:docMk/>
            <pc:sldMk cId="2105510590" sldId="330"/>
            <ac:spMk id="7" creationId="{00000000-0000-0000-0000-000000000000}"/>
          </ac:spMkLst>
        </pc:spChg>
        <pc:spChg chg="mod">
          <ac:chgData name="Jenny Díaz Ramírez" userId="df7d83af-54c1-43f9-a4ec-fea9744b3563" providerId="ADAL" clId="{E88D14EF-1617-4CF0-9FD1-0581C88CA6EC}" dt="2025-03-06T15:32:50.133" v="1076" actId="14100"/>
          <ac:spMkLst>
            <pc:docMk/>
            <pc:sldMk cId="2105510590" sldId="330"/>
            <ac:spMk id="8" creationId="{00000000-0000-0000-0000-000000000000}"/>
          </ac:spMkLst>
        </pc:spChg>
        <pc:spChg chg="mod ord">
          <ac:chgData name="Jenny Díaz Ramírez" userId="df7d83af-54c1-43f9-a4ec-fea9744b3563" providerId="ADAL" clId="{E88D14EF-1617-4CF0-9FD1-0581C88CA6EC}" dt="2025-03-06T15:09:16.585" v="885" actId="207"/>
          <ac:spMkLst>
            <pc:docMk/>
            <pc:sldMk cId="2105510590" sldId="330"/>
            <ac:spMk id="9" creationId="{00000000-0000-0000-0000-000000000000}"/>
          </ac:spMkLst>
        </pc:spChg>
        <pc:spChg chg="add mod ord">
          <ac:chgData name="Jenny Díaz Ramírez" userId="df7d83af-54c1-43f9-a4ec-fea9744b3563" providerId="ADAL" clId="{E88D14EF-1617-4CF0-9FD1-0581C88CA6EC}" dt="2025-03-06T15:24:48.735" v="1019" actId="14100"/>
          <ac:spMkLst>
            <pc:docMk/>
            <pc:sldMk cId="2105510590" sldId="330"/>
            <ac:spMk id="12" creationId="{CD5C4B46-112F-FC87-6E38-AF3C53454A59}"/>
          </ac:spMkLst>
        </pc:spChg>
        <pc:spChg chg="add del mod">
          <ac:chgData name="Jenny Díaz Ramírez" userId="df7d83af-54c1-43f9-a4ec-fea9744b3563" providerId="ADAL" clId="{E88D14EF-1617-4CF0-9FD1-0581C88CA6EC}" dt="2025-03-06T15:17:07.432" v="956" actId="478"/>
          <ac:spMkLst>
            <pc:docMk/>
            <pc:sldMk cId="2105510590" sldId="330"/>
            <ac:spMk id="13" creationId="{C459EFE0-9F2E-63DF-57A4-5422B0053A42}"/>
          </ac:spMkLst>
        </pc:spChg>
        <pc:spChg chg="add mod">
          <ac:chgData name="Jenny Díaz Ramírez" userId="df7d83af-54c1-43f9-a4ec-fea9744b3563" providerId="ADAL" clId="{E88D14EF-1617-4CF0-9FD1-0581C88CA6EC}" dt="2025-03-06T15:15:29.214" v="938"/>
          <ac:spMkLst>
            <pc:docMk/>
            <pc:sldMk cId="2105510590" sldId="330"/>
            <ac:spMk id="14" creationId="{CA45ACA2-9087-291B-BFA9-79B30DCC2321}"/>
          </ac:spMkLst>
        </pc:spChg>
        <pc:spChg chg="add mod">
          <ac:chgData name="Jenny Díaz Ramírez" userId="df7d83af-54c1-43f9-a4ec-fea9744b3563" providerId="ADAL" clId="{E88D14EF-1617-4CF0-9FD1-0581C88CA6EC}" dt="2025-03-06T15:20:49.121" v="991" actId="14100"/>
          <ac:spMkLst>
            <pc:docMk/>
            <pc:sldMk cId="2105510590" sldId="330"/>
            <ac:spMk id="15" creationId="{70D43EA5-E908-E3D2-8A88-4518BB121FAE}"/>
          </ac:spMkLst>
        </pc:spChg>
        <pc:spChg chg="add mod">
          <ac:chgData name="Jenny Díaz Ramírez" userId="df7d83af-54c1-43f9-a4ec-fea9744b3563" providerId="ADAL" clId="{E88D14EF-1617-4CF0-9FD1-0581C88CA6EC}" dt="2025-03-06T15:32:50.133" v="1076" actId="14100"/>
          <ac:spMkLst>
            <pc:docMk/>
            <pc:sldMk cId="2105510590" sldId="330"/>
            <ac:spMk id="16" creationId="{87FA1574-AAF7-1AC9-E717-F4F001435061}"/>
          </ac:spMkLst>
        </pc:spChg>
        <pc:spChg chg="add mod">
          <ac:chgData name="Jenny Díaz Ramírez" userId="df7d83af-54c1-43f9-a4ec-fea9744b3563" providerId="ADAL" clId="{E88D14EF-1617-4CF0-9FD1-0581C88CA6EC}" dt="2025-03-06T15:32:50.133" v="1076" actId="14100"/>
          <ac:spMkLst>
            <pc:docMk/>
            <pc:sldMk cId="2105510590" sldId="330"/>
            <ac:spMk id="17" creationId="{83D2EF6B-5086-99C6-725C-E5FDD51DF4F8}"/>
          </ac:spMkLst>
        </pc:spChg>
        <pc:spChg chg="add mod">
          <ac:chgData name="Jenny Díaz Ramírez" userId="df7d83af-54c1-43f9-a4ec-fea9744b3563" providerId="ADAL" clId="{E88D14EF-1617-4CF0-9FD1-0581C88CA6EC}" dt="2025-03-06T15:31:02.411" v="1059" actId="20577"/>
          <ac:spMkLst>
            <pc:docMk/>
            <pc:sldMk cId="2105510590" sldId="330"/>
            <ac:spMk id="23" creationId="{5BA21FA5-4066-BF91-EA5D-4FBF4A2CEAC5}"/>
          </ac:spMkLst>
        </pc:spChg>
        <pc:spChg chg="add mod">
          <ac:chgData name="Jenny Díaz Ramírez" userId="df7d83af-54c1-43f9-a4ec-fea9744b3563" providerId="ADAL" clId="{E88D14EF-1617-4CF0-9FD1-0581C88CA6EC}" dt="2025-03-06T15:31:43.127" v="1071" actId="20577"/>
          <ac:spMkLst>
            <pc:docMk/>
            <pc:sldMk cId="2105510590" sldId="330"/>
            <ac:spMk id="24" creationId="{2CFBB8AF-D992-C179-98C2-78918FD14D17}"/>
          </ac:spMkLst>
        </pc:spChg>
        <pc:spChg chg="add mod">
          <ac:chgData name="Jenny Díaz Ramírez" userId="df7d83af-54c1-43f9-a4ec-fea9744b3563" providerId="ADAL" clId="{E88D14EF-1617-4CF0-9FD1-0581C88CA6EC}" dt="2025-03-06T15:34:22.588" v="1243" actId="20577"/>
          <ac:spMkLst>
            <pc:docMk/>
            <pc:sldMk cId="2105510590" sldId="330"/>
            <ac:spMk id="26" creationId="{6E6EFFCE-9C85-A91C-84EE-A78674E5E04F}"/>
          </ac:spMkLst>
        </pc:spChg>
        <pc:spChg chg="add mod">
          <ac:chgData name="Jenny Díaz Ramírez" userId="df7d83af-54c1-43f9-a4ec-fea9744b3563" providerId="ADAL" clId="{E88D14EF-1617-4CF0-9FD1-0581C88CA6EC}" dt="2025-03-06T15:35:54.071" v="1430" actId="14100"/>
          <ac:spMkLst>
            <pc:docMk/>
            <pc:sldMk cId="2105510590" sldId="330"/>
            <ac:spMk id="27" creationId="{B0F4070E-A1BD-C282-82ED-72946352C834}"/>
          </ac:spMkLst>
        </pc:spChg>
        <pc:spChg chg="add mod">
          <ac:chgData name="Jenny Díaz Ramírez" userId="df7d83af-54c1-43f9-a4ec-fea9744b3563" providerId="ADAL" clId="{E88D14EF-1617-4CF0-9FD1-0581C88CA6EC}" dt="2025-03-06T15:54:12.934" v="1809"/>
          <ac:spMkLst>
            <pc:docMk/>
            <pc:sldMk cId="2105510590" sldId="330"/>
            <ac:spMk id="28" creationId="{B9A350D3-3464-C676-6449-7CEF638581FC}"/>
          </ac:spMkLst>
        </pc:spChg>
        <pc:graphicFrameChg chg="mod">
          <ac:chgData name="Jenny Díaz Ramírez" userId="df7d83af-54c1-43f9-a4ec-fea9744b3563" providerId="ADAL" clId="{E88D14EF-1617-4CF0-9FD1-0581C88CA6EC}" dt="2025-03-06T15:18:06.876" v="972" actId="1037"/>
          <ac:graphicFrameMkLst>
            <pc:docMk/>
            <pc:sldMk cId="2105510590" sldId="330"/>
            <ac:graphicFrameMk id="5" creationId="{00000000-0000-0000-0000-000000000000}"/>
          </ac:graphicFrameMkLst>
        </pc:graphicFrameChg>
        <pc:cxnChg chg="mod">
          <ac:chgData name="Jenny Díaz Ramírez" userId="df7d83af-54c1-43f9-a4ec-fea9744b3563" providerId="ADAL" clId="{E88D14EF-1617-4CF0-9FD1-0581C88CA6EC}" dt="2025-03-06T15:32:56.881" v="1078" actId="1076"/>
          <ac:cxnSpMkLst>
            <pc:docMk/>
            <pc:sldMk cId="2105510590" sldId="330"/>
            <ac:cxnSpMk id="4" creationId="{00000000-0000-0000-0000-000000000000}"/>
          </ac:cxnSpMkLst>
        </pc:cxnChg>
        <pc:cxnChg chg="del mod">
          <ac:chgData name="Jenny Díaz Ramírez" userId="df7d83af-54c1-43f9-a4ec-fea9744b3563" providerId="ADAL" clId="{E88D14EF-1617-4CF0-9FD1-0581C88CA6EC}" dt="2025-03-06T15:23:48.999" v="1006" actId="478"/>
          <ac:cxnSpMkLst>
            <pc:docMk/>
            <pc:sldMk cId="2105510590" sldId="330"/>
            <ac:cxnSpMk id="10" creationId="{00000000-0000-0000-0000-000000000000}"/>
          </ac:cxnSpMkLst>
        </pc:cxnChg>
        <pc:cxnChg chg="mod">
          <ac:chgData name="Jenny Díaz Ramírez" userId="df7d83af-54c1-43f9-a4ec-fea9744b3563" providerId="ADAL" clId="{E88D14EF-1617-4CF0-9FD1-0581C88CA6EC}" dt="2025-03-06T15:19:15.734" v="981" actId="1582"/>
          <ac:cxnSpMkLst>
            <pc:docMk/>
            <pc:sldMk cId="2105510590" sldId="330"/>
            <ac:cxnSpMk id="11" creationId="{00000000-0000-0000-0000-000000000000}"/>
          </ac:cxnSpMkLst>
        </pc:cxnChg>
        <pc:cxnChg chg="add mod">
          <ac:chgData name="Jenny Díaz Ramírez" userId="df7d83af-54c1-43f9-a4ec-fea9744b3563" providerId="ADAL" clId="{E88D14EF-1617-4CF0-9FD1-0581C88CA6EC}" dt="2025-03-06T15:23:05.152" v="1000" actId="1076"/>
          <ac:cxnSpMkLst>
            <pc:docMk/>
            <pc:sldMk cId="2105510590" sldId="330"/>
            <ac:cxnSpMk id="18" creationId="{310D09DF-AD70-6099-B775-6DFDD9DB96B5}"/>
          </ac:cxnSpMkLst>
        </pc:cxnChg>
        <pc:cxnChg chg="add mod">
          <ac:chgData name="Jenny Díaz Ramírez" userId="df7d83af-54c1-43f9-a4ec-fea9744b3563" providerId="ADAL" clId="{E88D14EF-1617-4CF0-9FD1-0581C88CA6EC}" dt="2025-03-06T15:23:12.562" v="1002" actId="1076"/>
          <ac:cxnSpMkLst>
            <pc:docMk/>
            <pc:sldMk cId="2105510590" sldId="330"/>
            <ac:cxnSpMk id="19" creationId="{63768B73-31F0-E949-CBE6-D4FDC8970102}"/>
          </ac:cxnSpMkLst>
        </pc:cxnChg>
        <pc:cxnChg chg="add mod">
          <ac:chgData name="Jenny Díaz Ramírez" userId="df7d83af-54c1-43f9-a4ec-fea9744b3563" providerId="ADAL" clId="{E88D14EF-1617-4CF0-9FD1-0581C88CA6EC}" dt="2025-03-06T15:28:12.300" v="1038" actId="693"/>
          <ac:cxnSpMkLst>
            <pc:docMk/>
            <pc:sldMk cId="2105510590" sldId="330"/>
            <ac:cxnSpMk id="21" creationId="{0A69492C-DCF5-3627-2E3E-CD2605E8F212}"/>
          </ac:cxnSpMkLst>
        </pc:cxnChg>
        <pc:cxnChg chg="add mod">
          <ac:chgData name="Jenny Díaz Ramírez" userId="df7d83af-54c1-43f9-a4ec-fea9744b3563" providerId="ADAL" clId="{E88D14EF-1617-4CF0-9FD1-0581C88CA6EC}" dt="2025-03-06T15:29:08.634" v="1046" actId="1076"/>
          <ac:cxnSpMkLst>
            <pc:docMk/>
            <pc:sldMk cId="2105510590" sldId="330"/>
            <ac:cxnSpMk id="22" creationId="{091CD835-3744-BC76-BF1C-C20B3FB01E2B}"/>
          </ac:cxnSpMkLst>
        </pc:cxnChg>
      </pc:sldChg>
      <pc:sldChg chg="del">
        <pc:chgData name="Jenny Díaz Ramírez" userId="df7d83af-54c1-43f9-a4ec-fea9744b3563" providerId="ADAL" clId="{E88D14EF-1617-4CF0-9FD1-0581C88CA6EC}" dt="2025-03-05T22:43:54.637" v="35" actId="47"/>
        <pc:sldMkLst>
          <pc:docMk/>
          <pc:sldMk cId="0" sldId="331"/>
        </pc:sldMkLst>
      </pc:sldChg>
      <pc:sldChg chg="modSp add del mod modClrScheme chgLayout">
        <pc:chgData name="Jenny Díaz Ramírez" userId="df7d83af-54c1-43f9-a4ec-fea9744b3563" providerId="ADAL" clId="{E88D14EF-1617-4CF0-9FD1-0581C88CA6EC}" dt="2025-03-06T15:12:32.414" v="915" actId="47"/>
        <pc:sldMkLst>
          <pc:docMk/>
          <pc:sldMk cId="1726344010" sldId="331"/>
        </pc:sldMkLst>
        <pc:spChg chg="mod ord">
          <ac:chgData name="Jenny Díaz Ramírez" userId="df7d83af-54c1-43f9-a4ec-fea9744b3563" providerId="ADAL" clId="{E88D14EF-1617-4CF0-9FD1-0581C88CA6EC}" dt="2025-03-05T22:47:11.647" v="54" actId="700"/>
          <ac:spMkLst>
            <pc:docMk/>
            <pc:sldMk cId="1726344010" sldId="331"/>
            <ac:spMk id="2" creationId="{00000000-0000-0000-0000-000000000000}"/>
          </ac:spMkLst>
        </pc:spChg>
        <pc:spChg chg="mod ord">
          <ac:chgData name="Jenny Díaz Ramírez" userId="df7d83af-54c1-43f9-a4ec-fea9744b3563" providerId="ADAL" clId="{E88D14EF-1617-4CF0-9FD1-0581C88CA6EC}" dt="2025-03-05T22:47:11.647" v="54" actId="700"/>
          <ac:spMkLst>
            <pc:docMk/>
            <pc:sldMk cId="1726344010" sldId="331"/>
            <ac:spMk id="7" creationId="{00000000-0000-0000-0000-000000000000}"/>
          </ac:spMkLst>
        </pc:spChg>
        <pc:spChg chg="mod ord">
          <ac:chgData name="Jenny Díaz Ramírez" userId="df7d83af-54c1-43f9-a4ec-fea9744b3563" providerId="ADAL" clId="{E88D14EF-1617-4CF0-9FD1-0581C88CA6EC}" dt="2025-03-05T22:47:11.647" v="54" actId="700"/>
          <ac:spMkLst>
            <pc:docMk/>
            <pc:sldMk cId="1726344010" sldId="331"/>
            <ac:spMk id="9" creationId="{00000000-0000-0000-0000-000000000000}"/>
          </ac:spMkLst>
        </pc:spChg>
      </pc:sldChg>
      <pc:sldChg chg="modSp add del mod modClrScheme chgLayout">
        <pc:chgData name="Jenny Díaz Ramírez" userId="df7d83af-54c1-43f9-a4ec-fea9744b3563" providerId="ADAL" clId="{E88D14EF-1617-4CF0-9FD1-0581C88CA6EC}" dt="2025-03-06T15:12:27.857" v="914" actId="47"/>
        <pc:sldMkLst>
          <pc:docMk/>
          <pc:sldMk cId="2652127226" sldId="332"/>
        </pc:sldMkLst>
        <pc:spChg chg="mod ord">
          <ac:chgData name="Jenny Díaz Ramírez" userId="df7d83af-54c1-43f9-a4ec-fea9744b3563" providerId="ADAL" clId="{E88D14EF-1617-4CF0-9FD1-0581C88CA6EC}" dt="2025-03-05T22:47:11.647" v="54" actId="700"/>
          <ac:spMkLst>
            <pc:docMk/>
            <pc:sldMk cId="2652127226" sldId="332"/>
            <ac:spMk id="2" creationId="{00000000-0000-0000-0000-000000000000}"/>
          </ac:spMkLst>
        </pc:spChg>
        <pc:spChg chg="mod ord">
          <ac:chgData name="Jenny Díaz Ramírez" userId="df7d83af-54c1-43f9-a4ec-fea9744b3563" providerId="ADAL" clId="{E88D14EF-1617-4CF0-9FD1-0581C88CA6EC}" dt="2025-03-05T22:47:11.647" v="54" actId="700"/>
          <ac:spMkLst>
            <pc:docMk/>
            <pc:sldMk cId="2652127226" sldId="332"/>
            <ac:spMk id="7" creationId="{00000000-0000-0000-0000-000000000000}"/>
          </ac:spMkLst>
        </pc:spChg>
        <pc:spChg chg="mod ord">
          <ac:chgData name="Jenny Díaz Ramírez" userId="df7d83af-54c1-43f9-a4ec-fea9744b3563" providerId="ADAL" clId="{E88D14EF-1617-4CF0-9FD1-0581C88CA6EC}" dt="2025-03-05T22:47:11.647" v="54" actId="700"/>
          <ac:spMkLst>
            <pc:docMk/>
            <pc:sldMk cId="2652127226" sldId="332"/>
            <ac:spMk id="9" creationId="{00000000-0000-0000-0000-000000000000}"/>
          </ac:spMkLst>
        </pc:spChg>
        <pc:graphicFrameChg chg="mod">
          <ac:chgData name="Jenny Díaz Ramírez" userId="df7d83af-54c1-43f9-a4ec-fea9744b3563" providerId="ADAL" clId="{E88D14EF-1617-4CF0-9FD1-0581C88CA6EC}" dt="2025-03-06T15:10:59.452" v="905" actId="1076"/>
          <ac:graphicFrameMkLst>
            <pc:docMk/>
            <pc:sldMk cId="2652127226" sldId="332"/>
            <ac:graphicFrameMk id="5"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54:27.545" v="1817"/>
        <pc:sldMkLst>
          <pc:docMk/>
          <pc:sldMk cId="0" sldId="333"/>
        </pc:sldMkLst>
        <pc:spChg chg="mod ord">
          <ac:chgData name="Jenny Díaz Ramírez" userId="df7d83af-54c1-43f9-a4ec-fea9744b3563" providerId="ADAL" clId="{E88D14EF-1617-4CF0-9FD1-0581C88CA6EC}" dt="2025-03-06T00:41:57.347" v="82" actId="27636"/>
          <ac:spMkLst>
            <pc:docMk/>
            <pc:sldMk cId="0" sldId="333"/>
            <ac:spMk id="2" creationId="{00000000-0000-0000-0000-000000000000}"/>
          </ac:spMkLst>
        </pc:spChg>
        <pc:spChg chg="mod ord">
          <ac:chgData name="Jenny Díaz Ramírez" userId="df7d83af-54c1-43f9-a4ec-fea9744b3563" providerId="ADAL" clId="{E88D14EF-1617-4CF0-9FD1-0581C88CA6EC}" dt="2025-03-06T15:38:36.263" v="1464" actId="20577"/>
          <ac:spMkLst>
            <pc:docMk/>
            <pc:sldMk cId="0" sldId="333"/>
            <ac:spMk id="3" creationId="{00000000-0000-0000-0000-000000000000}"/>
          </ac:spMkLst>
        </pc:spChg>
        <pc:spChg chg="add mod">
          <ac:chgData name="Jenny Díaz Ramírez" userId="df7d83af-54c1-43f9-a4ec-fea9744b3563" providerId="ADAL" clId="{E88D14EF-1617-4CF0-9FD1-0581C88CA6EC}" dt="2025-03-06T15:38:25.867" v="1460"/>
          <ac:spMkLst>
            <pc:docMk/>
            <pc:sldMk cId="0" sldId="333"/>
            <ac:spMk id="4" creationId="{37A3B444-D38E-6F61-51E0-014DEAAFE233}"/>
          </ac:spMkLst>
        </pc:spChg>
        <pc:spChg chg="add mod">
          <ac:chgData name="Jenny Díaz Ramírez" userId="df7d83af-54c1-43f9-a4ec-fea9744b3563" providerId="ADAL" clId="{E88D14EF-1617-4CF0-9FD1-0581C88CA6EC}" dt="2025-03-06T15:54:27.545" v="1817"/>
          <ac:spMkLst>
            <pc:docMk/>
            <pc:sldMk cId="0" sldId="333"/>
            <ac:spMk id="5" creationId="{D293950D-AB50-7B4F-463F-B09589306C97}"/>
          </ac:spMkLst>
        </pc:spChg>
        <pc:spChg chg="mod ord">
          <ac:chgData name="Jenny Díaz Ramírez" userId="df7d83af-54c1-43f9-a4ec-fea9744b3563" providerId="ADAL" clId="{E88D14EF-1617-4CF0-9FD1-0581C88CA6EC}" dt="2025-03-05T22:49:01.416" v="61" actId="700"/>
          <ac:spMkLst>
            <pc:docMk/>
            <pc:sldMk cId="0" sldId="333"/>
            <ac:spMk id="9" creationId="{00000000-0000-0000-0000-000000000000}"/>
          </ac:spMkLst>
        </pc:spChg>
        <pc:spChg chg="del mod ord">
          <ac:chgData name="Jenny Díaz Ramírez" userId="df7d83af-54c1-43f9-a4ec-fea9744b3563" providerId="ADAL" clId="{E88D14EF-1617-4CF0-9FD1-0581C88CA6EC}" dt="2025-03-06T15:38:29.809" v="1462" actId="478"/>
          <ac:spMkLst>
            <pc:docMk/>
            <pc:sldMk cId="0" sldId="333"/>
            <ac:spMk id="10" creationId="{00000000-0000-0000-0000-000000000000}"/>
          </ac:spMkLst>
        </pc:spChg>
        <pc:graphicFrameChg chg="mod">
          <ac:chgData name="Jenny Díaz Ramírez" userId="df7d83af-54c1-43f9-a4ec-fea9744b3563" providerId="ADAL" clId="{E88D14EF-1617-4CF0-9FD1-0581C88CA6EC}" dt="2025-03-06T15:38:44.565" v="1466" actId="1076"/>
          <ac:graphicFrameMkLst>
            <pc:docMk/>
            <pc:sldMk cId="0" sldId="333"/>
            <ac:graphicFrameMk id="70663" creationId="{00000000-0000-0000-0000-000000000000}"/>
          </ac:graphicFrameMkLst>
        </pc:graphicFrameChg>
        <pc:graphicFrameChg chg="mod">
          <ac:chgData name="Jenny Díaz Ramírez" userId="df7d83af-54c1-43f9-a4ec-fea9744b3563" providerId="ADAL" clId="{E88D14EF-1617-4CF0-9FD1-0581C88CA6EC}" dt="2025-03-06T15:38:38.833" v="1465" actId="1076"/>
          <ac:graphicFrameMkLst>
            <pc:docMk/>
            <pc:sldMk cId="0" sldId="333"/>
            <ac:graphicFrameMk id="76803"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54:28.966" v="1818"/>
        <pc:sldMkLst>
          <pc:docMk/>
          <pc:sldMk cId="0" sldId="334"/>
        </pc:sldMkLst>
        <pc:spChg chg="mod ord">
          <ac:chgData name="Jenny Díaz Ramírez" userId="df7d83af-54c1-43f9-a4ec-fea9744b3563" providerId="ADAL" clId="{E88D14EF-1617-4CF0-9FD1-0581C88CA6EC}" dt="2025-03-06T00:41:57.395" v="84" actId="27636"/>
          <ac:spMkLst>
            <pc:docMk/>
            <pc:sldMk cId="0" sldId="334"/>
            <ac:spMk id="2" creationId="{00000000-0000-0000-0000-000000000000}"/>
          </ac:spMkLst>
        </pc:spChg>
        <pc:spChg chg="mod ord">
          <ac:chgData name="Jenny Díaz Ramírez" userId="df7d83af-54c1-43f9-a4ec-fea9744b3563" providerId="ADAL" clId="{E88D14EF-1617-4CF0-9FD1-0581C88CA6EC}" dt="2025-03-06T15:39:10.173" v="1473" actId="14100"/>
          <ac:spMkLst>
            <pc:docMk/>
            <pc:sldMk cId="0" sldId="334"/>
            <ac:spMk id="3" creationId="{00000000-0000-0000-0000-000000000000}"/>
          </ac:spMkLst>
        </pc:spChg>
        <pc:spChg chg="add mod">
          <ac:chgData name="Jenny Díaz Ramírez" userId="df7d83af-54c1-43f9-a4ec-fea9744b3563" providerId="ADAL" clId="{E88D14EF-1617-4CF0-9FD1-0581C88CA6EC}" dt="2025-03-06T15:54:28.966" v="1818"/>
          <ac:spMkLst>
            <pc:docMk/>
            <pc:sldMk cId="0" sldId="334"/>
            <ac:spMk id="4" creationId="{263C26AA-B907-49B1-6C20-8D8EADE90A37}"/>
          </ac:spMkLst>
        </pc:spChg>
        <pc:spChg chg="mod ord">
          <ac:chgData name="Jenny Díaz Ramírez" userId="df7d83af-54c1-43f9-a4ec-fea9744b3563" providerId="ADAL" clId="{E88D14EF-1617-4CF0-9FD1-0581C88CA6EC}" dt="2025-03-05T22:49:01.416" v="61" actId="700"/>
          <ac:spMkLst>
            <pc:docMk/>
            <pc:sldMk cId="0" sldId="334"/>
            <ac:spMk id="11" creationId="{00000000-0000-0000-0000-000000000000}"/>
          </ac:spMkLst>
        </pc:spChg>
        <pc:spChg chg="del mod ord">
          <ac:chgData name="Jenny Díaz Ramírez" userId="df7d83af-54c1-43f9-a4ec-fea9744b3563" providerId="ADAL" clId="{E88D14EF-1617-4CF0-9FD1-0581C88CA6EC}" dt="2025-03-06T15:39:05.927" v="1472" actId="478"/>
          <ac:spMkLst>
            <pc:docMk/>
            <pc:sldMk cId="0" sldId="334"/>
            <ac:spMk id="12" creationId="{00000000-0000-0000-0000-000000000000}"/>
          </ac:spMkLst>
        </pc:spChg>
        <pc:graphicFrameChg chg="mod">
          <ac:chgData name="Jenny Díaz Ramírez" userId="df7d83af-54c1-43f9-a4ec-fea9744b3563" providerId="ADAL" clId="{E88D14EF-1617-4CF0-9FD1-0581C88CA6EC}" dt="2025-03-06T15:38:53.192" v="1468" actId="1076"/>
          <ac:graphicFrameMkLst>
            <pc:docMk/>
            <pc:sldMk cId="0" sldId="334"/>
            <ac:graphicFrameMk id="70671" creationId="{00000000-0000-0000-0000-000000000000}"/>
          </ac:graphicFrameMkLst>
        </pc:graphicFrameChg>
        <pc:graphicFrameChg chg="mod">
          <ac:chgData name="Jenny Díaz Ramírez" userId="df7d83af-54c1-43f9-a4ec-fea9744b3563" providerId="ADAL" clId="{E88D14EF-1617-4CF0-9FD1-0581C88CA6EC}" dt="2025-03-06T15:38:55.901" v="1469" actId="1076"/>
          <ac:graphicFrameMkLst>
            <pc:docMk/>
            <pc:sldMk cId="0" sldId="334"/>
            <ac:graphicFrameMk id="77828" creationId="{00000000-0000-0000-0000-000000000000}"/>
          </ac:graphicFrameMkLst>
        </pc:graphicFrameChg>
        <pc:graphicFrameChg chg="mod">
          <ac:chgData name="Jenny Díaz Ramírez" userId="df7d83af-54c1-43f9-a4ec-fea9744b3563" providerId="ADAL" clId="{E88D14EF-1617-4CF0-9FD1-0581C88CA6EC}" dt="2025-03-06T15:38:58.224" v="1470" actId="1076"/>
          <ac:graphicFrameMkLst>
            <pc:docMk/>
            <pc:sldMk cId="0" sldId="334"/>
            <ac:graphicFrameMk id="77829" creationId="{00000000-0000-0000-0000-000000000000}"/>
          </ac:graphicFrameMkLst>
        </pc:graphicFrameChg>
        <pc:graphicFrameChg chg="mod">
          <ac:chgData name="Jenny Díaz Ramírez" userId="df7d83af-54c1-43f9-a4ec-fea9744b3563" providerId="ADAL" clId="{E88D14EF-1617-4CF0-9FD1-0581C88CA6EC}" dt="2025-03-06T15:39:01.842" v="1471" actId="1076"/>
          <ac:graphicFrameMkLst>
            <pc:docMk/>
            <pc:sldMk cId="0" sldId="334"/>
            <ac:graphicFrameMk id="77830"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54:31.768" v="1819"/>
        <pc:sldMkLst>
          <pc:docMk/>
          <pc:sldMk cId="0" sldId="336"/>
        </pc:sldMkLst>
        <pc:spChg chg="mod ord">
          <ac:chgData name="Jenny Díaz Ramírez" userId="df7d83af-54c1-43f9-a4ec-fea9744b3563" providerId="ADAL" clId="{E88D14EF-1617-4CF0-9FD1-0581C88CA6EC}" dt="2025-03-06T00:41:57.423" v="86" actId="27636"/>
          <ac:spMkLst>
            <pc:docMk/>
            <pc:sldMk cId="0" sldId="336"/>
            <ac:spMk id="2" creationId="{00000000-0000-0000-0000-000000000000}"/>
          </ac:spMkLst>
        </pc:spChg>
        <pc:spChg chg="mod ord">
          <ac:chgData name="Jenny Díaz Ramírez" userId="df7d83af-54c1-43f9-a4ec-fea9744b3563" providerId="ADAL" clId="{E88D14EF-1617-4CF0-9FD1-0581C88CA6EC}" dt="2025-03-06T15:39:41.249" v="1480" actId="6549"/>
          <ac:spMkLst>
            <pc:docMk/>
            <pc:sldMk cId="0" sldId="336"/>
            <ac:spMk id="3" creationId="{00000000-0000-0000-0000-000000000000}"/>
          </ac:spMkLst>
        </pc:spChg>
        <pc:spChg chg="add mod">
          <ac:chgData name="Jenny Díaz Ramírez" userId="df7d83af-54c1-43f9-a4ec-fea9744b3563" providerId="ADAL" clId="{E88D14EF-1617-4CF0-9FD1-0581C88CA6EC}" dt="2025-03-06T15:54:31.768" v="1819"/>
          <ac:spMkLst>
            <pc:docMk/>
            <pc:sldMk cId="0" sldId="336"/>
            <ac:spMk id="4" creationId="{E4DC8D9B-2CA5-F7F9-2502-F1A09E58E58B}"/>
          </ac:spMkLst>
        </pc:spChg>
        <pc:spChg chg="mod ord">
          <ac:chgData name="Jenny Díaz Ramírez" userId="df7d83af-54c1-43f9-a4ec-fea9744b3563" providerId="ADAL" clId="{E88D14EF-1617-4CF0-9FD1-0581C88CA6EC}" dt="2025-03-05T22:49:01.416" v="61" actId="700"/>
          <ac:spMkLst>
            <pc:docMk/>
            <pc:sldMk cId="0" sldId="336"/>
            <ac:spMk id="9" creationId="{00000000-0000-0000-0000-000000000000}"/>
          </ac:spMkLst>
        </pc:spChg>
        <pc:spChg chg="del mod ord">
          <ac:chgData name="Jenny Díaz Ramírez" userId="df7d83af-54c1-43f9-a4ec-fea9744b3563" providerId="ADAL" clId="{E88D14EF-1617-4CF0-9FD1-0581C88CA6EC}" dt="2025-03-06T15:39:21.784" v="1475" actId="478"/>
          <ac:spMkLst>
            <pc:docMk/>
            <pc:sldMk cId="0" sldId="336"/>
            <ac:spMk id="10" creationId="{00000000-0000-0000-0000-000000000000}"/>
          </ac:spMkLst>
        </pc:spChg>
        <pc:graphicFrameChg chg="mod">
          <ac:chgData name="Jenny Díaz Ramírez" userId="df7d83af-54c1-43f9-a4ec-fea9744b3563" providerId="ADAL" clId="{E88D14EF-1617-4CF0-9FD1-0581C88CA6EC}" dt="2025-03-06T15:39:44.317" v="1481" actId="1076"/>
          <ac:graphicFrameMkLst>
            <pc:docMk/>
            <pc:sldMk cId="0" sldId="336"/>
            <ac:graphicFrameMk id="77829" creationId="{00000000-0000-0000-0000-000000000000}"/>
          </ac:graphicFrameMkLst>
        </pc:graphicFrameChg>
      </pc:sldChg>
      <pc:sldChg chg="modSp mod">
        <pc:chgData name="Jenny Díaz Ramírez" userId="df7d83af-54c1-43f9-a4ec-fea9744b3563" providerId="ADAL" clId="{E88D14EF-1617-4CF0-9FD1-0581C88CA6EC}" dt="2025-03-05T22:43:32.810" v="31" actId="403"/>
        <pc:sldMkLst>
          <pc:docMk/>
          <pc:sldMk cId="2960950710" sldId="350"/>
        </pc:sldMkLst>
        <pc:spChg chg="mod">
          <ac:chgData name="Jenny Díaz Ramírez" userId="df7d83af-54c1-43f9-a4ec-fea9744b3563" providerId="ADAL" clId="{E88D14EF-1617-4CF0-9FD1-0581C88CA6EC}" dt="2025-03-05T22:43:32.810" v="31" actId="403"/>
          <ac:spMkLst>
            <pc:docMk/>
            <pc:sldMk cId="2960950710" sldId="350"/>
            <ac:spMk id="2" creationId="{293E168C-8042-5B4E-A5A4-A5BF693AE2D6}"/>
          </ac:spMkLst>
        </pc:spChg>
      </pc:sldChg>
      <pc:sldChg chg="modSp add del mod modClrScheme chgLayout">
        <pc:chgData name="Jenny Díaz Ramírez" userId="df7d83af-54c1-43f9-a4ec-fea9744b3563" providerId="ADAL" clId="{E88D14EF-1617-4CF0-9FD1-0581C88CA6EC}" dt="2025-03-06T15:36:50.630" v="1436" actId="47"/>
        <pc:sldMkLst>
          <pc:docMk/>
          <pc:sldMk cId="0" sldId="351"/>
        </pc:sldMkLst>
        <pc:spChg chg="mod ord">
          <ac:chgData name="Jenny Díaz Ramírez" userId="df7d83af-54c1-43f9-a4ec-fea9744b3563" providerId="ADAL" clId="{E88D14EF-1617-4CF0-9FD1-0581C88CA6EC}" dt="2025-03-05T22:49:01.416" v="61" actId="700"/>
          <ac:spMkLst>
            <pc:docMk/>
            <pc:sldMk cId="0" sldId="351"/>
            <ac:spMk id="2" creationId="{00000000-0000-0000-0000-000000000000}"/>
          </ac:spMkLst>
        </pc:spChg>
        <pc:spChg chg="mod ord">
          <ac:chgData name="Jenny Díaz Ramírez" userId="df7d83af-54c1-43f9-a4ec-fea9744b3563" providerId="ADAL" clId="{E88D14EF-1617-4CF0-9FD1-0581C88CA6EC}" dt="2025-03-06T00:41:56.921" v="72" actId="27636"/>
          <ac:spMkLst>
            <pc:docMk/>
            <pc:sldMk cId="0" sldId="351"/>
            <ac:spMk id="4" creationId="{00000000-0000-0000-0000-000000000000}"/>
          </ac:spMkLst>
        </pc:spChg>
        <pc:spChg chg="mod ord">
          <ac:chgData name="Jenny Díaz Ramírez" userId="df7d83af-54c1-43f9-a4ec-fea9744b3563" providerId="ADAL" clId="{E88D14EF-1617-4CF0-9FD1-0581C88CA6EC}" dt="2025-03-05T22:49:01.416" v="61" actId="700"/>
          <ac:spMkLst>
            <pc:docMk/>
            <pc:sldMk cId="0" sldId="351"/>
            <ac:spMk id="6" creationId="{00000000-0000-0000-0000-000000000000}"/>
          </ac:spMkLst>
        </pc:spChg>
        <pc:spChg chg="mod ord">
          <ac:chgData name="Jenny Díaz Ramírez" userId="df7d83af-54c1-43f9-a4ec-fea9744b3563" providerId="ADAL" clId="{E88D14EF-1617-4CF0-9FD1-0581C88CA6EC}" dt="2025-03-05T22:49:01.416" v="61" actId="700"/>
          <ac:spMkLst>
            <pc:docMk/>
            <pc:sldMk cId="0" sldId="351"/>
            <ac:spMk id="7" creationId="{00000000-0000-0000-0000-000000000000}"/>
          </ac:spMkLst>
        </pc:spChg>
        <pc:graphicFrameChg chg="mod ord">
          <ac:chgData name="Jenny Díaz Ramírez" userId="df7d83af-54c1-43f9-a4ec-fea9744b3563" providerId="ADAL" clId="{E88D14EF-1617-4CF0-9FD1-0581C88CA6EC}" dt="2025-03-05T22:49:01.416" v="61" actId="700"/>
          <ac:graphicFrameMkLst>
            <pc:docMk/>
            <pc:sldMk cId="0" sldId="351"/>
            <ac:graphicFrameMk id="14" creationId="{00000000-0000-0000-0000-000000000000}"/>
          </ac:graphicFrameMkLst>
        </pc:graphicFrameChg>
      </pc:sldChg>
      <pc:sldChg chg="addSp delSp modSp add del mod modClrScheme chgLayout">
        <pc:chgData name="Jenny Díaz Ramírez" userId="df7d83af-54c1-43f9-a4ec-fea9744b3563" providerId="ADAL" clId="{E88D14EF-1617-4CF0-9FD1-0581C88CA6EC}" dt="2025-03-06T15:54:23.260" v="1815"/>
        <pc:sldMkLst>
          <pc:docMk/>
          <pc:sldMk cId="0" sldId="352"/>
        </pc:sldMkLst>
        <pc:spChg chg="mod ord">
          <ac:chgData name="Jenny Díaz Ramírez" userId="df7d83af-54c1-43f9-a4ec-fea9744b3563" providerId="ADAL" clId="{E88D14EF-1617-4CF0-9FD1-0581C88CA6EC}" dt="2025-03-06T00:41:56.939" v="73" actId="27636"/>
          <ac:spMkLst>
            <pc:docMk/>
            <pc:sldMk cId="0" sldId="352"/>
            <ac:spMk id="2" creationId="{00000000-0000-0000-0000-000000000000}"/>
          </ac:spMkLst>
        </pc:spChg>
        <pc:spChg chg="mod ord">
          <ac:chgData name="Jenny Díaz Ramírez" userId="df7d83af-54c1-43f9-a4ec-fea9744b3563" providerId="ADAL" clId="{E88D14EF-1617-4CF0-9FD1-0581C88CA6EC}" dt="2025-03-06T00:41:56.949" v="74" actId="27636"/>
          <ac:spMkLst>
            <pc:docMk/>
            <pc:sldMk cId="0" sldId="352"/>
            <ac:spMk id="3" creationId="{00000000-0000-0000-0000-000000000000}"/>
          </ac:spMkLst>
        </pc:spChg>
        <pc:spChg chg="add mod">
          <ac:chgData name="Jenny Díaz Ramírez" userId="df7d83af-54c1-43f9-a4ec-fea9744b3563" providerId="ADAL" clId="{E88D14EF-1617-4CF0-9FD1-0581C88CA6EC}" dt="2025-03-06T15:54:18.545" v="1813"/>
          <ac:spMkLst>
            <pc:docMk/>
            <pc:sldMk cId="0" sldId="352"/>
            <ac:spMk id="4" creationId="{A51D90FC-8B21-E58C-8E25-AB40B9C50F3E}"/>
          </ac:spMkLst>
        </pc:spChg>
        <pc:spChg chg="add mod">
          <ac:chgData name="Jenny Díaz Ramírez" userId="df7d83af-54c1-43f9-a4ec-fea9744b3563" providerId="ADAL" clId="{E88D14EF-1617-4CF0-9FD1-0581C88CA6EC}" dt="2025-03-06T15:54:23.260" v="1815"/>
          <ac:spMkLst>
            <pc:docMk/>
            <pc:sldMk cId="0" sldId="352"/>
            <ac:spMk id="5" creationId="{3CE8D306-069D-8E56-C046-2A9FEEDAA31C}"/>
          </ac:spMkLst>
        </pc:spChg>
        <pc:spChg chg="mod ord">
          <ac:chgData name="Jenny Díaz Ramírez" userId="df7d83af-54c1-43f9-a4ec-fea9744b3563" providerId="ADAL" clId="{E88D14EF-1617-4CF0-9FD1-0581C88CA6EC}" dt="2025-03-05T22:49:01.416" v="61" actId="700"/>
          <ac:spMkLst>
            <pc:docMk/>
            <pc:sldMk cId="0" sldId="352"/>
            <ac:spMk id="11" creationId="{00000000-0000-0000-0000-000000000000}"/>
          </ac:spMkLst>
        </pc:spChg>
        <pc:spChg chg="del mod ord">
          <ac:chgData name="Jenny Díaz Ramírez" userId="df7d83af-54c1-43f9-a4ec-fea9744b3563" providerId="ADAL" clId="{E88D14EF-1617-4CF0-9FD1-0581C88CA6EC}" dt="2025-03-06T15:36:59.218" v="1438" actId="478"/>
          <ac:spMkLst>
            <pc:docMk/>
            <pc:sldMk cId="0" sldId="352"/>
            <ac:spMk id="12" creationId="{00000000-0000-0000-0000-000000000000}"/>
          </ac:spMkLst>
        </pc:spChg>
      </pc:sldChg>
      <pc:sldChg chg="delSp modSp add mod modClrScheme chgLayout">
        <pc:chgData name="Jenny Díaz Ramírez" userId="df7d83af-54c1-43f9-a4ec-fea9744b3563" providerId="ADAL" clId="{E88D14EF-1617-4CF0-9FD1-0581C88CA6EC}" dt="2025-03-06T15:37:15.735" v="1441" actId="1076"/>
        <pc:sldMkLst>
          <pc:docMk/>
          <pc:sldMk cId="0" sldId="353"/>
        </pc:sldMkLst>
        <pc:spChg chg="mod ord">
          <ac:chgData name="Jenny Díaz Ramírez" userId="df7d83af-54c1-43f9-a4ec-fea9744b3563" providerId="ADAL" clId="{E88D14EF-1617-4CF0-9FD1-0581C88CA6EC}" dt="2025-03-06T00:41:56.990" v="76" actId="27636"/>
          <ac:spMkLst>
            <pc:docMk/>
            <pc:sldMk cId="0" sldId="353"/>
            <ac:spMk id="2" creationId="{00000000-0000-0000-0000-000000000000}"/>
          </ac:spMkLst>
        </pc:spChg>
        <pc:spChg chg="mod ord">
          <ac:chgData name="Jenny Díaz Ramírez" userId="df7d83af-54c1-43f9-a4ec-fea9744b3563" providerId="ADAL" clId="{E88D14EF-1617-4CF0-9FD1-0581C88CA6EC}" dt="2025-03-06T15:37:12.752" v="1440" actId="1076"/>
          <ac:spMkLst>
            <pc:docMk/>
            <pc:sldMk cId="0" sldId="353"/>
            <ac:spMk id="3" creationId="{00000000-0000-0000-0000-000000000000}"/>
          </ac:spMkLst>
        </pc:spChg>
        <pc:spChg chg="mod ord">
          <ac:chgData name="Jenny Díaz Ramírez" userId="df7d83af-54c1-43f9-a4ec-fea9744b3563" providerId="ADAL" clId="{E88D14EF-1617-4CF0-9FD1-0581C88CA6EC}" dt="2025-03-05T22:49:01.416" v="61" actId="700"/>
          <ac:spMkLst>
            <pc:docMk/>
            <pc:sldMk cId="0" sldId="353"/>
            <ac:spMk id="10" creationId="{00000000-0000-0000-0000-000000000000}"/>
          </ac:spMkLst>
        </pc:spChg>
        <pc:spChg chg="del mod ord">
          <ac:chgData name="Jenny Díaz Ramírez" userId="df7d83af-54c1-43f9-a4ec-fea9744b3563" providerId="ADAL" clId="{E88D14EF-1617-4CF0-9FD1-0581C88CA6EC}" dt="2025-03-06T15:36:56.503" v="1437" actId="478"/>
          <ac:spMkLst>
            <pc:docMk/>
            <pc:sldMk cId="0" sldId="353"/>
            <ac:spMk id="11" creationId="{00000000-0000-0000-0000-000000000000}"/>
          </ac:spMkLst>
        </pc:spChg>
        <pc:graphicFrameChg chg="mod">
          <ac:chgData name="Jenny Díaz Ramírez" userId="df7d83af-54c1-43f9-a4ec-fea9744b3563" providerId="ADAL" clId="{E88D14EF-1617-4CF0-9FD1-0581C88CA6EC}" dt="2025-03-06T15:37:15.735" v="1441" actId="1076"/>
          <ac:graphicFrameMkLst>
            <pc:docMk/>
            <pc:sldMk cId="0" sldId="353"/>
            <ac:graphicFrameMk id="70671" creationId="{00000000-0000-0000-0000-000000000000}"/>
          </ac:graphicFrameMkLst>
        </pc:graphicFrameChg>
      </pc:sldChg>
      <pc:sldChg chg="addSp delSp modSp add del mod modClrScheme chgLayout">
        <pc:chgData name="Jenny Díaz Ramírez" userId="df7d83af-54c1-43f9-a4ec-fea9744b3563" providerId="ADAL" clId="{E88D14EF-1617-4CF0-9FD1-0581C88CA6EC}" dt="2025-03-06T15:54:25.305" v="1816"/>
        <pc:sldMkLst>
          <pc:docMk/>
          <pc:sldMk cId="0" sldId="354"/>
        </pc:sldMkLst>
        <pc:spChg chg="mod ord">
          <ac:chgData name="Jenny Díaz Ramírez" userId="df7d83af-54c1-43f9-a4ec-fea9744b3563" providerId="ADAL" clId="{E88D14EF-1617-4CF0-9FD1-0581C88CA6EC}" dt="2025-03-06T00:41:57.275" v="79" actId="27636"/>
          <ac:spMkLst>
            <pc:docMk/>
            <pc:sldMk cId="0" sldId="354"/>
            <ac:spMk id="2" creationId="{00000000-0000-0000-0000-000000000000}"/>
          </ac:spMkLst>
        </pc:spChg>
        <pc:spChg chg="mod ord">
          <ac:chgData name="Jenny Díaz Ramírez" userId="df7d83af-54c1-43f9-a4ec-fea9744b3563" providerId="ADAL" clId="{E88D14EF-1617-4CF0-9FD1-0581C88CA6EC}" dt="2025-03-06T15:38:05.579" v="1453" actId="21"/>
          <ac:spMkLst>
            <pc:docMk/>
            <pc:sldMk cId="0" sldId="354"/>
            <ac:spMk id="3" creationId="{00000000-0000-0000-0000-000000000000}"/>
          </ac:spMkLst>
        </pc:spChg>
        <pc:spChg chg="add mod">
          <ac:chgData name="Jenny Díaz Ramírez" userId="df7d83af-54c1-43f9-a4ec-fea9744b3563" providerId="ADAL" clId="{E88D14EF-1617-4CF0-9FD1-0581C88CA6EC}" dt="2025-03-06T15:38:22.963" v="1459" actId="1076"/>
          <ac:spMkLst>
            <pc:docMk/>
            <pc:sldMk cId="0" sldId="354"/>
            <ac:spMk id="5" creationId="{8CB2DE8D-6002-341C-E357-03A10F8846DD}"/>
          </ac:spMkLst>
        </pc:spChg>
        <pc:spChg chg="add mod">
          <ac:chgData name="Jenny Díaz Ramírez" userId="df7d83af-54c1-43f9-a4ec-fea9744b3563" providerId="ADAL" clId="{E88D14EF-1617-4CF0-9FD1-0581C88CA6EC}" dt="2025-03-06T15:54:25.305" v="1816"/>
          <ac:spMkLst>
            <pc:docMk/>
            <pc:sldMk cId="0" sldId="354"/>
            <ac:spMk id="6" creationId="{1E6E2EA9-679B-5E2F-814A-423C1BDE5D75}"/>
          </ac:spMkLst>
        </pc:spChg>
        <pc:spChg chg="mod ord">
          <ac:chgData name="Jenny Díaz Ramírez" userId="df7d83af-54c1-43f9-a4ec-fea9744b3563" providerId="ADAL" clId="{E88D14EF-1617-4CF0-9FD1-0581C88CA6EC}" dt="2025-03-05T22:49:01.416" v="61" actId="700"/>
          <ac:spMkLst>
            <pc:docMk/>
            <pc:sldMk cId="0" sldId="354"/>
            <ac:spMk id="8" creationId="{00000000-0000-0000-0000-000000000000}"/>
          </ac:spMkLst>
        </pc:spChg>
        <pc:spChg chg="del mod ord">
          <ac:chgData name="Jenny Díaz Ramírez" userId="df7d83af-54c1-43f9-a4ec-fea9744b3563" providerId="ADAL" clId="{E88D14EF-1617-4CF0-9FD1-0581C88CA6EC}" dt="2025-03-06T15:38:16.942" v="1457" actId="478"/>
          <ac:spMkLst>
            <pc:docMk/>
            <pc:sldMk cId="0" sldId="354"/>
            <ac:spMk id="9" creationId="{00000000-0000-0000-0000-000000000000}"/>
          </ac:spMkLst>
        </pc:spChg>
      </pc:sldChg>
      <pc:sldChg chg="del">
        <pc:chgData name="Jenny Díaz Ramírez" userId="df7d83af-54c1-43f9-a4ec-fea9744b3563" providerId="ADAL" clId="{E88D14EF-1617-4CF0-9FD1-0581C88CA6EC}" dt="2025-03-05T22:43:54.637" v="35" actId="47"/>
        <pc:sldMkLst>
          <pc:docMk/>
          <pc:sldMk cId="0" sldId="356"/>
        </pc:sldMkLst>
      </pc:sldChg>
      <pc:sldChg chg="del">
        <pc:chgData name="Jenny Díaz Ramírez" userId="df7d83af-54c1-43f9-a4ec-fea9744b3563" providerId="ADAL" clId="{E88D14EF-1617-4CF0-9FD1-0581C88CA6EC}" dt="2025-03-05T22:43:54.637" v="35" actId="47"/>
        <pc:sldMkLst>
          <pc:docMk/>
          <pc:sldMk cId="0" sldId="357"/>
        </pc:sldMkLst>
      </pc:sldChg>
      <pc:sldChg chg="del">
        <pc:chgData name="Jenny Díaz Ramírez" userId="df7d83af-54c1-43f9-a4ec-fea9744b3563" providerId="ADAL" clId="{E88D14EF-1617-4CF0-9FD1-0581C88CA6EC}" dt="2025-03-05T22:43:43.075" v="32" actId="47"/>
        <pc:sldMkLst>
          <pc:docMk/>
          <pc:sldMk cId="4126677132" sldId="358"/>
        </pc:sldMkLst>
      </pc:sldChg>
      <pc:sldChg chg="del">
        <pc:chgData name="Jenny Díaz Ramírez" userId="df7d83af-54c1-43f9-a4ec-fea9744b3563" providerId="ADAL" clId="{E88D14EF-1617-4CF0-9FD1-0581C88CA6EC}" dt="2025-03-05T22:43:43.075" v="32" actId="47"/>
        <pc:sldMkLst>
          <pc:docMk/>
          <pc:sldMk cId="1655373391" sldId="359"/>
        </pc:sldMkLst>
      </pc:sldChg>
      <pc:sldChg chg="del">
        <pc:chgData name="Jenny Díaz Ramírez" userId="df7d83af-54c1-43f9-a4ec-fea9744b3563" providerId="ADAL" clId="{E88D14EF-1617-4CF0-9FD1-0581C88CA6EC}" dt="2025-03-05T22:43:57.777" v="36" actId="47"/>
        <pc:sldMkLst>
          <pc:docMk/>
          <pc:sldMk cId="2306672016" sldId="360"/>
        </pc:sldMkLst>
      </pc:sldChg>
      <pc:sldChg chg="addSp modSp add mod modClrScheme chgLayout">
        <pc:chgData name="Jenny Díaz Ramírez" userId="df7d83af-54c1-43f9-a4ec-fea9744b3563" providerId="ADAL" clId="{E88D14EF-1617-4CF0-9FD1-0581C88CA6EC}" dt="2025-03-06T15:53:16.214" v="1785"/>
        <pc:sldMkLst>
          <pc:docMk/>
          <pc:sldMk cId="0" sldId="392"/>
        </pc:sldMkLst>
        <pc:spChg chg="add mod">
          <ac:chgData name="Jenny Díaz Ramírez" userId="df7d83af-54c1-43f9-a4ec-fea9744b3563" providerId="ADAL" clId="{E88D14EF-1617-4CF0-9FD1-0581C88CA6EC}" dt="2025-03-06T00:45:11.598" v="163" actId="207"/>
          <ac:spMkLst>
            <pc:docMk/>
            <pc:sldMk cId="0" sldId="392"/>
            <ac:spMk id="3" creationId="{62F7014C-9F69-27AB-AD20-7008C6E8B7D1}"/>
          </ac:spMkLst>
        </pc:spChg>
        <pc:spChg chg="add mod">
          <ac:chgData name="Jenny Díaz Ramírez" userId="df7d83af-54c1-43f9-a4ec-fea9744b3563" providerId="ADAL" clId="{E88D14EF-1617-4CF0-9FD1-0581C88CA6EC}" dt="2025-03-06T15:53:10.305" v="1781"/>
          <ac:spMkLst>
            <pc:docMk/>
            <pc:sldMk cId="0" sldId="392"/>
            <ac:spMk id="4" creationId="{A2E04A4A-259B-7717-E862-3F7CC966DBD4}"/>
          </ac:spMkLst>
        </pc:spChg>
        <pc:spChg chg="add mod">
          <ac:chgData name="Jenny Díaz Ramírez" userId="df7d83af-54c1-43f9-a4ec-fea9744b3563" providerId="ADAL" clId="{E88D14EF-1617-4CF0-9FD1-0581C88CA6EC}" dt="2025-03-06T15:53:16.214" v="1785"/>
          <ac:spMkLst>
            <pc:docMk/>
            <pc:sldMk cId="0" sldId="392"/>
            <ac:spMk id="5" creationId="{709C977D-6836-618F-FC92-9F96878516D2}"/>
          </ac:spMkLst>
        </pc:spChg>
        <pc:spChg chg="mod ord">
          <ac:chgData name="Jenny Díaz Ramírez" userId="df7d83af-54c1-43f9-a4ec-fea9744b3563" providerId="ADAL" clId="{E88D14EF-1617-4CF0-9FD1-0581C88CA6EC}" dt="2025-03-05T22:49:38.530" v="63" actId="700"/>
          <ac:spMkLst>
            <pc:docMk/>
            <pc:sldMk cId="0" sldId="392"/>
            <ac:spMk id="4098" creationId="{00000000-0000-0000-0000-000000000000}"/>
          </ac:spMkLst>
        </pc:spChg>
        <pc:spChg chg="mod ord">
          <ac:chgData name="Jenny Díaz Ramírez" userId="df7d83af-54c1-43f9-a4ec-fea9744b3563" providerId="ADAL" clId="{E88D14EF-1617-4CF0-9FD1-0581C88CA6EC}" dt="2025-03-06T00:53:50.618" v="306" actId="1076"/>
          <ac:spMkLst>
            <pc:docMk/>
            <pc:sldMk cId="0" sldId="392"/>
            <ac:spMk id="4099" creationId="{00000000-0000-0000-0000-000000000000}"/>
          </ac:spMkLst>
        </pc:spChg>
      </pc:sldChg>
      <pc:sldChg chg="addSp delSp modSp add mod modClrScheme chgLayout">
        <pc:chgData name="Jenny Díaz Ramírez" userId="df7d83af-54c1-43f9-a4ec-fea9744b3563" providerId="ADAL" clId="{E88D14EF-1617-4CF0-9FD1-0581C88CA6EC}" dt="2025-03-06T15:40:27.547" v="1502" actId="478"/>
        <pc:sldMkLst>
          <pc:docMk/>
          <pc:sldMk cId="0" sldId="417"/>
        </pc:sldMkLst>
        <pc:spChg chg="add mod ord">
          <ac:chgData name="Jenny Díaz Ramírez" userId="df7d83af-54c1-43f9-a4ec-fea9744b3563" providerId="ADAL" clId="{E88D14EF-1617-4CF0-9FD1-0581C88CA6EC}" dt="2025-03-06T15:40:18.440" v="1491" actId="27636"/>
          <ac:spMkLst>
            <pc:docMk/>
            <pc:sldMk cId="0" sldId="417"/>
            <ac:spMk id="2" creationId="{C0D3D6E1-9F0A-17F5-5873-8F0CB86D4302}"/>
          </ac:spMkLst>
        </pc:spChg>
        <pc:spChg chg="add del mod ord">
          <ac:chgData name="Jenny Díaz Ramírez" userId="df7d83af-54c1-43f9-a4ec-fea9744b3563" providerId="ADAL" clId="{E88D14EF-1617-4CF0-9FD1-0581C88CA6EC}" dt="2025-03-06T15:40:27.547" v="1502" actId="478"/>
          <ac:spMkLst>
            <pc:docMk/>
            <pc:sldMk cId="0" sldId="417"/>
            <ac:spMk id="3" creationId="{5048EFFD-F849-C983-E199-CF4018E0FB57}"/>
          </ac:spMkLst>
        </pc:spChg>
        <pc:spChg chg="add del mod ord">
          <ac:chgData name="Jenny Díaz Ramírez" userId="df7d83af-54c1-43f9-a4ec-fea9744b3563" providerId="ADAL" clId="{E88D14EF-1617-4CF0-9FD1-0581C88CA6EC}" dt="2025-03-06T15:40:25.838" v="1501" actId="478"/>
          <ac:spMkLst>
            <pc:docMk/>
            <pc:sldMk cId="0" sldId="417"/>
            <ac:spMk id="4" creationId="{B5020714-C2C6-97C1-C84E-5293E61FBF2F}"/>
          </ac:spMkLst>
        </pc:spChg>
        <pc:spChg chg="mod ord">
          <ac:chgData name="Jenny Díaz Ramírez" userId="df7d83af-54c1-43f9-a4ec-fea9744b3563" providerId="ADAL" clId="{E88D14EF-1617-4CF0-9FD1-0581C88CA6EC}" dt="2025-03-06T15:40:22.088" v="1500" actId="20577"/>
          <ac:spMkLst>
            <pc:docMk/>
            <pc:sldMk cId="0" sldId="417"/>
            <ac:spMk id="4098" creationId="{00000000-0000-0000-0000-000000000000}"/>
          </ac:spMkLst>
        </pc:spChg>
        <pc:spChg chg="mod ord">
          <ac:chgData name="Jenny Díaz Ramírez" userId="df7d83af-54c1-43f9-a4ec-fea9744b3563" providerId="ADAL" clId="{E88D14EF-1617-4CF0-9FD1-0581C88CA6EC}" dt="2025-03-06T15:40:08.171" v="1487" actId="27636"/>
          <ac:spMkLst>
            <pc:docMk/>
            <pc:sldMk cId="0" sldId="417"/>
            <ac:spMk id="4099" creationId="{00000000-0000-0000-0000-000000000000}"/>
          </ac:spMkLst>
        </pc:spChg>
      </pc:sldChg>
      <pc:sldChg chg="addSp modSp add mod modClrScheme chgLayout">
        <pc:chgData name="Jenny Díaz Ramírez" userId="df7d83af-54c1-43f9-a4ec-fea9744b3563" providerId="ADAL" clId="{E88D14EF-1617-4CF0-9FD1-0581C88CA6EC}" dt="2025-03-06T15:40:58.003" v="1516" actId="1076"/>
        <pc:sldMkLst>
          <pc:docMk/>
          <pc:sldMk cId="0" sldId="418"/>
        </pc:sldMkLst>
        <pc:spChg chg="add mod ord">
          <ac:chgData name="Jenny Díaz Ramírez" userId="df7d83af-54c1-43f9-a4ec-fea9744b3563" providerId="ADAL" clId="{E88D14EF-1617-4CF0-9FD1-0581C88CA6EC}" dt="2025-03-05T22:50:48.236" v="68" actId="700"/>
          <ac:spMkLst>
            <pc:docMk/>
            <pc:sldMk cId="0" sldId="418"/>
            <ac:spMk id="2" creationId="{64B790BB-28FD-2DF0-9237-8ECA2033ACF7}"/>
          </ac:spMkLst>
        </pc:spChg>
        <pc:spChg chg="add mod ord">
          <ac:chgData name="Jenny Díaz Ramírez" userId="df7d83af-54c1-43f9-a4ec-fea9744b3563" providerId="ADAL" clId="{E88D14EF-1617-4CF0-9FD1-0581C88CA6EC}" dt="2025-03-05T22:50:48.236" v="68" actId="700"/>
          <ac:spMkLst>
            <pc:docMk/>
            <pc:sldMk cId="0" sldId="418"/>
            <ac:spMk id="3" creationId="{ACB394EE-3D2A-F5D4-D638-B95B44EDBD16}"/>
          </ac:spMkLst>
        </pc:spChg>
        <pc:spChg chg="mod ord">
          <ac:chgData name="Jenny Díaz Ramírez" userId="df7d83af-54c1-43f9-a4ec-fea9744b3563" providerId="ADAL" clId="{E88D14EF-1617-4CF0-9FD1-0581C88CA6EC}" dt="2025-03-06T15:40:37.409" v="1509" actId="27636"/>
          <ac:spMkLst>
            <pc:docMk/>
            <pc:sldMk cId="0" sldId="418"/>
            <ac:spMk id="24578" creationId="{00000000-0000-0000-0000-000000000000}"/>
          </ac:spMkLst>
        </pc:spChg>
        <pc:spChg chg="mod ord">
          <ac:chgData name="Jenny Díaz Ramírez" userId="df7d83af-54c1-43f9-a4ec-fea9744b3563" providerId="ADAL" clId="{E88D14EF-1617-4CF0-9FD1-0581C88CA6EC}" dt="2025-03-06T00:41:57.512" v="90" actId="27636"/>
          <ac:spMkLst>
            <pc:docMk/>
            <pc:sldMk cId="0" sldId="418"/>
            <ac:spMk id="24579" creationId="{00000000-0000-0000-0000-000000000000}"/>
          </ac:spMkLst>
        </pc:spChg>
        <pc:spChg chg="mod">
          <ac:chgData name="Jenny Díaz Ramírez" userId="df7d83af-54c1-43f9-a4ec-fea9744b3563" providerId="ADAL" clId="{E88D14EF-1617-4CF0-9FD1-0581C88CA6EC}" dt="2025-03-06T15:40:58.003" v="1516" actId="1076"/>
          <ac:spMkLst>
            <pc:docMk/>
            <pc:sldMk cId="0" sldId="418"/>
            <ac:spMk id="24580" creationId="{00000000-0000-0000-0000-000000000000}"/>
          </ac:spMkLst>
        </pc:spChg>
        <pc:picChg chg="mod ord">
          <ac:chgData name="Jenny Díaz Ramírez" userId="df7d83af-54c1-43f9-a4ec-fea9744b3563" providerId="ADAL" clId="{E88D14EF-1617-4CF0-9FD1-0581C88CA6EC}" dt="2025-03-06T15:40:44.458" v="1511" actId="1076"/>
          <ac:picMkLst>
            <pc:docMk/>
            <pc:sldMk cId="0" sldId="418"/>
            <ac:picMk id="7" creationId="{00000000-0000-0000-0000-000000000000}"/>
          </ac:picMkLst>
        </pc:picChg>
      </pc:sldChg>
      <pc:sldChg chg="addSp delSp modSp add mod modClrScheme chgLayout">
        <pc:chgData name="Jenny Díaz Ramírez" userId="df7d83af-54c1-43f9-a4ec-fea9744b3563" providerId="ADAL" clId="{E88D14EF-1617-4CF0-9FD1-0581C88CA6EC}" dt="2025-03-06T15:44:49.591" v="1623" actId="1076"/>
        <pc:sldMkLst>
          <pc:docMk/>
          <pc:sldMk cId="0" sldId="420"/>
        </pc:sldMkLst>
        <pc:spChg chg="add del mod ord">
          <ac:chgData name="Jenny Díaz Ramírez" userId="df7d83af-54c1-43f9-a4ec-fea9744b3563" providerId="ADAL" clId="{E88D14EF-1617-4CF0-9FD1-0581C88CA6EC}" dt="2025-03-05T22:50:48.236" v="68" actId="700"/>
          <ac:spMkLst>
            <pc:docMk/>
            <pc:sldMk cId="0" sldId="420"/>
            <ac:spMk id="2" creationId="{1DF0DF84-9B46-C44E-AF41-68BFDE112113}"/>
          </ac:spMkLst>
        </pc:spChg>
        <pc:spChg chg="add del mod ord">
          <ac:chgData name="Jenny Díaz Ramírez" userId="df7d83af-54c1-43f9-a4ec-fea9744b3563" providerId="ADAL" clId="{E88D14EF-1617-4CF0-9FD1-0581C88CA6EC}" dt="2025-03-06T15:41:57.643" v="1519" actId="700"/>
          <ac:spMkLst>
            <pc:docMk/>
            <pc:sldMk cId="0" sldId="420"/>
            <ac:spMk id="3" creationId="{BD23FF3A-9301-3CEC-E6E5-E25EF5094880}"/>
          </ac:spMkLst>
        </pc:spChg>
        <pc:spChg chg="add del mod ord">
          <ac:chgData name="Jenny Díaz Ramírez" userId="df7d83af-54c1-43f9-a4ec-fea9744b3563" providerId="ADAL" clId="{E88D14EF-1617-4CF0-9FD1-0581C88CA6EC}" dt="2025-03-06T15:41:57.643" v="1519" actId="700"/>
          <ac:spMkLst>
            <pc:docMk/>
            <pc:sldMk cId="0" sldId="420"/>
            <ac:spMk id="4" creationId="{25BE261C-5FBD-DDEB-FAA6-E5343521EDE9}"/>
          </ac:spMkLst>
        </pc:spChg>
        <pc:spChg chg="mod">
          <ac:chgData name="Jenny Díaz Ramírez" userId="df7d83af-54c1-43f9-a4ec-fea9744b3563" providerId="ADAL" clId="{E88D14EF-1617-4CF0-9FD1-0581C88CA6EC}" dt="2025-03-06T15:42:34.758" v="1552" actId="1076"/>
          <ac:spMkLst>
            <pc:docMk/>
            <pc:sldMk cId="0" sldId="420"/>
            <ac:spMk id="5" creationId="{00000000-0000-0000-0000-000000000000}"/>
          </ac:spMkLst>
        </pc:spChg>
        <pc:spChg chg="add del mod ord">
          <ac:chgData name="Jenny Díaz Ramírez" userId="df7d83af-54c1-43f9-a4ec-fea9744b3563" providerId="ADAL" clId="{E88D14EF-1617-4CF0-9FD1-0581C88CA6EC}" dt="2025-03-06T15:41:57.643" v="1519" actId="700"/>
          <ac:spMkLst>
            <pc:docMk/>
            <pc:sldMk cId="0" sldId="420"/>
            <ac:spMk id="7" creationId="{82C88E0F-B131-97A7-D7F7-2958221B8CE6}"/>
          </ac:spMkLst>
        </pc:spChg>
        <pc:spChg chg="add del mod ord">
          <ac:chgData name="Jenny Díaz Ramírez" userId="df7d83af-54c1-43f9-a4ec-fea9744b3563" providerId="ADAL" clId="{E88D14EF-1617-4CF0-9FD1-0581C88CA6EC}" dt="2025-03-06T15:41:57.643" v="1519" actId="700"/>
          <ac:spMkLst>
            <pc:docMk/>
            <pc:sldMk cId="0" sldId="420"/>
            <ac:spMk id="8" creationId="{B8430526-C65F-D0CC-3890-E2A475A9167C}"/>
          </ac:spMkLst>
        </pc:spChg>
        <pc:spChg chg="add del mod ord">
          <ac:chgData name="Jenny Díaz Ramírez" userId="df7d83af-54c1-43f9-a4ec-fea9744b3563" providerId="ADAL" clId="{E88D14EF-1617-4CF0-9FD1-0581C88CA6EC}" dt="2025-03-06T15:42:09.358" v="1520" actId="478"/>
          <ac:spMkLst>
            <pc:docMk/>
            <pc:sldMk cId="0" sldId="420"/>
            <ac:spMk id="9" creationId="{7362A047-C0C1-FFE0-EA3A-6AB97D627E0B}"/>
          </ac:spMkLst>
        </pc:spChg>
        <pc:spChg chg="mod">
          <ac:chgData name="Jenny Díaz Ramírez" userId="df7d83af-54c1-43f9-a4ec-fea9744b3563" providerId="ADAL" clId="{E88D14EF-1617-4CF0-9FD1-0581C88CA6EC}" dt="2025-03-06T15:43:52.915" v="1614" actId="1076"/>
          <ac:spMkLst>
            <pc:docMk/>
            <pc:sldMk cId="0" sldId="420"/>
            <ac:spMk id="10" creationId="{00000000-0000-0000-0000-000000000000}"/>
          </ac:spMkLst>
        </pc:spChg>
        <pc:spChg chg="add mod">
          <ac:chgData name="Jenny Díaz Ramírez" userId="df7d83af-54c1-43f9-a4ec-fea9744b3563" providerId="ADAL" clId="{E88D14EF-1617-4CF0-9FD1-0581C88CA6EC}" dt="2025-03-06T15:43:48.406" v="1613" actId="1076"/>
          <ac:spMkLst>
            <pc:docMk/>
            <pc:sldMk cId="0" sldId="420"/>
            <ac:spMk id="12" creationId="{0B66A8CC-5EA8-C59F-D397-686F68CE1142}"/>
          </ac:spMkLst>
        </pc:spChg>
        <pc:spChg chg="mod ord">
          <ac:chgData name="Jenny Díaz Ramírez" userId="df7d83af-54c1-43f9-a4ec-fea9744b3563" providerId="ADAL" clId="{E88D14EF-1617-4CF0-9FD1-0581C88CA6EC}" dt="2025-03-06T15:42:24.538" v="1550" actId="1076"/>
          <ac:spMkLst>
            <pc:docMk/>
            <pc:sldMk cId="0" sldId="420"/>
            <ac:spMk id="24579" creationId="{00000000-0000-0000-0000-000000000000}"/>
          </ac:spMkLst>
        </pc:spChg>
        <pc:picChg chg="mod">
          <ac:chgData name="Jenny Díaz Ramírez" userId="df7d83af-54c1-43f9-a4ec-fea9744b3563" providerId="ADAL" clId="{E88D14EF-1617-4CF0-9FD1-0581C88CA6EC}" dt="2025-03-06T15:44:49.591" v="1623" actId="1076"/>
          <ac:picMkLst>
            <pc:docMk/>
            <pc:sldMk cId="0" sldId="420"/>
            <ac:picMk id="6" creationId="{00000000-0000-0000-0000-000000000000}"/>
          </ac:picMkLst>
        </pc:picChg>
      </pc:sldChg>
      <pc:sldChg chg="addSp delSp modSp add mod modClrScheme chgLayout">
        <pc:chgData name="Jenny Díaz Ramírez" userId="df7d83af-54c1-43f9-a4ec-fea9744b3563" providerId="ADAL" clId="{E88D14EF-1617-4CF0-9FD1-0581C88CA6EC}" dt="2025-03-06T15:45:14.810" v="1629" actId="1076"/>
        <pc:sldMkLst>
          <pc:docMk/>
          <pc:sldMk cId="0" sldId="421"/>
        </pc:sldMkLst>
        <pc:spChg chg="add del mod ord">
          <ac:chgData name="Jenny Díaz Ramírez" userId="df7d83af-54c1-43f9-a4ec-fea9744b3563" providerId="ADAL" clId="{E88D14EF-1617-4CF0-9FD1-0581C88CA6EC}" dt="2025-03-05T22:50:48.236" v="68" actId="700"/>
          <ac:spMkLst>
            <pc:docMk/>
            <pc:sldMk cId="0" sldId="421"/>
            <ac:spMk id="2" creationId="{B1800A22-A839-D7FC-DC3B-DF677F5640C0}"/>
          </ac:spMkLst>
        </pc:spChg>
        <pc:spChg chg="add del mod ord">
          <ac:chgData name="Jenny Díaz Ramírez" userId="df7d83af-54c1-43f9-a4ec-fea9744b3563" providerId="ADAL" clId="{E88D14EF-1617-4CF0-9FD1-0581C88CA6EC}" dt="2025-03-06T15:41:57.643" v="1519" actId="700"/>
          <ac:spMkLst>
            <pc:docMk/>
            <pc:sldMk cId="0" sldId="421"/>
            <ac:spMk id="3" creationId="{089F2CB6-3951-7A30-D898-8AD8B8214590}"/>
          </ac:spMkLst>
        </pc:spChg>
        <pc:spChg chg="add del mod ord">
          <ac:chgData name="Jenny Díaz Ramírez" userId="df7d83af-54c1-43f9-a4ec-fea9744b3563" providerId="ADAL" clId="{E88D14EF-1617-4CF0-9FD1-0581C88CA6EC}" dt="2025-03-06T15:41:57.643" v="1519" actId="700"/>
          <ac:spMkLst>
            <pc:docMk/>
            <pc:sldMk cId="0" sldId="421"/>
            <ac:spMk id="4" creationId="{BC8DE0C9-D53E-AAD8-1296-A8D7B8765293}"/>
          </ac:spMkLst>
        </pc:spChg>
        <pc:spChg chg="mod">
          <ac:chgData name="Jenny Díaz Ramírez" userId="df7d83af-54c1-43f9-a4ec-fea9744b3563" providerId="ADAL" clId="{E88D14EF-1617-4CF0-9FD1-0581C88CA6EC}" dt="2025-03-06T15:45:12.280" v="1628" actId="20577"/>
          <ac:spMkLst>
            <pc:docMk/>
            <pc:sldMk cId="0" sldId="421"/>
            <ac:spMk id="5" creationId="{00000000-0000-0000-0000-000000000000}"/>
          </ac:spMkLst>
        </pc:spChg>
        <pc:spChg chg="add del mod ord">
          <ac:chgData name="Jenny Díaz Ramírez" userId="df7d83af-54c1-43f9-a4ec-fea9744b3563" providerId="ADAL" clId="{E88D14EF-1617-4CF0-9FD1-0581C88CA6EC}" dt="2025-03-06T15:41:57.643" v="1519" actId="700"/>
          <ac:spMkLst>
            <pc:docMk/>
            <pc:sldMk cId="0" sldId="421"/>
            <ac:spMk id="6" creationId="{0A99652F-1405-1E53-22EA-E14199DB2779}"/>
          </ac:spMkLst>
        </pc:spChg>
        <pc:spChg chg="add del mod ord">
          <ac:chgData name="Jenny Díaz Ramírez" userId="df7d83af-54c1-43f9-a4ec-fea9744b3563" providerId="ADAL" clId="{E88D14EF-1617-4CF0-9FD1-0581C88CA6EC}" dt="2025-03-06T15:41:57.643" v="1519" actId="700"/>
          <ac:spMkLst>
            <pc:docMk/>
            <pc:sldMk cId="0" sldId="421"/>
            <ac:spMk id="8" creationId="{7623FF43-B5AA-3901-2247-A95119B30C7D}"/>
          </ac:spMkLst>
        </pc:spChg>
        <pc:spChg chg="add del mod ord">
          <ac:chgData name="Jenny Díaz Ramírez" userId="df7d83af-54c1-43f9-a4ec-fea9744b3563" providerId="ADAL" clId="{E88D14EF-1617-4CF0-9FD1-0581C88CA6EC}" dt="2025-03-06T15:43:57.315" v="1615" actId="478"/>
          <ac:spMkLst>
            <pc:docMk/>
            <pc:sldMk cId="0" sldId="421"/>
            <ac:spMk id="9" creationId="{38C88D63-E953-2838-54DA-CB778DBD973F}"/>
          </ac:spMkLst>
        </pc:spChg>
        <pc:spChg chg="del mod">
          <ac:chgData name="Jenny Díaz Ramírez" userId="df7d83af-54c1-43f9-a4ec-fea9744b3563" providerId="ADAL" clId="{E88D14EF-1617-4CF0-9FD1-0581C88CA6EC}" dt="2025-03-06T15:44:20.306" v="1620" actId="478"/>
          <ac:spMkLst>
            <pc:docMk/>
            <pc:sldMk cId="0" sldId="421"/>
            <ac:spMk id="10" creationId="{00000000-0000-0000-0000-000000000000}"/>
          </ac:spMkLst>
        </pc:spChg>
        <pc:spChg chg="add mod">
          <ac:chgData name="Jenny Díaz Ramírez" userId="df7d83af-54c1-43f9-a4ec-fea9744b3563" providerId="ADAL" clId="{E88D14EF-1617-4CF0-9FD1-0581C88CA6EC}" dt="2025-03-06T15:45:14.810" v="1629" actId="1076"/>
          <ac:spMkLst>
            <pc:docMk/>
            <pc:sldMk cId="0" sldId="421"/>
            <ac:spMk id="12" creationId="{63C8C5C8-2599-F91D-BA49-B20E8160BB74}"/>
          </ac:spMkLst>
        </pc:spChg>
        <pc:spChg chg="add mod">
          <ac:chgData name="Jenny Díaz Ramírez" userId="df7d83af-54c1-43f9-a4ec-fea9744b3563" providerId="ADAL" clId="{E88D14EF-1617-4CF0-9FD1-0581C88CA6EC}" dt="2025-03-06T15:45:10.052" v="1627"/>
          <ac:spMkLst>
            <pc:docMk/>
            <pc:sldMk cId="0" sldId="421"/>
            <ac:spMk id="13" creationId="{9338842A-D8AA-29E6-BA14-E07F39284297}"/>
          </ac:spMkLst>
        </pc:spChg>
        <pc:spChg chg="mod ord">
          <ac:chgData name="Jenny Díaz Ramírez" userId="df7d83af-54c1-43f9-a4ec-fea9744b3563" providerId="ADAL" clId="{E88D14EF-1617-4CF0-9FD1-0581C88CA6EC}" dt="2025-03-06T15:42:09.477" v="1522" actId="27636"/>
          <ac:spMkLst>
            <pc:docMk/>
            <pc:sldMk cId="0" sldId="421"/>
            <ac:spMk id="24579" creationId="{00000000-0000-0000-0000-000000000000}"/>
          </ac:spMkLst>
        </pc:spChg>
        <pc:picChg chg="mod">
          <ac:chgData name="Jenny Díaz Ramírez" userId="df7d83af-54c1-43f9-a4ec-fea9744b3563" providerId="ADAL" clId="{E88D14EF-1617-4CF0-9FD1-0581C88CA6EC}" dt="2025-03-06T15:44:57.052" v="1624" actId="1076"/>
          <ac:picMkLst>
            <pc:docMk/>
            <pc:sldMk cId="0" sldId="421"/>
            <ac:picMk id="7" creationId="{00000000-0000-0000-0000-000000000000}"/>
          </ac:picMkLst>
        </pc:picChg>
      </pc:sldChg>
      <pc:sldChg chg="addSp delSp modSp add mod modClrScheme chgLayout">
        <pc:chgData name="Jenny Díaz Ramírez" userId="df7d83af-54c1-43f9-a4ec-fea9744b3563" providerId="ADAL" clId="{E88D14EF-1617-4CF0-9FD1-0581C88CA6EC}" dt="2025-03-06T15:45:44.126" v="1636" actId="404"/>
        <pc:sldMkLst>
          <pc:docMk/>
          <pc:sldMk cId="0" sldId="422"/>
        </pc:sldMkLst>
        <pc:spChg chg="add del mod ord">
          <ac:chgData name="Jenny Díaz Ramírez" userId="df7d83af-54c1-43f9-a4ec-fea9744b3563" providerId="ADAL" clId="{E88D14EF-1617-4CF0-9FD1-0581C88CA6EC}" dt="2025-03-06T15:41:57.643" v="1519" actId="700"/>
          <ac:spMkLst>
            <pc:docMk/>
            <pc:sldMk cId="0" sldId="422"/>
            <ac:spMk id="2" creationId="{995CD035-88F2-F545-82E4-8A6EF2B3CE43}"/>
          </ac:spMkLst>
        </pc:spChg>
        <pc:spChg chg="add del mod ord">
          <ac:chgData name="Jenny Díaz Ramírez" userId="df7d83af-54c1-43f9-a4ec-fea9744b3563" providerId="ADAL" clId="{E88D14EF-1617-4CF0-9FD1-0581C88CA6EC}" dt="2025-03-06T15:41:57.643" v="1519" actId="700"/>
          <ac:spMkLst>
            <pc:docMk/>
            <pc:sldMk cId="0" sldId="422"/>
            <ac:spMk id="3" creationId="{1DF4217A-6947-E354-15C4-88B2124E962D}"/>
          </ac:spMkLst>
        </pc:spChg>
        <pc:spChg chg="add del mod ord">
          <ac:chgData name="Jenny Díaz Ramírez" userId="df7d83af-54c1-43f9-a4ec-fea9744b3563" providerId="ADAL" clId="{E88D14EF-1617-4CF0-9FD1-0581C88CA6EC}" dt="2025-03-06T15:41:57.643" v="1519" actId="700"/>
          <ac:spMkLst>
            <pc:docMk/>
            <pc:sldMk cId="0" sldId="422"/>
            <ac:spMk id="4" creationId="{A43564FE-32B0-AD4C-9569-8A9AF7380335}"/>
          </ac:spMkLst>
        </pc:spChg>
        <pc:spChg chg="mod ord">
          <ac:chgData name="Jenny Díaz Ramírez" userId="df7d83af-54c1-43f9-a4ec-fea9744b3563" providerId="ADAL" clId="{E88D14EF-1617-4CF0-9FD1-0581C88CA6EC}" dt="2025-03-06T15:42:09.493" v="1525" actId="27636"/>
          <ac:spMkLst>
            <pc:docMk/>
            <pc:sldMk cId="0" sldId="422"/>
            <ac:spMk id="4098" creationId="{00000000-0000-0000-0000-000000000000}"/>
          </ac:spMkLst>
        </pc:spChg>
        <pc:spChg chg="mod ord">
          <ac:chgData name="Jenny Díaz Ramírez" userId="df7d83af-54c1-43f9-a4ec-fea9744b3563" providerId="ADAL" clId="{E88D14EF-1617-4CF0-9FD1-0581C88CA6EC}" dt="2025-03-06T15:45:44.126" v="1636" actId="404"/>
          <ac:spMkLst>
            <pc:docMk/>
            <pc:sldMk cId="0" sldId="422"/>
            <ac:spMk id="4099" creationId="{00000000-0000-0000-0000-000000000000}"/>
          </ac:spMkLst>
        </pc:spChg>
      </pc:sldChg>
      <pc:sldChg chg="addSp delSp modSp add mod modClrScheme chgLayout">
        <pc:chgData name="Jenny Díaz Ramírez" userId="df7d83af-54c1-43f9-a4ec-fea9744b3563" providerId="ADAL" clId="{E88D14EF-1617-4CF0-9FD1-0581C88CA6EC}" dt="2025-03-06T15:45:35.521" v="1635" actId="1076"/>
        <pc:sldMkLst>
          <pc:docMk/>
          <pc:sldMk cId="0" sldId="431"/>
        </pc:sldMkLst>
        <pc:spChg chg="add del mod ord">
          <ac:chgData name="Jenny Díaz Ramírez" userId="df7d83af-54c1-43f9-a4ec-fea9744b3563" providerId="ADAL" clId="{E88D14EF-1617-4CF0-9FD1-0581C88CA6EC}" dt="2025-03-06T15:41:57.643" v="1519" actId="700"/>
          <ac:spMkLst>
            <pc:docMk/>
            <pc:sldMk cId="0" sldId="431"/>
            <ac:spMk id="2" creationId="{C2B15CE6-E625-1836-3FB9-7C1955F7B5F4}"/>
          </ac:spMkLst>
        </pc:spChg>
        <pc:spChg chg="add del mod ord">
          <ac:chgData name="Jenny Díaz Ramírez" userId="df7d83af-54c1-43f9-a4ec-fea9744b3563" providerId="ADAL" clId="{E88D14EF-1617-4CF0-9FD1-0581C88CA6EC}" dt="2025-03-06T15:41:57.643" v="1519" actId="700"/>
          <ac:spMkLst>
            <pc:docMk/>
            <pc:sldMk cId="0" sldId="431"/>
            <ac:spMk id="3" creationId="{DACC043F-9643-4649-A1AA-2010A2505445}"/>
          </ac:spMkLst>
        </pc:spChg>
        <pc:spChg chg="add mod ord">
          <ac:chgData name="Jenny Díaz Ramírez" userId="df7d83af-54c1-43f9-a4ec-fea9744b3563" providerId="ADAL" clId="{E88D14EF-1617-4CF0-9FD1-0581C88CA6EC}" dt="2025-03-06T15:45:26.875" v="1630" actId="700"/>
          <ac:spMkLst>
            <pc:docMk/>
            <pc:sldMk cId="0" sldId="431"/>
            <ac:spMk id="4" creationId="{4EBFE3A6-0159-67C7-C02E-B6A235BF22A7}"/>
          </ac:spMkLst>
        </pc:spChg>
        <pc:spChg chg="add mod ord">
          <ac:chgData name="Jenny Díaz Ramírez" userId="df7d83af-54c1-43f9-a4ec-fea9744b3563" providerId="ADAL" clId="{E88D14EF-1617-4CF0-9FD1-0581C88CA6EC}" dt="2025-03-06T15:45:26.875" v="1630" actId="700"/>
          <ac:spMkLst>
            <pc:docMk/>
            <pc:sldMk cId="0" sldId="431"/>
            <ac:spMk id="5" creationId="{382523EA-732F-BE28-B546-6F7C575B2CAE}"/>
          </ac:spMkLst>
        </pc:spChg>
        <pc:spChg chg="mod ord">
          <ac:chgData name="Jenny Díaz Ramírez" userId="df7d83af-54c1-43f9-a4ec-fea9744b3563" providerId="ADAL" clId="{E88D14EF-1617-4CF0-9FD1-0581C88CA6EC}" dt="2025-03-06T15:45:27.085" v="1631" actId="27636"/>
          <ac:spMkLst>
            <pc:docMk/>
            <pc:sldMk cId="0" sldId="431"/>
            <ac:spMk id="24578" creationId="{00000000-0000-0000-0000-000000000000}"/>
          </ac:spMkLst>
        </pc:spChg>
        <pc:spChg chg="mod ord">
          <ac:chgData name="Jenny Díaz Ramírez" userId="df7d83af-54c1-43f9-a4ec-fea9744b3563" providerId="ADAL" clId="{E88D14EF-1617-4CF0-9FD1-0581C88CA6EC}" dt="2025-03-06T15:45:27.088" v="1632" actId="27636"/>
          <ac:spMkLst>
            <pc:docMk/>
            <pc:sldMk cId="0" sldId="431"/>
            <ac:spMk id="24579" creationId="{00000000-0000-0000-0000-000000000000}"/>
          </ac:spMkLst>
        </pc:spChg>
        <pc:picChg chg="mod ord">
          <ac:chgData name="Jenny Díaz Ramírez" userId="df7d83af-54c1-43f9-a4ec-fea9744b3563" providerId="ADAL" clId="{E88D14EF-1617-4CF0-9FD1-0581C88CA6EC}" dt="2025-03-06T15:45:35.521" v="1635" actId="1076"/>
          <ac:picMkLst>
            <pc:docMk/>
            <pc:sldMk cId="0" sldId="431"/>
            <ac:picMk id="7" creationId="{00000000-0000-0000-0000-000000000000}"/>
          </ac:picMkLst>
        </pc:picChg>
      </pc:sldChg>
      <pc:sldChg chg="addSp delSp modSp add mod modClrScheme chgLayout">
        <pc:chgData name="Jenny Díaz Ramírez" userId="df7d83af-54c1-43f9-a4ec-fea9744b3563" providerId="ADAL" clId="{E88D14EF-1617-4CF0-9FD1-0581C88CA6EC}" dt="2025-03-06T15:46:27.188" v="1649" actId="14100"/>
        <pc:sldMkLst>
          <pc:docMk/>
          <pc:sldMk cId="0" sldId="432"/>
        </pc:sldMkLst>
        <pc:spChg chg="add del mod ord">
          <ac:chgData name="Jenny Díaz Ramírez" userId="df7d83af-54c1-43f9-a4ec-fea9744b3563" providerId="ADAL" clId="{E88D14EF-1617-4CF0-9FD1-0581C88CA6EC}" dt="2025-03-06T15:41:57.643" v="1519" actId="700"/>
          <ac:spMkLst>
            <pc:docMk/>
            <pc:sldMk cId="0" sldId="432"/>
            <ac:spMk id="2" creationId="{C711E562-F36C-5CEC-EE8F-4D9D54F34750}"/>
          </ac:spMkLst>
        </pc:spChg>
        <pc:spChg chg="add del mod ord">
          <ac:chgData name="Jenny Díaz Ramírez" userId="df7d83af-54c1-43f9-a4ec-fea9744b3563" providerId="ADAL" clId="{E88D14EF-1617-4CF0-9FD1-0581C88CA6EC}" dt="2025-03-06T15:41:57.643" v="1519" actId="700"/>
          <ac:spMkLst>
            <pc:docMk/>
            <pc:sldMk cId="0" sldId="432"/>
            <ac:spMk id="3" creationId="{B4A44765-393A-A0E0-B2A8-82BAC4E94A9B}"/>
          </ac:spMkLst>
        </pc:spChg>
        <pc:spChg chg="add del mod ord">
          <ac:chgData name="Jenny Díaz Ramírez" userId="df7d83af-54c1-43f9-a4ec-fea9744b3563" providerId="ADAL" clId="{E88D14EF-1617-4CF0-9FD1-0581C88CA6EC}" dt="2025-03-06T15:41:57.643" v="1519" actId="700"/>
          <ac:spMkLst>
            <pc:docMk/>
            <pc:sldMk cId="0" sldId="432"/>
            <ac:spMk id="4" creationId="{F8A9E12C-8E51-50DF-3EC4-439B2AE093CA}"/>
          </ac:spMkLst>
        </pc:spChg>
        <pc:spChg chg="mod ord">
          <ac:chgData name="Jenny Díaz Ramírez" userId="df7d83af-54c1-43f9-a4ec-fea9744b3563" providerId="ADAL" clId="{E88D14EF-1617-4CF0-9FD1-0581C88CA6EC}" dt="2025-03-06T15:42:09.518" v="1527" actId="27636"/>
          <ac:spMkLst>
            <pc:docMk/>
            <pc:sldMk cId="0" sldId="432"/>
            <ac:spMk id="4098" creationId="{00000000-0000-0000-0000-000000000000}"/>
          </ac:spMkLst>
        </pc:spChg>
        <pc:spChg chg="mod ord">
          <ac:chgData name="Jenny Díaz Ramírez" userId="df7d83af-54c1-43f9-a4ec-fea9744b3563" providerId="ADAL" clId="{E88D14EF-1617-4CF0-9FD1-0581C88CA6EC}" dt="2025-03-06T15:46:27.188" v="1649" actId="14100"/>
          <ac:spMkLst>
            <pc:docMk/>
            <pc:sldMk cId="0" sldId="432"/>
            <ac:spMk id="4099" creationId="{00000000-0000-0000-0000-000000000000}"/>
          </ac:spMkLst>
        </pc:spChg>
        <pc:graphicFrameChg chg="modGraphic">
          <ac:chgData name="Jenny Díaz Ramírez" userId="df7d83af-54c1-43f9-a4ec-fea9744b3563" providerId="ADAL" clId="{E88D14EF-1617-4CF0-9FD1-0581C88CA6EC}" dt="2025-03-06T15:46:00.264" v="1638" actId="207"/>
          <ac:graphicFrameMkLst>
            <pc:docMk/>
            <pc:sldMk cId="0" sldId="432"/>
            <ac:graphicFrameMk id="5" creationId="{00000000-0000-0000-0000-000000000000}"/>
          </ac:graphicFrameMkLst>
        </pc:graphicFrameChg>
        <pc:graphicFrameChg chg="modGraphic">
          <ac:chgData name="Jenny Díaz Ramírez" userId="df7d83af-54c1-43f9-a4ec-fea9744b3563" providerId="ADAL" clId="{E88D14EF-1617-4CF0-9FD1-0581C88CA6EC}" dt="2025-03-06T15:45:57.310" v="1637" actId="207"/>
          <ac:graphicFrameMkLst>
            <pc:docMk/>
            <pc:sldMk cId="0" sldId="432"/>
            <ac:graphicFrameMk id="6"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7:54.371" v="1722" actId="1076"/>
        <pc:sldMkLst>
          <pc:docMk/>
          <pc:sldMk cId="0" sldId="433"/>
        </pc:sldMkLst>
        <pc:spChg chg="add del mod ord">
          <ac:chgData name="Jenny Díaz Ramírez" userId="df7d83af-54c1-43f9-a4ec-fea9744b3563" providerId="ADAL" clId="{E88D14EF-1617-4CF0-9FD1-0581C88CA6EC}" dt="2025-03-06T15:41:57.643" v="1519" actId="700"/>
          <ac:spMkLst>
            <pc:docMk/>
            <pc:sldMk cId="0" sldId="433"/>
            <ac:spMk id="2" creationId="{EDD277B3-0F5F-F3AF-4B9A-442626116217}"/>
          </ac:spMkLst>
        </pc:spChg>
        <pc:spChg chg="add del mod ord">
          <ac:chgData name="Jenny Díaz Ramírez" userId="df7d83af-54c1-43f9-a4ec-fea9744b3563" providerId="ADAL" clId="{E88D14EF-1617-4CF0-9FD1-0581C88CA6EC}" dt="2025-03-06T15:41:57.643" v="1519" actId="700"/>
          <ac:spMkLst>
            <pc:docMk/>
            <pc:sldMk cId="0" sldId="433"/>
            <ac:spMk id="3" creationId="{B7219824-7B5F-137B-86A2-6B71B625A2C4}"/>
          </ac:spMkLst>
        </pc:spChg>
        <pc:spChg chg="add del mod ord">
          <ac:chgData name="Jenny Díaz Ramírez" userId="df7d83af-54c1-43f9-a4ec-fea9744b3563" providerId="ADAL" clId="{E88D14EF-1617-4CF0-9FD1-0581C88CA6EC}" dt="2025-03-06T15:41:57.643" v="1519" actId="700"/>
          <ac:spMkLst>
            <pc:docMk/>
            <pc:sldMk cId="0" sldId="433"/>
            <ac:spMk id="4" creationId="{A81552BA-3BDF-5E7A-19A6-50A13688F8DC}"/>
          </ac:spMkLst>
        </pc:spChg>
        <pc:spChg chg="add del mod ord">
          <ac:chgData name="Jenny Díaz Ramírez" userId="df7d83af-54c1-43f9-a4ec-fea9744b3563" providerId="ADAL" clId="{E88D14EF-1617-4CF0-9FD1-0581C88CA6EC}" dt="2025-03-06T15:47:03.188" v="1669" actId="478"/>
          <ac:spMkLst>
            <pc:docMk/>
            <pc:sldMk cId="0" sldId="433"/>
            <ac:spMk id="5" creationId="{B36F56FE-2357-6659-4F6C-772DA6DBDBF8}"/>
          </ac:spMkLst>
        </pc:spChg>
        <pc:spChg chg="add mod ord">
          <ac:chgData name="Jenny Díaz Ramírez" userId="df7d83af-54c1-43f9-a4ec-fea9744b3563" providerId="ADAL" clId="{E88D14EF-1617-4CF0-9FD1-0581C88CA6EC}" dt="2025-03-06T15:46:43.690" v="1654" actId="207"/>
          <ac:spMkLst>
            <pc:docMk/>
            <pc:sldMk cId="0" sldId="433"/>
            <ac:spMk id="6" creationId="{0E17B616-915D-E3EF-E401-359CEA31F9F2}"/>
          </ac:spMkLst>
        </pc:spChg>
        <pc:spChg chg="mod">
          <ac:chgData name="Jenny Díaz Ramírez" userId="df7d83af-54c1-43f9-a4ec-fea9744b3563" providerId="ADAL" clId="{E88D14EF-1617-4CF0-9FD1-0581C88CA6EC}" dt="2025-03-06T15:47:42.700" v="1719" actId="21"/>
          <ac:spMkLst>
            <pc:docMk/>
            <pc:sldMk cId="0" sldId="433"/>
            <ac:spMk id="8" creationId="{00000000-0000-0000-0000-000000000000}"/>
          </ac:spMkLst>
        </pc:spChg>
        <pc:spChg chg="add mod ord">
          <ac:chgData name="Jenny Díaz Ramírez" userId="df7d83af-54c1-43f9-a4ec-fea9744b3563" providerId="ADAL" clId="{E88D14EF-1617-4CF0-9FD1-0581C88CA6EC}" dt="2025-03-06T15:46:43.690" v="1654" actId="207"/>
          <ac:spMkLst>
            <pc:docMk/>
            <pc:sldMk cId="0" sldId="433"/>
            <ac:spMk id="9" creationId="{0C09126D-EACA-C99C-9E81-8E76004C4FAB}"/>
          </ac:spMkLst>
        </pc:spChg>
        <pc:spChg chg="add mod">
          <ac:chgData name="Jenny Díaz Ramírez" userId="df7d83af-54c1-43f9-a4ec-fea9744b3563" providerId="ADAL" clId="{E88D14EF-1617-4CF0-9FD1-0581C88CA6EC}" dt="2025-03-06T15:47:47.684" v="1721" actId="1076"/>
          <ac:spMkLst>
            <pc:docMk/>
            <pc:sldMk cId="0" sldId="433"/>
            <ac:spMk id="11" creationId="{93188953-7AE9-B82B-2D1F-F16BBD40A2C4}"/>
          </ac:spMkLst>
        </pc:spChg>
        <pc:spChg chg="mod ord">
          <ac:chgData name="Jenny Díaz Ramírez" userId="df7d83af-54c1-43f9-a4ec-fea9744b3563" providerId="ADAL" clId="{E88D14EF-1617-4CF0-9FD1-0581C88CA6EC}" dt="2025-03-06T15:46:33.942" v="1651" actId="27636"/>
          <ac:spMkLst>
            <pc:docMk/>
            <pc:sldMk cId="0" sldId="433"/>
            <ac:spMk id="4098" creationId="{00000000-0000-0000-0000-000000000000}"/>
          </ac:spMkLst>
        </pc:spChg>
        <pc:spChg chg="mod ord">
          <ac:chgData name="Jenny Díaz Ramírez" userId="df7d83af-54c1-43f9-a4ec-fea9744b3563" providerId="ADAL" clId="{E88D14EF-1617-4CF0-9FD1-0581C88CA6EC}" dt="2025-03-06T15:47:05.388" v="1670" actId="1076"/>
          <ac:spMkLst>
            <pc:docMk/>
            <pc:sldMk cId="0" sldId="433"/>
            <ac:spMk id="4099" creationId="{00000000-0000-0000-0000-000000000000}"/>
          </ac:spMkLst>
        </pc:spChg>
        <pc:picChg chg="mod">
          <ac:chgData name="Jenny Díaz Ramírez" userId="df7d83af-54c1-43f9-a4ec-fea9744b3563" providerId="ADAL" clId="{E88D14EF-1617-4CF0-9FD1-0581C88CA6EC}" dt="2025-03-06T15:47:54.371" v="1722" actId="1076"/>
          <ac:picMkLst>
            <pc:docMk/>
            <pc:sldMk cId="0" sldId="433"/>
            <ac:picMk id="7" creationId="{00000000-0000-0000-0000-000000000000}"/>
          </ac:picMkLst>
        </pc:picChg>
      </pc:sldChg>
      <pc:sldChg chg="addSp delSp modSp add mod modClrScheme chgLayout">
        <pc:chgData name="Jenny Díaz Ramírez" userId="df7d83af-54c1-43f9-a4ec-fea9744b3563" providerId="ADAL" clId="{E88D14EF-1617-4CF0-9FD1-0581C88CA6EC}" dt="2025-03-06T15:48:07.235" v="1724" actId="404"/>
        <pc:sldMkLst>
          <pc:docMk/>
          <pc:sldMk cId="0" sldId="434"/>
        </pc:sldMkLst>
        <pc:spChg chg="add del mod ord">
          <ac:chgData name="Jenny Díaz Ramírez" userId="df7d83af-54c1-43f9-a4ec-fea9744b3563" providerId="ADAL" clId="{E88D14EF-1617-4CF0-9FD1-0581C88CA6EC}" dt="2025-03-06T15:41:57.643" v="1519" actId="700"/>
          <ac:spMkLst>
            <pc:docMk/>
            <pc:sldMk cId="0" sldId="434"/>
            <ac:spMk id="2" creationId="{63BA9AC1-4F34-3915-81F7-C1C61816571D}"/>
          </ac:spMkLst>
        </pc:spChg>
        <pc:spChg chg="add del mod ord">
          <ac:chgData name="Jenny Díaz Ramírez" userId="df7d83af-54c1-43f9-a4ec-fea9744b3563" providerId="ADAL" clId="{E88D14EF-1617-4CF0-9FD1-0581C88CA6EC}" dt="2025-03-06T15:41:57.643" v="1519" actId="700"/>
          <ac:spMkLst>
            <pc:docMk/>
            <pc:sldMk cId="0" sldId="434"/>
            <ac:spMk id="3" creationId="{40CDAFD5-347A-21E3-D1CF-23785799618F}"/>
          </ac:spMkLst>
        </pc:spChg>
        <pc:spChg chg="add del mod ord">
          <ac:chgData name="Jenny Díaz Ramírez" userId="df7d83af-54c1-43f9-a4ec-fea9744b3563" providerId="ADAL" clId="{E88D14EF-1617-4CF0-9FD1-0581C88CA6EC}" dt="2025-03-06T15:41:57.643" v="1519" actId="700"/>
          <ac:spMkLst>
            <pc:docMk/>
            <pc:sldMk cId="0" sldId="434"/>
            <ac:spMk id="4" creationId="{1E0E6827-7C1A-C44C-8025-C6249E55E35C}"/>
          </ac:spMkLst>
        </pc:spChg>
        <pc:spChg chg="mod ord">
          <ac:chgData name="Jenny Díaz Ramírez" userId="df7d83af-54c1-43f9-a4ec-fea9744b3563" providerId="ADAL" clId="{E88D14EF-1617-4CF0-9FD1-0581C88CA6EC}" dt="2025-03-06T15:42:09.614" v="1532" actId="27636"/>
          <ac:spMkLst>
            <pc:docMk/>
            <pc:sldMk cId="0" sldId="434"/>
            <ac:spMk id="4098" creationId="{00000000-0000-0000-0000-000000000000}"/>
          </ac:spMkLst>
        </pc:spChg>
        <pc:spChg chg="mod ord">
          <ac:chgData name="Jenny Díaz Ramírez" userId="df7d83af-54c1-43f9-a4ec-fea9744b3563" providerId="ADAL" clId="{E88D14EF-1617-4CF0-9FD1-0581C88CA6EC}" dt="2025-03-06T15:48:07.235" v="1724" actId="404"/>
          <ac:spMkLst>
            <pc:docMk/>
            <pc:sldMk cId="0" sldId="434"/>
            <ac:spMk id="4099" creationId="{00000000-0000-0000-0000-000000000000}"/>
          </ac:spMkLst>
        </pc:spChg>
      </pc:sldChg>
      <pc:sldChg chg="addSp delSp modSp add mod modClrScheme chgLayout">
        <pc:chgData name="Jenny Díaz Ramírez" userId="df7d83af-54c1-43f9-a4ec-fea9744b3563" providerId="ADAL" clId="{E88D14EF-1617-4CF0-9FD1-0581C88CA6EC}" dt="2025-03-06T15:48:33.310" v="1728" actId="1076"/>
        <pc:sldMkLst>
          <pc:docMk/>
          <pc:sldMk cId="0" sldId="435"/>
        </pc:sldMkLst>
        <pc:spChg chg="add del mod ord">
          <ac:chgData name="Jenny Díaz Ramírez" userId="df7d83af-54c1-43f9-a4ec-fea9744b3563" providerId="ADAL" clId="{E88D14EF-1617-4CF0-9FD1-0581C88CA6EC}" dt="2025-03-06T15:41:57.643" v="1519" actId="700"/>
          <ac:spMkLst>
            <pc:docMk/>
            <pc:sldMk cId="0" sldId="435"/>
            <ac:spMk id="2" creationId="{6E2241A6-EA06-A74D-FD5B-1E0C3F3D8C4A}"/>
          </ac:spMkLst>
        </pc:spChg>
        <pc:spChg chg="add del mod ord">
          <ac:chgData name="Jenny Díaz Ramírez" userId="df7d83af-54c1-43f9-a4ec-fea9744b3563" providerId="ADAL" clId="{E88D14EF-1617-4CF0-9FD1-0581C88CA6EC}" dt="2025-03-06T15:41:57.643" v="1519" actId="700"/>
          <ac:spMkLst>
            <pc:docMk/>
            <pc:sldMk cId="0" sldId="435"/>
            <ac:spMk id="3" creationId="{D7F8055F-704F-6751-2D22-00936F35126C}"/>
          </ac:spMkLst>
        </pc:spChg>
        <pc:spChg chg="add del mod ord">
          <ac:chgData name="Jenny Díaz Ramírez" userId="df7d83af-54c1-43f9-a4ec-fea9744b3563" providerId="ADAL" clId="{E88D14EF-1617-4CF0-9FD1-0581C88CA6EC}" dt="2025-03-06T15:41:57.643" v="1519" actId="700"/>
          <ac:spMkLst>
            <pc:docMk/>
            <pc:sldMk cId="0" sldId="435"/>
            <ac:spMk id="5" creationId="{8DD81242-D60F-1029-DC78-DEDAD8FFA5EA}"/>
          </ac:spMkLst>
        </pc:spChg>
        <pc:spChg chg="mod ord">
          <ac:chgData name="Jenny Díaz Ramírez" userId="df7d83af-54c1-43f9-a4ec-fea9744b3563" providerId="ADAL" clId="{E88D14EF-1617-4CF0-9FD1-0581C88CA6EC}" dt="2025-03-06T15:41:57.643" v="1519" actId="700"/>
          <ac:spMkLst>
            <pc:docMk/>
            <pc:sldMk cId="0" sldId="435"/>
            <ac:spMk id="4098" creationId="{00000000-0000-0000-0000-000000000000}"/>
          </ac:spMkLst>
        </pc:spChg>
        <pc:spChg chg="mod ord">
          <ac:chgData name="Jenny Díaz Ramírez" userId="df7d83af-54c1-43f9-a4ec-fea9744b3563" providerId="ADAL" clId="{E88D14EF-1617-4CF0-9FD1-0581C88CA6EC}" dt="2025-03-06T15:42:09.664" v="1535" actId="27636"/>
          <ac:spMkLst>
            <pc:docMk/>
            <pc:sldMk cId="0" sldId="435"/>
            <ac:spMk id="4099" creationId="{00000000-0000-0000-0000-000000000000}"/>
          </ac:spMkLst>
        </pc:spChg>
        <pc:graphicFrameChg chg="mod">
          <ac:chgData name="Jenny Díaz Ramírez" userId="df7d83af-54c1-43f9-a4ec-fea9744b3563" providerId="ADAL" clId="{E88D14EF-1617-4CF0-9FD1-0581C88CA6EC}" dt="2025-03-06T15:48:33.310" v="1728" actId="1076"/>
          <ac:graphicFrameMkLst>
            <pc:docMk/>
            <pc:sldMk cId="0" sldId="435"/>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8:39.161" v="1730" actId="12"/>
        <pc:sldMkLst>
          <pc:docMk/>
          <pc:sldMk cId="0" sldId="436"/>
        </pc:sldMkLst>
        <pc:spChg chg="add del mod ord">
          <ac:chgData name="Jenny Díaz Ramírez" userId="df7d83af-54c1-43f9-a4ec-fea9744b3563" providerId="ADAL" clId="{E88D14EF-1617-4CF0-9FD1-0581C88CA6EC}" dt="2025-03-06T15:41:57.643" v="1519" actId="700"/>
          <ac:spMkLst>
            <pc:docMk/>
            <pc:sldMk cId="0" sldId="436"/>
            <ac:spMk id="2" creationId="{D394F73D-0B26-0882-0ED5-B0CCFDB8CBFD}"/>
          </ac:spMkLst>
        </pc:spChg>
        <pc:spChg chg="add del mod ord">
          <ac:chgData name="Jenny Díaz Ramírez" userId="df7d83af-54c1-43f9-a4ec-fea9744b3563" providerId="ADAL" clId="{E88D14EF-1617-4CF0-9FD1-0581C88CA6EC}" dt="2025-03-06T15:41:57.643" v="1519" actId="700"/>
          <ac:spMkLst>
            <pc:docMk/>
            <pc:sldMk cId="0" sldId="436"/>
            <ac:spMk id="3" creationId="{4098BF72-D0C5-74CA-5493-BA5094A3521C}"/>
          </ac:spMkLst>
        </pc:spChg>
        <pc:spChg chg="add del mod ord">
          <ac:chgData name="Jenny Díaz Ramírez" userId="df7d83af-54c1-43f9-a4ec-fea9744b3563" providerId="ADAL" clId="{E88D14EF-1617-4CF0-9FD1-0581C88CA6EC}" dt="2025-03-06T15:41:57.643" v="1519" actId="700"/>
          <ac:spMkLst>
            <pc:docMk/>
            <pc:sldMk cId="0" sldId="436"/>
            <ac:spMk id="5" creationId="{15053A3C-EE4A-62F2-6E34-1F099E949771}"/>
          </ac:spMkLst>
        </pc:spChg>
        <pc:spChg chg="mod ord">
          <ac:chgData name="Jenny Díaz Ramírez" userId="df7d83af-54c1-43f9-a4ec-fea9744b3563" providerId="ADAL" clId="{E88D14EF-1617-4CF0-9FD1-0581C88CA6EC}" dt="2025-03-06T15:41:57.643" v="1519" actId="700"/>
          <ac:spMkLst>
            <pc:docMk/>
            <pc:sldMk cId="0" sldId="436"/>
            <ac:spMk id="4098" creationId="{00000000-0000-0000-0000-000000000000}"/>
          </ac:spMkLst>
        </pc:spChg>
        <pc:spChg chg="mod ord">
          <ac:chgData name="Jenny Díaz Ramírez" userId="df7d83af-54c1-43f9-a4ec-fea9744b3563" providerId="ADAL" clId="{E88D14EF-1617-4CF0-9FD1-0581C88CA6EC}" dt="2025-03-06T15:48:39.161" v="1730" actId="12"/>
          <ac:spMkLst>
            <pc:docMk/>
            <pc:sldMk cId="0" sldId="436"/>
            <ac:spMk id="4099" creationId="{00000000-0000-0000-0000-000000000000}"/>
          </ac:spMkLst>
        </pc:spChg>
        <pc:graphicFrameChg chg="mod">
          <ac:chgData name="Jenny Díaz Ramírez" userId="df7d83af-54c1-43f9-a4ec-fea9744b3563" providerId="ADAL" clId="{E88D14EF-1617-4CF0-9FD1-0581C88CA6EC}" dt="2025-03-06T15:48:36.256" v="1729" actId="1076"/>
          <ac:graphicFrameMkLst>
            <pc:docMk/>
            <pc:sldMk cId="0" sldId="436"/>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8:48.910" v="1732" actId="1076"/>
        <pc:sldMkLst>
          <pc:docMk/>
          <pc:sldMk cId="0" sldId="437"/>
        </pc:sldMkLst>
        <pc:spChg chg="add del mod ord">
          <ac:chgData name="Jenny Díaz Ramírez" userId="df7d83af-54c1-43f9-a4ec-fea9744b3563" providerId="ADAL" clId="{E88D14EF-1617-4CF0-9FD1-0581C88CA6EC}" dt="2025-03-06T15:41:57.643" v="1519" actId="700"/>
          <ac:spMkLst>
            <pc:docMk/>
            <pc:sldMk cId="0" sldId="437"/>
            <ac:spMk id="2" creationId="{6B73EDD6-2A1D-0A37-A43E-FAAA2D0AD1A8}"/>
          </ac:spMkLst>
        </pc:spChg>
        <pc:spChg chg="add del mod ord">
          <ac:chgData name="Jenny Díaz Ramírez" userId="df7d83af-54c1-43f9-a4ec-fea9744b3563" providerId="ADAL" clId="{E88D14EF-1617-4CF0-9FD1-0581C88CA6EC}" dt="2025-03-06T15:41:57.643" v="1519" actId="700"/>
          <ac:spMkLst>
            <pc:docMk/>
            <pc:sldMk cId="0" sldId="437"/>
            <ac:spMk id="3" creationId="{8CE5DB0B-B157-19F7-7351-582EAE321A7C}"/>
          </ac:spMkLst>
        </pc:spChg>
        <pc:spChg chg="add del mod ord">
          <ac:chgData name="Jenny Díaz Ramírez" userId="df7d83af-54c1-43f9-a4ec-fea9744b3563" providerId="ADAL" clId="{E88D14EF-1617-4CF0-9FD1-0581C88CA6EC}" dt="2025-03-06T15:41:57.643" v="1519" actId="700"/>
          <ac:spMkLst>
            <pc:docMk/>
            <pc:sldMk cId="0" sldId="437"/>
            <ac:spMk id="5" creationId="{1FA262DC-38D5-8642-AFD2-401AA4A52338}"/>
          </ac:spMkLst>
        </pc:spChg>
        <pc:spChg chg="mod ord">
          <ac:chgData name="Jenny Díaz Ramírez" userId="df7d83af-54c1-43f9-a4ec-fea9744b3563" providerId="ADAL" clId="{E88D14EF-1617-4CF0-9FD1-0581C88CA6EC}" dt="2025-03-06T15:41:57.643" v="1519" actId="700"/>
          <ac:spMkLst>
            <pc:docMk/>
            <pc:sldMk cId="0" sldId="437"/>
            <ac:spMk id="4098" creationId="{00000000-0000-0000-0000-000000000000}"/>
          </ac:spMkLst>
        </pc:spChg>
        <pc:spChg chg="mod ord">
          <ac:chgData name="Jenny Díaz Ramírez" userId="df7d83af-54c1-43f9-a4ec-fea9744b3563" providerId="ADAL" clId="{E88D14EF-1617-4CF0-9FD1-0581C88CA6EC}" dt="2025-03-06T15:48:44.730" v="1731" actId="12"/>
          <ac:spMkLst>
            <pc:docMk/>
            <pc:sldMk cId="0" sldId="437"/>
            <ac:spMk id="4099" creationId="{00000000-0000-0000-0000-000000000000}"/>
          </ac:spMkLst>
        </pc:spChg>
        <pc:graphicFrameChg chg="mod">
          <ac:chgData name="Jenny Díaz Ramírez" userId="df7d83af-54c1-43f9-a4ec-fea9744b3563" providerId="ADAL" clId="{E88D14EF-1617-4CF0-9FD1-0581C88CA6EC}" dt="2025-03-06T15:48:48.910" v="1732" actId="1076"/>
          <ac:graphicFrameMkLst>
            <pc:docMk/>
            <pc:sldMk cId="0" sldId="437"/>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8:57.605" v="1734" actId="1076"/>
        <pc:sldMkLst>
          <pc:docMk/>
          <pc:sldMk cId="0" sldId="438"/>
        </pc:sldMkLst>
        <pc:spChg chg="add del mod ord">
          <ac:chgData name="Jenny Díaz Ramírez" userId="df7d83af-54c1-43f9-a4ec-fea9744b3563" providerId="ADAL" clId="{E88D14EF-1617-4CF0-9FD1-0581C88CA6EC}" dt="2025-03-06T15:41:57.643" v="1519" actId="700"/>
          <ac:spMkLst>
            <pc:docMk/>
            <pc:sldMk cId="0" sldId="438"/>
            <ac:spMk id="2" creationId="{4EC97D23-ECC1-4690-CC09-10BD80DC4C08}"/>
          </ac:spMkLst>
        </pc:spChg>
        <pc:spChg chg="add del mod ord">
          <ac:chgData name="Jenny Díaz Ramírez" userId="df7d83af-54c1-43f9-a4ec-fea9744b3563" providerId="ADAL" clId="{E88D14EF-1617-4CF0-9FD1-0581C88CA6EC}" dt="2025-03-06T15:41:57.643" v="1519" actId="700"/>
          <ac:spMkLst>
            <pc:docMk/>
            <pc:sldMk cId="0" sldId="438"/>
            <ac:spMk id="3" creationId="{E7ABB236-733D-E309-CC9F-F92CA300258F}"/>
          </ac:spMkLst>
        </pc:spChg>
        <pc:spChg chg="add del mod ord">
          <ac:chgData name="Jenny Díaz Ramírez" userId="df7d83af-54c1-43f9-a4ec-fea9744b3563" providerId="ADAL" clId="{E88D14EF-1617-4CF0-9FD1-0581C88CA6EC}" dt="2025-03-06T15:41:57.643" v="1519" actId="700"/>
          <ac:spMkLst>
            <pc:docMk/>
            <pc:sldMk cId="0" sldId="438"/>
            <ac:spMk id="5" creationId="{A80E4ECD-0DCC-540B-0005-EABF306D4585}"/>
          </ac:spMkLst>
        </pc:spChg>
        <pc:spChg chg="mod ord">
          <ac:chgData name="Jenny Díaz Ramírez" userId="df7d83af-54c1-43f9-a4ec-fea9744b3563" providerId="ADAL" clId="{E88D14EF-1617-4CF0-9FD1-0581C88CA6EC}" dt="2025-03-06T15:41:57.643" v="1519" actId="700"/>
          <ac:spMkLst>
            <pc:docMk/>
            <pc:sldMk cId="0" sldId="438"/>
            <ac:spMk id="4098" creationId="{00000000-0000-0000-0000-000000000000}"/>
          </ac:spMkLst>
        </pc:spChg>
        <pc:spChg chg="mod ord">
          <ac:chgData name="Jenny Díaz Ramírez" userId="df7d83af-54c1-43f9-a4ec-fea9744b3563" providerId="ADAL" clId="{E88D14EF-1617-4CF0-9FD1-0581C88CA6EC}" dt="2025-03-06T15:48:54.335" v="1733" actId="12"/>
          <ac:spMkLst>
            <pc:docMk/>
            <pc:sldMk cId="0" sldId="438"/>
            <ac:spMk id="4099" creationId="{00000000-0000-0000-0000-000000000000}"/>
          </ac:spMkLst>
        </pc:spChg>
        <pc:graphicFrameChg chg="mod">
          <ac:chgData name="Jenny Díaz Ramírez" userId="df7d83af-54c1-43f9-a4ec-fea9744b3563" providerId="ADAL" clId="{E88D14EF-1617-4CF0-9FD1-0581C88CA6EC}" dt="2025-03-06T15:48:57.605" v="1734" actId="1076"/>
          <ac:graphicFrameMkLst>
            <pc:docMk/>
            <pc:sldMk cId="0" sldId="438"/>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9:03.668" v="1735" actId="1076"/>
        <pc:sldMkLst>
          <pc:docMk/>
          <pc:sldMk cId="0" sldId="439"/>
        </pc:sldMkLst>
        <pc:spChg chg="add del mod ord">
          <ac:chgData name="Jenny Díaz Ramírez" userId="df7d83af-54c1-43f9-a4ec-fea9744b3563" providerId="ADAL" clId="{E88D14EF-1617-4CF0-9FD1-0581C88CA6EC}" dt="2025-03-06T15:41:57.643" v="1519" actId="700"/>
          <ac:spMkLst>
            <pc:docMk/>
            <pc:sldMk cId="0" sldId="439"/>
            <ac:spMk id="2" creationId="{30AA6E8A-A7F3-D457-9D87-09981E3B9A5A}"/>
          </ac:spMkLst>
        </pc:spChg>
        <pc:spChg chg="add del mod ord">
          <ac:chgData name="Jenny Díaz Ramírez" userId="df7d83af-54c1-43f9-a4ec-fea9744b3563" providerId="ADAL" clId="{E88D14EF-1617-4CF0-9FD1-0581C88CA6EC}" dt="2025-03-06T15:41:57.643" v="1519" actId="700"/>
          <ac:spMkLst>
            <pc:docMk/>
            <pc:sldMk cId="0" sldId="439"/>
            <ac:spMk id="3" creationId="{764DB2E3-2743-8A1A-0C47-375C5B47313F}"/>
          </ac:spMkLst>
        </pc:spChg>
        <pc:spChg chg="add del mod ord">
          <ac:chgData name="Jenny Díaz Ramírez" userId="df7d83af-54c1-43f9-a4ec-fea9744b3563" providerId="ADAL" clId="{E88D14EF-1617-4CF0-9FD1-0581C88CA6EC}" dt="2025-03-06T15:41:57.643" v="1519" actId="700"/>
          <ac:spMkLst>
            <pc:docMk/>
            <pc:sldMk cId="0" sldId="439"/>
            <ac:spMk id="5" creationId="{B81800F3-ACE7-1AD0-39B6-864FC1030F20}"/>
          </ac:spMkLst>
        </pc:spChg>
        <pc:spChg chg="mod ord">
          <ac:chgData name="Jenny Díaz Ramírez" userId="df7d83af-54c1-43f9-a4ec-fea9744b3563" providerId="ADAL" clId="{E88D14EF-1617-4CF0-9FD1-0581C88CA6EC}" dt="2025-03-06T15:41:57.643" v="1519" actId="700"/>
          <ac:spMkLst>
            <pc:docMk/>
            <pc:sldMk cId="0" sldId="439"/>
            <ac:spMk id="4098" creationId="{00000000-0000-0000-0000-000000000000}"/>
          </ac:spMkLst>
        </pc:spChg>
        <pc:spChg chg="mod ord">
          <ac:chgData name="Jenny Díaz Ramírez" userId="df7d83af-54c1-43f9-a4ec-fea9744b3563" providerId="ADAL" clId="{E88D14EF-1617-4CF0-9FD1-0581C88CA6EC}" dt="2025-03-06T15:42:09.777" v="1539" actId="27636"/>
          <ac:spMkLst>
            <pc:docMk/>
            <pc:sldMk cId="0" sldId="439"/>
            <ac:spMk id="4099" creationId="{00000000-0000-0000-0000-000000000000}"/>
          </ac:spMkLst>
        </pc:spChg>
        <pc:graphicFrameChg chg="mod">
          <ac:chgData name="Jenny Díaz Ramírez" userId="df7d83af-54c1-43f9-a4ec-fea9744b3563" providerId="ADAL" clId="{E88D14EF-1617-4CF0-9FD1-0581C88CA6EC}" dt="2025-03-06T15:49:03.668" v="1735" actId="1076"/>
          <ac:graphicFrameMkLst>
            <pc:docMk/>
            <pc:sldMk cId="0" sldId="439"/>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49:14.337" v="1738" actId="14100"/>
        <pc:sldMkLst>
          <pc:docMk/>
          <pc:sldMk cId="0" sldId="440"/>
        </pc:sldMkLst>
        <pc:spChg chg="add del mod ord">
          <ac:chgData name="Jenny Díaz Ramírez" userId="df7d83af-54c1-43f9-a4ec-fea9744b3563" providerId="ADAL" clId="{E88D14EF-1617-4CF0-9FD1-0581C88CA6EC}" dt="2025-03-06T15:41:57.643" v="1519" actId="700"/>
          <ac:spMkLst>
            <pc:docMk/>
            <pc:sldMk cId="0" sldId="440"/>
            <ac:spMk id="2" creationId="{704FF299-2607-A34B-2EA6-93EF7FBBFB10}"/>
          </ac:spMkLst>
        </pc:spChg>
        <pc:spChg chg="add del mod ord">
          <ac:chgData name="Jenny Díaz Ramírez" userId="df7d83af-54c1-43f9-a4ec-fea9744b3563" providerId="ADAL" clId="{E88D14EF-1617-4CF0-9FD1-0581C88CA6EC}" dt="2025-03-06T15:41:57.643" v="1519" actId="700"/>
          <ac:spMkLst>
            <pc:docMk/>
            <pc:sldMk cId="0" sldId="440"/>
            <ac:spMk id="3" creationId="{75840C14-F251-8D25-CF62-37644602DD5B}"/>
          </ac:spMkLst>
        </pc:spChg>
        <pc:spChg chg="add del mod ord">
          <ac:chgData name="Jenny Díaz Ramírez" userId="df7d83af-54c1-43f9-a4ec-fea9744b3563" providerId="ADAL" clId="{E88D14EF-1617-4CF0-9FD1-0581C88CA6EC}" dt="2025-03-06T15:41:57.643" v="1519" actId="700"/>
          <ac:spMkLst>
            <pc:docMk/>
            <pc:sldMk cId="0" sldId="440"/>
            <ac:spMk id="4" creationId="{32DC3458-6CBE-F53B-0272-0D5D6AA8E29E}"/>
          </ac:spMkLst>
        </pc:spChg>
        <pc:spChg chg="mod ord">
          <ac:chgData name="Jenny Díaz Ramírez" userId="df7d83af-54c1-43f9-a4ec-fea9744b3563" providerId="ADAL" clId="{E88D14EF-1617-4CF0-9FD1-0581C88CA6EC}" dt="2025-03-06T15:42:09.784" v="1540" actId="27636"/>
          <ac:spMkLst>
            <pc:docMk/>
            <pc:sldMk cId="0" sldId="440"/>
            <ac:spMk id="4098" creationId="{00000000-0000-0000-0000-000000000000}"/>
          </ac:spMkLst>
        </pc:spChg>
        <pc:spChg chg="mod ord">
          <ac:chgData name="Jenny Díaz Ramírez" userId="df7d83af-54c1-43f9-a4ec-fea9744b3563" providerId="ADAL" clId="{E88D14EF-1617-4CF0-9FD1-0581C88CA6EC}" dt="2025-03-06T15:49:14.337" v="1738" actId="14100"/>
          <ac:spMkLst>
            <pc:docMk/>
            <pc:sldMk cId="0" sldId="440"/>
            <ac:spMk id="4099" creationId="{00000000-0000-0000-0000-000000000000}"/>
          </ac:spMkLst>
        </pc:spChg>
      </pc:sldChg>
      <pc:sldChg chg="addSp delSp modSp add mod modClrScheme chgLayout">
        <pc:chgData name="Jenny Díaz Ramírez" userId="df7d83af-54c1-43f9-a4ec-fea9744b3563" providerId="ADAL" clId="{E88D14EF-1617-4CF0-9FD1-0581C88CA6EC}" dt="2025-03-06T15:49:27.916" v="1739" actId="207"/>
        <pc:sldMkLst>
          <pc:docMk/>
          <pc:sldMk cId="0" sldId="441"/>
        </pc:sldMkLst>
        <pc:spChg chg="add del mod ord">
          <ac:chgData name="Jenny Díaz Ramírez" userId="df7d83af-54c1-43f9-a4ec-fea9744b3563" providerId="ADAL" clId="{E88D14EF-1617-4CF0-9FD1-0581C88CA6EC}" dt="2025-03-06T15:41:57.643" v="1519" actId="700"/>
          <ac:spMkLst>
            <pc:docMk/>
            <pc:sldMk cId="0" sldId="441"/>
            <ac:spMk id="2" creationId="{06888669-241F-0A9D-2808-9858DB6C5F49}"/>
          </ac:spMkLst>
        </pc:spChg>
        <pc:spChg chg="add del mod ord">
          <ac:chgData name="Jenny Díaz Ramírez" userId="df7d83af-54c1-43f9-a4ec-fea9744b3563" providerId="ADAL" clId="{E88D14EF-1617-4CF0-9FD1-0581C88CA6EC}" dt="2025-03-06T15:41:57.643" v="1519" actId="700"/>
          <ac:spMkLst>
            <pc:docMk/>
            <pc:sldMk cId="0" sldId="441"/>
            <ac:spMk id="3" creationId="{1BB8F464-5CF3-45A1-EA66-6DEB87AA7C11}"/>
          </ac:spMkLst>
        </pc:spChg>
        <pc:spChg chg="add del mod ord">
          <ac:chgData name="Jenny Díaz Ramírez" userId="df7d83af-54c1-43f9-a4ec-fea9744b3563" providerId="ADAL" clId="{E88D14EF-1617-4CF0-9FD1-0581C88CA6EC}" dt="2025-03-06T15:41:57.643" v="1519" actId="700"/>
          <ac:spMkLst>
            <pc:docMk/>
            <pc:sldMk cId="0" sldId="441"/>
            <ac:spMk id="5" creationId="{E84461E4-EA88-6C60-217C-E879841309DE}"/>
          </ac:spMkLst>
        </pc:spChg>
        <pc:spChg chg="mod ord">
          <ac:chgData name="Jenny Díaz Ramírez" userId="df7d83af-54c1-43f9-a4ec-fea9744b3563" providerId="ADAL" clId="{E88D14EF-1617-4CF0-9FD1-0581C88CA6EC}" dt="2025-03-06T15:41:57.643" v="1519" actId="700"/>
          <ac:spMkLst>
            <pc:docMk/>
            <pc:sldMk cId="0" sldId="441"/>
            <ac:spMk id="35842" creationId="{00000000-0000-0000-0000-000000000000}"/>
          </ac:spMkLst>
        </pc:spChg>
        <pc:spChg chg="mod ord">
          <ac:chgData name="Jenny Díaz Ramírez" userId="df7d83af-54c1-43f9-a4ec-fea9744b3563" providerId="ADAL" clId="{E88D14EF-1617-4CF0-9FD1-0581C88CA6EC}" dt="2025-03-06T15:42:09.818" v="1542" actId="27636"/>
          <ac:spMkLst>
            <pc:docMk/>
            <pc:sldMk cId="0" sldId="441"/>
            <ac:spMk id="35843" creationId="{00000000-0000-0000-0000-000000000000}"/>
          </ac:spMkLst>
        </pc:spChg>
        <pc:graphicFrameChg chg="modGraphic">
          <ac:chgData name="Jenny Díaz Ramírez" userId="df7d83af-54c1-43f9-a4ec-fea9744b3563" providerId="ADAL" clId="{E88D14EF-1617-4CF0-9FD1-0581C88CA6EC}" dt="2025-03-06T15:49:27.916" v="1739" actId="207"/>
          <ac:graphicFrameMkLst>
            <pc:docMk/>
            <pc:sldMk cId="0" sldId="441"/>
            <ac:graphicFrameMk id="4" creationId="{00000000-0000-0000-0000-000000000000}"/>
          </ac:graphicFrameMkLst>
        </pc:graphicFrameChg>
      </pc:sldChg>
      <pc:sldChg chg="addSp delSp modSp add mod modClrScheme chgLayout">
        <pc:chgData name="Jenny Díaz Ramírez" userId="df7d83af-54c1-43f9-a4ec-fea9744b3563" providerId="ADAL" clId="{E88D14EF-1617-4CF0-9FD1-0581C88CA6EC}" dt="2025-03-06T15:50:18.883" v="1757" actId="1076"/>
        <pc:sldMkLst>
          <pc:docMk/>
          <pc:sldMk cId="0" sldId="442"/>
        </pc:sldMkLst>
        <pc:spChg chg="add del mod ord">
          <ac:chgData name="Jenny Díaz Ramírez" userId="df7d83af-54c1-43f9-a4ec-fea9744b3563" providerId="ADAL" clId="{E88D14EF-1617-4CF0-9FD1-0581C88CA6EC}" dt="2025-03-06T15:41:57.643" v="1519" actId="700"/>
          <ac:spMkLst>
            <pc:docMk/>
            <pc:sldMk cId="0" sldId="442"/>
            <ac:spMk id="2" creationId="{9AEAEA14-3F56-B276-EA47-1A5701BB5FB7}"/>
          </ac:spMkLst>
        </pc:spChg>
        <pc:spChg chg="add del mod ord">
          <ac:chgData name="Jenny Díaz Ramírez" userId="df7d83af-54c1-43f9-a4ec-fea9744b3563" providerId="ADAL" clId="{E88D14EF-1617-4CF0-9FD1-0581C88CA6EC}" dt="2025-03-06T15:41:57.643" v="1519" actId="700"/>
          <ac:spMkLst>
            <pc:docMk/>
            <pc:sldMk cId="0" sldId="442"/>
            <ac:spMk id="3" creationId="{C85849D9-49A7-C05F-F08F-2495F5552820}"/>
          </ac:spMkLst>
        </pc:spChg>
        <pc:spChg chg="add del mod ord">
          <ac:chgData name="Jenny Díaz Ramírez" userId="df7d83af-54c1-43f9-a4ec-fea9744b3563" providerId="ADAL" clId="{E88D14EF-1617-4CF0-9FD1-0581C88CA6EC}" dt="2025-03-06T15:41:57.643" v="1519" actId="700"/>
          <ac:spMkLst>
            <pc:docMk/>
            <pc:sldMk cId="0" sldId="442"/>
            <ac:spMk id="4" creationId="{BC0F1A00-2E4D-9AB8-99AD-46AE540D8863}"/>
          </ac:spMkLst>
        </pc:spChg>
        <pc:spChg chg="mod ord">
          <ac:chgData name="Jenny Díaz Ramírez" userId="df7d83af-54c1-43f9-a4ec-fea9744b3563" providerId="ADAL" clId="{E88D14EF-1617-4CF0-9FD1-0581C88CA6EC}" dt="2025-03-06T15:41:57.643" v="1519" actId="700"/>
          <ac:spMkLst>
            <pc:docMk/>
            <pc:sldMk cId="0" sldId="442"/>
            <ac:spMk id="35842" creationId="{00000000-0000-0000-0000-000000000000}"/>
          </ac:spMkLst>
        </pc:spChg>
        <pc:spChg chg="mod ord">
          <ac:chgData name="Jenny Díaz Ramírez" userId="df7d83af-54c1-43f9-a4ec-fea9744b3563" providerId="ADAL" clId="{E88D14EF-1617-4CF0-9FD1-0581C88CA6EC}" dt="2025-03-06T15:50:02.777" v="1753" actId="6549"/>
          <ac:spMkLst>
            <pc:docMk/>
            <pc:sldMk cId="0" sldId="442"/>
            <ac:spMk id="35843" creationId="{00000000-0000-0000-0000-000000000000}"/>
          </ac:spMkLst>
        </pc:spChg>
        <pc:picChg chg="mod">
          <ac:chgData name="Jenny Díaz Ramírez" userId="df7d83af-54c1-43f9-a4ec-fea9744b3563" providerId="ADAL" clId="{E88D14EF-1617-4CF0-9FD1-0581C88CA6EC}" dt="2025-03-06T15:50:18.883" v="1757" actId="1076"/>
          <ac:picMkLst>
            <pc:docMk/>
            <pc:sldMk cId="0" sldId="442"/>
            <ac:picMk id="30722" creationId="{00000000-0000-0000-0000-000000000000}"/>
          </ac:picMkLst>
        </pc:picChg>
      </pc:sldChg>
      <pc:sldChg chg="addSp delSp modSp add mod modClrScheme chgLayout">
        <pc:chgData name="Jenny Díaz Ramírez" userId="df7d83af-54c1-43f9-a4ec-fea9744b3563" providerId="ADAL" clId="{E88D14EF-1617-4CF0-9FD1-0581C88CA6EC}" dt="2025-03-06T15:50:15.261" v="1756" actId="1076"/>
        <pc:sldMkLst>
          <pc:docMk/>
          <pc:sldMk cId="0" sldId="443"/>
        </pc:sldMkLst>
        <pc:spChg chg="add del mod ord">
          <ac:chgData name="Jenny Díaz Ramírez" userId="df7d83af-54c1-43f9-a4ec-fea9744b3563" providerId="ADAL" clId="{E88D14EF-1617-4CF0-9FD1-0581C88CA6EC}" dt="2025-03-06T15:41:57.643" v="1519" actId="700"/>
          <ac:spMkLst>
            <pc:docMk/>
            <pc:sldMk cId="0" sldId="443"/>
            <ac:spMk id="2" creationId="{996B6648-F29A-7705-1044-983FECA691F4}"/>
          </ac:spMkLst>
        </pc:spChg>
        <pc:spChg chg="add del mod ord">
          <ac:chgData name="Jenny Díaz Ramírez" userId="df7d83af-54c1-43f9-a4ec-fea9744b3563" providerId="ADAL" clId="{E88D14EF-1617-4CF0-9FD1-0581C88CA6EC}" dt="2025-03-06T15:41:57.643" v="1519" actId="700"/>
          <ac:spMkLst>
            <pc:docMk/>
            <pc:sldMk cId="0" sldId="443"/>
            <ac:spMk id="3" creationId="{041A0B1F-F9B4-0CB6-92B1-2C3BF9C512F4}"/>
          </ac:spMkLst>
        </pc:spChg>
        <pc:spChg chg="add del mod ord">
          <ac:chgData name="Jenny Díaz Ramírez" userId="df7d83af-54c1-43f9-a4ec-fea9744b3563" providerId="ADAL" clId="{E88D14EF-1617-4CF0-9FD1-0581C88CA6EC}" dt="2025-03-06T15:41:57.643" v="1519" actId="700"/>
          <ac:spMkLst>
            <pc:docMk/>
            <pc:sldMk cId="0" sldId="443"/>
            <ac:spMk id="4" creationId="{4A794194-F5EE-E818-4F97-47CDEB757EFB}"/>
          </ac:spMkLst>
        </pc:spChg>
        <pc:spChg chg="mod ord">
          <ac:chgData name="Jenny Díaz Ramírez" userId="df7d83af-54c1-43f9-a4ec-fea9744b3563" providerId="ADAL" clId="{E88D14EF-1617-4CF0-9FD1-0581C88CA6EC}" dt="2025-03-06T15:41:57.643" v="1519" actId="700"/>
          <ac:spMkLst>
            <pc:docMk/>
            <pc:sldMk cId="0" sldId="443"/>
            <ac:spMk id="35842" creationId="{00000000-0000-0000-0000-000000000000}"/>
          </ac:spMkLst>
        </pc:spChg>
        <pc:spChg chg="mod ord">
          <ac:chgData name="Jenny Díaz Ramírez" userId="df7d83af-54c1-43f9-a4ec-fea9744b3563" providerId="ADAL" clId="{E88D14EF-1617-4CF0-9FD1-0581C88CA6EC}" dt="2025-03-06T15:49:37.803" v="1745" actId="6549"/>
          <ac:spMkLst>
            <pc:docMk/>
            <pc:sldMk cId="0" sldId="443"/>
            <ac:spMk id="35843" creationId="{00000000-0000-0000-0000-000000000000}"/>
          </ac:spMkLst>
        </pc:spChg>
        <pc:picChg chg="mod">
          <ac:chgData name="Jenny Díaz Ramírez" userId="df7d83af-54c1-43f9-a4ec-fea9744b3563" providerId="ADAL" clId="{E88D14EF-1617-4CF0-9FD1-0581C88CA6EC}" dt="2025-03-06T15:50:15.261" v="1756" actId="1076"/>
          <ac:picMkLst>
            <pc:docMk/>
            <pc:sldMk cId="0" sldId="443"/>
            <ac:picMk id="30722" creationId="{00000000-0000-0000-0000-000000000000}"/>
          </ac:picMkLst>
        </pc:picChg>
      </pc:sldChg>
      <pc:sldChg chg="addSp delSp modSp add mod modClrScheme chgLayout">
        <pc:chgData name="Jenny Díaz Ramírez" userId="df7d83af-54c1-43f9-a4ec-fea9744b3563" providerId="ADAL" clId="{E88D14EF-1617-4CF0-9FD1-0581C88CA6EC}" dt="2025-03-06T15:50:26.563" v="1759" actId="14100"/>
        <pc:sldMkLst>
          <pc:docMk/>
          <pc:sldMk cId="0" sldId="444"/>
        </pc:sldMkLst>
        <pc:spChg chg="add del mod ord">
          <ac:chgData name="Jenny Díaz Ramírez" userId="df7d83af-54c1-43f9-a4ec-fea9744b3563" providerId="ADAL" clId="{E88D14EF-1617-4CF0-9FD1-0581C88CA6EC}" dt="2025-03-06T15:41:57.643" v="1519" actId="700"/>
          <ac:spMkLst>
            <pc:docMk/>
            <pc:sldMk cId="0" sldId="444"/>
            <ac:spMk id="2" creationId="{998C6385-4E4E-A1A1-C33E-3AD39C1F1442}"/>
          </ac:spMkLst>
        </pc:spChg>
        <pc:spChg chg="add del mod ord">
          <ac:chgData name="Jenny Díaz Ramírez" userId="df7d83af-54c1-43f9-a4ec-fea9744b3563" providerId="ADAL" clId="{E88D14EF-1617-4CF0-9FD1-0581C88CA6EC}" dt="2025-03-06T15:41:57.643" v="1519" actId="700"/>
          <ac:spMkLst>
            <pc:docMk/>
            <pc:sldMk cId="0" sldId="444"/>
            <ac:spMk id="3" creationId="{AD69D61B-E7E9-77FF-DDBB-CF62946F8979}"/>
          </ac:spMkLst>
        </pc:spChg>
        <pc:spChg chg="add del mod ord">
          <ac:chgData name="Jenny Díaz Ramírez" userId="df7d83af-54c1-43f9-a4ec-fea9744b3563" providerId="ADAL" clId="{E88D14EF-1617-4CF0-9FD1-0581C88CA6EC}" dt="2025-03-06T15:41:57.643" v="1519" actId="700"/>
          <ac:spMkLst>
            <pc:docMk/>
            <pc:sldMk cId="0" sldId="444"/>
            <ac:spMk id="4" creationId="{86FDA791-5627-0E23-A690-D33F308520D5}"/>
          </ac:spMkLst>
        </pc:spChg>
        <pc:spChg chg="mod ord">
          <ac:chgData name="Jenny Díaz Ramírez" userId="df7d83af-54c1-43f9-a4ec-fea9744b3563" providerId="ADAL" clId="{E88D14EF-1617-4CF0-9FD1-0581C88CA6EC}" dt="2025-03-06T15:41:57.643" v="1519" actId="700"/>
          <ac:spMkLst>
            <pc:docMk/>
            <pc:sldMk cId="0" sldId="444"/>
            <ac:spMk id="35842" creationId="{00000000-0000-0000-0000-000000000000}"/>
          </ac:spMkLst>
        </pc:spChg>
        <pc:spChg chg="mod ord">
          <ac:chgData name="Jenny Díaz Ramírez" userId="df7d83af-54c1-43f9-a4ec-fea9744b3563" providerId="ADAL" clId="{E88D14EF-1617-4CF0-9FD1-0581C88CA6EC}" dt="2025-03-06T15:50:26.563" v="1759" actId="14100"/>
          <ac:spMkLst>
            <pc:docMk/>
            <pc:sldMk cId="0" sldId="444"/>
            <ac:spMk id="35843" creationId="{00000000-0000-0000-0000-000000000000}"/>
          </ac:spMkLst>
        </pc:spChg>
        <pc:picChg chg="mod">
          <ac:chgData name="Jenny Díaz Ramírez" userId="df7d83af-54c1-43f9-a4ec-fea9744b3563" providerId="ADAL" clId="{E88D14EF-1617-4CF0-9FD1-0581C88CA6EC}" dt="2025-03-06T15:50:23.504" v="1758" actId="1076"/>
          <ac:picMkLst>
            <pc:docMk/>
            <pc:sldMk cId="0" sldId="444"/>
            <ac:picMk id="31746" creationId="{00000000-0000-0000-0000-000000000000}"/>
          </ac:picMkLst>
        </pc:picChg>
      </pc:sldChg>
      <pc:sldChg chg="addSp modSp add mod modClrScheme chgLayout">
        <pc:chgData name="Jenny Díaz Ramírez" userId="df7d83af-54c1-43f9-a4ec-fea9744b3563" providerId="ADAL" clId="{E88D14EF-1617-4CF0-9FD1-0581C88CA6EC}" dt="2025-03-06T15:51:02.507" v="1767" actId="404"/>
        <pc:sldMkLst>
          <pc:docMk/>
          <pc:sldMk cId="0" sldId="445"/>
        </pc:sldMkLst>
        <pc:spChg chg="add mod ord">
          <ac:chgData name="Jenny Díaz Ramírez" userId="df7d83af-54c1-43f9-a4ec-fea9744b3563" providerId="ADAL" clId="{E88D14EF-1617-4CF0-9FD1-0581C88CA6EC}" dt="2025-03-05T22:50:48.236" v="68" actId="700"/>
          <ac:spMkLst>
            <pc:docMk/>
            <pc:sldMk cId="0" sldId="445"/>
            <ac:spMk id="2" creationId="{8F96E252-754E-0947-D6E9-49662D814CEA}"/>
          </ac:spMkLst>
        </pc:spChg>
        <pc:spChg chg="add mod ord">
          <ac:chgData name="Jenny Díaz Ramírez" userId="df7d83af-54c1-43f9-a4ec-fea9744b3563" providerId="ADAL" clId="{E88D14EF-1617-4CF0-9FD1-0581C88CA6EC}" dt="2025-03-05T22:50:48.236" v="68" actId="700"/>
          <ac:spMkLst>
            <pc:docMk/>
            <pc:sldMk cId="0" sldId="445"/>
            <ac:spMk id="3" creationId="{91779F8F-D149-F615-04DC-748FD1038037}"/>
          </ac:spMkLst>
        </pc:spChg>
        <pc:spChg chg="add mod ord">
          <ac:chgData name="Jenny Díaz Ramírez" userId="df7d83af-54c1-43f9-a4ec-fea9744b3563" providerId="ADAL" clId="{E88D14EF-1617-4CF0-9FD1-0581C88CA6EC}" dt="2025-03-05T22:50:48.236" v="68" actId="700"/>
          <ac:spMkLst>
            <pc:docMk/>
            <pc:sldMk cId="0" sldId="445"/>
            <ac:spMk id="4" creationId="{3AFA8F5D-B406-8270-AEB6-1698179B0421}"/>
          </ac:spMkLst>
        </pc:spChg>
        <pc:spChg chg="mod ord">
          <ac:chgData name="Jenny Díaz Ramírez" userId="df7d83af-54c1-43f9-a4ec-fea9744b3563" providerId="ADAL" clId="{E88D14EF-1617-4CF0-9FD1-0581C88CA6EC}" dt="2025-03-05T22:50:48.236" v="68" actId="700"/>
          <ac:spMkLst>
            <pc:docMk/>
            <pc:sldMk cId="0" sldId="445"/>
            <ac:spMk id="35842" creationId="{00000000-0000-0000-0000-000000000000}"/>
          </ac:spMkLst>
        </pc:spChg>
        <pc:spChg chg="mod ord">
          <ac:chgData name="Jenny Díaz Ramírez" userId="df7d83af-54c1-43f9-a4ec-fea9744b3563" providerId="ADAL" clId="{E88D14EF-1617-4CF0-9FD1-0581C88CA6EC}" dt="2025-03-05T22:50:48.236" v="68" actId="700"/>
          <ac:spMkLst>
            <pc:docMk/>
            <pc:sldMk cId="0" sldId="445"/>
            <ac:spMk id="35843" creationId="{00000000-0000-0000-0000-000000000000}"/>
          </ac:spMkLst>
        </pc:spChg>
        <pc:graphicFrameChg chg="mod modGraphic">
          <ac:chgData name="Jenny Díaz Ramírez" userId="df7d83af-54c1-43f9-a4ec-fea9744b3563" providerId="ADAL" clId="{E88D14EF-1617-4CF0-9FD1-0581C88CA6EC}" dt="2025-03-06T15:51:02.507" v="1767" actId="404"/>
          <ac:graphicFrameMkLst>
            <pc:docMk/>
            <pc:sldMk cId="0" sldId="445"/>
            <ac:graphicFrameMk id="7" creationId="{00000000-0000-0000-0000-000000000000}"/>
          </ac:graphicFrameMkLst>
        </pc:graphicFrameChg>
        <pc:picChg chg="mod">
          <ac:chgData name="Jenny Díaz Ramírez" userId="df7d83af-54c1-43f9-a4ec-fea9744b3563" providerId="ADAL" clId="{E88D14EF-1617-4CF0-9FD1-0581C88CA6EC}" dt="2025-03-06T15:50:54.298" v="1763" actId="1076"/>
          <ac:picMkLst>
            <pc:docMk/>
            <pc:sldMk cId="0" sldId="445"/>
            <ac:picMk id="32770" creationId="{00000000-0000-0000-0000-000000000000}"/>
          </ac:picMkLst>
        </pc:picChg>
      </pc:sldChg>
      <pc:sldChg chg="addSp delSp modSp add mod modClrScheme chgLayout">
        <pc:chgData name="Jenny Díaz Ramírez" userId="df7d83af-54c1-43f9-a4ec-fea9744b3563" providerId="ADAL" clId="{E88D14EF-1617-4CF0-9FD1-0581C88CA6EC}" dt="2025-03-06T15:48:19.577" v="1727" actId="404"/>
        <pc:sldMkLst>
          <pc:docMk/>
          <pc:sldMk cId="0" sldId="446"/>
        </pc:sldMkLst>
        <pc:spChg chg="add del mod ord">
          <ac:chgData name="Jenny Díaz Ramírez" userId="df7d83af-54c1-43f9-a4ec-fea9744b3563" providerId="ADAL" clId="{E88D14EF-1617-4CF0-9FD1-0581C88CA6EC}" dt="2025-03-06T15:41:57.643" v="1519" actId="700"/>
          <ac:spMkLst>
            <pc:docMk/>
            <pc:sldMk cId="0" sldId="446"/>
            <ac:spMk id="2" creationId="{E9163A50-3CD2-6223-5097-815CA8E931EF}"/>
          </ac:spMkLst>
        </pc:spChg>
        <pc:spChg chg="add del mod ord">
          <ac:chgData name="Jenny Díaz Ramírez" userId="df7d83af-54c1-43f9-a4ec-fea9744b3563" providerId="ADAL" clId="{E88D14EF-1617-4CF0-9FD1-0581C88CA6EC}" dt="2025-03-06T15:41:57.643" v="1519" actId="700"/>
          <ac:spMkLst>
            <pc:docMk/>
            <pc:sldMk cId="0" sldId="446"/>
            <ac:spMk id="3" creationId="{B26DA262-07D3-CC4D-D64F-7E1DB0A9B159}"/>
          </ac:spMkLst>
        </pc:spChg>
        <pc:spChg chg="add del mod ord">
          <ac:chgData name="Jenny Díaz Ramírez" userId="df7d83af-54c1-43f9-a4ec-fea9744b3563" providerId="ADAL" clId="{E88D14EF-1617-4CF0-9FD1-0581C88CA6EC}" dt="2025-03-06T15:41:57.643" v="1519" actId="700"/>
          <ac:spMkLst>
            <pc:docMk/>
            <pc:sldMk cId="0" sldId="446"/>
            <ac:spMk id="6" creationId="{37130D8D-E44C-33D0-7765-0F0972B2F0E0}"/>
          </ac:spMkLst>
        </pc:spChg>
        <pc:spChg chg="mod ord">
          <ac:chgData name="Jenny Díaz Ramírez" userId="df7d83af-54c1-43f9-a4ec-fea9744b3563" providerId="ADAL" clId="{E88D14EF-1617-4CF0-9FD1-0581C88CA6EC}" dt="2025-03-06T15:42:09.645" v="1534" actId="27636"/>
          <ac:spMkLst>
            <pc:docMk/>
            <pc:sldMk cId="0" sldId="446"/>
            <ac:spMk id="4098" creationId="{00000000-0000-0000-0000-000000000000}"/>
          </ac:spMkLst>
        </pc:spChg>
        <pc:spChg chg="mod ord">
          <ac:chgData name="Jenny Díaz Ramírez" userId="df7d83af-54c1-43f9-a4ec-fea9744b3563" providerId="ADAL" clId="{E88D14EF-1617-4CF0-9FD1-0581C88CA6EC}" dt="2025-03-06T15:48:19.577" v="1727" actId="404"/>
          <ac:spMkLst>
            <pc:docMk/>
            <pc:sldMk cId="0" sldId="446"/>
            <ac:spMk id="4099" creationId="{00000000-0000-0000-0000-000000000000}"/>
          </ac:spMkLst>
        </pc:spChg>
        <pc:graphicFrameChg chg="modGraphic">
          <ac:chgData name="Jenny Díaz Ramírez" userId="df7d83af-54c1-43f9-a4ec-fea9744b3563" providerId="ADAL" clId="{E88D14EF-1617-4CF0-9FD1-0581C88CA6EC}" dt="2025-03-06T15:48:15.995" v="1726" actId="207"/>
          <ac:graphicFrameMkLst>
            <pc:docMk/>
            <pc:sldMk cId="0" sldId="446"/>
            <ac:graphicFrameMk id="4" creationId="{00000000-0000-0000-0000-000000000000}"/>
          </ac:graphicFrameMkLst>
        </pc:graphicFrameChg>
        <pc:graphicFrameChg chg="modGraphic">
          <ac:chgData name="Jenny Díaz Ramírez" userId="df7d83af-54c1-43f9-a4ec-fea9744b3563" providerId="ADAL" clId="{E88D14EF-1617-4CF0-9FD1-0581C88CA6EC}" dt="2025-03-06T15:48:13.187" v="1725" actId="207"/>
          <ac:graphicFrameMkLst>
            <pc:docMk/>
            <pc:sldMk cId="0" sldId="446"/>
            <ac:graphicFrameMk id="5" creationId="{00000000-0000-0000-0000-000000000000}"/>
          </ac:graphicFrameMkLst>
        </pc:graphicFrameChg>
      </pc:sldChg>
      <pc:sldChg chg="addSp modSp add del mod modClrScheme chgLayout">
        <pc:chgData name="Jenny Díaz Ramírez" userId="df7d83af-54c1-43f9-a4ec-fea9744b3563" providerId="ADAL" clId="{E88D14EF-1617-4CF0-9FD1-0581C88CA6EC}" dt="2025-03-06T15:50:42.198" v="1762" actId="47"/>
        <pc:sldMkLst>
          <pc:docMk/>
          <pc:sldMk cId="0" sldId="447"/>
        </pc:sldMkLst>
        <pc:spChg chg="add mod ord">
          <ac:chgData name="Jenny Díaz Ramírez" userId="df7d83af-54c1-43f9-a4ec-fea9744b3563" providerId="ADAL" clId="{E88D14EF-1617-4CF0-9FD1-0581C88CA6EC}" dt="2025-03-05T22:50:48.236" v="68" actId="700"/>
          <ac:spMkLst>
            <pc:docMk/>
            <pc:sldMk cId="0" sldId="447"/>
            <ac:spMk id="2" creationId="{72D6BF75-53A0-45D6-2E87-9783160CB7FB}"/>
          </ac:spMkLst>
        </pc:spChg>
        <pc:spChg chg="add mod ord">
          <ac:chgData name="Jenny Díaz Ramírez" userId="df7d83af-54c1-43f9-a4ec-fea9744b3563" providerId="ADAL" clId="{E88D14EF-1617-4CF0-9FD1-0581C88CA6EC}" dt="2025-03-05T22:50:48.236" v="68" actId="700"/>
          <ac:spMkLst>
            <pc:docMk/>
            <pc:sldMk cId="0" sldId="447"/>
            <ac:spMk id="3" creationId="{64EE52DE-52DC-D732-510F-06237523E3EE}"/>
          </ac:spMkLst>
        </pc:spChg>
        <pc:spChg chg="add mod ord">
          <ac:chgData name="Jenny Díaz Ramírez" userId="df7d83af-54c1-43f9-a4ec-fea9744b3563" providerId="ADAL" clId="{E88D14EF-1617-4CF0-9FD1-0581C88CA6EC}" dt="2025-03-05T22:50:48.236" v="68" actId="700"/>
          <ac:spMkLst>
            <pc:docMk/>
            <pc:sldMk cId="0" sldId="447"/>
            <ac:spMk id="4" creationId="{E402B282-BC69-630A-870A-A0BC151DC3DB}"/>
          </ac:spMkLst>
        </pc:spChg>
        <pc:spChg chg="mod ord">
          <ac:chgData name="Jenny Díaz Ramírez" userId="df7d83af-54c1-43f9-a4ec-fea9744b3563" providerId="ADAL" clId="{E88D14EF-1617-4CF0-9FD1-0581C88CA6EC}" dt="2025-03-06T00:41:58.672" v="116" actId="27636"/>
          <ac:spMkLst>
            <pc:docMk/>
            <pc:sldMk cId="0" sldId="447"/>
            <ac:spMk id="3074" creationId="{00000000-0000-0000-0000-000000000000}"/>
          </ac:spMkLst>
        </pc:spChg>
        <pc:spChg chg="mod ord">
          <ac:chgData name="Jenny Díaz Ramírez" userId="df7d83af-54c1-43f9-a4ec-fea9744b3563" providerId="ADAL" clId="{E88D14EF-1617-4CF0-9FD1-0581C88CA6EC}" dt="2025-03-05T22:50:48.236" v="68" actId="700"/>
          <ac:spMkLst>
            <pc:docMk/>
            <pc:sldMk cId="0" sldId="447"/>
            <ac:spMk id="3075" creationId="{00000000-0000-0000-0000-000000000000}"/>
          </ac:spMkLst>
        </pc:spChg>
        <pc:spChg chg="mod ord">
          <ac:chgData name="Jenny Díaz Ramírez" userId="df7d83af-54c1-43f9-a4ec-fea9744b3563" providerId="ADAL" clId="{E88D14EF-1617-4CF0-9FD1-0581C88CA6EC}" dt="2025-03-05T22:50:48.236" v="68" actId="700"/>
          <ac:spMkLst>
            <pc:docMk/>
            <pc:sldMk cId="0" sldId="447"/>
            <ac:spMk id="3076" creationId="{00000000-0000-0000-0000-000000000000}"/>
          </ac:spMkLst>
        </pc:spChg>
      </pc:sldChg>
      <pc:sldChg chg="addSp delSp modSp add mod delAnim modAnim">
        <pc:chgData name="Jenny Díaz Ramírez" userId="df7d83af-54c1-43f9-a4ec-fea9744b3563" providerId="ADAL" clId="{E88D14EF-1617-4CF0-9FD1-0581C88CA6EC}" dt="2025-03-06T15:54:14.444" v="1810"/>
        <pc:sldMkLst>
          <pc:docMk/>
          <pc:sldMk cId="1145962819" sldId="448"/>
        </pc:sldMkLst>
        <pc:spChg chg="mod">
          <ac:chgData name="Jenny Díaz Ramírez" userId="df7d83af-54c1-43f9-a4ec-fea9744b3563" providerId="ADAL" clId="{E88D14EF-1617-4CF0-9FD1-0581C88CA6EC}" dt="2025-03-06T15:33:07.199" v="1080" actId="1076"/>
          <ac:spMkLst>
            <pc:docMk/>
            <pc:sldMk cId="1145962819" sldId="448"/>
            <ac:spMk id="6" creationId="{6F37ADCD-3E9F-F6AF-6DA6-112AA5636D92}"/>
          </ac:spMkLst>
        </pc:spChg>
        <pc:spChg chg="mod">
          <ac:chgData name="Jenny Díaz Ramírez" userId="df7d83af-54c1-43f9-a4ec-fea9744b3563" providerId="ADAL" clId="{E88D14EF-1617-4CF0-9FD1-0581C88CA6EC}" dt="2025-03-06T15:33:09.717" v="1081" actId="14100"/>
          <ac:spMkLst>
            <pc:docMk/>
            <pc:sldMk cId="1145962819" sldId="448"/>
            <ac:spMk id="8" creationId="{335EDB1A-9053-AD72-CEAF-EF6C86D122AA}"/>
          </ac:spMkLst>
        </pc:spChg>
        <pc:spChg chg="add mod">
          <ac:chgData name="Jenny Díaz Ramírez" userId="df7d83af-54c1-43f9-a4ec-fea9744b3563" providerId="ADAL" clId="{E88D14EF-1617-4CF0-9FD1-0581C88CA6EC}" dt="2025-03-06T15:34:55.581" v="1289" actId="20577"/>
          <ac:spMkLst>
            <pc:docMk/>
            <pc:sldMk cId="1145962819" sldId="448"/>
            <ac:spMk id="13" creationId="{B17CF517-262A-D203-44E9-65275E474D28}"/>
          </ac:spMkLst>
        </pc:spChg>
        <pc:spChg chg="add mod">
          <ac:chgData name="Jenny Díaz Ramírez" userId="df7d83af-54c1-43f9-a4ec-fea9744b3563" providerId="ADAL" clId="{E88D14EF-1617-4CF0-9FD1-0581C88CA6EC}" dt="2025-03-06T15:36:01.305" v="1432" actId="20577"/>
          <ac:spMkLst>
            <pc:docMk/>
            <pc:sldMk cId="1145962819" sldId="448"/>
            <ac:spMk id="14" creationId="{2FEDE1A1-F273-1DDE-D699-3A4C6961BBF3}"/>
          </ac:spMkLst>
        </pc:spChg>
        <pc:spChg chg="add mod">
          <ac:chgData name="Jenny Díaz Ramírez" userId="df7d83af-54c1-43f9-a4ec-fea9744b3563" providerId="ADAL" clId="{E88D14EF-1617-4CF0-9FD1-0581C88CA6EC}" dt="2025-03-06T15:54:14.444" v="1810"/>
          <ac:spMkLst>
            <pc:docMk/>
            <pc:sldMk cId="1145962819" sldId="448"/>
            <ac:spMk id="15" creationId="{029875B2-8DA8-1A6E-5D6B-20225AD623FB}"/>
          </ac:spMkLst>
        </pc:spChg>
        <pc:graphicFrameChg chg="mod">
          <ac:chgData name="Jenny Díaz Ramírez" userId="df7d83af-54c1-43f9-a4ec-fea9744b3563" providerId="ADAL" clId="{E88D14EF-1617-4CF0-9FD1-0581C88CA6EC}" dt="2025-03-06T15:12:17.628" v="913" actId="208"/>
          <ac:graphicFrameMkLst>
            <pc:docMk/>
            <pc:sldMk cId="1145962819" sldId="448"/>
            <ac:graphicFrameMk id="5" creationId="{05E74EF4-1CAC-82DE-E87D-59CFEBB800A6}"/>
          </ac:graphicFrameMkLst>
        </pc:graphicFrameChg>
        <pc:cxnChg chg="del">
          <ac:chgData name="Jenny Díaz Ramírez" userId="df7d83af-54c1-43f9-a4ec-fea9744b3563" providerId="ADAL" clId="{E88D14EF-1617-4CF0-9FD1-0581C88CA6EC}" dt="2025-03-06T15:11:33.703" v="908" actId="478"/>
          <ac:cxnSpMkLst>
            <pc:docMk/>
            <pc:sldMk cId="1145962819" sldId="448"/>
            <ac:cxnSpMk id="4" creationId="{33CA9595-7DA5-B61B-E195-D0DE69263C57}"/>
          </ac:cxnSpMkLst>
        </pc:cxnChg>
        <pc:cxnChg chg="add mod">
          <ac:chgData name="Jenny Díaz Ramírez" userId="df7d83af-54c1-43f9-a4ec-fea9744b3563" providerId="ADAL" clId="{E88D14EF-1617-4CF0-9FD1-0581C88CA6EC}" dt="2025-03-06T15:11:48.907" v="911" actId="1076"/>
          <ac:cxnSpMkLst>
            <pc:docMk/>
            <pc:sldMk cId="1145962819" sldId="448"/>
            <ac:cxnSpMk id="7" creationId="{013E34A8-794A-3ED8-966D-3532B4C8B616}"/>
          </ac:cxnSpMkLst>
        </pc:cxnChg>
        <pc:cxnChg chg="mod">
          <ac:chgData name="Jenny Díaz Ramírez" userId="df7d83af-54c1-43f9-a4ec-fea9744b3563" providerId="ADAL" clId="{E88D14EF-1617-4CF0-9FD1-0581C88CA6EC}" dt="2025-03-06T15:12:03.110" v="912" actId="1076"/>
          <ac:cxnSpMkLst>
            <pc:docMk/>
            <pc:sldMk cId="1145962819" sldId="448"/>
            <ac:cxnSpMk id="10" creationId="{56CA0379-D012-1621-537A-CDE2A122CFAF}"/>
          </ac:cxnSpMkLst>
        </pc:cxnChg>
        <pc:cxnChg chg="del">
          <ac:chgData name="Jenny Díaz Ramírez" userId="df7d83af-54c1-43f9-a4ec-fea9744b3563" providerId="ADAL" clId="{E88D14EF-1617-4CF0-9FD1-0581C88CA6EC}" dt="2025-03-06T15:11:32.736" v="907" actId="478"/>
          <ac:cxnSpMkLst>
            <pc:docMk/>
            <pc:sldMk cId="1145962819" sldId="448"/>
            <ac:cxnSpMk id="11" creationId="{1AC088F6-6254-4F76-CF6D-44210A621E4C}"/>
          </ac:cxnSpMkLst>
        </pc:cxnChg>
      </pc:sldChg>
      <pc:sldChg chg="addSp delSp modSp add mod delAnim">
        <pc:chgData name="Jenny Díaz Ramírez" userId="df7d83af-54c1-43f9-a4ec-fea9744b3563" providerId="ADAL" clId="{E88D14EF-1617-4CF0-9FD1-0581C88CA6EC}" dt="2025-03-06T15:54:10.766" v="1808"/>
        <pc:sldMkLst>
          <pc:docMk/>
          <pc:sldMk cId="2310356814" sldId="449"/>
        </pc:sldMkLst>
        <pc:spChg chg="add mod">
          <ac:chgData name="Jenny Díaz Ramírez" userId="df7d83af-54c1-43f9-a4ec-fea9744b3563" providerId="ADAL" clId="{E88D14EF-1617-4CF0-9FD1-0581C88CA6EC}" dt="2025-03-06T15:13:46.601" v="925" actId="207"/>
          <ac:spMkLst>
            <pc:docMk/>
            <pc:sldMk cId="2310356814" sldId="449"/>
            <ac:spMk id="7" creationId="{3D23C451-992F-7603-37EA-86A9CBBBDF7C}"/>
          </ac:spMkLst>
        </pc:spChg>
        <pc:spChg chg="add mod">
          <ac:chgData name="Jenny Díaz Ramírez" userId="df7d83af-54c1-43f9-a4ec-fea9744b3563" providerId="ADAL" clId="{E88D14EF-1617-4CF0-9FD1-0581C88CA6EC}" dt="2025-03-06T15:54:10.766" v="1808"/>
          <ac:spMkLst>
            <pc:docMk/>
            <pc:sldMk cId="2310356814" sldId="449"/>
            <ac:spMk id="16" creationId="{6FB69E20-B1E7-43C5-02E6-8FC43B791CBD}"/>
          </ac:spMkLst>
        </pc:spChg>
        <pc:cxnChg chg="del">
          <ac:chgData name="Jenny Díaz Ramírez" userId="df7d83af-54c1-43f9-a4ec-fea9744b3563" providerId="ADAL" clId="{E88D14EF-1617-4CF0-9FD1-0581C88CA6EC}" dt="2025-03-06T15:12:47.237" v="920" actId="478"/>
          <ac:cxnSpMkLst>
            <pc:docMk/>
            <pc:sldMk cId="2310356814" sldId="449"/>
            <ac:cxnSpMk id="4" creationId="{AD9DFABB-7E9C-6EF2-5F4C-F832917E232B}"/>
          </ac:cxnSpMkLst>
        </pc:cxnChg>
        <pc:cxnChg chg="del mod">
          <ac:chgData name="Jenny Díaz Ramírez" userId="df7d83af-54c1-43f9-a4ec-fea9744b3563" providerId="ADAL" clId="{E88D14EF-1617-4CF0-9FD1-0581C88CA6EC}" dt="2025-03-06T15:24:09.473" v="1014" actId="478"/>
          <ac:cxnSpMkLst>
            <pc:docMk/>
            <pc:sldMk cId="2310356814" sldId="449"/>
            <ac:cxnSpMk id="10" creationId="{CDDEB97B-F584-25A2-8EF5-8D1F754181B7}"/>
          </ac:cxnSpMkLst>
        </pc:cxnChg>
        <pc:cxnChg chg="del">
          <ac:chgData name="Jenny Díaz Ramírez" userId="df7d83af-54c1-43f9-a4ec-fea9744b3563" providerId="ADAL" clId="{E88D14EF-1617-4CF0-9FD1-0581C88CA6EC}" dt="2025-03-06T15:12:46.064" v="919" actId="478"/>
          <ac:cxnSpMkLst>
            <pc:docMk/>
            <pc:sldMk cId="2310356814" sldId="449"/>
            <ac:cxnSpMk id="11" creationId="{F5AB0E03-6736-6428-E86D-65622F7B3914}"/>
          </ac:cxnSpMkLst>
        </pc:cxnChg>
        <pc:cxnChg chg="add mod">
          <ac:chgData name="Jenny Díaz Ramírez" userId="df7d83af-54c1-43f9-a4ec-fea9744b3563" providerId="ADAL" clId="{E88D14EF-1617-4CF0-9FD1-0581C88CA6EC}" dt="2025-03-06T15:24:15.966" v="1015" actId="1076"/>
          <ac:cxnSpMkLst>
            <pc:docMk/>
            <pc:sldMk cId="2310356814" sldId="449"/>
            <ac:cxnSpMk id="13" creationId="{DD2A88D1-3051-08D6-7E1B-34FD9F96FD90}"/>
          </ac:cxnSpMkLst>
        </pc:cxnChg>
        <pc:cxnChg chg="add mod">
          <ac:chgData name="Jenny Díaz Ramírez" userId="df7d83af-54c1-43f9-a4ec-fea9744b3563" providerId="ADAL" clId="{E88D14EF-1617-4CF0-9FD1-0581C88CA6EC}" dt="2025-03-06T15:24:18.468" v="1016" actId="1076"/>
          <ac:cxnSpMkLst>
            <pc:docMk/>
            <pc:sldMk cId="2310356814" sldId="449"/>
            <ac:cxnSpMk id="15" creationId="{03523091-9181-8188-D6F5-6D3E12BE7628}"/>
          </ac:cxnSpMkLst>
        </pc:cxnChg>
      </pc:sldChg>
      <pc:sldChg chg="addSp modSp add">
        <pc:chgData name="Jenny Díaz Ramírez" userId="df7d83af-54c1-43f9-a4ec-fea9744b3563" providerId="ADAL" clId="{E88D14EF-1617-4CF0-9FD1-0581C88CA6EC}" dt="2025-03-06T15:54:17.189" v="1812"/>
        <pc:sldMkLst>
          <pc:docMk/>
          <pc:sldMk cId="481477512" sldId="450"/>
        </pc:sldMkLst>
        <pc:spChg chg="add mod">
          <ac:chgData name="Jenny Díaz Ramírez" userId="df7d83af-54c1-43f9-a4ec-fea9744b3563" providerId="ADAL" clId="{E88D14EF-1617-4CF0-9FD1-0581C88CA6EC}" dt="2025-03-06T15:54:17.189" v="1812"/>
          <ac:spMkLst>
            <pc:docMk/>
            <pc:sldMk cId="481477512" sldId="450"/>
            <ac:spMk id="3" creationId="{78E792D0-F543-ABD9-D463-82E8ADEF9FF8}"/>
          </ac:spMkLst>
        </pc:spChg>
      </pc:sldChg>
      <pc:sldMasterChg chg="addSp delSp modSp mod delSldLayout modSldLayout">
        <pc:chgData name="Jenny Díaz Ramírez" userId="df7d83af-54c1-43f9-a4ec-fea9744b3563" providerId="ADAL" clId="{E88D14EF-1617-4CF0-9FD1-0581C88CA6EC}" dt="2025-03-06T15:52:58.681" v="1779"/>
        <pc:sldMasterMkLst>
          <pc:docMk/>
          <pc:sldMasterMk cId="3515892240" sldId="2147483658"/>
        </pc:sldMasterMkLst>
        <pc:spChg chg="mod">
          <ac:chgData name="Jenny Díaz Ramírez" userId="df7d83af-54c1-43f9-a4ec-fea9744b3563" providerId="ADAL" clId="{E88D14EF-1617-4CF0-9FD1-0581C88CA6EC}" dt="2025-03-06T00:46:02.997" v="193" actId="20577"/>
          <ac:spMkLst>
            <pc:docMk/>
            <pc:sldMasterMk cId="3515892240" sldId="2147483658"/>
            <ac:spMk id="2" creationId="{C2546159-F0F2-8EF7-2A00-F60D135BCBED}"/>
          </ac:spMkLst>
        </pc:spChg>
        <pc:spChg chg="add mod">
          <ac:chgData name="Jenny Díaz Ramírez" userId="df7d83af-54c1-43f9-a4ec-fea9744b3563" providerId="ADAL" clId="{E88D14EF-1617-4CF0-9FD1-0581C88CA6EC}" dt="2025-03-06T15:52:07.182" v="1771" actId="1076"/>
          <ac:spMkLst>
            <pc:docMk/>
            <pc:sldMasterMk cId="3515892240" sldId="2147483658"/>
            <ac:spMk id="4" creationId="{FDF721DF-A088-4E73-749E-21E0318C5753}"/>
          </ac:spMkLst>
        </pc:spChg>
        <pc:spChg chg="del">
          <ac:chgData name="Jenny Díaz Ramírez" userId="df7d83af-54c1-43f9-a4ec-fea9744b3563" providerId="ADAL" clId="{E88D14EF-1617-4CF0-9FD1-0581C88CA6EC}" dt="2025-03-06T15:51:22.976" v="1768" actId="478"/>
          <ac:spMkLst>
            <pc:docMk/>
            <pc:sldMasterMk cId="3515892240" sldId="2147483658"/>
            <ac:spMk id="32" creationId="{C8ADA0DF-3751-9A48-8A21-59F01C782D7C}"/>
          </ac:spMkLst>
        </pc:spChg>
        <pc:sldLayoutChg chg="addSp modSp">
          <pc:chgData name="Jenny Díaz Ramírez" userId="df7d83af-54c1-43f9-a4ec-fea9744b3563" providerId="ADAL" clId="{E88D14EF-1617-4CF0-9FD1-0581C88CA6EC}" dt="2025-03-06T15:52:55.149" v="1777"/>
          <pc:sldLayoutMkLst>
            <pc:docMk/>
            <pc:sldMasterMk cId="3515892240" sldId="2147483658"/>
            <pc:sldLayoutMk cId="2598890964" sldId="2147483700"/>
          </pc:sldLayoutMkLst>
          <pc:spChg chg="add mod">
            <ac:chgData name="Jenny Díaz Ramírez" userId="df7d83af-54c1-43f9-a4ec-fea9744b3563" providerId="ADAL" clId="{E88D14EF-1617-4CF0-9FD1-0581C88CA6EC}" dt="2025-03-06T15:52:43.466" v="1773"/>
            <ac:spMkLst>
              <pc:docMk/>
              <pc:sldMasterMk cId="3515892240" sldId="2147483658"/>
              <pc:sldLayoutMk cId="2598890964" sldId="2147483700"/>
              <ac:spMk id="6" creationId="{BF466D22-4748-C199-16F7-46D4DD9495D8}"/>
            </ac:spMkLst>
          </pc:spChg>
          <pc:spChg chg="add mod">
            <ac:chgData name="Jenny Díaz Ramírez" userId="df7d83af-54c1-43f9-a4ec-fea9744b3563" providerId="ADAL" clId="{E88D14EF-1617-4CF0-9FD1-0581C88CA6EC}" dt="2025-03-06T15:52:55.149" v="1777"/>
            <ac:spMkLst>
              <pc:docMk/>
              <pc:sldMasterMk cId="3515892240" sldId="2147483658"/>
              <pc:sldLayoutMk cId="2598890964" sldId="2147483700"/>
              <ac:spMk id="8" creationId="{232A82C8-A2FE-450D-2F70-E2382507D863}"/>
            </ac:spMkLst>
          </pc:spChg>
        </pc:sldLayoutChg>
        <pc:sldLayoutChg chg="del">
          <pc:chgData name="Jenny Díaz Ramírez" userId="df7d83af-54c1-43f9-a4ec-fea9744b3563" providerId="ADAL" clId="{E88D14EF-1617-4CF0-9FD1-0581C88CA6EC}" dt="2025-03-05T22:43:43.075" v="32" actId="47"/>
          <pc:sldLayoutMkLst>
            <pc:docMk/>
            <pc:sldMasterMk cId="3515892240" sldId="2147483658"/>
            <pc:sldLayoutMk cId="1818095122" sldId="2147483703"/>
          </pc:sldLayoutMkLst>
        </pc:sldLayoutChg>
        <pc:sldLayoutChg chg="addSp delSp modSp mod">
          <pc:chgData name="Jenny Díaz Ramírez" userId="df7d83af-54c1-43f9-a4ec-fea9744b3563" providerId="ADAL" clId="{E88D14EF-1617-4CF0-9FD1-0581C88CA6EC}" dt="2025-03-06T15:52:53.073" v="1776"/>
          <pc:sldLayoutMkLst>
            <pc:docMk/>
            <pc:sldMasterMk cId="3515892240" sldId="2147483658"/>
            <pc:sldLayoutMk cId="393321330" sldId="2147483706"/>
          </pc:sldLayoutMkLst>
          <pc:spChg chg="mod">
            <ac:chgData name="Jenny Díaz Ramírez" userId="df7d83af-54c1-43f9-a4ec-fea9744b3563" providerId="ADAL" clId="{E88D14EF-1617-4CF0-9FD1-0581C88CA6EC}" dt="2025-03-05T22:46:11.506" v="49" actId="14100"/>
            <ac:spMkLst>
              <pc:docMk/>
              <pc:sldMasterMk cId="3515892240" sldId="2147483658"/>
              <pc:sldLayoutMk cId="393321330" sldId="2147483706"/>
              <ac:spMk id="2" creationId="{4B9ABDB8-8380-48B9-9C6F-79E9D39B5936}"/>
            </ac:spMkLst>
          </pc:spChg>
          <pc:spChg chg="del">
            <ac:chgData name="Jenny Díaz Ramírez" userId="df7d83af-54c1-43f9-a4ec-fea9744b3563" providerId="ADAL" clId="{E88D14EF-1617-4CF0-9FD1-0581C88CA6EC}" dt="2025-03-05T22:45:58.288" v="46" actId="478"/>
            <ac:spMkLst>
              <pc:docMk/>
              <pc:sldMasterMk cId="3515892240" sldId="2147483658"/>
              <pc:sldLayoutMk cId="393321330" sldId="2147483706"/>
              <ac:spMk id="3" creationId="{00000000-0000-0000-0000-000000000000}"/>
            </ac:spMkLst>
          </pc:spChg>
          <pc:spChg chg="del mod">
            <ac:chgData name="Jenny Díaz Ramírez" userId="df7d83af-54c1-43f9-a4ec-fea9744b3563" providerId="ADAL" clId="{E88D14EF-1617-4CF0-9FD1-0581C88CA6EC}" dt="2025-03-05T22:46:08.699" v="48" actId="478"/>
            <ac:spMkLst>
              <pc:docMk/>
              <pc:sldMasterMk cId="3515892240" sldId="2147483658"/>
              <pc:sldLayoutMk cId="393321330" sldId="2147483706"/>
              <ac:spMk id="4" creationId="{E91DE9D0-F43D-F8FF-BDC1-DD57D9BD8CF7}"/>
            </ac:spMkLst>
          </pc:spChg>
          <pc:spChg chg="add mod">
            <ac:chgData name="Jenny Díaz Ramírez" userId="df7d83af-54c1-43f9-a4ec-fea9744b3563" providerId="ADAL" clId="{E88D14EF-1617-4CF0-9FD1-0581C88CA6EC}" dt="2025-03-06T15:52:42.224" v="1772"/>
            <ac:spMkLst>
              <pc:docMk/>
              <pc:sldMasterMk cId="3515892240" sldId="2147483658"/>
              <pc:sldLayoutMk cId="393321330" sldId="2147483706"/>
              <ac:spMk id="6" creationId="{A85CE97E-6FD2-9B0D-D04F-8D0941571AC5}"/>
            </ac:spMkLst>
          </pc:spChg>
          <pc:spChg chg="add mod">
            <ac:chgData name="Jenny Díaz Ramírez" userId="df7d83af-54c1-43f9-a4ec-fea9744b3563" providerId="ADAL" clId="{E88D14EF-1617-4CF0-9FD1-0581C88CA6EC}" dt="2025-03-06T15:52:53.073" v="1776"/>
            <ac:spMkLst>
              <pc:docMk/>
              <pc:sldMasterMk cId="3515892240" sldId="2147483658"/>
              <pc:sldLayoutMk cId="393321330" sldId="2147483706"/>
              <ac:spMk id="8" creationId="{ECE7F8B8-28D9-2EF1-DA09-5C272170E214}"/>
            </ac:spMkLst>
          </pc:spChg>
        </pc:sldLayoutChg>
        <pc:sldLayoutChg chg="addSp delSp modSp mod">
          <pc:chgData name="Jenny Díaz Ramírez" userId="df7d83af-54c1-43f9-a4ec-fea9744b3563" providerId="ADAL" clId="{E88D14EF-1617-4CF0-9FD1-0581C88CA6EC}" dt="2025-03-06T15:52:58.681" v="1779"/>
          <pc:sldLayoutMkLst>
            <pc:docMk/>
            <pc:sldMasterMk cId="3515892240" sldId="2147483658"/>
            <pc:sldLayoutMk cId="2965872195" sldId="2147483709"/>
          </pc:sldLayoutMkLst>
          <pc:spChg chg="del">
            <ac:chgData name="Jenny Díaz Ramírez" userId="df7d83af-54c1-43f9-a4ec-fea9744b3563" providerId="ADAL" clId="{E88D14EF-1617-4CF0-9FD1-0581C88CA6EC}" dt="2025-03-06T15:52:58.239" v="1778" actId="478"/>
            <ac:spMkLst>
              <pc:docMk/>
              <pc:sldMasterMk cId="3515892240" sldId="2147483658"/>
              <pc:sldLayoutMk cId="2965872195" sldId="2147483709"/>
              <ac:spMk id="6" creationId="{00000000-0000-0000-0000-000000000000}"/>
            </ac:spMkLst>
          </pc:spChg>
          <pc:spChg chg="mod">
            <ac:chgData name="Jenny Díaz Ramírez" userId="df7d83af-54c1-43f9-a4ec-fea9744b3563" providerId="ADAL" clId="{E88D14EF-1617-4CF0-9FD1-0581C88CA6EC}" dt="2025-03-06T15:41:34.510" v="1518"/>
            <ac:spMkLst>
              <pc:docMk/>
              <pc:sldMasterMk cId="3515892240" sldId="2147483658"/>
              <pc:sldLayoutMk cId="2965872195" sldId="2147483709"/>
              <ac:spMk id="8" creationId="{73712502-D03A-38E3-B2CA-D84EA3E60102}"/>
            </ac:spMkLst>
          </pc:spChg>
          <pc:spChg chg="mod">
            <ac:chgData name="Jenny Díaz Ramírez" userId="df7d83af-54c1-43f9-a4ec-fea9744b3563" providerId="ADAL" clId="{E88D14EF-1617-4CF0-9FD1-0581C88CA6EC}" dt="2025-03-06T15:41:34.510" v="1518"/>
            <ac:spMkLst>
              <pc:docMk/>
              <pc:sldMasterMk cId="3515892240" sldId="2147483658"/>
              <pc:sldLayoutMk cId="2965872195" sldId="2147483709"/>
              <ac:spMk id="9" creationId="{7A4D3E77-F9A1-071A-27C8-61C1E35375A3}"/>
            </ac:spMkLst>
          </pc:spChg>
          <pc:spChg chg="mod">
            <ac:chgData name="Jenny Díaz Ramírez" userId="df7d83af-54c1-43f9-a4ec-fea9744b3563" providerId="ADAL" clId="{E88D14EF-1617-4CF0-9FD1-0581C88CA6EC}" dt="2025-03-06T15:41:34.510" v="1518"/>
            <ac:spMkLst>
              <pc:docMk/>
              <pc:sldMasterMk cId="3515892240" sldId="2147483658"/>
              <pc:sldLayoutMk cId="2965872195" sldId="2147483709"/>
              <ac:spMk id="10" creationId="{CEDB6355-5569-3542-21EC-7FDBE9BD1D24}"/>
            </ac:spMkLst>
          </pc:spChg>
          <pc:spChg chg="add mod">
            <ac:chgData name="Jenny Díaz Ramírez" userId="df7d83af-54c1-43f9-a4ec-fea9744b3563" providerId="ADAL" clId="{E88D14EF-1617-4CF0-9FD1-0581C88CA6EC}" dt="2025-03-06T15:52:50.724" v="1775"/>
            <ac:spMkLst>
              <pc:docMk/>
              <pc:sldMasterMk cId="3515892240" sldId="2147483658"/>
              <pc:sldLayoutMk cId="2965872195" sldId="2147483709"/>
              <ac:spMk id="11" creationId="{AA29F619-D714-F2FF-F018-A271166652CA}"/>
            </ac:spMkLst>
          </pc:spChg>
          <pc:spChg chg="add mod">
            <ac:chgData name="Jenny Díaz Ramírez" userId="df7d83af-54c1-43f9-a4ec-fea9744b3563" providerId="ADAL" clId="{E88D14EF-1617-4CF0-9FD1-0581C88CA6EC}" dt="2025-03-06T15:52:58.681" v="1779"/>
            <ac:spMkLst>
              <pc:docMk/>
              <pc:sldMasterMk cId="3515892240" sldId="2147483658"/>
              <pc:sldLayoutMk cId="2965872195" sldId="2147483709"/>
              <ac:spMk id="12" creationId="{AE71D126-4212-DB9D-5C9F-6B940E9B524A}"/>
            </ac:spMkLst>
          </pc:spChg>
          <pc:grpChg chg="add mod">
            <ac:chgData name="Jenny Díaz Ramírez" userId="df7d83af-54c1-43f9-a4ec-fea9744b3563" providerId="ADAL" clId="{E88D14EF-1617-4CF0-9FD1-0581C88CA6EC}" dt="2025-03-06T15:41:34.510" v="1518"/>
            <ac:grpSpMkLst>
              <pc:docMk/>
              <pc:sldMasterMk cId="3515892240" sldId="2147483658"/>
              <pc:sldLayoutMk cId="2965872195" sldId="2147483709"/>
              <ac:grpSpMk id="7" creationId="{20166653-8B14-3D8F-EE1D-93DDF3FF021F}"/>
            </ac:grpSpMkLst>
          </pc:grpChg>
        </pc:sldLayoutChg>
      </pc:sldMasterChg>
    </pc:docChg>
  </pc:docChgLst>
  <pc:docChgLst>
    <pc:chgData name="Jenny Díaz Ramírez" userId="df7d83af-54c1-43f9-a4ec-fea9744b3563" providerId="ADAL" clId="{5FED732F-5535-4218-B498-E1928A0349A6}"/>
    <pc:docChg chg="undo custSel addSld delSld modSld sldOrd modMainMaster">
      <pc:chgData name="Jenny Díaz Ramírez" userId="df7d83af-54c1-43f9-a4ec-fea9744b3563" providerId="ADAL" clId="{5FED732F-5535-4218-B498-E1928A0349A6}" dt="2025-03-04T21:21:41.212" v="6661" actId="1076"/>
      <pc:docMkLst>
        <pc:docMk/>
      </pc:docMkLst>
      <pc:sldChg chg="del">
        <pc:chgData name="Jenny Díaz Ramírez" userId="df7d83af-54c1-43f9-a4ec-fea9744b3563" providerId="ADAL" clId="{5FED732F-5535-4218-B498-E1928A0349A6}" dt="2025-02-21T21:42:11.791" v="0" actId="47"/>
        <pc:sldMkLst>
          <pc:docMk/>
          <pc:sldMk cId="2612403435" sldId="257"/>
        </pc:sldMkLst>
      </pc:sldChg>
      <pc:sldChg chg="del">
        <pc:chgData name="Jenny Díaz Ramírez" userId="df7d83af-54c1-43f9-a4ec-fea9744b3563" providerId="ADAL" clId="{5FED732F-5535-4218-B498-E1928A0349A6}" dt="2025-02-21T21:42:11.791" v="0" actId="47"/>
        <pc:sldMkLst>
          <pc:docMk/>
          <pc:sldMk cId="1524610384" sldId="258"/>
        </pc:sldMkLst>
      </pc:sldChg>
      <pc:sldChg chg="del">
        <pc:chgData name="Jenny Díaz Ramírez" userId="df7d83af-54c1-43f9-a4ec-fea9744b3563" providerId="ADAL" clId="{5FED732F-5535-4218-B498-E1928A0349A6}" dt="2025-02-21T21:42:11.791" v="0" actId="47"/>
        <pc:sldMkLst>
          <pc:docMk/>
          <pc:sldMk cId="2929276412" sldId="259"/>
        </pc:sldMkLst>
      </pc:sldChg>
      <pc:sldChg chg="del">
        <pc:chgData name="Jenny Díaz Ramírez" userId="df7d83af-54c1-43f9-a4ec-fea9744b3563" providerId="ADAL" clId="{5FED732F-5535-4218-B498-E1928A0349A6}" dt="2025-02-21T21:42:11.791" v="0" actId="47"/>
        <pc:sldMkLst>
          <pc:docMk/>
          <pc:sldMk cId="1827302849" sldId="261"/>
        </pc:sldMkLst>
      </pc:sldChg>
      <pc:sldChg chg="del">
        <pc:chgData name="Jenny Díaz Ramírez" userId="df7d83af-54c1-43f9-a4ec-fea9744b3563" providerId="ADAL" clId="{5FED732F-5535-4218-B498-E1928A0349A6}" dt="2025-02-21T21:42:11.791" v="0" actId="47"/>
        <pc:sldMkLst>
          <pc:docMk/>
          <pc:sldMk cId="4091125877" sldId="274"/>
        </pc:sldMkLst>
      </pc:sldChg>
      <pc:sldChg chg="del">
        <pc:chgData name="Jenny Díaz Ramírez" userId="df7d83af-54c1-43f9-a4ec-fea9744b3563" providerId="ADAL" clId="{5FED732F-5535-4218-B498-E1928A0349A6}" dt="2025-02-21T21:42:11.791" v="0" actId="47"/>
        <pc:sldMkLst>
          <pc:docMk/>
          <pc:sldMk cId="3327596392" sldId="275"/>
        </pc:sldMkLst>
      </pc:sldChg>
      <pc:sldChg chg="del">
        <pc:chgData name="Jenny Díaz Ramírez" userId="df7d83af-54c1-43f9-a4ec-fea9744b3563" providerId="ADAL" clId="{5FED732F-5535-4218-B498-E1928A0349A6}" dt="2025-02-21T21:42:11.791" v="0" actId="47"/>
        <pc:sldMkLst>
          <pc:docMk/>
          <pc:sldMk cId="1315403258" sldId="276"/>
        </pc:sldMkLst>
      </pc:sldChg>
      <pc:sldChg chg="del">
        <pc:chgData name="Jenny Díaz Ramírez" userId="df7d83af-54c1-43f9-a4ec-fea9744b3563" providerId="ADAL" clId="{5FED732F-5535-4218-B498-E1928A0349A6}" dt="2025-02-21T21:42:11.791" v="0" actId="47"/>
        <pc:sldMkLst>
          <pc:docMk/>
          <pc:sldMk cId="2118219978" sldId="277"/>
        </pc:sldMkLst>
      </pc:sldChg>
      <pc:sldChg chg="del">
        <pc:chgData name="Jenny Díaz Ramírez" userId="df7d83af-54c1-43f9-a4ec-fea9744b3563" providerId="ADAL" clId="{5FED732F-5535-4218-B498-E1928A0349A6}" dt="2025-02-21T21:42:11.791" v="0" actId="47"/>
        <pc:sldMkLst>
          <pc:docMk/>
          <pc:sldMk cId="1753174141" sldId="278"/>
        </pc:sldMkLst>
      </pc:sldChg>
      <pc:sldChg chg="del">
        <pc:chgData name="Jenny Díaz Ramírez" userId="df7d83af-54c1-43f9-a4ec-fea9744b3563" providerId="ADAL" clId="{5FED732F-5535-4218-B498-E1928A0349A6}" dt="2025-02-21T21:42:11.791" v="0" actId="47"/>
        <pc:sldMkLst>
          <pc:docMk/>
          <pc:sldMk cId="3254174005" sldId="279"/>
        </pc:sldMkLst>
      </pc:sldChg>
      <pc:sldChg chg="addSp delSp modSp add mod modClrScheme modAnim chgLayout">
        <pc:chgData name="Jenny Díaz Ramírez" userId="df7d83af-54c1-43f9-a4ec-fea9744b3563" providerId="ADAL" clId="{5FED732F-5535-4218-B498-E1928A0349A6}" dt="2025-03-04T21:21:41.212" v="6661" actId="1076"/>
        <pc:sldMkLst>
          <pc:docMk/>
          <pc:sldMk cId="0" sldId="280"/>
        </pc:sldMkLst>
      </pc:sldChg>
      <pc:sldChg chg="del">
        <pc:chgData name="Jenny Díaz Ramírez" userId="df7d83af-54c1-43f9-a4ec-fea9744b3563" providerId="ADAL" clId="{5FED732F-5535-4218-B498-E1928A0349A6}" dt="2025-02-21T21:42:11.791" v="0" actId="47"/>
        <pc:sldMkLst>
          <pc:docMk/>
          <pc:sldMk cId="2044141377" sldId="281"/>
        </pc:sldMkLst>
      </pc:sldChg>
      <pc:sldChg chg="addSp delSp modSp add mod ord modClrScheme delAnim modAnim chgLayout">
        <pc:chgData name="Jenny Díaz Ramírez" userId="df7d83af-54c1-43f9-a4ec-fea9744b3563" providerId="ADAL" clId="{5FED732F-5535-4218-B498-E1928A0349A6}" dt="2025-03-04T21:07:26.542" v="6608" actId="478"/>
        <pc:sldMkLst>
          <pc:docMk/>
          <pc:sldMk cId="0" sldId="287"/>
        </pc:sldMkLst>
      </pc:sldChg>
      <pc:sldChg chg="addSp delSp modSp add mod modClrScheme modAnim chgLayout">
        <pc:chgData name="Jenny Díaz Ramírez" userId="df7d83af-54c1-43f9-a4ec-fea9744b3563" providerId="ADAL" clId="{5FED732F-5535-4218-B498-E1928A0349A6}" dt="2025-03-04T21:08:26.886" v="6641"/>
        <pc:sldMkLst>
          <pc:docMk/>
          <pc:sldMk cId="0" sldId="288"/>
        </pc:sldMkLst>
      </pc:sldChg>
      <pc:sldChg chg="addSp delSp modSp add mod modClrScheme modAnim chgLayout">
        <pc:chgData name="Jenny Díaz Ramírez" userId="df7d83af-54c1-43f9-a4ec-fea9744b3563" providerId="ADAL" clId="{5FED732F-5535-4218-B498-E1928A0349A6}" dt="2025-03-04T21:08:22.513" v="6640"/>
        <pc:sldMkLst>
          <pc:docMk/>
          <pc:sldMk cId="0" sldId="289"/>
        </pc:sldMkLst>
      </pc:sldChg>
      <pc:sldChg chg="modSp add del mod ord modClrScheme chgLayout">
        <pc:chgData name="Jenny Díaz Ramírez" userId="df7d83af-54c1-43f9-a4ec-fea9744b3563" providerId="ADAL" clId="{5FED732F-5535-4218-B498-E1928A0349A6}" dt="2025-03-04T20:29:49.305" v="5654" actId="2696"/>
        <pc:sldMkLst>
          <pc:docMk/>
          <pc:sldMk cId="0" sldId="291"/>
        </pc:sldMkLst>
      </pc:sldChg>
      <pc:sldChg chg="del">
        <pc:chgData name="Jenny Díaz Ramírez" userId="df7d83af-54c1-43f9-a4ec-fea9744b3563" providerId="ADAL" clId="{5FED732F-5535-4218-B498-E1928A0349A6}" dt="2025-02-21T21:42:11.791" v="0" actId="47"/>
        <pc:sldMkLst>
          <pc:docMk/>
          <pc:sldMk cId="0" sldId="299"/>
        </pc:sldMkLst>
      </pc:sldChg>
      <pc:sldChg chg="del">
        <pc:chgData name="Jenny Díaz Ramírez" userId="df7d83af-54c1-43f9-a4ec-fea9744b3563" providerId="ADAL" clId="{5FED732F-5535-4218-B498-E1928A0349A6}" dt="2025-02-21T21:42:11.791" v="0" actId="47"/>
        <pc:sldMkLst>
          <pc:docMk/>
          <pc:sldMk cId="0" sldId="300"/>
        </pc:sldMkLst>
      </pc:sldChg>
      <pc:sldChg chg="modSp add del mod modClrScheme chgLayout">
        <pc:chgData name="Jenny Díaz Ramírez" userId="df7d83af-54c1-43f9-a4ec-fea9744b3563" providerId="ADAL" clId="{5FED732F-5535-4218-B498-E1928A0349A6}" dt="2025-03-04T18:11:43.732" v="2715" actId="47"/>
        <pc:sldMkLst>
          <pc:docMk/>
          <pc:sldMk cId="0" sldId="301"/>
        </pc:sldMkLst>
      </pc:sldChg>
      <pc:sldChg chg="addSp delSp modSp add mod ord modClrScheme modAnim chgLayout">
        <pc:chgData name="Jenny Díaz Ramírez" userId="df7d83af-54c1-43f9-a4ec-fea9744b3563" providerId="ADAL" clId="{5FED732F-5535-4218-B498-E1928A0349A6}" dt="2025-03-04T21:08:57.601" v="6653"/>
        <pc:sldMkLst>
          <pc:docMk/>
          <pc:sldMk cId="0" sldId="302"/>
        </pc:sldMkLst>
      </pc:sldChg>
      <pc:sldChg chg="modSp add del mod modClrScheme chgLayout">
        <pc:chgData name="Jenny Díaz Ramírez" userId="df7d83af-54c1-43f9-a4ec-fea9744b3563" providerId="ADAL" clId="{5FED732F-5535-4218-B498-E1928A0349A6}" dt="2025-03-04T18:53:46.496" v="5149" actId="47"/>
        <pc:sldMkLst>
          <pc:docMk/>
          <pc:sldMk cId="0" sldId="303"/>
        </pc:sldMkLst>
      </pc:sldChg>
      <pc:sldChg chg="delSp modSp add mod modClrScheme modAnim chgLayout">
        <pc:chgData name="Jenny Díaz Ramírez" userId="df7d83af-54c1-43f9-a4ec-fea9744b3563" providerId="ADAL" clId="{5FED732F-5535-4218-B498-E1928A0349A6}" dt="2025-03-04T20:32:29.656" v="5669" actId="404"/>
        <pc:sldMkLst>
          <pc:docMk/>
          <pc:sldMk cId="0" sldId="327"/>
        </pc:sldMkLst>
        <pc:spChg chg="mod ord">
          <ac:chgData name="Jenny Díaz Ramírez" userId="df7d83af-54c1-43f9-a4ec-fea9744b3563" providerId="ADAL" clId="{5FED732F-5535-4218-B498-E1928A0349A6}" dt="2025-03-04T20:32:29.656" v="5669" actId="404"/>
          <ac:spMkLst>
            <pc:docMk/>
            <pc:sldMk cId="0" sldId="327"/>
            <ac:spMk id="2" creationId="{00000000-0000-0000-0000-000000000000}"/>
          </ac:spMkLst>
        </pc:spChg>
        <pc:spChg chg="mod ord">
          <ac:chgData name="Jenny Díaz Ramírez" userId="df7d83af-54c1-43f9-a4ec-fea9744b3563" providerId="ADAL" clId="{5FED732F-5535-4218-B498-E1928A0349A6}" dt="2025-02-21T22:15:08.398" v="8" actId="700"/>
          <ac:spMkLst>
            <pc:docMk/>
            <pc:sldMk cId="0" sldId="327"/>
            <ac:spMk id="3" creationId="{00000000-0000-0000-0000-000000000000}"/>
          </ac:spMkLst>
        </pc:spChg>
      </pc:sldChg>
      <pc:sldChg chg="addSp delSp modSp add mod modClrScheme chgLayout">
        <pc:chgData name="Jenny Díaz Ramírez" userId="df7d83af-54c1-43f9-a4ec-fea9744b3563" providerId="ADAL" clId="{5FED732F-5535-4218-B498-E1928A0349A6}" dt="2025-03-04T21:07:50.309" v="6636" actId="20577"/>
        <pc:sldMkLst>
          <pc:docMk/>
          <pc:sldMk cId="0" sldId="328"/>
        </pc:sldMkLst>
        <pc:spChg chg="mod ord">
          <ac:chgData name="Jenny Díaz Ramírez" userId="df7d83af-54c1-43f9-a4ec-fea9744b3563" providerId="ADAL" clId="{5FED732F-5535-4218-B498-E1928A0349A6}" dt="2025-03-04T21:07:50.309" v="6636" actId="20577"/>
          <ac:spMkLst>
            <pc:docMk/>
            <pc:sldMk cId="0" sldId="328"/>
            <ac:spMk id="2" creationId="{00000000-0000-0000-0000-000000000000}"/>
          </ac:spMkLst>
        </pc:spChg>
        <pc:spChg chg="mod ord">
          <ac:chgData name="Jenny Díaz Ramírez" userId="df7d83af-54c1-43f9-a4ec-fea9744b3563" providerId="ADAL" clId="{5FED732F-5535-4218-B498-E1928A0349A6}" dt="2025-02-21T22:15:08.398" v="8" actId="700"/>
          <ac:spMkLst>
            <pc:docMk/>
            <pc:sldMk cId="0" sldId="328"/>
            <ac:spMk id="3" creationId="{00000000-0000-0000-0000-000000000000}"/>
          </ac:spMkLst>
        </pc:spChg>
      </pc:sldChg>
      <pc:sldChg chg="delSp modSp add del mod modClrScheme chgLayout">
        <pc:chgData name="Jenny Díaz Ramírez" userId="df7d83af-54c1-43f9-a4ec-fea9744b3563" providerId="ADAL" clId="{5FED732F-5535-4218-B498-E1928A0349A6}" dt="2025-03-04T20:29:49.305" v="5654" actId="2696"/>
        <pc:sldMkLst>
          <pc:docMk/>
          <pc:sldMk cId="0" sldId="329"/>
        </pc:sldMkLst>
      </pc:sldChg>
      <pc:sldChg chg="addSp delSp modSp add mod modClrScheme delAnim chgLayout">
        <pc:chgData name="Jenny Díaz Ramírez" userId="df7d83af-54c1-43f9-a4ec-fea9744b3563" providerId="ADAL" clId="{5FED732F-5535-4218-B498-E1928A0349A6}" dt="2025-03-04T21:03:01.816" v="6400" actId="20577"/>
        <pc:sldMkLst>
          <pc:docMk/>
          <pc:sldMk cId="0" sldId="330"/>
        </pc:sldMkLst>
      </pc:sldChg>
      <pc:sldChg chg="addSp delSp modSp add del mod modClrScheme chgLayout">
        <pc:chgData name="Jenny Díaz Ramírez" userId="df7d83af-54c1-43f9-a4ec-fea9744b3563" providerId="ADAL" clId="{5FED732F-5535-4218-B498-E1928A0349A6}" dt="2025-03-04T20:29:49.305" v="5654" actId="2696"/>
        <pc:sldMkLst>
          <pc:docMk/>
          <pc:sldMk cId="0" sldId="331"/>
        </pc:sldMkLst>
      </pc:sldChg>
      <pc:sldChg chg="addSp delSp modSp add mod modClrScheme modAnim chgLayout">
        <pc:chgData name="Jenny Díaz Ramírez" userId="df7d83af-54c1-43f9-a4ec-fea9744b3563" providerId="ADAL" clId="{5FED732F-5535-4218-B498-E1928A0349A6}" dt="2025-03-04T21:08:17.421" v="6639"/>
        <pc:sldMkLst>
          <pc:docMk/>
          <pc:sldMk cId="2434826197" sldId="333"/>
        </pc:sldMkLst>
      </pc:sldChg>
      <pc:sldChg chg="addSp delSp modSp add mod modClrScheme chgLayout">
        <pc:chgData name="Jenny Díaz Ramírez" userId="df7d83af-54c1-43f9-a4ec-fea9744b3563" providerId="ADAL" clId="{5FED732F-5535-4218-B498-E1928A0349A6}" dt="2025-03-04T21:03:49.110" v="6508" actId="20577"/>
        <pc:sldMkLst>
          <pc:docMk/>
          <pc:sldMk cId="961838741" sldId="334"/>
        </pc:sldMkLst>
      </pc:sldChg>
      <pc:sldChg chg="delSp modSp add mod modClrScheme chgLayout">
        <pc:chgData name="Jenny Díaz Ramírez" userId="df7d83af-54c1-43f9-a4ec-fea9744b3563" providerId="ADAL" clId="{5FED732F-5535-4218-B498-E1928A0349A6}" dt="2025-03-04T20:32:38.628" v="5673" actId="404"/>
        <pc:sldMkLst>
          <pc:docMk/>
          <pc:sldMk cId="2633552067" sldId="335"/>
        </pc:sldMkLst>
      </pc:sldChg>
      <pc:sldChg chg="addSp delSp modSp mod">
        <pc:chgData name="Jenny Díaz Ramírez" userId="df7d83af-54c1-43f9-a4ec-fea9744b3563" providerId="ADAL" clId="{5FED732F-5535-4218-B498-E1928A0349A6}" dt="2025-03-04T21:09:01.953" v="6656"/>
        <pc:sldMkLst>
          <pc:docMk/>
          <pc:sldMk cId="529042108" sldId="346"/>
        </pc:sldMkLst>
      </pc:sldChg>
      <pc:sldChg chg="delSp mod">
        <pc:chgData name="Jenny Díaz Ramírez" userId="df7d83af-54c1-43f9-a4ec-fea9744b3563" providerId="ADAL" clId="{5FED732F-5535-4218-B498-E1928A0349A6}" dt="2025-03-04T21:06:16.166" v="6600" actId="478"/>
        <pc:sldMkLst>
          <pc:docMk/>
          <pc:sldMk cId="2960950710" sldId="350"/>
        </pc:sldMkLst>
      </pc:sldChg>
      <pc:sldChg chg="addSp modSp add del mod modClrScheme chgLayout">
        <pc:chgData name="Jenny Díaz Ramírez" userId="df7d83af-54c1-43f9-a4ec-fea9744b3563" providerId="ADAL" clId="{5FED732F-5535-4218-B498-E1928A0349A6}" dt="2025-03-04T21:02:16.831" v="6391" actId="47"/>
        <pc:sldMkLst>
          <pc:docMk/>
          <pc:sldMk cId="0" sldId="392"/>
        </pc:sldMkLst>
      </pc:sldChg>
      <pc:sldChg chg="del">
        <pc:chgData name="Jenny Díaz Ramírez" userId="df7d83af-54c1-43f9-a4ec-fea9744b3563" providerId="ADAL" clId="{5FED732F-5535-4218-B498-E1928A0349A6}" dt="2025-02-21T21:42:11.791" v="0" actId="47"/>
        <pc:sldMkLst>
          <pc:docMk/>
          <pc:sldMk cId="0" sldId="397"/>
        </pc:sldMkLst>
      </pc:sldChg>
      <pc:sldChg chg="del">
        <pc:chgData name="Jenny Díaz Ramírez" userId="df7d83af-54c1-43f9-a4ec-fea9744b3563" providerId="ADAL" clId="{5FED732F-5535-4218-B498-E1928A0349A6}" dt="2025-02-21T21:42:11.791" v="0" actId="47"/>
        <pc:sldMkLst>
          <pc:docMk/>
          <pc:sldMk cId="0" sldId="398"/>
        </pc:sldMkLst>
      </pc:sldChg>
      <pc:sldChg chg="addSp modSp add mod modClrScheme chgLayout">
        <pc:chgData name="Jenny Díaz Ramírez" userId="df7d83af-54c1-43f9-a4ec-fea9744b3563" providerId="ADAL" clId="{5FED732F-5535-4218-B498-E1928A0349A6}" dt="2025-03-04T21:08:55.951" v="6652"/>
        <pc:sldMkLst>
          <pc:docMk/>
          <pc:sldMk cId="0" sldId="399"/>
        </pc:sldMkLst>
      </pc:sldChg>
      <pc:sldChg chg="addSp delSp modSp add mod modClrScheme chgLayout">
        <pc:chgData name="Jenny Díaz Ramírez" userId="df7d83af-54c1-43f9-a4ec-fea9744b3563" providerId="ADAL" clId="{5FED732F-5535-4218-B498-E1928A0349A6}" dt="2025-03-04T21:08:59.134" v="6654"/>
        <pc:sldMkLst>
          <pc:docMk/>
          <pc:sldMk cId="0" sldId="400"/>
        </pc:sldMkLst>
      </pc:sldChg>
      <pc:sldChg chg="modSp add del mod modClrScheme chgLayout">
        <pc:chgData name="Jenny Díaz Ramírez" userId="df7d83af-54c1-43f9-a4ec-fea9744b3563" providerId="ADAL" clId="{5FED732F-5535-4218-B498-E1928A0349A6}" dt="2025-03-04T20:28:46.865" v="5652" actId="2696"/>
        <pc:sldMkLst>
          <pc:docMk/>
          <pc:sldMk cId="0" sldId="401"/>
        </pc:sldMkLst>
      </pc:sldChg>
      <pc:sldChg chg="addSp modSp add del mod">
        <pc:chgData name="Jenny Díaz Ramírez" userId="df7d83af-54c1-43f9-a4ec-fea9744b3563" providerId="ADAL" clId="{5FED732F-5535-4218-B498-E1928A0349A6}" dt="2025-03-04T20:44:39.538" v="5901" actId="47"/>
        <pc:sldMkLst>
          <pc:docMk/>
          <pc:sldMk cId="3017052054" sldId="401"/>
        </pc:sldMkLst>
      </pc:sldChg>
      <pc:sldChg chg="modSp add del mod ord modClrScheme chgLayout">
        <pc:chgData name="Jenny Díaz Ramírez" userId="df7d83af-54c1-43f9-a4ec-fea9744b3563" providerId="ADAL" clId="{5FED732F-5535-4218-B498-E1928A0349A6}" dt="2025-03-04T20:28:46.865" v="5652" actId="2696"/>
        <pc:sldMkLst>
          <pc:docMk/>
          <pc:sldMk cId="0" sldId="402"/>
        </pc:sldMkLst>
      </pc:sldChg>
      <pc:sldChg chg="addSp delSp modSp add del mod">
        <pc:chgData name="Jenny Díaz Ramírez" userId="df7d83af-54c1-43f9-a4ec-fea9744b3563" providerId="ADAL" clId="{5FED732F-5535-4218-B498-E1928A0349A6}" dt="2025-03-04T20:51:49.203" v="6162" actId="47"/>
        <pc:sldMkLst>
          <pc:docMk/>
          <pc:sldMk cId="3172037006" sldId="402"/>
        </pc:sldMkLst>
      </pc:sldChg>
      <pc:sldChg chg="modSp add del mod modClrScheme chgLayout">
        <pc:chgData name="Jenny Díaz Ramírez" userId="df7d83af-54c1-43f9-a4ec-fea9744b3563" providerId="ADAL" clId="{5FED732F-5535-4218-B498-E1928A0349A6}" dt="2025-03-04T20:28:46.865" v="5652" actId="2696"/>
        <pc:sldMkLst>
          <pc:docMk/>
          <pc:sldMk cId="0" sldId="411"/>
        </pc:sldMkLst>
      </pc:sldChg>
      <pc:sldChg chg="add del">
        <pc:chgData name="Jenny Díaz Ramírez" userId="df7d83af-54c1-43f9-a4ec-fea9744b3563" providerId="ADAL" clId="{5FED732F-5535-4218-B498-E1928A0349A6}" dt="2025-03-04T20:41:41.334" v="5756" actId="47"/>
        <pc:sldMkLst>
          <pc:docMk/>
          <pc:sldMk cId="3452049044" sldId="411"/>
        </pc:sldMkLst>
      </pc:sldChg>
      <pc:sldChg chg="addSp modSp add mod modClrScheme chgLayout">
        <pc:chgData name="Jenny Díaz Ramírez" userId="df7d83af-54c1-43f9-a4ec-fea9744b3563" providerId="ADAL" clId="{5FED732F-5535-4218-B498-E1928A0349A6}" dt="2025-03-04T21:08:34.241" v="6642"/>
        <pc:sldMkLst>
          <pc:docMk/>
          <pc:sldMk cId="0" sldId="412"/>
        </pc:sldMkLst>
      </pc:sldChg>
      <pc:sldChg chg="modSp add del mod modClrScheme chgLayout">
        <pc:chgData name="Jenny Díaz Ramírez" userId="df7d83af-54c1-43f9-a4ec-fea9744b3563" providerId="ADAL" clId="{5FED732F-5535-4218-B498-E1928A0349A6}" dt="2025-03-04T20:28:46.865" v="5652" actId="2696"/>
        <pc:sldMkLst>
          <pc:docMk/>
          <pc:sldMk cId="0" sldId="413"/>
        </pc:sldMkLst>
      </pc:sldChg>
      <pc:sldChg chg="modSp add del mod">
        <pc:chgData name="Jenny Díaz Ramírez" userId="df7d83af-54c1-43f9-a4ec-fea9744b3563" providerId="ADAL" clId="{5FED732F-5535-4218-B498-E1928A0349A6}" dt="2025-03-04T20:44:43.791" v="5902" actId="47"/>
        <pc:sldMkLst>
          <pc:docMk/>
          <pc:sldMk cId="2528051881" sldId="413"/>
        </pc:sldMkLst>
      </pc:sldChg>
      <pc:sldChg chg="modSp add del mod modClrScheme chgLayout">
        <pc:chgData name="Jenny Díaz Ramírez" userId="df7d83af-54c1-43f9-a4ec-fea9744b3563" providerId="ADAL" clId="{5FED732F-5535-4218-B498-E1928A0349A6}" dt="2025-03-04T20:28:46.865" v="5652" actId="2696"/>
        <pc:sldMkLst>
          <pc:docMk/>
          <pc:sldMk cId="0" sldId="414"/>
        </pc:sldMkLst>
      </pc:sldChg>
      <pc:sldChg chg="modSp add del mod">
        <pc:chgData name="Jenny Díaz Ramírez" userId="df7d83af-54c1-43f9-a4ec-fea9744b3563" providerId="ADAL" clId="{5FED732F-5535-4218-B498-E1928A0349A6}" dt="2025-03-04T20:44:46.679" v="5903" actId="47"/>
        <pc:sldMkLst>
          <pc:docMk/>
          <pc:sldMk cId="2386749056" sldId="414"/>
        </pc:sldMkLst>
      </pc:sldChg>
      <pc:sldChg chg="modSp add del mod modClrScheme chgLayout">
        <pc:chgData name="Jenny Díaz Ramírez" userId="df7d83af-54c1-43f9-a4ec-fea9744b3563" providerId="ADAL" clId="{5FED732F-5535-4218-B498-E1928A0349A6}" dt="2025-03-04T20:28:46.865" v="5652" actId="2696"/>
        <pc:sldMkLst>
          <pc:docMk/>
          <pc:sldMk cId="0" sldId="415"/>
        </pc:sldMkLst>
      </pc:sldChg>
      <pc:sldChg chg="add del">
        <pc:chgData name="Jenny Díaz Ramírez" userId="df7d83af-54c1-43f9-a4ec-fea9744b3563" providerId="ADAL" clId="{5FED732F-5535-4218-B498-E1928A0349A6}" dt="2025-03-04T20:44:48.660" v="5904" actId="47"/>
        <pc:sldMkLst>
          <pc:docMk/>
          <pc:sldMk cId="2415992668" sldId="415"/>
        </pc:sldMkLst>
      </pc:sldChg>
      <pc:sldChg chg="del">
        <pc:chgData name="Jenny Díaz Ramírez" userId="df7d83af-54c1-43f9-a4ec-fea9744b3563" providerId="ADAL" clId="{5FED732F-5535-4218-B498-E1928A0349A6}" dt="2025-02-21T21:42:11.791" v="0" actId="47"/>
        <pc:sldMkLst>
          <pc:docMk/>
          <pc:sldMk cId="0" sldId="418"/>
        </pc:sldMkLst>
      </pc:sldChg>
      <pc:sldChg chg="addSp modSp add mod modClrScheme chgLayout">
        <pc:chgData name="Jenny Díaz Ramírez" userId="df7d83af-54c1-43f9-a4ec-fea9744b3563" providerId="ADAL" clId="{5FED732F-5535-4218-B498-E1928A0349A6}" dt="2025-03-04T21:08:14.044" v="6638"/>
        <pc:sldMkLst>
          <pc:docMk/>
          <pc:sldMk cId="0" sldId="419"/>
        </pc:sldMkLst>
      </pc:sldChg>
      <pc:sldChg chg="modSp add del mod modClrScheme chgLayout">
        <pc:chgData name="Jenny Díaz Ramírez" userId="df7d83af-54c1-43f9-a4ec-fea9744b3563" providerId="ADAL" clId="{5FED732F-5535-4218-B498-E1928A0349A6}" dt="2025-03-04T20:52:00.800" v="6163" actId="47"/>
        <pc:sldMkLst>
          <pc:docMk/>
          <pc:sldMk cId="0" sldId="439"/>
        </pc:sldMkLst>
      </pc:sldChg>
      <pc:sldChg chg="modSp add del mod modClrScheme chgLayout">
        <pc:chgData name="Jenny Díaz Ramírez" userId="df7d83af-54c1-43f9-a4ec-fea9744b3563" providerId="ADAL" clId="{5FED732F-5535-4218-B498-E1928A0349A6}" dt="2025-03-04T20:53:59.352" v="6166" actId="47"/>
        <pc:sldMkLst>
          <pc:docMk/>
          <pc:sldMk cId="0" sldId="440"/>
        </pc:sldMkLst>
      </pc:sldChg>
      <pc:sldChg chg="modSp add del mod modClrScheme chgLayout">
        <pc:chgData name="Jenny Díaz Ramírez" userId="df7d83af-54c1-43f9-a4ec-fea9744b3563" providerId="ADAL" clId="{5FED732F-5535-4218-B498-E1928A0349A6}" dt="2025-03-04T20:54:01.369" v="6167" actId="47"/>
        <pc:sldMkLst>
          <pc:docMk/>
          <pc:sldMk cId="0" sldId="443"/>
        </pc:sldMkLst>
      </pc:sldChg>
      <pc:sldChg chg="addSp delSp modSp add mod modClrScheme chgLayout">
        <pc:chgData name="Jenny Díaz Ramírez" userId="df7d83af-54c1-43f9-a4ec-fea9744b3563" providerId="ADAL" clId="{5FED732F-5535-4218-B498-E1928A0349A6}" dt="2025-03-04T21:08:12.632" v="6637"/>
        <pc:sldMkLst>
          <pc:docMk/>
          <pc:sldMk cId="0" sldId="444"/>
        </pc:sldMkLst>
        <pc:spChg chg="mod ord">
          <ac:chgData name="Jenny Díaz Ramírez" userId="df7d83af-54c1-43f9-a4ec-fea9744b3563" providerId="ADAL" clId="{5FED732F-5535-4218-B498-E1928A0349A6}" dt="2025-03-04T20:55:51.682" v="6249" actId="14100"/>
          <ac:spMkLst>
            <pc:docMk/>
            <pc:sldMk cId="0" sldId="444"/>
            <ac:spMk id="35843" creationId="{00000000-0000-0000-0000-000000000000}"/>
          </ac:spMkLst>
        </pc:spChg>
      </pc:sldChg>
      <pc:sldChg chg="modSp add del mod">
        <pc:chgData name="Jenny Díaz Ramírez" userId="df7d83af-54c1-43f9-a4ec-fea9744b3563" providerId="ADAL" clId="{5FED732F-5535-4218-B498-E1928A0349A6}" dt="2025-03-04T20:51:47.798" v="6160" actId="47"/>
        <pc:sldMkLst>
          <pc:docMk/>
          <pc:sldMk cId="1676458182" sldId="454"/>
        </pc:sldMkLst>
      </pc:sldChg>
      <pc:sldChg chg="modSp add del mod modClrScheme chgLayout">
        <pc:chgData name="Jenny Díaz Ramírez" userId="df7d83af-54c1-43f9-a4ec-fea9744b3563" providerId="ADAL" clId="{5FED732F-5535-4218-B498-E1928A0349A6}" dt="2025-03-04T20:28:46.865" v="5652" actId="2696"/>
        <pc:sldMkLst>
          <pc:docMk/>
          <pc:sldMk cId="1878908121" sldId="454"/>
        </pc:sldMkLst>
      </pc:sldChg>
      <pc:sldChg chg="modSp add del mod modClrScheme chgLayout">
        <pc:chgData name="Jenny Díaz Ramírez" userId="df7d83af-54c1-43f9-a4ec-fea9744b3563" providerId="ADAL" clId="{5FED732F-5535-4218-B498-E1928A0349A6}" dt="2025-03-04T20:28:46.865" v="5652" actId="2696"/>
        <pc:sldMkLst>
          <pc:docMk/>
          <pc:sldMk cId="761789482" sldId="455"/>
        </pc:sldMkLst>
      </pc:sldChg>
      <pc:sldChg chg="add del modAnim">
        <pc:chgData name="Jenny Díaz Ramírez" userId="df7d83af-54c1-43f9-a4ec-fea9744b3563" providerId="ADAL" clId="{5FED732F-5535-4218-B498-E1928A0349A6}" dt="2025-03-04T20:51:48.309" v="6161" actId="47"/>
        <pc:sldMkLst>
          <pc:docMk/>
          <pc:sldMk cId="4224181420" sldId="455"/>
        </pc:sldMkLst>
      </pc:sldChg>
      <pc:sldChg chg="add del">
        <pc:chgData name="Jenny Díaz Ramírez" userId="df7d83af-54c1-43f9-a4ec-fea9744b3563" providerId="ADAL" clId="{5FED732F-5535-4218-B498-E1928A0349A6}" dt="2025-02-21T21:46:57.525" v="5" actId="47"/>
        <pc:sldMkLst>
          <pc:docMk/>
          <pc:sldMk cId="0" sldId="456"/>
        </pc:sldMkLst>
      </pc:sldChg>
      <pc:sldChg chg="addSp delSp modSp add mod delAnim modAnim">
        <pc:chgData name="Jenny Díaz Ramírez" userId="df7d83af-54c1-43f9-a4ec-fea9744b3563" providerId="ADAL" clId="{5FED732F-5535-4218-B498-E1928A0349A6}" dt="2025-03-04T21:08:42.634" v="6646"/>
        <pc:sldMkLst>
          <pc:docMk/>
          <pc:sldMk cId="962394125" sldId="456"/>
        </pc:sldMkLst>
      </pc:sldChg>
      <pc:sldChg chg="add del">
        <pc:chgData name="Jenny Díaz Ramírez" userId="df7d83af-54c1-43f9-a4ec-fea9744b3563" providerId="ADAL" clId="{5FED732F-5535-4218-B498-E1928A0349A6}" dt="2025-02-21T21:46:57.525" v="5" actId="47"/>
        <pc:sldMkLst>
          <pc:docMk/>
          <pc:sldMk cId="0" sldId="457"/>
        </pc:sldMkLst>
      </pc:sldChg>
      <pc:sldChg chg="addSp delSp modSp add mod ord">
        <pc:chgData name="Jenny Díaz Ramírez" userId="df7d83af-54c1-43f9-a4ec-fea9744b3563" providerId="ADAL" clId="{5FED732F-5535-4218-B498-E1928A0349A6}" dt="2025-03-04T21:08:54.086" v="6651"/>
        <pc:sldMkLst>
          <pc:docMk/>
          <pc:sldMk cId="2127657467" sldId="457"/>
        </pc:sldMkLst>
      </pc:sldChg>
      <pc:sldChg chg="add del">
        <pc:chgData name="Jenny Díaz Ramírez" userId="df7d83af-54c1-43f9-a4ec-fea9744b3563" providerId="ADAL" clId="{5FED732F-5535-4218-B498-E1928A0349A6}" dt="2025-02-21T21:46:57.525" v="5" actId="47"/>
        <pc:sldMkLst>
          <pc:docMk/>
          <pc:sldMk cId="0" sldId="458"/>
        </pc:sldMkLst>
      </pc:sldChg>
      <pc:sldChg chg="addSp delSp modSp add mod">
        <pc:chgData name="Jenny Díaz Ramírez" userId="df7d83af-54c1-43f9-a4ec-fea9744b3563" providerId="ADAL" clId="{5FED732F-5535-4218-B498-E1928A0349A6}" dt="2025-03-04T21:08:40.561" v="6645"/>
        <pc:sldMkLst>
          <pc:docMk/>
          <pc:sldMk cId="2170225467" sldId="458"/>
        </pc:sldMkLst>
      </pc:sldChg>
      <pc:sldChg chg="add del">
        <pc:chgData name="Jenny Díaz Ramírez" userId="df7d83af-54c1-43f9-a4ec-fea9744b3563" providerId="ADAL" clId="{5FED732F-5535-4218-B498-E1928A0349A6}" dt="2025-02-21T21:46:57.525" v="5" actId="47"/>
        <pc:sldMkLst>
          <pc:docMk/>
          <pc:sldMk cId="0" sldId="459"/>
        </pc:sldMkLst>
      </pc:sldChg>
      <pc:sldChg chg="addSp delSp modSp add mod">
        <pc:chgData name="Jenny Díaz Ramírez" userId="df7d83af-54c1-43f9-a4ec-fea9744b3563" providerId="ADAL" clId="{5FED732F-5535-4218-B498-E1928A0349A6}" dt="2025-03-04T21:08:38.777" v="6644"/>
        <pc:sldMkLst>
          <pc:docMk/>
          <pc:sldMk cId="3535910149" sldId="459"/>
        </pc:sldMkLst>
      </pc:sldChg>
      <pc:sldChg chg="add del">
        <pc:chgData name="Jenny Díaz Ramírez" userId="df7d83af-54c1-43f9-a4ec-fea9744b3563" providerId="ADAL" clId="{5FED732F-5535-4218-B498-E1928A0349A6}" dt="2025-02-21T21:46:57.525" v="5" actId="47"/>
        <pc:sldMkLst>
          <pc:docMk/>
          <pc:sldMk cId="0" sldId="460"/>
        </pc:sldMkLst>
      </pc:sldChg>
      <pc:sldChg chg="addSp modSp new del mod">
        <pc:chgData name="Jenny Díaz Ramírez" userId="df7d83af-54c1-43f9-a4ec-fea9744b3563" providerId="ADAL" clId="{5FED732F-5535-4218-B498-E1928A0349A6}" dt="2025-03-04T18:01:02.954" v="2503" actId="47"/>
        <pc:sldMkLst>
          <pc:docMk/>
          <pc:sldMk cId="409906503" sldId="460"/>
        </pc:sldMkLst>
      </pc:sldChg>
      <pc:sldChg chg="addSp delSp modSp add mod delAnim modAnim">
        <pc:chgData name="Jenny Díaz Ramírez" userId="df7d83af-54c1-43f9-a4ec-fea9744b3563" providerId="ADAL" clId="{5FED732F-5535-4218-B498-E1928A0349A6}" dt="2025-03-04T20:48:44.376" v="6048" actId="207"/>
        <pc:sldMkLst>
          <pc:docMk/>
          <pc:sldMk cId="1789778386" sldId="460"/>
        </pc:sldMkLst>
      </pc:sldChg>
      <pc:sldChg chg="add del">
        <pc:chgData name="Jenny Díaz Ramírez" userId="df7d83af-54c1-43f9-a4ec-fea9744b3563" providerId="ADAL" clId="{5FED732F-5535-4218-B498-E1928A0349A6}" dt="2025-02-21T21:46:57.525" v="5" actId="47"/>
        <pc:sldMkLst>
          <pc:docMk/>
          <pc:sldMk cId="0" sldId="461"/>
        </pc:sldMkLst>
      </pc:sldChg>
      <pc:sldChg chg="new del">
        <pc:chgData name="Jenny Díaz Ramírez" userId="df7d83af-54c1-43f9-a4ec-fea9744b3563" providerId="ADAL" clId="{5FED732F-5535-4218-B498-E1928A0349A6}" dt="2025-03-04T20:44:50.452" v="5905" actId="47"/>
        <pc:sldMkLst>
          <pc:docMk/>
          <pc:sldMk cId="581296913" sldId="461"/>
        </pc:sldMkLst>
      </pc:sldChg>
      <pc:sldChg chg="addSp modSp add">
        <pc:chgData name="Jenny Díaz Ramírez" userId="df7d83af-54c1-43f9-a4ec-fea9744b3563" providerId="ADAL" clId="{5FED732F-5535-4218-B498-E1928A0349A6}" dt="2025-03-04T21:08:51.462" v="6650"/>
        <pc:sldMkLst>
          <pc:docMk/>
          <pc:sldMk cId="2960425798" sldId="461"/>
        </pc:sldMkLst>
      </pc:sldChg>
      <pc:sldChg chg="add del">
        <pc:chgData name="Jenny Díaz Ramírez" userId="df7d83af-54c1-43f9-a4ec-fea9744b3563" providerId="ADAL" clId="{5FED732F-5535-4218-B498-E1928A0349A6}" dt="2025-02-21T21:46:57.525" v="5" actId="47"/>
        <pc:sldMkLst>
          <pc:docMk/>
          <pc:sldMk cId="0" sldId="462"/>
        </pc:sldMkLst>
      </pc:sldChg>
      <pc:sldChg chg="modSp add mod">
        <pc:chgData name="Jenny Díaz Ramírez" userId="df7d83af-54c1-43f9-a4ec-fea9744b3563" providerId="ADAL" clId="{5FED732F-5535-4218-B498-E1928A0349A6}" dt="2025-03-04T20:51:34.667" v="6159" actId="5793"/>
        <pc:sldMkLst>
          <pc:docMk/>
          <pc:sldMk cId="3202899101" sldId="462"/>
        </pc:sldMkLst>
      </pc:sldChg>
      <pc:sldChg chg="addSp modSp add mod">
        <pc:chgData name="Jenny Díaz Ramírez" userId="df7d83af-54c1-43f9-a4ec-fea9744b3563" providerId="ADAL" clId="{5FED732F-5535-4218-B498-E1928A0349A6}" dt="2025-03-04T21:08:49.424" v="6649"/>
        <pc:sldMkLst>
          <pc:docMk/>
          <pc:sldMk cId="3527947326" sldId="463"/>
        </pc:sldMkLst>
      </pc:sldChg>
      <pc:sldMasterChg chg="addSp modSp mod delSldLayout modSldLayout">
        <pc:chgData name="Jenny Díaz Ramírez" userId="df7d83af-54c1-43f9-a4ec-fea9744b3563" providerId="ADAL" clId="{5FED732F-5535-4218-B498-E1928A0349A6}" dt="2025-03-04T21:06:47.524" v="6604" actId="2085"/>
        <pc:sldMasterMkLst>
          <pc:docMk/>
          <pc:sldMasterMk cId="3515892240" sldId="2147483658"/>
        </pc:sldMasterMkLst>
        <pc:spChg chg="add mod">
          <ac:chgData name="Jenny Díaz Ramírez" userId="df7d83af-54c1-43f9-a4ec-fea9744b3563" providerId="ADAL" clId="{5FED732F-5535-4218-B498-E1928A0349A6}" dt="2025-03-04T21:06:02.336" v="6599" actId="1076"/>
          <ac:spMkLst>
            <pc:docMk/>
            <pc:sldMasterMk cId="3515892240" sldId="2147483658"/>
            <ac:spMk id="2" creationId="{C2546159-F0F2-8EF7-2A00-F60D135BCBED}"/>
          </ac:spMkLst>
        </pc:spChg>
        <pc:sldLayoutChg chg="addSp modSp mod">
          <pc:chgData name="Jenny Díaz Ramírez" userId="df7d83af-54c1-43f9-a4ec-fea9744b3563" providerId="ADAL" clId="{5FED732F-5535-4218-B498-E1928A0349A6}" dt="2025-03-04T21:06:47.524" v="6604" actId="2085"/>
          <pc:sldLayoutMkLst>
            <pc:docMk/>
            <pc:sldMasterMk cId="3515892240" sldId="2147483658"/>
            <pc:sldLayoutMk cId="2027108532" sldId="2147483659"/>
          </pc:sldLayoutMkLst>
          <pc:spChg chg="add mod">
            <ac:chgData name="Jenny Díaz Ramírez" userId="df7d83af-54c1-43f9-a4ec-fea9744b3563" providerId="ADAL" clId="{5FED732F-5535-4218-B498-E1928A0349A6}" dt="2025-03-04T21:06:47.524" v="6604" actId="2085"/>
            <ac:spMkLst>
              <pc:docMk/>
              <pc:sldMasterMk cId="3515892240" sldId="2147483658"/>
              <pc:sldLayoutMk cId="2027108532" sldId="2147483659"/>
              <ac:spMk id="3" creationId="{A8D85A20-4E16-9E1A-F4A1-F75F389B3404}"/>
            </ac:spMkLst>
          </pc:spChg>
        </pc:sldLayoutChg>
        <pc:sldLayoutChg chg="del">
          <pc:chgData name="Jenny Díaz Ramírez" userId="df7d83af-54c1-43f9-a4ec-fea9744b3563" providerId="ADAL" clId="{5FED732F-5535-4218-B498-E1928A0349A6}" dt="2025-03-04T18:53:46.496" v="5149" actId="47"/>
          <pc:sldLayoutMkLst>
            <pc:docMk/>
            <pc:sldMasterMk cId="3515892240" sldId="2147483658"/>
            <pc:sldLayoutMk cId="502455585" sldId="2147483699"/>
          </pc:sldLayoutMkLst>
        </pc:sldLayoutChg>
        <pc:sldLayoutChg chg="addSp modSp mod">
          <pc:chgData name="Jenny Díaz Ramírez" userId="df7d83af-54c1-43f9-a4ec-fea9744b3563" providerId="ADAL" clId="{5FED732F-5535-4218-B498-E1928A0349A6}" dt="2025-02-21T22:15:44.254" v="19" actId="208"/>
          <pc:sldLayoutMkLst>
            <pc:docMk/>
            <pc:sldMasterMk cId="3515892240" sldId="2147483658"/>
            <pc:sldLayoutMk cId="2598890964" sldId="2147483700"/>
          </pc:sldLayoutMkLst>
          <pc:spChg chg="add mod">
            <ac:chgData name="Jenny Díaz Ramírez" userId="df7d83af-54c1-43f9-a4ec-fea9744b3563" providerId="ADAL" clId="{5FED732F-5535-4218-B498-E1928A0349A6}" dt="2025-02-21T22:15:44.254" v="19" actId="208"/>
            <ac:spMkLst>
              <pc:docMk/>
              <pc:sldMasterMk cId="3515892240" sldId="2147483658"/>
              <pc:sldLayoutMk cId="2598890964" sldId="2147483700"/>
              <ac:spMk id="5" creationId="{11FD6F5B-5699-C766-5D8B-7805E561F43D}"/>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Jenny%20Diaz\Mis%20documentos\IN00841%20IDOI%20AD08\Presentaciones\base%20pres%20grafic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Documents%20and%20Settings\Jenny%20Diaz\Mis%20documentos\IN00841%20IDOI%20AD08\Presentaciones\base%20pres%20grafica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Documents%20and%20Settings\Jenny%20Diaz\Mis%20documentos\IN00841%20IDOI%20AD08\Presentaciones\base%20pres%20grafic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8.8932725514573874E-2"/>
          <c:y val="4.8062855779391213E-2"/>
          <c:w val="0.73811086246960256"/>
          <c:h val="0.83604644750145551"/>
        </c:manualLayout>
      </c:layout>
      <c:scatterChart>
        <c:scatterStyle val="lineMarker"/>
        <c:varyColors val="0"/>
        <c:ser>
          <c:idx val="1"/>
          <c:order val="0"/>
          <c:tx>
            <c:strRef>
              <c:f>Hoja1!$I$136</c:f>
              <c:strCache>
                <c:ptCount val="1"/>
                <c:pt idx="0">
                  <c:v>(1)</c:v>
                </c:pt>
              </c:strCache>
            </c:strRef>
          </c:tx>
          <c:marker>
            <c:symbol val="none"/>
          </c:marker>
          <c:xVal>
            <c:numRef>
              <c:f>Hoja1!$I$164:$I$165</c:f>
              <c:numCache>
                <c:formatCode>General</c:formatCode>
                <c:ptCount val="2"/>
                <c:pt idx="0">
                  <c:v>0</c:v>
                </c:pt>
                <c:pt idx="1">
                  <c:v>4</c:v>
                </c:pt>
              </c:numCache>
            </c:numRef>
          </c:xVal>
          <c:yVal>
            <c:numRef>
              <c:f>Hoja1!$J$164:$J$165</c:f>
              <c:numCache>
                <c:formatCode>General</c:formatCode>
                <c:ptCount val="2"/>
                <c:pt idx="0">
                  <c:v>8</c:v>
                </c:pt>
                <c:pt idx="1">
                  <c:v>0</c:v>
                </c:pt>
              </c:numCache>
            </c:numRef>
          </c:yVal>
          <c:smooth val="0"/>
          <c:extLst>
            <c:ext xmlns:c16="http://schemas.microsoft.com/office/drawing/2014/chart" uri="{C3380CC4-5D6E-409C-BE32-E72D297353CC}">
              <c16:uniqueId val="{00000001-8090-428E-AAFC-83A73212F02C}"/>
            </c:ext>
          </c:extLst>
        </c:ser>
        <c:ser>
          <c:idx val="2"/>
          <c:order val="1"/>
          <c:tx>
            <c:strRef>
              <c:f>Hoja1!$L$136</c:f>
              <c:strCache>
                <c:ptCount val="1"/>
                <c:pt idx="0">
                  <c:v>(2)</c:v>
                </c:pt>
              </c:strCache>
            </c:strRef>
          </c:tx>
          <c:spPr>
            <a:ln>
              <a:solidFill>
                <a:schemeClr val="bg1"/>
              </a:solidFill>
            </a:ln>
          </c:spPr>
          <c:marker>
            <c:symbol val="none"/>
          </c:marker>
          <c:xVal>
            <c:numRef>
              <c:f>Hoja1!$I$167:$I$168</c:f>
              <c:numCache>
                <c:formatCode>General</c:formatCode>
                <c:ptCount val="2"/>
                <c:pt idx="0">
                  <c:v>0</c:v>
                </c:pt>
                <c:pt idx="1">
                  <c:v>8</c:v>
                </c:pt>
              </c:numCache>
            </c:numRef>
          </c:xVal>
          <c:yVal>
            <c:numRef>
              <c:f>Hoja1!$J$167:$J$168</c:f>
              <c:numCache>
                <c:formatCode>General</c:formatCode>
                <c:ptCount val="2"/>
                <c:pt idx="0" formatCode="0.00">
                  <c:v>2.6666666666666665</c:v>
                </c:pt>
                <c:pt idx="1">
                  <c:v>0</c:v>
                </c:pt>
              </c:numCache>
            </c:numRef>
          </c:yVal>
          <c:smooth val="0"/>
          <c:extLst>
            <c:ext xmlns:c16="http://schemas.microsoft.com/office/drawing/2014/chart" uri="{C3380CC4-5D6E-409C-BE32-E72D297353CC}">
              <c16:uniqueId val="{00000002-8090-428E-AAFC-83A73212F02C}"/>
            </c:ext>
          </c:extLst>
        </c:ser>
        <c:dLbls>
          <c:showLegendKey val="0"/>
          <c:showVal val="0"/>
          <c:showCatName val="0"/>
          <c:showSerName val="0"/>
          <c:showPercent val="0"/>
          <c:showBubbleSize val="0"/>
        </c:dLbls>
        <c:axId val="519461376"/>
        <c:axId val="519461768"/>
      </c:scatterChart>
      <c:valAx>
        <c:axId val="519461376"/>
        <c:scaling>
          <c:orientation val="minMax"/>
        </c:scaling>
        <c:delete val="0"/>
        <c:axPos val="b"/>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768"/>
        <c:crosses val="autoZero"/>
        <c:crossBetween val="midCat"/>
        <c:majorUnit val="1"/>
      </c:valAx>
      <c:valAx>
        <c:axId val="519461768"/>
        <c:scaling>
          <c:orientation val="minMax"/>
        </c:scaling>
        <c:delete val="0"/>
        <c:axPos val="l"/>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376"/>
        <c:crosses val="autoZero"/>
        <c:crossBetween val="midCat"/>
      </c:valAx>
      <c:spPr>
        <a:ln>
          <a:solidFill>
            <a:schemeClr val="tx1">
              <a:lumMod val="85000"/>
            </a:schemeClr>
          </a:solidFill>
        </a:ln>
      </c:spPr>
    </c:plotArea>
    <c:legend>
      <c:legendPos val="b"/>
      <c:layout>
        <c:manualLayout>
          <c:xMode val="edge"/>
          <c:yMode val="edge"/>
          <c:x val="0.87003560357619036"/>
          <c:y val="0.23515916541560711"/>
          <c:w val="0.12642165716883988"/>
          <c:h val="0.44922781539467133"/>
        </c:manualLayout>
      </c:layout>
      <c:overlay val="0"/>
      <c:txPr>
        <a:bodyPr/>
        <a:lstStyle/>
        <a:p>
          <a:pPr>
            <a:defRPr>
              <a:solidFill>
                <a:schemeClr val="bg1"/>
              </a:solidFill>
            </a:defRPr>
          </a:pPr>
          <a:endParaRPr lang="es-MX"/>
        </a:p>
      </c:txPr>
    </c:legend>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8.8932725514573874E-2"/>
          <c:y val="4.8062855779391213E-2"/>
          <c:w val="0.73811086246960256"/>
          <c:h val="0.83604644750145551"/>
        </c:manualLayout>
      </c:layout>
      <c:scatterChart>
        <c:scatterStyle val="lineMarker"/>
        <c:varyColors val="0"/>
        <c:ser>
          <c:idx val="1"/>
          <c:order val="0"/>
          <c:tx>
            <c:strRef>
              <c:f>Hoja1!$I$136</c:f>
              <c:strCache>
                <c:ptCount val="1"/>
                <c:pt idx="0">
                  <c:v>(1)</c:v>
                </c:pt>
              </c:strCache>
            </c:strRef>
          </c:tx>
          <c:marker>
            <c:symbol val="none"/>
          </c:marker>
          <c:xVal>
            <c:numRef>
              <c:f>Hoja1!$I$164:$I$165</c:f>
              <c:numCache>
                <c:formatCode>General</c:formatCode>
                <c:ptCount val="2"/>
                <c:pt idx="0">
                  <c:v>0</c:v>
                </c:pt>
                <c:pt idx="1">
                  <c:v>4</c:v>
                </c:pt>
              </c:numCache>
            </c:numRef>
          </c:xVal>
          <c:yVal>
            <c:numRef>
              <c:f>Hoja1!$J$164:$J$165</c:f>
              <c:numCache>
                <c:formatCode>General</c:formatCode>
                <c:ptCount val="2"/>
                <c:pt idx="0">
                  <c:v>8</c:v>
                </c:pt>
                <c:pt idx="1">
                  <c:v>0</c:v>
                </c:pt>
              </c:numCache>
            </c:numRef>
          </c:yVal>
          <c:smooth val="0"/>
          <c:extLst>
            <c:ext xmlns:c16="http://schemas.microsoft.com/office/drawing/2014/chart" uri="{C3380CC4-5D6E-409C-BE32-E72D297353CC}">
              <c16:uniqueId val="{00000001-8090-428E-AAFC-83A73212F02C}"/>
            </c:ext>
          </c:extLst>
        </c:ser>
        <c:ser>
          <c:idx val="2"/>
          <c:order val="1"/>
          <c:tx>
            <c:strRef>
              <c:f>Hoja1!$L$136</c:f>
              <c:strCache>
                <c:ptCount val="1"/>
                <c:pt idx="0">
                  <c:v>(2)</c:v>
                </c:pt>
              </c:strCache>
            </c:strRef>
          </c:tx>
          <c:spPr>
            <a:ln>
              <a:solidFill>
                <a:schemeClr val="bg1"/>
              </a:solidFill>
            </a:ln>
          </c:spPr>
          <c:marker>
            <c:symbol val="none"/>
          </c:marker>
          <c:xVal>
            <c:numRef>
              <c:f>Hoja1!$I$167:$I$168</c:f>
              <c:numCache>
                <c:formatCode>General</c:formatCode>
                <c:ptCount val="2"/>
                <c:pt idx="0">
                  <c:v>0</c:v>
                </c:pt>
                <c:pt idx="1">
                  <c:v>8</c:v>
                </c:pt>
              </c:numCache>
            </c:numRef>
          </c:xVal>
          <c:yVal>
            <c:numRef>
              <c:f>Hoja1!$J$167:$J$168</c:f>
              <c:numCache>
                <c:formatCode>General</c:formatCode>
                <c:ptCount val="2"/>
                <c:pt idx="0" formatCode="0.00">
                  <c:v>2.6666666666666665</c:v>
                </c:pt>
                <c:pt idx="1">
                  <c:v>0</c:v>
                </c:pt>
              </c:numCache>
            </c:numRef>
          </c:yVal>
          <c:smooth val="0"/>
          <c:extLst>
            <c:ext xmlns:c16="http://schemas.microsoft.com/office/drawing/2014/chart" uri="{C3380CC4-5D6E-409C-BE32-E72D297353CC}">
              <c16:uniqueId val="{00000002-8090-428E-AAFC-83A73212F02C}"/>
            </c:ext>
          </c:extLst>
        </c:ser>
        <c:dLbls>
          <c:showLegendKey val="0"/>
          <c:showVal val="0"/>
          <c:showCatName val="0"/>
          <c:showSerName val="0"/>
          <c:showPercent val="0"/>
          <c:showBubbleSize val="0"/>
        </c:dLbls>
        <c:axId val="519461376"/>
        <c:axId val="519461768"/>
      </c:scatterChart>
      <c:valAx>
        <c:axId val="519461376"/>
        <c:scaling>
          <c:orientation val="minMax"/>
        </c:scaling>
        <c:delete val="0"/>
        <c:axPos val="b"/>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768"/>
        <c:crosses val="autoZero"/>
        <c:crossBetween val="midCat"/>
        <c:majorUnit val="1"/>
      </c:valAx>
      <c:valAx>
        <c:axId val="519461768"/>
        <c:scaling>
          <c:orientation val="minMax"/>
        </c:scaling>
        <c:delete val="0"/>
        <c:axPos val="l"/>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376"/>
        <c:crosses val="autoZero"/>
        <c:crossBetween val="midCat"/>
      </c:valAx>
      <c:spPr>
        <a:ln>
          <a:solidFill>
            <a:schemeClr val="tx1">
              <a:lumMod val="85000"/>
            </a:schemeClr>
          </a:solidFill>
        </a:ln>
      </c:spPr>
    </c:plotArea>
    <c:legend>
      <c:legendPos val="b"/>
      <c:layout>
        <c:manualLayout>
          <c:xMode val="edge"/>
          <c:yMode val="edge"/>
          <c:x val="0.87003560357619036"/>
          <c:y val="0.23515916541560711"/>
          <c:w val="0.12642165716883988"/>
          <c:h val="0.44922781539467133"/>
        </c:manualLayout>
      </c:layout>
      <c:overlay val="0"/>
      <c:txPr>
        <a:bodyPr/>
        <a:lstStyle/>
        <a:p>
          <a:pPr>
            <a:defRPr>
              <a:solidFill>
                <a:schemeClr val="bg1"/>
              </a:solidFill>
            </a:defRPr>
          </a:pPr>
          <a:endParaRPr lang="es-MX"/>
        </a:p>
      </c:txPr>
    </c:legend>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8.8932725514573874E-2"/>
          <c:y val="4.8062855779391213E-2"/>
          <c:w val="0.73811086246960256"/>
          <c:h val="0.83604644750145551"/>
        </c:manualLayout>
      </c:layout>
      <c:scatterChart>
        <c:scatterStyle val="lineMarker"/>
        <c:varyColors val="0"/>
        <c:ser>
          <c:idx val="1"/>
          <c:order val="0"/>
          <c:tx>
            <c:strRef>
              <c:f>Hoja1!$I$136</c:f>
              <c:strCache>
                <c:ptCount val="1"/>
                <c:pt idx="0">
                  <c:v>(1)</c:v>
                </c:pt>
              </c:strCache>
            </c:strRef>
          </c:tx>
          <c:marker>
            <c:symbol val="none"/>
          </c:marker>
          <c:xVal>
            <c:numRef>
              <c:f>Hoja1!$I$164:$I$165</c:f>
              <c:numCache>
                <c:formatCode>General</c:formatCode>
                <c:ptCount val="2"/>
                <c:pt idx="0">
                  <c:v>0</c:v>
                </c:pt>
                <c:pt idx="1">
                  <c:v>4</c:v>
                </c:pt>
              </c:numCache>
            </c:numRef>
          </c:xVal>
          <c:yVal>
            <c:numRef>
              <c:f>Hoja1!$J$164:$J$165</c:f>
              <c:numCache>
                <c:formatCode>General</c:formatCode>
                <c:ptCount val="2"/>
                <c:pt idx="0">
                  <c:v>8</c:v>
                </c:pt>
                <c:pt idx="1">
                  <c:v>0</c:v>
                </c:pt>
              </c:numCache>
            </c:numRef>
          </c:yVal>
          <c:smooth val="0"/>
          <c:extLst>
            <c:ext xmlns:c16="http://schemas.microsoft.com/office/drawing/2014/chart" uri="{C3380CC4-5D6E-409C-BE32-E72D297353CC}">
              <c16:uniqueId val="{00000001-8090-428E-AAFC-83A73212F02C}"/>
            </c:ext>
          </c:extLst>
        </c:ser>
        <c:ser>
          <c:idx val="2"/>
          <c:order val="1"/>
          <c:tx>
            <c:strRef>
              <c:f>Hoja1!$L$136</c:f>
              <c:strCache>
                <c:ptCount val="1"/>
                <c:pt idx="0">
                  <c:v>(2)</c:v>
                </c:pt>
              </c:strCache>
            </c:strRef>
          </c:tx>
          <c:spPr>
            <a:ln>
              <a:solidFill>
                <a:schemeClr val="accent3">
                  <a:lumMod val="75000"/>
                </a:schemeClr>
              </a:solidFill>
            </a:ln>
          </c:spPr>
          <c:marker>
            <c:symbol val="none"/>
          </c:marker>
          <c:xVal>
            <c:numRef>
              <c:f>Hoja1!$I$167:$I$168</c:f>
              <c:numCache>
                <c:formatCode>General</c:formatCode>
                <c:ptCount val="2"/>
                <c:pt idx="0">
                  <c:v>0</c:v>
                </c:pt>
                <c:pt idx="1">
                  <c:v>8</c:v>
                </c:pt>
              </c:numCache>
            </c:numRef>
          </c:xVal>
          <c:yVal>
            <c:numRef>
              <c:f>Hoja1!$J$167:$J$168</c:f>
              <c:numCache>
                <c:formatCode>General</c:formatCode>
                <c:ptCount val="2"/>
                <c:pt idx="0" formatCode="0.00">
                  <c:v>2.6666666666666665</c:v>
                </c:pt>
                <c:pt idx="1">
                  <c:v>0</c:v>
                </c:pt>
              </c:numCache>
            </c:numRef>
          </c:yVal>
          <c:smooth val="0"/>
          <c:extLst>
            <c:ext xmlns:c16="http://schemas.microsoft.com/office/drawing/2014/chart" uri="{C3380CC4-5D6E-409C-BE32-E72D297353CC}">
              <c16:uniqueId val="{00000002-8090-428E-AAFC-83A73212F02C}"/>
            </c:ext>
          </c:extLst>
        </c:ser>
        <c:dLbls>
          <c:showLegendKey val="0"/>
          <c:showVal val="0"/>
          <c:showCatName val="0"/>
          <c:showSerName val="0"/>
          <c:showPercent val="0"/>
          <c:showBubbleSize val="0"/>
        </c:dLbls>
        <c:axId val="519461376"/>
        <c:axId val="519461768"/>
      </c:scatterChart>
      <c:valAx>
        <c:axId val="519461376"/>
        <c:scaling>
          <c:orientation val="minMax"/>
        </c:scaling>
        <c:delete val="0"/>
        <c:axPos val="b"/>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768"/>
        <c:crosses val="autoZero"/>
        <c:crossBetween val="midCat"/>
        <c:majorUnit val="1"/>
      </c:valAx>
      <c:valAx>
        <c:axId val="519461768"/>
        <c:scaling>
          <c:orientation val="minMax"/>
        </c:scaling>
        <c:delete val="0"/>
        <c:axPos val="l"/>
        <c:majorGridlines>
          <c:spPr>
            <a:ln>
              <a:solidFill>
                <a:schemeClr val="tx1">
                  <a:lumMod val="85000"/>
                </a:schemeClr>
              </a:solidFill>
            </a:ln>
          </c:spPr>
        </c:majorGridlines>
        <c:numFmt formatCode="General" sourceLinked="1"/>
        <c:majorTickMark val="none"/>
        <c:minorTickMark val="none"/>
        <c:tickLblPos val="nextTo"/>
        <c:txPr>
          <a:bodyPr/>
          <a:lstStyle/>
          <a:p>
            <a:pPr>
              <a:defRPr>
                <a:solidFill>
                  <a:schemeClr val="bg1"/>
                </a:solidFill>
              </a:defRPr>
            </a:pPr>
            <a:endParaRPr lang="es-MX"/>
          </a:p>
        </c:txPr>
        <c:crossAx val="519461376"/>
        <c:crosses val="autoZero"/>
        <c:crossBetween val="midCat"/>
      </c:valAx>
      <c:spPr>
        <a:ln>
          <a:solidFill>
            <a:schemeClr val="tx1">
              <a:lumMod val="85000"/>
            </a:schemeClr>
          </a:solidFill>
        </a:ln>
      </c:spPr>
    </c:plotArea>
    <c:legend>
      <c:legendPos val="b"/>
      <c:layout>
        <c:manualLayout>
          <c:xMode val="edge"/>
          <c:yMode val="edge"/>
          <c:x val="0.87003560357619036"/>
          <c:y val="0.23515916541560711"/>
          <c:w val="0.12642165716883988"/>
          <c:h val="0.44922781539467133"/>
        </c:manualLayout>
      </c:layout>
      <c:overlay val="0"/>
      <c:txPr>
        <a:bodyPr/>
        <a:lstStyle/>
        <a:p>
          <a:pPr>
            <a:defRPr>
              <a:solidFill>
                <a:schemeClr val="bg1"/>
              </a:solidFill>
            </a:defRPr>
          </a:pPr>
          <a:endParaRPr lang="es-MX"/>
        </a:p>
      </c:txPr>
    </c:legend>
    <c:plotVisOnly val="1"/>
    <c:dispBlanksAs val="gap"/>
    <c:showDLblsOverMax val="0"/>
  </c:chart>
  <c:txPr>
    <a:bodyPr/>
    <a:lstStyle/>
    <a:p>
      <a:pPr>
        <a:defRPr sz="1800"/>
      </a:pPr>
      <a:endParaRPr lang="es-MX"/>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520E9D-E1D1-41C5-BB7A-F5DD0C386ACA}" type="doc">
      <dgm:prSet loTypeId="urn:microsoft.com/office/officeart/2005/8/layout/arrow3" loCatId="relationship" qsTypeId="urn:microsoft.com/office/officeart/2005/8/quickstyle/simple1" qsCatId="simple" csTypeId="urn:microsoft.com/office/officeart/2005/8/colors/colorful5" csCatId="colorful" phldr="1"/>
      <dgm:spPr/>
      <dgm:t>
        <a:bodyPr/>
        <a:lstStyle/>
        <a:p>
          <a:endParaRPr lang="es-MX"/>
        </a:p>
      </dgm:t>
    </dgm:pt>
    <dgm:pt modelId="{C1AAB6AF-3A8E-4A4F-835B-C7F5E02C1B62}">
      <dgm:prSet phldrT="[Texto]" custT="1"/>
      <dgm:spPr/>
      <dgm:t>
        <a:bodyPr/>
        <a:lstStyle/>
        <a:p>
          <a:pPr marL="182563" indent="-182563"/>
          <a:r>
            <a:rPr lang="es-MX" sz="1800" dirty="0">
              <a:solidFill>
                <a:schemeClr val="bg1"/>
              </a:solidFill>
            </a:rPr>
            <a:t>Cambios en el lado derecho (</a:t>
          </a:r>
          <a:r>
            <a:rPr lang="es-MX" sz="1800" dirty="0" err="1">
              <a:solidFill>
                <a:schemeClr val="bg1"/>
              </a:solidFill>
            </a:rPr>
            <a:t>bi</a:t>
          </a:r>
          <a:r>
            <a:rPr lang="es-MX" sz="1800" dirty="0">
              <a:solidFill>
                <a:schemeClr val="bg1"/>
              </a:solidFill>
            </a:rPr>
            <a:t>)</a:t>
          </a:r>
        </a:p>
      </dgm:t>
    </dgm:pt>
    <dgm:pt modelId="{C34C43D7-D919-46CB-99D4-1E46DE131129}" type="parTrans" cxnId="{ABAB233D-8117-40E9-A95C-5007D40C1240}">
      <dgm:prSet/>
      <dgm:spPr/>
      <dgm:t>
        <a:bodyPr/>
        <a:lstStyle/>
        <a:p>
          <a:endParaRPr lang="es-MX">
            <a:solidFill>
              <a:schemeClr val="bg1"/>
            </a:solidFill>
          </a:endParaRPr>
        </a:p>
      </dgm:t>
    </dgm:pt>
    <dgm:pt modelId="{C5193CCE-0619-451E-8A87-699F31A6D609}" type="sibTrans" cxnId="{ABAB233D-8117-40E9-A95C-5007D40C1240}">
      <dgm:prSet/>
      <dgm:spPr/>
      <dgm:t>
        <a:bodyPr/>
        <a:lstStyle/>
        <a:p>
          <a:endParaRPr lang="es-MX">
            <a:solidFill>
              <a:schemeClr val="bg1"/>
            </a:solidFill>
          </a:endParaRPr>
        </a:p>
      </dgm:t>
    </dgm:pt>
    <dgm:pt modelId="{5250D80C-4937-425C-AA4B-257A3D8A13FD}">
      <dgm:prSet phldrT="[Texto]" custT="1"/>
      <dgm:spPr/>
      <dgm:t>
        <a:bodyPr/>
        <a:lstStyle/>
        <a:p>
          <a:r>
            <a:rPr lang="es-MX" sz="2400" b="1">
              <a:solidFill>
                <a:schemeClr val="bg1"/>
              </a:solidFill>
            </a:rPr>
            <a:t>Optimalidad</a:t>
          </a:r>
          <a:endParaRPr lang="es-MX" sz="2400" b="1" dirty="0">
            <a:solidFill>
              <a:schemeClr val="bg1"/>
            </a:solidFill>
          </a:endParaRPr>
        </a:p>
      </dgm:t>
    </dgm:pt>
    <dgm:pt modelId="{38D67D68-291C-498B-9C83-4D89D5ECDC5D}" type="parTrans" cxnId="{8E04D3F1-59ED-4C11-B7F6-47028BD623A1}">
      <dgm:prSet/>
      <dgm:spPr/>
      <dgm:t>
        <a:bodyPr/>
        <a:lstStyle/>
        <a:p>
          <a:endParaRPr lang="es-MX">
            <a:solidFill>
              <a:schemeClr val="bg1"/>
            </a:solidFill>
          </a:endParaRPr>
        </a:p>
      </dgm:t>
    </dgm:pt>
    <dgm:pt modelId="{F997BA8C-09C7-497F-AD82-527270447849}" type="sibTrans" cxnId="{8E04D3F1-59ED-4C11-B7F6-47028BD623A1}">
      <dgm:prSet/>
      <dgm:spPr/>
      <dgm:t>
        <a:bodyPr/>
        <a:lstStyle/>
        <a:p>
          <a:endParaRPr lang="es-MX">
            <a:solidFill>
              <a:schemeClr val="bg1"/>
            </a:solidFill>
          </a:endParaRPr>
        </a:p>
      </dgm:t>
    </dgm:pt>
    <dgm:pt modelId="{0CB0A31F-5944-4CDD-A598-21652F463A93}">
      <dgm:prSet custT="1"/>
      <dgm:spPr/>
      <dgm:t>
        <a:bodyPr/>
        <a:lstStyle/>
        <a:p>
          <a:pPr marL="182563" indent="-182563"/>
          <a:r>
            <a:rPr lang="es-MX" sz="1800" dirty="0">
              <a:solidFill>
                <a:schemeClr val="bg1"/>
              </a:solidFill>
            </a:rPr>
            <a:t>Adición de una nueva restricción</a:t>
          </a:r>
        </a:p>
      </dgm:t>
    </dgm:pt>
    <dgm:pt modelId="{2D0532DD-1248-4406-B87B-389480F8584F}" type="parTrans" cxnId="{9399484A-7293-45B4-B4E5-21CE02D94C82}">
      <dgm:prSet/>
      <dgm:spPr/>
      <dgm:t>
        <a:bodyPr/>
        <a:lstStyle/>
        <a:p>
          <a:endParaRPr lang="es-MX">
            <a:solidFill>
              <a:schemeClr val="bg1"/>
            </a:solidFill>
          </a:endParaRPr>
        </a:p>
      </dgm:t>
    </dgm:pt>
    <dgm:pt modelId="{AC62A02A-4130-489C-BEDD-5BE2600133A8}" type="sibTrans" cxnId="{9399484A-7293-45B4-B4E5-21CE02D94C82}">
      <dgm:prSet/>
      <dgm:spPr/>
      <dgm:t>
        <a:bodyPr/>
        <a:lstStyle/>
        <a:p>
          <a:endParaRPr lang="es-MX">
            <a:solidFill>
              <a:schemeClr val="bg1"/>
            </a:solidFill>
          </a:endParaRPr>
        </a:p>
      </dgm:t>
    </dgm:pt>
    <dgm:pt modelId="{AC1C88BA-3EE9-4A20-B687-5647A903AE8B}">
      <dgm:prSet custT="1"/>
      <dgm:spPr/>
      <dgm:t>
        <a:bodyPr/>
        <a:lstStyle/>
        <a:p>
          <a:pPr marL="182563" indent="-182563"/>
          <a:r>
            <a:rPr lang="es-MX" sz="1800" dirty="0">
              <a:solidFill>
                <a:schemeClr val="bg1"/>
              </a:solidFill>
            </a:rPr>
            <a:t>Rangos de factibilidad (para </a:t>
          </a:r>
          <a:r>
            <a:rPr lang="es-MX" sz="1800" dirty="0" err="1">
              <a:solidFill>
                <a:schemeClr val="bg1"/>
              </a:solidFill>
            </a:rPr>
            <a:t>bi</a:t>
          </a:r>
          <a:r>
            <a:rPr lang="es-MX" sz="1800" dirty="0">
              <a:solidFill>
                <a:schemeClr val="bg1"/>
              </a:solidFill>
            </a:rPr>
            <a:t> y </a:t>
          </a:r>
          <a:r>
            <a:rPr lang="es-MX" sz="1800" dirty="0" err="1">
              <a:solidFill>
                <a:schemeClr val="bg1"/>
              </a:solidFill>
            </a:rPr>
            <a:t>aij</a:t>
          </a:r>
          <a:r>
            <a:rPr lang="es-MX" sz="1800" dirty="0">
              <a:solidFill>
                <a:schemeClr val="bg1"/>
              </a:solidFill>
            </a:rPr>
            <a:t>)</a:t>
          </a:r>
        </a:p>
      </dgm:t>
    </dgm:pt>
    <dgm:pt modelId="{4418CFC2-CCF2-4150-A481-D22A07B69C42}" type="parTrans" cxnId="{A2825986-7FC4-433D-8F6F-97352C60093A}">
      <dgm:prSet/>
      <dgm:spPr/>
      <dgm:t>
        <a:bodyPr/>
        <a:lstStyle/>
        <a:p>
          <a:endParaRPr lang="es-MX">
            <a:solidFill>
              <a:schemeClr val="bg1"/>
            </a:solidFill>
          </a:endParaRPr>
        </a:p>
      </dgm:t>
    </dgm:pt>
    <dgm:pt modelId="{F4913AFE-3BD3-4DAE-A947-BA640EAE47A5}" type="sibTrans" cxnId="{A2825986-7FC4-433D-8F6F-97352C60093A}">
      <dgm:prSet/>
      <dgm:spPr/>
      <dgm:t>
        <a:bodyPr/>
        <a:lstStyle/>
        <a:p>
          <a:endParaRPr lang="es-MX">
            <a:solidFill>
              <a:schemeClr val="bg1"/>
            </a:solidFill>
          </a:endParaRPr>
        </a:p>
      </dgm:t>
    </dgm:pt>
    <dgm:pt modelId="{51C7C388-C418-4298-AEB3-5C4D408A9296}">
      <dgm:prSet phldrT="[Texto]" custT="1"/>
      <dgm:spPr/>
      <dgm:t>
        <a:bodyPr/>
        <a:lstStyle/>
        <a:p>
          <a:r>
            <a:rPr lang="es-MX" sz="2400" b="1">
              <a:solidFill>
                <a:schemeClr val="bg1"/>
              </a:solidFill>
            </a:rPr>
            <a:t>Factibilidad</a:t>
          </a:r>
          <a:endParaRPr lang="es-MX" sz="2400" b="1" dirty="0">
            <a:solidFill>
              <a:schemeClr val="bg1"/>
            </a:solidFill>
          </a:endParaRPr>
        </a:p>
      </dgm:t>
    </dgm:pt>
    <dgm:pt modelId="{9D7B656A-8BB0-4C9F-A69E-0AE1C6D40D1D}" type="parTrans" cxnId="{90E97574-06FE-4206-87C3-1B6BC72F1975}">
      <dgm:prSet/>
      <dgm:spPr/>
      <dgm:t>
        <a:bodyPr/>
        <a:lstStyle/>
        <a:p>
          <a:endParaRPr lang="es-MX">
            <a:solidFill>
              <a:schemeClr val="bg1"/>
            </a:solidFill>
          </a:endParaRPr>
        </a:p>
      </dgm:t>
    </dgm:pt>
    <dgm:pt modelId="{21774837-27A9-4B0F-BD43-12AFE526F4E0}" type="sibTrans" cxnId="{90E97574-06FE-4206-87C3-1B6BC72F1975}">
      <dgm:prSet/>
      <dgm:spPr/>
      <dgm:t>
        <a:bodyPr/>
        <a:lstStyle/>
        <a:p>
          <a:endParaRPr lang="es-MX">
            <a:solidFill>
              <a:schemeClr val="bg1"/>
            </a:solidFill>
          </a:endParaRPr>
        </a:p>
      </dgm:t>
    </dgm:pt>
    <dgm:pt modelId="{7FF76679-D337-404A-A9A9-D39DDE8ECFB1}">
      <dgm:prSet phldrT="[Texto]" custT="1"/>
      <dgm:spPr/>
      <dgm:t>
        <a:bodyPr/>
        <a:lstStyle/>
        <a:p>
          <a:pPr marL="182563" indent="-182563"/>
          <a:r>
            <a:rPr lang="es-MX" sz="1800" dirty="0">
              <a:solidFill>
                <a:schemeClr val="bg1"/>
              </a:solidFill>
            </a:rPr>
            <a:t>Cambios en los coeficientes de la F.O. (</a:t>
          </a:r>
          <a:r>
            <a:rPr lang="es-MX" sz="1800" dirty="0" err="1">
              <a:solidFill>
                <a:schemeClr val="bg1"/>
              </a:solidFill>
            </a:rPr>
            <a:t>cj</a:t>
          </a:r>
          <a:r>
            <a:rPr lang="es-MX" sz="1800" dirty="0">
              <a:solidFill>
                <a:schemeClr val="bg1"/>
              </a:solidFill>
            </a:rPr>
            <a:t>)</a:t>
          </a:r>
        </a:p>
      </dgm:t>
    </dgm:pt>
    <dgm:pt modelId="{43EC0C7F-8408-40B2-B3EB-EF3C0D1C9026}" type="parTrans" cxnId="{F41FACE0-AC56-4431-9B80-DBA4533FE960}">
      <dgm:prSet/>
      <dgm:spPr/>
      <dgm:t>
        <a:bodyPr/>
        <a:lstStyle/>
        <a:p>
          <a:endParaRPr lang="es-MX">
            <a:solidFill>
              <a:schemeClr val="bg1"/>
            </a:solidFill>
          </a:endParaRPr>
        </a:p>
      </dgm:t>
    </dgm:pt>
    <dgm:pt modelId="{5C1B8AA0-05C9-40C5-89E3-26EC9832BB32}" type="sibTrans" cxnId="{F41FACE0-AC56-4431-9B80-DBA4533FE960}">
      <dgm:prSet/>
      <dgm:spPr/>
      <dgm:t>
        <a:bodyPr/>
        <a:lstStyle/>
        <a:p>
          <a:endParaRPr lang="es-MX">
            <a:solidFill>
              <a:schemeClr val="bg1"/>
            </a:solidFill>
          </a:endParaRPr>
        </a:p>
      </dgm:t>
    </dgm:pt>
    <dgm:pt modelId="{884A101C-87A5-41E4-AC62-B6DF6AB21939}">
      <dgm:prSet custT="1"/>
      <dgm:spPr/>
      <dgm:t>
        <a:bodyPr/>
        <a:lstStyle/>
        <a:p>
          <a:pPr marL="182563" indent="-182563"/>
          <a:r>
            <a:rPr lang="es-MX" sz="1800" dirty="0">
              <a:solidFill>
                <a:schemeClr val="bg1"/>
              </a:solidFill>
            </a:rPr>
            <a:t>Adición de una nueva variable</a:t>
          </a:r>
        </a:p>
      </dgm:t>
    </dgm:pt>
    <dgm:pt modelId="{F0C41C16-FACF-4A26-9571-C5F7E976CD27}" type="parTrans" cxnId="{632D2E55-A704-4CDD-B35A-CC1F3535D6B7}">
      <dgm:prSet/>
      <dgm:spPr/>
      <dgm:t>
        <a:bodyPr/>
        <a:lstStyle/>
        <a:p>
          <a:endParaRPr lang="es-MX">
            <a:solidFill>
              <a:schemeClr val="bg1"/>
            </a:solidFill>
          </a:endParaRPr>
        </a:p>
      </dgm:t>
    </dgm:pt>
    <dgm:pt modelId="{2379CFE5-0982-43AA-9D8E-E4C16006DD77}" type="sibTrans" cxnId="{632D2E55-A704-4CDD-B35A-CC1F3535D6B7}">
      <dgm:prSet/>
      <dgm:spPr/>
      <dgm:t>
        <a:bodyPr/>
        <a:lstStyle/>
        <a:p>
          <a:endParaRPr lang="es-MX">
            <a:solidFill>
              <a:schemeClr val="bg1"/>
            </a:solidFill>
          </a:endParaRPr>
        </a:p>
      </dgm:t>
    </dgm:pt>
    <dgm:pt modelId="{E0A32C4C-CA58-430E-B9B1-51C64E7DD5E9}">
      <dgm:prSet custT="1"/>
      <dgm:spPr/>
      <dgm:t>
        <a:bodyPr/>
        <a:lstStyle/>
        <a:p>
          <a:pPr marL="182563" indent="-182563"/>
          <a:r>
            <a:rPr lang="es-MX" sz="1800" dirty="0">
              <a:solidFill>
                <a:schemeClr val="bg1"/>
              </a:solidFill>
            </a:rPr>
            <a:t>Rangos de </a:t>
          </a:r>
          <a:r>
            <a:rPr lang="es-MX" sz="1800" dirty="0" err="1">
              <a:solidFill>
                <a:schemeClr val="bg1"/>
              </a:solidFill>
            </a:rPr>
            <a:t>optimalidad</a:t>
          </a:r>
          <a:endParaRPr lang="es-MX" sz="1800" dirty="0">
            <a:solidFill>
              <a:schemeClr val="bg1"/>
            </a:solidFill>
          </a:endParaRPr>
        </a:p>
      </dgm:t>
    </dgm:pt>
    <dgm:pt modelId="{9075B197-C521-458E-BD71-E44BA233DFAB}" type="parTrans" cxnId="{6FEE746F-FF18-4F9A-A000-5071AC00CEA1}">
      <dgm:prSet/>
      <dgm:spPr/>
      <dgm:t>
        <a:bodyPr/>
        <a:lstStyle/>
        <a:p>
          <a:endParaRPr lang="es-MX">
            <a:solidFill>
              <a:schemeClr val="bg1"/>
            </a:solidFill>
          </a:endParaRPr>
        </a:p>
      </dgm:t>
    </dgm:pt>
    <dgm:pt modelId="{748A6C5F-A00A-4E69-9EB0-C418E4DFE4B3}" type="sibTrans" cxnId="{6FEE746F-FF18-4F9A-A000-5071AC00CEA1}">
      <dgm:prSet/>
      <dgm:spPr/>
      <dgm:t>
        <a:bodyPr/>
        <a:lstStyle/>
        <a:p>
          <a:endParaRPr lang="es-MX">
            <a:solidFill>
              <a:schemeClr val="bg1"/>
            </a:solidFill>
          </a:endParaRPr>
        </a:p>
      </dgm:t>
    </dgm:pt>
    <dgm:pt modelId="{B0B5BB94-F3CA-436A-B02A-F204AFA96233}">
      <dgm:prSet custT="1"/>
      <dgm:spPr/>
      <dgm:t>
        <a:bodyPr/>
        <a:lstStyle/>
        <a:p>
          <a:pPr marL="182563" indent="-182563"/>
          <a:r>
            <a:rPr lang="es-MX" sz="1800" dirty="0">
              <a:solidFill>
                <a:schemeClr val="bg1"/>
              </a:solidFill>
            </a:rPr>
            <a:t>Soluciones no básicas</a:t>
          </a:r>
        </a:p>
      </dgm:t>
    </dgm:pt>
    <dgm:pt modelId="{7E24A2CE-16F6-4FF3-AB21-29349CF04F67}" type="parTrans" cxnId="{557CBF88-BC29-4B80-948C-05C3A869762E}">
      <dgm:prSet/>
      <dgm:spPr/>
      <dgm:t>
        <a:bodyPr/>
        <a:lstStyle/>
        <a:p>
          <a:endParaRPr lang="es-MX">
            <a:solidFill>
              <a:schemeClr val="bg1"/>
            </a:solidFill>
          </a:endParaRPr>
        </a:p>
      </dgm:t>
    </dgm:pt>
    <dgm:pt modelId="{097B33DD-05FF-44F6-848A-87752CCC711E}" type="sibTrans" cxnId="{557CBF88-BC29-4B80-948C-05C3A869762E}">
      <dgm:prSet/>
      <dgm:spPr/>
      <dgm:t>
        <a:bodyPr/>
        <a:lstStyle/>
        <a:p>
          <a:endParaRPr lang="es-MX">
            <a:solidFill>
              <a:schemeClr val="bg1"/>
            </a:solidFill>
          </a:endParaRPr>
        </a:p>
      </dgm:t>
    </dgm:pt>
    <dgm:pt modelId="{6DC090F7-05D5-44F5-BA69-866B8B9C80A6}" type="pres">
      <dgm:prSet presAssocID="{44520E9D-E1D1-41C5-BB7A-F5DD0C386ACA}" presName="compositeShape" presStyleCnt="0">
        <dgm:presLayoutVars>
          <dgm:chMax val="2"/>
          <dgm:dir/>
          <dgm:resizeHandles val="exact"/>
        </dgm:presLayoutVars>
      </dgm:prSet>
      <dgm:spPr/>
    </dgm:pt>
    <dgm:pt modelId="{9004AA59-5203-4713-ACD0-E8A88DD64CF9}" type="pres">
      <dgm:prSet presAssocID="{44520E9D-E1D1-41C5-BB7A-F5DD0C386ACA}" presName="divider" presStyleLbl="fgShp" presStyleIdx="0" presStyleCnt="1"/>
      <dgm:spPr/>
    </dgm:pt>
    <dgm:pt modelId="{1B56E236-5386-4494-AAA9-4652F00BA801}" type="pres">
      <dgm:prSet presAssocID="{51C7C388-C418-4298-AEB3-5C4D408A9296}" presName="downArrow" presStyleLbl="node1" presStyleIdx="0" presStyleCnt="2" custScaleX="70034"/>
      <dgm:spPr/>
    </dgm:pt>
    <dgm:pt modelId="{12A3C9C2-1D94-493E-A4C2-CED122762ECF}" type="pres">
      <dgm:prSet presAssocID="{51C7C388-C418-4298-AEB3-5C4D408A9296}" presName="downArrowText" presStyleLbl="revTx" presStyleIdx="0" presStyleCnt="2" custScaleX="180863">
        <dgm:presLayoutVars>
          <dgm:bulletEnabled val="1"/>
        </dgm:presLayoutVars>
      </dgm:prSet>
      <dgm:spPr/>
    </dgm:pt>
    <dgm:pt modelId="{4930AE4F-EA11-455A-978D-1B8B24575DD1}" type="pres">
      <dgm:prSet presAssocID="{5250D80C-4937-425C-AA4B-257A3D8A13FD}" presName="upArrow" presStyleLbl="node1" presStyleIdx="1" presStyleCnt="2" custScaleX="67423"/>
      <dgm:spPr/>
    </dgm:pt>
    <dgm:pt modelId="{4426F108-6165-4E83-8246-143B02782DF3}" type="pres">
      <dgm:prSet presAssocID="{5250D80C-4937-425C-AA4B-257A3D8A13FD}" presName="upArrowText" presStyleLbl="revTx" presStyleIdx="1" presStyleCnt="2" custScaleX="205735">
        <dgm:presLayoutVars>
          <dgm:bulletEnabled val="1"/>
        </dgm:presLayoutVars>
      </dgm:prSet>
      <dgm:spPr/>
    </dgm:pt>
  </dgm:ptLst>
  <dgm:cxnLst>
    <dgm:cxn modelId="{F9A7710F-B20F-4B1C-B78C-F26F82D9289A}" type="presOf" srcId="{7FF76679-D337-404A-A9A9-D39DDE8ECFB1}" destId="{4426F108-6165-4E83-8246-143B02782DF3}" srcOrd="0" destOrd="1" presId="urn:microsoft.com/office/officeart/2005/8/layout/arrow3"/>
    <dgm:cxn modelId="{116A1A36-FFCE-46CF-8197-BD6D866DA95D}" type="presOf" srcId="{5250D80C-4937-425C-AA4B-257A3D8A13FD}" destId="{4426F108-6165-4E83-8246-143B02782DF3}" srcOrd="0" destOrd="0" presId="urn:microsoft.com/office/officeart/2005/8/layout/arrow3"/>
    <dgm:cxn modelId="{ABAB233D-8117-40E9-A95C-5007D40C1240}" srcId="{51C7C388-C418-4298-AEB3-5C4D408A9296}" destId="{C1AAB6AF-3A8E-4A4F-835B-C7F5E02C1B62}" srcOrd="0" destOrd="0" parTransId="{C34C43D7-D919-46CB-99D4-1E46DE131129}" sibTransId="{C5193CCE-0619-451E-8A87-699F31A6D609}"/>
    <dgm:cxn modelId="{565B1D69-B281-4C89-99EB-B7A068FB9985}" type="presOf" srcId="{51C7C388-C418-4298-AEB3-5C4D408A9296}" destId="{12A3C9C2-1D94-493E-A4C2-CED122762ECF}" srcOrd="0" destOrd="0" presId="urn:microsoft.com/office/officeart/2005/8/layout/arrow3"/>
    <dgm:cxn modelId="{9399484A-7293-45B4-B4E5-21CE02D94C82}" srcId="{51C7C388-C418-4298-AEB3-5C4D408A9296}" destId="{0CB0A31F-5944-4CDD-A598-21652F463A93}" srcOrd="1" destOrd="0" parTransId="{2D0532DD-1248-4406-B87B-389480F8584F}" sibTransId="{AC62A02A-4130-489C-BEDD-5BE2600133A8}"/>
    <dgm:cxn modelId="{6FEE746F-FF18-4F9A-A000-5071AC00CEA1}" srcId="{5250D80C-4937-425C-AA4B-257A3D8A13FD}" destId="{E0A32C4C-CA58-430E-B9B1-51C64E7DD5E9}" srcOrd="2" destOrd="0" parTransId="{9075B197-C521-458E-BD71-E44BA233DFAB}" sibTransId="{748A6C5F-A00A-4E69-9EB0-C418E4DFE4B3}"/>
    <dgm:cxn modelId="{90E97574-06FE-4206-87C3-1B6BC72F1975}" srcId="{44520E9D-E1D1-41C5-BB7A-F5DD0C386ACA}" destId="{51C7C388-C418-4298-AEB3-5C4D408A9296}" srcOrd="0" destOrd="0" parTransId="{9D7B656A-8BB0-4C9F-A69E-0AE1C6D40D1D}" sibTransId="{21774837-27A9-4B0F-BD43-12AFE526F4E0}"/>
    <dgm:cxn modelId="{632D2E55-A704-4CDD-B35A-CC1F3535D6B7}" srcId="{5250D80C-4937-425C-AA4B-257A3D8A13FD}" destId="{884A101C-87A5-41E4-AC62-B6DF6AB21939}" srcOrd="1" destOrd="0" parTransId="{F0C41C16-FACF-4A26-9571-C5F7E976CD27}" sibTransId="{2379CFE5-0982-43AA-9D8E-E4C16006DD77}"/>
    <dgm:cxn modelId="{A2825986-7FC4-433D-8F6F-97352C60093A}" srcId="{51C7C388-C418-4298-AEB3-5C4D408A9296}" destId="{AC1C88BA-3EE9-4A20-B687-5647A903AE8B}" srcOrd="2" destOrd="0" parTransId="{4418CFC2-CCF2-4150-A481-D22A07B69C42}" sibTransId="{F4913AFE-3BD3-4DAE-A947-BA640EAE47A5}"/>
    <dgm:cxn modelId="{557CBF88-BC29-4B80-948C-05C3A869762E}" srcId="{5250D80C-4937-425C-AA4B-257A3D8A13FD}" destId="{B0B5BB94-F3CA-436A-B02A-F204AFA96233}" srcOrd="3" destOrd="0" parTransId="{7E24A2CE-16F6-4FF3-AB21-29349CF04F67}" sibTransId="{097B33DD-05FF-44F6-848A-87752CCC711E}"/>
    <dgm:cxn modelId="{794E9FA0-6B7C-4302-B69A-E5685C46750A}" type="presOf" srcId="{0CB0A31F-5944-4CDD-A598-21652F463A93}" destId="{12A3C9C2-1D94-493E-A4C2-CED122762ECF}" srcOrd="0" destOrd="2" presId="urn:microsoft.com/office/officeart/2005/8/layout/arrow3"/>
    <dgm:cxn modelId="{33B5B8D4-69FE-4712-90D6-C537406EF916}" type="presOf" srcId="{E0A32C4C-CA58-430E-B9B1-51C64E7DD5E9}" destId="{4426F108-6165-4E83-8246-143B02782DF3}" srcOrd="0" destOrd="3" presId="urn:microsoft.com/office/officeart/2005/8/layout/arrow3"/>
    <dgm:cxn modelId="{0A4B4AD9-7114-4ABE-BD33-A4A008E50FC6}" type="presOf" srcId="{B0B5BB94-F3CA-436A-B02A-F204AFA96233}" destId="{4426F108-6165-4E83-8246-143B02782DF3}" srcOrd="0" destOrd="4" presId="urn:microsoft.com/office/officeart/2005/8/layout/arrow3"/>
    <dgm:cxn modelId="{289877DC-ACB0-431C-BEBE-581CCDC0A8E8}" type="presOf" srcId="{884A101C-87A5-41E4-AC62-B6DF6AB21939}" destId="{4426F108-6165-4E83-8246-143B02782DF3}" srcOrd="0" destOrd="2" presId="urn:microsoft.com/office/officeart/2005/8/layout/arrow3"/>
    <dgm:cxn modelId="{F41FACE0-AC56-4431-9B80-DBA4533FE960}" srcId="{5250D80C-4937-425C-AA4B-257A3D8A13FD}" destId="{7FF76679-D337-404A-A9A9-D39DDE8ECFB1}" srcOrd="0" destOrd="0" parTransId="{43EC0C7F-8408-40B2-B3EB-EF3C0D1C9026}" sibTransId="{5C1B8AA0-05C9-40C5-89E3-26EC9832BB32}"/>
    <dgm:cxn modelId="{C7D5ECF0-FDE8-40EB-88DD-1D7602CB9A43}" type="presOf" srcId="{44520E9D-E1D1-41C5-BB7A-F5DD0C386ACA}" destId="{6DC090F7-05D5-44F5-BA69-866B8B9C80A6}" srcOrd="0" destOrd="0" presId="urn:microsoft.com/office/officeart/2005/8/layout/arrow3"/>
    <dgm:cxn modelId="{8E04D3F1-59ED-4C11-B7F6-47028BD623A1}" srcId="{44520E9D-E1D1-41C5-BB7A-F5DD0C386ACA}" destId="{5250D80C-4937-425C-AA4B-257A3D8A13FD}" srcOrd="1" destOrd="0" parTransId="{38D67D68-291C-498B-9C83-4D89D5ECDC5D}" sibTransId="{F997BA8C-09C7-497F-AD82-527270447849}"/>
    <dgm:cxn modelId="{7EEBF4F6-0DF5-45BB-862F-3102EAA4ECF8}" type="presOf" srcId="{AC1C88BA-3EE9-4A20-B687-5647A903AE8B}" destId="{12A3C9C2-1D94-493E-A4C2-CED122762ECF}" srcOrd="0" destOrd="3" presId="urn:microsoft.com/office/officeart/2005/8/layout/arrow3"/>
    <dgm:cxn modelId="{E10EF2F7-EF43-4508-BFF1-99D734AA690F}" type="presOf" srcId="{C1AAB6AF-3A8E-4A4F-835B-C7F5E02C1B62}" destId="{12A3C9C2-1D94-493E-A4C2-CED122762ECF}" srcOrd="0" destOrd="1" presId="urn:microsoft.com/office/officeart/2005/8/layout/arrow3"/>
    <dgm:cxn modelId="{C8E3A185-93FB-4B95-B662-57E1B4C731C4}" type="presParOf" srcId="{6DC090F7-05D5-44F5-BA69-866B8B9C80A6}" destId="{9004AA59-5203-4713-ACD0-E8A88DD64CF9}" srcOrd="0" destOrd="0" presId="urn:microsoft.com/office/officeart/2005/8/layout/arrow3"/>
    <dgm:cxn modelId="{F3A0153B-7DBB-43DE-8CE6-B96C629BFEE2}" type="presParOf" srcId="{6DC090F7-05D5-44F5-BA69-866B8B9C80A6}" destId="{1B56E236-5386-4494-AAA9-4652F00BA801}" srcOrd="1" destOrd="0" presId="urn:microsoft.com/office/officeart/2005/8/layout/arrow3"/>
    <dgm:cxn modelId="{DB5B45C0-1D77-413F-B88F-B75B43E5136B}" type="presParOf" srcId="{6DC090F7-05D5-44F5-BA69-866B8B9C80A6}" destId="{12A3C9C2-1D94-493E-A4C2-CED122762ECF}" srcOrd="2" destOrd="0" presId="urn:microsoft.com/office/officeart/2005/8/layout/arrow3"/>
    <dgm:cxn modelId="{CAA8A73D-133D-4491-A8EC-5E97DDC112E7}" type="presParOf" srcId="{6DC090F7-05D5-44F5-BA69-866B8B9C80A6}" destId="{4930AE4F-EA11-455A-978D-1B8B24575DD1}" srcOrd="3" destOrd="0" presId="urn:microsoft.com/office/officeart/2005/8/layout/arrow3"/>
    <dgm:cxn modelId="{AF853E2B-1BB2-4E2E-A987-0EB00B401373}" type="presParOf" srcId="{6DC090F7-05D5-44F5-BA69-866B8B9C80A6}" destId="{4426F108-6165-4E83-8246-143B02782DF3}"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520E9D-E1D1-41C5-BB7A-F5DD0C386ACA}" type="doc">
      <dgm:prSet loTypeId="urn:microsoft.com/office/officeart/2005/8/layout/arrow3" loCatId="relationship" qsTypeId="urn:microsoft.com/office/officeart/2005/8/quickstyle/simple1" qsCatId="simple" csTypeId="urn:microsoft.com/office/officeart/2005/8/colors/colorful5" csCatId="colorful" phldr="1"/>
      <dgm:spPr/>
      <dgm:t>
        <a:bodyPr/>
        <a:lstStyle/>
        <a:p>
          <a:endParaRPr lang="es-MX"/>
        </a:p>
      </dgm:t>
    </dgm:pt>
    <dgm:pt modelId="{C1AAB6AF-3A8E-4A4F-835B-C7F5E02C1B62}">
      <dgm:prSet phldrT="[Texto]" custT="1"/>
      <dgm:spPr/>
      <dgm:t>
        <a:bodyPr/>
        <a:lstStyle/>
        <a:p>
          <a:pPr marL="182563" indent="-182563"/>
          <a:r>
            <a:rPr lang="es-MX" sz="1800" dirty="0">
              <a:solidFill>
                <a:schemeClr val="bg1"/>
              </a:solidFill>
            </a:rPr>
            <a:t>Cambios en el lado derecho (</a:t>
          </a:r>
          <a:r>
            <a:rPr lang="es-MX" sz="1800" dirty="0" err="1">
              <a:solidFill>
                <a:schemeClr val="bg1"/>
              </a:solidFill>
            </a:rPr>
            <a:t>bi</a:t>
          </a:r>
          <a:r>
            <a:rPr lang="es-MX" sz="1800" dirty="0">
              <a:solidFill>
                <a:schemeClr val="bg1"/>
              </a:solidFill>
            </a:rPr>
            <a:t>)</a:t>
          </a:r>
        </a:p>
      </dgm:t>
    </dgm:pt>
    <dgm:pt modelId="{C34C43D7-D919-46CB-99D4-1E46DE131129}" type="parTrans" cxnId="{ABAB233D-8117-40E9-A95C-5007D40C1240}">
      <dgm:prSet/>
      <dgm:spPr/>
      <dgm:t>
        <a:bodyPr/>
        <a:lstStyle/>
        <a:p>
          <a:endParaRPr lang="es-MX">
            <a:solidFill>
              <a:schemeClr val="bg1"/>
            </a:solidFill>
          </a:endParaRPr>
        </a:p>
      </dgm:t>
    </dgm:pt>
    <dgm:pt modelId="{C5193CCE-0619-451E-8A87-699F31A6D609}" type="sibTrans" cxnId="{ABAB233D-8117-40E9-A95C-5007D40C1240}">
      <dgm:prSet/>
      <dgm:spPr/>
      <dgm:t>
        <a:bodyPr/>
        <a:lstStyle/>
        <a:p>
          <a:endParaRPr lang="es-MX">
            <a:solidFill>
              <a:schemeClr val="bg1"/>
            </a:solidFill>
          </a:endParaRPr>
        </a:p>
      </dgm:t>
    </dgm:pt>
    <dgm:pt modelId="{5250D80C-4937-425C-AA4B-257A3D8A13FD}">
      <dgm:prSet phldrT="[Texto]" custT="1"/>
      <dgm:spPr/>
      <dgm:t>
        <a:bodyPr/>
        <a:lstStyle/>
        <a:p>
          <a:r>
            <a:rPr lang="es-MX" sz="2400" b="1">
              <a:solidFill>
                <a:schemeClr val="bg1"/>
              </a:solidFill>
            </a:rPr>
            <a:t>Optimalidad</a:t>
          </a:r>
          <a:endParaRPr lang="es-MX" sz="2400" b="1" dirty="0">
            <a:solidFill>
              <a:schemeClr val="bg1"/>
            </a:solidFill>
          </a:endParaRPr>
        </a:p>
      </dgm:t>
    </dgm:pt>
    <dgm:pt modelId="{38D67D68-291C-498B-9C83-4D89D5ECDC5D}" type="parTrans" cxnId="{8E04D3F1-59ED-4C11-B7F6-47028BD623A1}">
      <dgm:prSet/>
      <dgm:spPr/>
      <dgm:t>
        <a:bodyPr/>
        <a:lstStyle/>
        <a:p>
          <a:endParaRPr lang="es-MX">
            <a:solidFill>
              <a:schemeClr val="bg1"/>
            </a:solidFill>
          </a:endParaRPr>
        </a:p>
      </dgm:t>
    </dgm:pt>
    <dgm:pt modelId="{F997BA8C-09C7-497F-AD82-527270447849}" type="sibTrans" cxnId="{8E04D3F1-59ED-4C11-B7F6-47028BD623A1}">
      <dgm:prSet/>
      <dgm:spPr/>
      <dgm:t>
        <a:bodyPr/>
        <a:lstStyle/>
        <a:p>
          <a:endParaRPr lang="es-MX">
            <a:solidFill>
              <a:schemeClr val="bg1"/>
            </a:solidFill>
          </a:endParaRPr>
        </a:p>
      </dgm:t>
    </dgm:pt>
    <dgm:pt modelId="{0CB0A31F-5944-4CDD-A598-21652F463A93}">
      <dgm:prSet custT="1"/>
      <dgm:spPr/>
      <dgm:t>
        <a:bodyPr/>
        <a:lstStyle/>
        <a:p>
          <a:pPr marL="182563" indent="-182563"/>
          <a:r>
            <a:rPr lang="es-MX" sz="1800" dirty="0">
              <a:solidFill>
                <a:schemeClr val="bg1"/>
              </a:solidFill>
            </a:rPr>
            <a:t>Adición de una nueva restricción</a:t>
          </a:r>
        </a:p>
      </dgm:t>
    </dgm:pt>
    <dgm:pt modelId="{2D0532DD-1248-4406-B87B-389480F8584F}" type="parTrans" cxnId="{9399484A-7293-45B4-B4E5-21CE02D94C82}">
      <dgm:prSet/>
      <dgm:spPr/>
      <dgm:t>
        <a:bodyPr/>
        <a:lstStyle/>
        <a:p>
          <a:endParaRPr lang="es-MX">
            <a:solidFill>
              <a:schemeClr val="bg1"/>
            </a:solidFill>
          </a:endParaRPr>
        </a:p>
      </dgm:t>
    </dgm:pt>
    <dgm:pt modelId="{AC62A02A-4130-489C-BEDD-5BE2600133A8}" type="sibTrans" cxnId="{9399484A-7293-45B4-B4E5-21CE02D94C82}">
      <dgm:prSet/>
      <dgm:spPr/>
      <dgm:t>
        <a:bodyPr/>
        <a:lstStyle/>
        <a:p>
          <a:endParaRPr lang="es-MX">
            <a:solidFill>
              <a:schemeClr val="bg1"/>
            </a:solidFill>
          </a:endParaRPr>
        </a:p>
      </dgm:t>
    </dgm:pt>
    <dgm:pt modelId="{AC1C88BA-3EE9-4A20-B687-5647A903AE8B}">
      <dgm:prSet custT="1"/>
      <dgm:spPr/>
      <dgm:t>
        <a:bodyPr/>
        <a:lstStyle/>
        <a:p>
          <a:pPr marL="182563" indent="-182563"/>
          <a:r>
            <a:rPr lang="es-MX" sz="1800" dirty="0">
              <a:solidFill>
                <a:schemeClr val="bg1"/>
              </a:solidFill>
            </a:rPr>
            <a:t>Rangos de factibilidad (para </a:t>
          </a:r>
          <a:r>
            <a:rPr lang="es-MX" sz="1800" dirty="0" err="1">
              <a:solidFill>
                <a:schemeClr val="bg1"/>
              </a:solidFill>
            </a:rPr>
            <a:t>bi</a:t>
          </a:r>
          <a:r>
            <a:rPr lang="es-MX" sz="1800" dirty="0">
              <a:solidFill>
                <a:schemeClr val="bg1"/>
              </a:solidFill>
            </a:rPr>
            <a:t> y </a:t>
          </a:r>
          <a:r>
            <a:rPr lang="es-MX" sz="1800" dirty="0" err="1">
              <a:solidFill>
                <a:schemeClr val="bg1"/>
              </a:solidFill>
            </a:rPr>
            <a:t>aij</a:t>
          </a:r>
          <a:r>
            <a:rPr lang="es-MX" sz="1800" dirty="0">
              <a:solidFill>
                <a:schemeClr val="bg1"/>
              </a:solidFill>
            </a:rPr>
            <a:t>)</a:t>
          </a:r>
        </a:p>
      </dgm:t>
    </dgm:pt>
    <dgm:pt modelId="{4418CFC2-CCF2-4150-A481-D22A07B69C42}" type="parTrans" cxnId="{A2825986-7FC4-433D-8F6F-97352C60093A}">
      <dgm:prSet/>
      <dgm:spPr/>
      <dgm:t>
        <a:bodyPr/>
        <a:lstStyle/>
        <a:p>
          <a:endParaRPr lang="es-MX">
            <a:solidFill>
              <a:schemeClr val="bg1"/>
            </a:solidFill>
          </a:endParaRPr>
        </a:p>
      </dgm:t>
    </dgm:pt>
    <dgm:pt modelId="{F4913AFE-3BD3-4DAE-A947-BA640EAE47A5}" type="sibTrans" cxnId="{A2825986-7FC4-433D-8F6F-97352C60093A}">
      <dgm:prSet/>
      <dgm:spPr/>
      <dgm:t>
        <a:bodyPr/>
        <a:lstStyle/>
        <a:p>
          <a:endParaRPr lang="es-MX">
            <a:solidFill>
              <a:schemeClr val="bg1"/>
            </a:solidFill>
          </a:endParaRPr>
        </a:p>
      </dgm:t>
    </dgm:pt>
    <dgm:pt modelId="{51C7C388-C418-4298-AEB3-5C4D408A9296}">
      <dgm:prSet phldrT="[Texto]" custT="1"/>
      <dgm:spPr/>
      <dgm:t>
        <a:bodyPr/>
        <a:lstStyle/>
        <a:p>
          <a:r>
            <a:rPr lang="es-MX" sz="2400" b="1">
              <a:solidFill>
                <a:schemeClr val="bg1"/>
              </a:solidFill>
            </a:rPr>
            <a:t>Factibilidad</a:t>
          </a:r>
          <a:endParaRPr lang="es-MX" sz="2400" b="1" dirty="0">
            <a:solidFill>
              <a:schemeClr val="bg1"/>
            </a:solidFill>
          </a:endParaRPr>
        </a:p>
      </dgm:t>
    </dgm:pt>
    <dgm:pt modelId="{9D7B656A-8BB0-4C9F-A69E-0AE1C6D40D1D}" type="parTrans" cxnId="{90E97574-06FE-4206-87C3-1B6BC72F1975}">
      <dgm:prSet/>
      <dgm:spPr/>
      <dgm:t>
        <a:bodyPr/>
        <a:lstStyle/>
        <a:p>
          <a:endParaRPr lang="es-MX">
            <a:solidFill>
              <a:schemeClr val="bg1"/>
            </a:solidFill>
          </a:endParaRPr>
        </a:p>
      </dgm:t>
    </dgm:pt>
    <dgm:pt modelId="{21774837-27A9-4B0F-BD43-12AFE526F4E0}" type="sibTrans" cxnId="{90E97574-06FE-4206-87C3-1B6BC72F1975}">
      <dgm:prSet/>
      <dgm:spPr/>
      <dgm:t>
        <a:bodyPr/>
        <a:lstStyle/>
        <a:p>
          <a:endParaRPr lang="es-MX">
            <a:solidFill>
              <a:schemeClr val="bg1"/>
            </a:solidFill>
          </a:endParaRPr>
        </a:p>
      </dgm:t>
    </dgm:pt>
    <dgm:pt modelId="{7FF76679-D337-404A-A9A9-D39DDE8ECFB1}">
      <dgm:prSet phldrT="[Texto]" custT="1"/>
      <dgm:spPr/>
      <dgm:t>
        <a:bodyPr/>
        <a:lstStyle/>
        <a:p>
          <a:pPr marL="182563" indent="-182563"/>
          <a:r>
            <a:rPr lang="es-MX" sz="1800" dirty="0">
              <a:solidFill>
                <a:schemeClr val="bg1"/>
              </a:solidFill>
            </a:rPr>
            <a:t>Cambios en los coeficientes de la F.O. (</a:t>
          </a:r>
          <a:r>
            <a:rPr lang="es-MX" sz="1800" dirty="0" err="1">
              <a:solidFill>
                <a:schemeClr val="bg1"/>
              </a:solidFill>
            </a:rPr>
            <a:t>cj</a:t>
          </a:r>
          <a:r>
            <a:rPr lang="es-MX" sz="1800" dirty="0">
              <a:solidFill>
                <a:schemeClr val="bg1"/>
              </a:solidFill>
            </a:rPr>
            <a:t>)</a:t>
          </a:r>
        </a:p>
      </dgm:t>
    </dgm:pt>
    <dgm:pt modelId="{43EC0C7F-8408-40B2-B3EB-EF3C0D1C9026}" type="parTrans" cxnId="{F41FACE0-AC56-4431-9B80-DBA4533FE960}">
      <dgm:prSet/>
      <dgm:spPr/>
      <dgm:t>
        <a:bodyPr/>
        <a:lstStyle/>
        <a:p>
          <a:endParaRPr lang="es-MX">
            <a:solidFill>
              <a:schemeClr val="bg1"/>
            </a:solidFill>
          </a:endParaRPr>
        </a:p>
      </dgm:t>
    </dgm:pt>
    <dgm:pt modelId="{5C1B8AA0-05C9-40C5-89E3-26EC9832BB32}" type="sibTrans" cxnId="{F41FACE0-AC56-4431-9B80-DBA4533FE960}">
      <dgm:prSet/>
      <dgm:spPr/>
      <dgm:t>
        <a:bodyPr/>
        <a:lstStyle/>
        <a:p>
          <a:endParaRPr lang="es-MX">
            <a:solidFill>
              <a:schemeClr val="bg1"/>
            </a:solidFill>
          </a:endParaRPr>
        </a:p>
      </dgm:t>
    </dgm:pt>
    <dgm:pt modelId="{884A101C-87A5-41E4-AC62-B6DF6AB21939}">
      <dgm:prSet custT="1"/>
      <dgm:spPr/>
      <dgm:t>
        <a:bodyPr/>
        <a:lstStyle/>
        <a:p>
          <a:pPr marL="182563" indent="-182563"/>
          <a:r>
            <a:rPr lang="es-MX" sz="1800" dirty="0">
              <a:solidFill>
                <a:schemeClr val="bg1"/>
              </a:solidFill>
            </a:rPr>
            <a:t>Adición de una nueva variable</a:t>
          </a:r>
        </a:p>
      </dgm:t>
    </dgm:pt>
    <dgm:pt modelId="{F0C41C16-FACF-4A26-9571-C5F7E976CD27}" type="parTrans" cxnId="{632D2E55-A704-4CDD-B35A-CC1F3535D6B7}">
      <dgm:prSet/>
      <dgm:spPr/>
      <dgm:t>
        <a:bodyPr/>
        <a:lstStyle/>
        <a:p>
          <a:endParaRPr lang="es-MX">
            <a:solidFill>
              <a:schemeClr val="bg1"/>
            </a:solidFill>
          </a:endParaRPr>
        </a:p>
      </dgm:t>
    </dgm:pt>
    <dgm:pt modelId="{2379CFE5-0982-43AA-9D8E-E4C16006DD77}" type="sibTrans" cxnId="{632D2E55-A704-4CDD-B35A-CC1F3535D6B7}">
      <dgm:prSet/>
      <dgm:spPr/>
      <dgm:t>
        <a:bodyPr/>
        <a:lstStyle/>
        <a:p>
          <a:endParaRPr lang="es-MX">
            <a:solidFill>
              <a:schemeClr val="bg1"/>
            </a:solidFill>
          </a:endParaRPr>
        </a:p>
      </dgm:t>
    </dgm:pt>
    <dgm:pt modelId="{E0A32C4C-CA58-430E-B9B1-51C64E7DD5E9}">
      <dgm:prSet custT="1"/>
      <dgm:spPr/>
      <dgm:t>
        <a:bodyPr/>
        <a:lstStyle/>
        <a:p>
          <a:pPr marL="182563" indent="-182563"/>
          <a:r>
            <a:rPr lang="es-MX" sz="1800" dirty="0">
              <a:solidFill>
                <a:schemeClr val="bg1"/>
              </a:solidFill>
            </a:rPr>
            <a:t>Rangos de </a:t>
          </a:r>
          <a:r>
            <a:rPr lang="es-MX" sz="1800" dirty="0" err="1">
              <a:solidFill>
                <a:schemeClr val="bg1"/>
              </a:solidFill>
            </a:rPr>
            <a:t>optimalidad</a:t>
          </a:r>
          <a:endParaRPr lang="es-MX" sz="1800" dirty="0">
            <a:solidFill>
              <a:schemeClr val="bg1"/>
            </a:solidFill>
          </a:endParaRPr>
        </a:p>
      </dgm:t>
    </dgm:pt>
    <dgm:pt modelId="{9075B197-C521-458E-BD71-E44BA233DFAB}" type="parTrans" cxnId="{6FEE746F-FF18-4F9A-A000-5071AC00CEA1}">
      <dgm:prSet/>
      <dgm:spPr/>
      <dgm:t>
        <a:bodyPr/>
        <a:lstStyle/>
        <a:p>
          <a:endParaRPr lang="es-MX">
            <a:solidFill>
              <a:schemeClr val="bg1"/>
            </a:solidFill>
          </a:endParaRPr>
        </a:p>
      </dgm:t>
    </dgm:pt>
    <dgm:pt modelId="{748A6C5F-A00A-4E69-9EB0-C418E4DFE4B3}" type="sibTrans" cxnId="{6FEE746F-FF18-4F9A-A000-5071AC00CEA1}">
      <dgm:prSet/>
      <dgm:spPr/>
      <dgm:t>
        <a:bodyPr/>
        <a:lstStyle/>
        <a:p>
          <a:endParaRPr lang="es-MX">
            <a:solidFill>
              <a:schemeClr val="bg1"/>
            </a:solidFill>
          </a:endParaRPr>
        </a:p>
      </dgm:t>
    </dgm:pt>
    <dgm:pt modelId="{B0B5BB94-F3CA-436A-B02A-F204AFA96233}">
      <dgm:prSet custT="1"/>
      <dgm:spPr/>
      <dgm:t>
        <a:bodyPr/>
        <a:lstStyle/>
        <a:p>
          <a:pPr marL="182563" indent="-182563"/>
          <a:r>
            <a:rPr lang="es-MX" sz="1800" dirty="0">
              <a:solidFill>
                <a:schemeClr val="bg1"/>
              </a:solidFill>
            </a:rPr>
            <a:t>Soluciones no básicas</a:t>
          </a:r>
        </a:p>
      </dgm:t>
    </dgm:pt>
    <dgm:pt modelId="{7E24A2CE-16F6-4FF3-AB21-29349CF04F67}" type="parTrans" cxnId="{557CBF88-BC29-4B80-948C-05C3A869762E}">
      <dgm:prSet/>
      <dgm:spPr/>
      <dgm:t>
        <a:bodyPr/>
        <a:lstStyle/>
        <a:p>
          <a:endParaRPr lang="es-MX">
            <a:solidFill>
              <a:schemeClr val="bg1"/>
            </a:solidFill>
          </a:endParaRPr>
        </a:p>
      </dgm:t>
    </dgm:pt>
    <dgm:pt modelId="{097B33DD-05FF-44F6-848A-87752CCC711E}" type="sibTrans" cxnId="{557CBF88-BC29-4B80-948C-05C3A869762E}">
      <dgm:prSet/>
      <dgm:spPr/>
      <dgm:t>
        <a:bodyPr/>
        <a:lstStyle/>
        <a:p>
          <a:endParaRPr lang="es-MX">
            <a:solidFill>
              <a:schemeClr val="bg1"/>
            </a:solidFill>
          </a:endParaRPr>
        </a:p>
      </dgm:t>
    </dgm:pt>
    <dgm:pt modelId="{6DC090F7-05D5-44F5-BA69-866B8B9C80A6}" type="pres">
      <dgm:prSet presAssocID="{44520E9D-E1D1-41C5-BB7A-F5DD0C386ACA}" presName="compositeShape" presStyleCnt="0">
        <dgm:presLayoutVars>
          <dgm:chMax val="2"/>
          <dgm:dir/>
          <dgm:resizeHandles val="exact"/>
        </dgm:presLayoutVars>
      </dgm:prSet>
      <dgm:spPr/>
    </dgm:pt>
    <dgm:pt modelId="{9004AA59-5203-4713-ACD0-E8A88DD64CF9}" type="pres">
      <dgm:prSet presAssocID="{44520E9D-E1D1-41C5-BB7A-F5DD0C386ACA}" presName="divider" presStyleLbl="fgShp" presStyleIdx="0" presStyleCnt="1"/>
      <dgm:spPr/>
    </dgm:pt>
    <dgm:pt modelId="{1B56E236-5386-4494-AAA9-4652F00BA801}" type="pres">
      <dgm:prSet presAssocID="{51C7C388-C418-4298-AEB3-5C4D408A9296}" presName="downArrow" presStyleLbl="node1" presStyleIdx="0" presStyleCnt="2" custScaleX="70034"/>
      <dgm:spPr/>
    </dgm:pt>
    <dgm:pt modelId="{12A3C9C2-1D94-493E-A4C2-CED122762ECF}" type="pres">
      <dgm:prSet presAssocID="{51C7C388-C418-4298-AEB3-5C4D408A9296}" presName="downArrowText" presStyleLbl="revTx" presStyleIdx="0" presStyleCnt="2" custScaleX="180863">
        <dgm:presLayoutVars>
          <dgm:bulletEnabled val="1"/>
        </dgm:presLayoutVars>
      </dgm:prSet>
      <dgm:spPr/>
    </dgm:pt>
    <dgm:pt modelId="{4930AE4F-EA11-455A-978D-1B8B24575DD1}" type="pres">
      <dgm:prSet presAssocID="{5250D80C-4937-425C-AA4B-257A3D8A13FD}" presName="upArrow" presStyleLbl="node1" presStyleIdx="1" presStyleCnt="2" custScaleX="67423"/>
      <dgm:spPr/>
    </dgm:pt>
    <dgm:pt modelId="{4426F108-6165-4E83-8246-143B02782DF3}" type="pres">
      <dgm:prSet presAssocID="{5250D80C-4937-425C-AA4B-257A3D8A13FD}" presName="upArrowText" presStyleLbl="revTx" presStyleIdx="1" presStyleCnt="2" custScaleX="205735">
        <dgm:presLayoutVars>
          <dgm:bulletEnabled val="1"/>
        </dgm:presLayoutVars>
      </dgm:prSet>
      <dgm:spPr/>
    </dgm:pt>
  </dgm:ptLst>
  <dgm:cxnLst>
    <dgm:cxn modelId="{F9A7710F-B20F-4B1C-B78C-F26F82D9289A}" type="presOf" srcId="{7FF76679-D337-404A-A9A9-D39DDE8ECFB1}" destId="{4426F108-6165-4E83-8246-143B02782DF3}" srcOrd="0" destOrd="1" presId="urn:microsoft.com/office/officeart/2005/8/layout/arrow3"/>
    <dgm:cxn modelId="{116A1A36-FFCE-46CF-8197-BD6D866DA95D}" type="presOf" srcId="{5250D80C-4937-425C-AA4B-257A3D8A13FD}" destId="{4426F108-6165-4E83-8246-143B02782DF3}" srcOrd="0" destOrd="0" presId="urn:microsoft.com/office/officeart/2005/8/layout/arrow3"/>
    <dgm:cxn modelId="{ABAB233D-8117-40E9-A95C-5007D40C1240}" srcId="{51C7C388-C418-4298-AEB3-5C4D408A9296}" destId="{C1AAB6AF-3A8E-4A4F-835B-C7F5E02C1B62}" srcOrd="0" destOrd="0" parTransId="{C34C43D7-D919-46CB-99D4-1E46DE131129}" sibTransId="{C5193CCE-0619-451E-8A87-699F31A6D609}"/>
    <dgm:cxn modelId="{565B1D69-B281-4C89-99EB-B7A068FB9985}" type="presOf" srcId="{51C7C388-C418-4298-AEB3-5C4D408A9296}" destId="{12A3C9C2-1D94-493E-A4C2-CED122762ECF}" srcOrd="0" destOrd="0" presId="urn:microsoft.com/office/officeart/2005/8/layout/arrow3"/>
    <dgm:cxn modelId="{9399484A-7293-45B4-B4E5-21CE02D94C82}" srcId="{51C7C388-C418-4298-AEB3-5C4D408A9296}" destId="{0CB0A31F-5944-4CDD-A598-21652F463A93}" srcOrd="1" destOrd="0" parTransId="{2D0532DD-1248-4406-B87B-389480F8584F}" sibTransId="{AC62A02A-4130-489C-BEDD-5BE2600133A8}"/>
    <dgm:cxn modelId="{6FEE746F-FF18-4F9A-A000-5071AC00CEA1}" srcId="{5250D80C-4937-425C-AA4B-257A3D8A13FD}" destId="{E0A32C4C-CA58-430E-B9B1-51C64E7DD5E9}" srcOrd="2" destOrd="0" parTransId="{9075B197-C521-458E-BD71-E44BA233DFAB}" sibTransId="{748A6C5F-A00A-4E69-9EB0-C418E4DFE4B3}"/>
    <dgm:cxn modelId="{90E97574-06FE-4206-87C3-1B6BC72F1975}" srcId="{44520E9D-E1D1-41C5-BB7A-F5DD0C386ACA}" destId="{51C7C388-C418-4298-AEB3-5C4D408A9296}" srcOrd="0" destOrd="0" parTransId="{9D7B656A-8BB0-4C9F-A69E-0AE1C6D40D1D}" sibTransId="{21774837-27A9-4B0F-BD43-12AFE526F4E0}"/>
    <dgm:cxn modelId="{632D2E55-A704-4CDD-B35A-CC1F3535D6B7}" srcId="{5250D80C-4937-425C-AA4B-257A3D8A13FD}" destId="{884A101C-87A5-41E4-AC62-B6DF6AB21939}" srcOrd="1" destOrd="0" parTransId="{F0C41C16-FACF-4A26-9571-C5F7E976CD27}" sibTransId="{2379CFE5-0982-43AA-9D8E-E4C16006DD77}"/>
    <dgm:cxn modelId="{A2825986-7FC4-433D-8F6F-97352C60093A}" srcId="{51C7C388-C418-4298-AEB3-5C4D408A9296}" destId="{AC1C88BA-3EE9-4A20-B687-5647A903AE8B}" srcOrd="2" destOrd="0" parTransId="{4418CFC2-CCF2-4150-A481-D22A07B69C42}" sibTransId="{F4913AFE-3BD3-4DAE-A947-BA640EAE47A5}"/>
    <dgm:cxn modelId="{557CBF88-BC29-4B80-948C-05C3A869762E}" srcId="{5250D80C-4937-425C-AA4B-257A3D8A13FD}" destId="{B0B5BB94-F3CA-436A-B02A-F204AFA96233}" srcOrd="3" destOrd="0" parTransId="{7E24A2CE-16F6-4FF3-AB21-29349CF04F67}" sibTransId="{097B33DD-05FF-44F6-848A-87752CCC711E}"/>
    <dgm:cxn modelId="{794E9FA0-6B7C-4302-B69A-E5685C46750A}" type="presOf" srcId="{0CB0A31F-5944-4CDD-A598-21652F463A93}" destId="{12A3C9C2-1D94-493E-A4C2-CED122762ECF}" srcOrd="0" destOrd="2" presId="urn:microsoft.com/office/officeart/2005/8/layout/arrow3"/>
    <dgm:cxn modelId="{33B5B8D4-69FE-4712-90D6-C537406EF916}" type="presOf" srcId="{E0A32C4C-CA58-430E-B9B1-51C64E7DD5E9}" destId="{4426F108-6165-4E83-8246-143B02782DF3}" srcOrd="0" destOrd="3" presId="urn:microsoft.com/office/officeart/2005/8/layout/arrow3"/>
    <dgm:cxn modelId="{0A4B4AD9-7114-4ABE-BD33-A4A008E50FC6}" type="presOf" srcId="{B0B5BB94-F3CA-436A-B02A-F204AFA96233}" destId="{4426F108-6165-4E83-8246-143B02782DF3}" srcOrd="0" destOrd="4" presId="urn:microsoft.com/office/officeart/2005/8/layout/arrow3"/>
    <dgm:cxn modelId="{289877DC-ACB0-431C-BEBE-581CCDC0A8E8}" type="presOf" srcId="{884A101C-87A5-41E4-AC62-B6DF6AB21939}" destId="{4426F108-6165-4E83-8246-143B02782DF3}" srcOrd="0" destOrd="2" presId="urn:microsoft.com/office/officeart/2005/8/layout/arrow3"/>
    <dgm:cxn modelId="{F41FACE0-AC56-4431-9B80-DBA4533FE960}" srcId="{5250D80C-4937-425C-AA4B-257A3D8A13FD}" destId="{7FF76679-D337-404A-A9A9-D39DDE8ECFB1}" srcOrd="0" destOrd="0" parTransId="{43EC0C7F-8408-40B2-B3EB-EF3C0D1C9026}" sibTransId="{5C1B8AA0-05C9-40C5-89E3-26EC9832BB32}"/>
    <dgm:cxn modelId="{C7D5ECF0-FDE8-40EB-88DD-1D7602CB9A43}" type="presOf" srcId="{44520E9D-E1D1-41C5-BB7A-F5DD0C386ACA}" destId="{6DC090F7-05D5-44F5-BA69-866B8B9C80A6}" srcOrd="0" destOrd="0" presId="urn:microsoft.com/office/officeart/2005/8/layout/arrow3"/>
    <dgm:cxn modelId="{8E04D3F1-59ED-4C11-B7F6-47028BD623A1}" srcId="{44520E9D-E1D1-41C5-BB7A-F5DD0C386ACA}" destId="{5250D80C-4937-425C-AA4B-257A3D8A13FD}" srcOrd="1" destOrd="0" parTransId="{38D67D68-291C-498B-9C83-4D89D5ECDC5D}" sibTransId="{F997BA8C-09C7-497F-AD82-527270447849}"/>
    <dgm:cxn modelId="{7EEBF4F6-0DF5-45BB-862F-3102EAA4ECF8}" type="presOf" srcId="{AC1C88BA-3EE9-4A20-B687-5647A903AE8B}" destId="{12A3C9C2-1D94-493E-A4C2-CED122762ECF}" srcOrd="0" destOrd="3" presId="urn:microsoft.com/office/officeart/2005/8/layout/arrow3"/>
    <dgm:cxn modelId="{E10EF2F7-EF43-4508-BFF1-99D734AA690F}" type="presOf" srcId="{C1AAB6AF-3A8E-4A4F-835B-C7F5E02C1B62}" destId="{12A3C9C2-1D94-493E-A4C2-CED122762ECF}" srcOrd="0" destOrd="1" presId="urn:microsoft.com/office/officeart/2005/8/layout/arrow3"/>
    <dgm:cxn modelId="{C8E3A185-93FB-4B95-B662-57E1B4C731C4}" type="presParOf" srcId="{6DC090F7-05D5-44F5-BA69-866B8B9C80A6}" destId="{9004AA59-5203-4713-ACD0-E8A88DD64CF9}" srcOrd="0" destOrd="0" presId="urn:microsoft.com/office/officeart/2005/8/layout/arrow3"/>
    <dgm:cxn modelId="{F3A0153B-7DBB-43DE-8CE6-B96C629BFEE2}" type="presParOf" srcId="{6DC090F7-05D5-44F5-BA69-866B8B9C80A6}" destId="{1B56E236-5386-4494-AAA9-4652F00BA801}" srcOrd="1" destOrd="0" presId="urn:microsoft.com/office/officeart/2005/8/layout/arrow3"/>
    <dgm:cxn modelId="{DB5B45C0-1D77-413F-B88F-B75B43E5136B}" type="presParOf" srcId="{6DC090F7-05D5-44F5-BA69-866B8B9C80A6}" destId="{12A3C9C2-1D94-493E-A4C2-CED122762ECF}" srcOrd="2" destOrd="0" presId="urn:microsoft.com/office/officeart/2005/8/layout/arrow3"/>
    <dgm:cxn modelId="{CAA8A73D-133D-4491-A8EC-5E97DDC112E7}" type="presParOf" srcId="{6DC090F7-05D5-44F5-BA69-866B8B9C80A6}" destId="{4930AE4F-EA11-455A-978D-1B8B24575DD1}" srcOrd="3" destOrd="0" presId="urn:microsoft.com/office/officeart/2005/8/layout/arrow3"/>
    <dgm:cxn modelId="{AF853E2B-1BB2-4E2E-A987-0EB00B401373}" type="presParOf" srcId="{6DC090F7-05D5-44F5-BA69-866B8B9C80A6}" destId="{4426F108-6165-4E83-8246-143B02782DF3}" srcOrd="4" destOrd="0" presId="urn:microsoft.com/office/officeart/2005/8/layout/arrow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4AA59-5203-4713-ACD0-E8A88DD64CF9}">
      <dsp:nvSpPr>
        <dsp:cNvPr id="0" name=""/>
        <dsp:cNvSpPr/>
      </dsp:nvSpPr>
      <dsp:spPr>
        <a:xfrm rot="21300000">
          <a:off x="24367" y="2012731"/>
          <a:ext cx="7891756" cy="903725"/>
        </a:xfrm>
        <a:prstGeom prst="mathMinus">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56E236-5386-4494-AAA9-4652F00BA801}">
      <dsp:nvSpPr>
        <dsp:cNvPr id="0" name=""/>
        <dsp:cNvSpPr/>
      </dsp:nvSpPr>
      <dsp:spPr>
        <a:xfrm>
          <a:off x="1309776" y="246459"/>
          <a:ext cx="1668313" cy="1971675"/>
        </a:xfrm>
        <a:prstGeom prst="downArrow">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A3C9C2-1D94-493E-A4C2-CED122762ECF}">
      <dsp:nvSpPr>
        <dsp:cNvPr id="0" name=""/>
        <dsp:cNvSpPr/>
      </dsp:nvSpPr>
      <dsp:spPr>
        <a:xfrm>
          <a:off x="3181113" y="0"/>
          <a:ext cx="4595651" cy="207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s-MX" sz="2400" b="1" kern="1200">
              <a:solidFill>
                <a:schemeClr val="bg1"/>
              </a:solidFill>
            </a:rPr>
            <a:t>Factibilidad</a:t>
          </a:r>
          <a:endParaRPr lang="es-MX" sz="2400" b="1"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Cambios en el lado derecho (</a:t>
          </a:r>
          <a:r>
            <a:rPr lang="es-MX" sz="1800" kern="1200" dirty="0" err="1">
              <a:solidFill>
                <a:schemeClr val="bg1"/>
              </a:solidFill>
            </a:rPr>
            <a:t>bi</a:t>
          </a:r>
          <a:r>
            <a:rPr lang="es-MX" sz="1800" kern="1200" dirty="0">
              <a:solidFill>
                <a:schemeClr val="bg1"/>
              </a:solidFill>
            </a:rPr>
            <a:t>)</a:t>
          </a:r>
        </a:p>
        <a:p>
          <a:pPr marL="182563" lvl="1" indent="-182563" algn="l" defTabSz="800100">
            <a:lnSpc>
              <a:spcPct val="90000"/>
            </a:lnSpc>
            <a:spcBef>
              <a:spcPct val="0"/>
            </a:spcBef>
            <a:spcAft>
              <a:spcPct val="15000"/>
            </a:spcAft>
            <a:buChar char="•"/>
          </a:pPr>
          <a:r>
            <a:rPr lang="es-MX" sz="1800" kern="1200" dirty="0">
              <a:solidFill>
                <a:schemeClr val="bg1"/>
              </a:solidFill>
            </a:rPr>
            <a:t>Adición de una nueva restricción</a:t>
          </a:r>
        </a:p>
        <a:p>
          <a:pPr marL="182563" lvl="1" indent="-182563" algn="l" defTabSz="800100">
            <a:lnSpc>
              <a:spcPct val="90000"/>
            </a:lnSpc>
            <a:spcBef>
              <a:spcPct val="0"/>
            </a:spcBef>
            <a:spcAft>
              <a:spcPct val="15000"/>
            </a:spcAft>
            <a:buChar char="•"/>
          </a:pPr>
          <a:r>
            <a:rPr lang="es-MX" sz="1800" kern="1200" dirty="0">
              <a:solidFill>
                <a:schemeClr val="bg1"/>
              </a:solidFill>
            </a:rPr>
            <a:t>Rangos de factibilidad (para </a:t>
          </a:r>
          <a:r>
            <a:rPr lang="es-MX" sz="1800" kern="1200" dirty="0" err="1">
              <a:solidFill>
                <a:schemeClr val="bg1"/>
              </a:solidFill>
            </a:rPr>
            <a:t>bi</a:t>
          </a:r>
          <a:r>
            <a:rPr lang="es-MX" sz="1800" kern="1200" dirty="0">
              <a:solidFill>
                <a:schemeClr val="bg1"/>
              </a:solidFill>
            </a:rPr>
            <a:t> y </a:t>
          </a:r>
          <a:r>
            <a:rPr lang="es-MX" sz="1800" kern="1200" dirty="0" err="1">
              <a:solidFill>
                <a:schemeClr val="bg1"/>
              </a:solidFill>
            </a:rPr>
            <a:t>aij</a:t>
          </a:r>
          <a:r>
            <a:rPr lang="es-MX" sz="1800" kern="1200" dirty="0">
              <a:solidFill>
                <a:schemeClr val="bg1"/>
              </a:solidFill>
            </a:rPr>
            <a:t>)</a:t>
          </a:r>
        </a:p>
      </dsp:txBody>
      <dsp:txXfrm>
        <a:off x="3181113" y="0"/>
        <a:ext cx="4595651" cy="2070258"/>
      </dsp:txXfrm>
    </dsp:sp>
    <dsp:sp modelId="{4930AE4F-EA11-455A-978D-1B8B24575DD1}">
      <dsp:nvSpPr>
        <dsp:cNvPr id="0" name=""/>
        <dsp:cNvSpPr/>
      </dsp:nvSpPr>
      <dsp:spPr>
        <a:xfrm>
          <a:off x="4993500" y="2711053"/>
          <a:ext cx="1606115" cy="1971675"/>
        </a:xfrm>
        <a:prstGeom prst="upArrow">
          <a:avLst/>
        </a:prstGeom>
        <a:solidFill>
          <a:schemeClr val="accent5">
            <a:hueOff val="2004428"/>
            <a:satOff val="21833"/>
            <a:lumOff val="6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26F108-6165-4E83-8246-143B02782DF3}">
      <dsp:nvSpPr>
        <dsp:cNvPr id="0" name=""/>
        <dsp:cNvSpPr/>
      </dsp:nvSpPr>
      <dsp:spPr>
        <a:xfrm>
          <a:off x="-152266" y="2858929"/>
          <a:ext cx="5227638" cy="207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s-MX" sz="2400" b="1" kern="1200">
              <a:solidFill>
                <a:schemeClr val="bg1"/>
              </a:solidFill>
            </a:rPr>
            <a:t>Optimalidad</a:t>
          </a:r>
          <a:endParaRPr lang="es-MX" sz="2400" b="1"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Cambios en los coeficientes de la F.O. (</a:t>
          </a:r>
          <a:r>
            <a:rPr lang="es-MX" sz="1800" kern="1200" dirty="0" err="1">
              <a:solidFill>
                <a:schemeClr val="bg1"/>
              </a:solidFill>
            </a:rPr>
            <a:t>cj</a:t>
          </a:r>
          <a:r>
            <a:rPr lang="es-MX" sz="1800" kern="1200" dirty="0">
              <a:solidFill>
                <a:schemeClr val="bg1"/>
              </a:solidFill>
            </a:rPr>
            <a:t>)</a:t>
          </a:r>
        </a:p>
        <a:p>
          <a:pPr marL="182563" lvl="1" indent="-182563" algn="l" defTabSz="800100">
            <a:lnSpc>
              <a:spcPct val="90000"/>
            </a:lnSpc>
            <a:spcBef>
              <a:spcPct val="0"/>
            </a:spcBef>
            <a:spcAft>
              <a:spcPct val="15000"/>
            </a:spcAft>
            <a:buChar char="•"/>
          </a:pPr>
          <a:r>
            <a:rPr lang="es-MX" sz="1800" kern="1200" dirty="0">
              <a:solidFill>
                <a:schemeClr val="bg1"/>
              </a:solidFill>
            </a:rPr>
            <a:t>Adición de una nueva variable</a:t>
          </a:r>
        </a:p>
        <a:p>
          <a:pPr marL="182563" lvl="1" indent="-182563" algn="l" defTabSz="800100">
            <a:lnSpc>
              <a:spcPct val="90000"/>
            </a:lnSpc>
            <a:spcBef>
              <a:spcPct val="0"/>
            </a:spcBef>
            <a:spcAft>
              <a:spcPct val="15000"/>
            </a:spcAft>
            <a:buChar char="•"/>
          </a:pPr>
          <a:r>
            <a:rPr lang="es-MX" sz="1800" kern="1200" dirty="0">
              <a:solidFill>
                <a:schemeClr val="bg1"/>
              </a:solidFill>
            </a:rPr>
            <a:t>Rangos de </a:t>
          </a:r>
          <a:r>
            <a:rPr lang="es-MX" sz="1800" kern="1200" dirty="0" err="1">
              <a:solidFill>
                <a:schemeClr val="bg1"/>
              </a:solidFill>
            </a:rPr>
            <a:t>optimalidad</a:t>
          </a:r>
          <a:endParaRPr lang="es-MX" sz="1800"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Soluciones no básicas</a:t>
          </a:r>
        </a:p>
      </dsp:txBody>
      <dsp:txXfrm>
        <a:off x="-152266" y="2858929"/>
        <a:ext cx="5227638" cy="20702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4AA59-5203-4713-ACD0-E8A88DD64CF9}">
      <dsp:nvSpPr>
        <dsp:cNvPr id="0" name=""/>
        <dsp:cNvSpPr/>
      </dsp:nvSpPr>
      <dsp:spPr>
        <a:xfrm rot="21300000">
          <a:off x="24367" y="2012731"/>
          <a:ext cx="7891756" cy="903725"/>
        </a:xfrm>
        <a:prstGeom prst="mathMinus">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B56E236-5386-4494-AAA9-4652F00BA801}">
      <dsp:nvSpPr>
        <dsp:cNvPr id="0" name=""/>
        <dsp:cNvSpPr/>
      </dsp:nvSpPr>
      <dsp:spPr>
        <a:xfrm>
          <a:off x="1309776" y="246459"/>
          <a:ext cx="1668313" cy="1971675"/>
        </a:xfrm>
        <a:prstGeom prst="downArrow">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A3C9C2-1D94-493E-A4C2-CED122762ECF}">
      <dsp:nvSpPr>
        <dsp:cNvPr id="0" name=""/>
        <dsp:cNvSpPr/>
      </dsp:nvSpPr>
      <dsp:spPr>
        <a:xfrm>
          <a:off x="3181113" y="0"/>
          <a:ext cx="4595651" cy="207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s-MX" sz="2400" b="1" kern="1200">
              <a:solidFill>
                <a:schemeClr val="bg1"/>
              </a:solidFill>
            </a:rPr>
            <a:t>Factibilidad</a:t>
          </a:r>
          <a:endParaRPr lang="es-MX" sz="2400" b="1"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Cambios en el lado derecho (</a:t>
          </a:r>
          <a:r>
            <a:rPr lang="es-MX" sz="1800" kern="1200" dirty="0" err="1">
              <a:solidFill>
                <a:schemeClr val="bg1"/>
              </a:solidFill>
            </a:rPr>
            <a:t>bi</a:t>
          </a:r>
          <a:r>
            <a:rPr lang="es-MX" sz="1800" kern="1200" dirty="0">
              <a:solidFill>
                <a:schemeClr val="bg1"/>
              </a:solidFill>
            </a:rPr>
            <a:t>)</a:t>
          </a:r>
        </a:p>
        <a:p>
          <a:pPr marL="182563" lvl="1" indent="-182563" algn="l" defTabSz="800100">
            <a:lnSpc>
              <a:spcPct val="90000"/>
            </a:lnSpc>
            <a:spcBef>
              <a:spcPct val="0"/>
            </a:spcBef>
            <a:spcAft>
              <a:spcPct val="15000"/>
            </a:spcAft>
            <a:buChar char="•"/>
          </a:pPr>
          <a:r>
            <a:rPr lang="es-MX" sz="1800" kern="1200" dirty="0">
              <a:solidFill>
                <a:schemeClr val="bg1"/>
              </a:solidFill>
            </a:rPr>
            <a:t>Adición de una nueva restricción</a:t>
          </a:r>
        </a:p>
        <a:p>
          <a:pPr marL="182563" lvl="1" indent="-182563" algn="l" defTabSz="800100">
            <a:lnSpc>
              <a:spcPct val="90000"/>
            </a:lnSpc>
            <a:spcBef>
              <a:spcPct val="0"/>
            </a:spcBef>
            <a:spcAft>
              <a:spcPct val="15000"/>
            </a:spcAft>
            <a:buChar char="•"/>
          </a:pPr>
          <a:r>
            <a:rPr lang="es-MX" sz="1800" kern="1200" dirty="0">
              <a:solidFill>
                <a:schemeClr val="bg1"/>
              </a:solidFill>
            </a:rPr>
            <a:t>Rangos de factibilidad (para </a:t>
          </a:r>
          <a:r>
            <a:rPr lang="es-MX" sz="1800" kern="1200" dirty="0" err="1">
              <a:solidFill>
                <a:schemeClr val="bg1"/>
              </a:solidFill>
            </a:rPr>
            <a:t>bi</a:t>
          </a:r>
          <a:r>
            <a:rPr lang="es-MX" sz="1800" kern="1200" dirty="0">
              <a:solidFill>
                <a:schemeClr val="bg1"/>
              </a:solidFill>
            </a:rPr>
            <a:t> y </a:t>
          </a:r>
          <a:r>
            <a:rPr lang="es-MX" sz="1800" kern="1200" dirty="0" err="1">
              <a:solidFill>
                <a:schemeClr val="bg1"/>
              </a:solidFill>
            </a:rPr>
            <a:t>aij</a:t>
          </a:r>
          <a:r>
            <a:rPr lang="es-MX" sz="1800" kern="1200" dirty="0">
              <a:solidFill>
                <a:schemeClr val="bg1"/>
              </a:solidFill>
            </a:rPr>
            <a:t>)</a:t>
          </a:r>
        </a:p>
      </dsp:txBody>
      <dsp:txXfrm>
        <a:off x="3181113" y="0"/>
        <a:ext cx="4595651" cy="2070258"/>
      </dsp:txXfrm>
    </dsp:sp>
    <dsp:sp modelId="{4930AE4F-EA11-455A-978D-1B8B24575DD1}">
      <dsp:nvSpPr>
        <dsp:cNvPr id="0" name=""/>
        <dsp:cNvSpPr/>
      </dsp:nvSpPr>
      <dsp:spPr>
        <a:xfrm>
          <a:off x="4993500" y="2711053"/>
          <a:ext cx="1606115" cy="1971675"/>
        </a:xfrm>
        <a:prstGeom prst="upArrow">
          <a:avLst/>
        </a:prstGeom>
        <a:solidFill>
          <a:schemeClr val="accent5">
            <a:hueOff val="2004428"/>
            <a:satOff val="21833"/>
            <a:lumOff val="6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26F108-6165-4E83-8246-143B02782DF3}">
      <dsp:nvSpPr>
        <dsp:cNvPr id="0" name=""/>
        <dsp:cNvSpPr/>
      </dsp:nvSpPr>
      <dsp:spPr>
        <a:xfrm>
          <a:off x="-152266" y="2858929"/>
          <a:ext cx="5227638" cy="2070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s-MX" sz="2400" b="1" kern="1200">
              <a:solidFill>
                <a:schemeClr val="bg1"/>
              </a:solidFill>
            </a:rPr>
            <a:t>Optimalidad</a:t>
          </a:r>
          <a:endParaRPr lang="es-MX" sz="2400" b="1"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Cambios en los coeficientes de la F.O. (</a:t>
          </a:r>
          <a:r>
            <a:rPr lang="es-MX" sz="1800" kern="1200" dirty="0" err="1">
              <a:solidFill>
                <a:schemeClr val="bg1"/>
              </a:solidFill>
            </a:rPr>
            <a:t>cj</a:t>
          </a:r>
          <a:r>
            <a:rPr lang="es-MX" sz="1800" kern="1200" dirty="0">
              <a:solidFill>
                <a:schemeClr val="bg1"/>
              </a:solidFill>
            </a:rPr>
            <a:t>)</a:t>
          </a:r>
        </a:p>
        <a:p>
          <a:pPr marL="182563" lvl="1" indent="-182563" algn="l" defTabSz="800100">
            <a:lnSpc>
              <a:spcPct val="90000"/>
            </a:lnSpc>
            <a:spcBef>
              <a:spcPct val="0"/>
            </a:spcBef>
            <a:spcAft>
              <a:spcPct val="15000"/>
            </a:spcAft>
            <a:buChar char="•"/>
          </a:pPr>
          <a:r>
            <a:rPr lang="es-MX" sz="1800" kern="1200" dirty="0">
              <a:solidFill>
                <a:schemeClr val="bg1"/>
              </a:solidFill>
            </a:rPr>
            <a:t>Adición de una nueva variable</a:t>
          </a:r>
        </a:p>
        <a:p>
          <a:pPr marL="182563" lvl="1" indent="-182563" algn="l" defTabSz="800100">
            <a:lnSpc>
              <a:spcPct val="90000"/>
            </a:lnSpc>
            <a:spcBef>
              <a:spcPct val="0"/>
            </a:spcBef>
            <a:spcAft>
              <a:spcPct val="15000"/>
            </a:spcAft>
            <a:buChar char="•"/>
          </a:pPr>
          <a:r>
            <a:rPr lang="es-MX" sz="1800" kern="1200" dirty="0">
              <a:solidFill>
                <a:schemeClr val="bg1"/>
              </a:solidFill>
            </a:rPr>
            <a:t>Rangos de </a:t>
          </a:r>
          <a:r>
            <a:rPr lang="es-MX" sz="1800" kern="1200" dirty="0" err="1">
              <a:solidFill>
                <a:schemeClr val="bg1"/>
              </a:solidFill>
            </a:rPr>
            <a:t>optimalidad</a:t>
          </a:r>
          <a:endParaRPr lang="es-MX" sz="1800" kern="1200" dirty="0">
            <a:solidFill>
              <a:schemeClr val="bg1"/>
            </a:solidFill>
          </a:endParaRPr>
        </a:p>
        <a:p>
          <a:pPr marL="182563" lvl="1" indent="-182563" algn="l" defTabSz="800100">
            <a:lnSpc>
              <a:spcPct val="90000"/>
            </a:lnSpc>
            <a:spcBef>
              <a:spcPct val="0"/>
            </a:spcBef>
            <a:spcAft>
              <a:spcPct val="15000"/>
            </a:spcAft>
            <a:buChar char="•"/>
          </a:pPr>
          <a:r>
            <a:rPr lang="es-MX" sz="1800" kern="1200" dirty="0">
              <a:solidFill>
                <a:schemeClr val="bg1"/>
              </a:solidFill>
            </a:rPr>
            <a:t>Soluciones no básicas</a:t>
          </a:r>
        </a:p>
      </dsp:txBody>
      <dsp:txXfrm>
        <a:off x="-152266" y="2858929"/>
        <a:ext cx="5227638" cy="2070258"/>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05/03/2025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29</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32</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33</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A8D85A20-4E16-9E1A-F4A1-F75F389B3404}"/>
              </a:ext>
            </a:extLst>
          </p:cNvPr>
          <p:cNvSpPr/>
          <p:nvPr userDrawn="1"/>
        </p:nvSpPr>
        <p:spPr>
          <a:xfrm>
            <a:off x="11984854" y="3364637"/>
            <a:ext cx="207145" cy="225981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B9D905-59B2-F49C-9D0B-7B82B23DC82E}"/>
              </a:ext>
            </a:extLst>
          </p:cNvPr>
          <p:cNvSpPr/>
          <p:nvPr userDrawn="1"/>
        </p:nvSpPr>
        <p:spPr>
          <a:xfrm>
            <a:off x="11975976" y="284085"/>
            <a:ext cx="207145" cy="121624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a:xfrm>
            <a:off x="6745412" y="6492875"/>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a:xfrm>
            <a:off x="11668760" y="6602243"/>
            <a:ext cx="523240" cy="247651"/>
          </a:xfrm>
          <a:prstGeom prst="rect">
            <a:avLst/>
          </a:prstGeo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Aptos" panose="020B0004020202020204" pitchFamily="34" charset="0"/>
              </a:defRPr>
            </a:lvl1pPr>
            <a:lvl2pPr>
              <a:defRPr sz="4000"/>
            </a:lvl2pPr>
            <a:lvl3pPr>
              <a:defRPr sz="4000"/>
            </a:lvl3pPr>
            <a:lvl4pPr>
              <a:defRPr sz="4000"/>
            </a:lvl4pPr>
            <a:lvl5pPr>
              <a:defRPr sz="4000"/>
            </a:lvl5pPr>
          </a:lstStyle>
          <a:p>
            <a:pPr lvl="0" rtl="0"/>
            <a:r>
              <a:rPr lang="en-US" noProof="0" dirty="0"/>
              <a:t>Click to edit Master text styles</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a:xfrm>
            <a:off x="6745413" y="6610348"/>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a:xfrm>
            <a:off x="4931216" y="6632892"/>
            <a:ext cx="2324569" cy="247651"/>
          </a:xfrm>
        </p:spPr>
        <p:txBody>
          <a:bodyPr rtlCol="0"/>
          <a:lstStyle/>
          <a:p>
            <a:pPr rtl="0"/>
            <a:r>
              <a:rPr lang="es-MX" noProof="0" dirty="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a:xfrm>
            <a:off x="11668760" y="6610347"/>
            <a:ext cx="523240" cy="247651"/>
          </a:xfrm>
          <a:prstGeom prst="rect">
            <a:avLst/>
          </a:prstGeo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latin typeface="Aptos" panose="020B0004020202020204" pitchFamily="34" charset="0"/>
              </a:defRPr>
            </a:lvl1pPr>
          </a:lstStyle>
          <a:p>
            <a:pPr rtl="0"/>
            <a:r>
              <a:rPr lang="en-US" noProof="0"/>
              <a:t>Click icon to add chart</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Aptos Black" panose="020B0004020202020204" pitchFamily="34" charset="0"/>
              </a:defRPr>
            </a:lvl1pPr>
          </a:lstStyle>
          <a:p>
            <a:pPr rtl="0"/>
            <a:r>
              <a:rPr lang="es-MX" noProof="0" dirty="0"/>
              <a:t>Haz clic para editar </a:t>
            </a:r>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a:xfrm>
            <a:off x="11668760" y="6624589"/>
            <a:ext cx="523240" cy="247651"/>
          </a:xfrm>
          <a:prstGeom prst="rect">
            <a:avLst/>
          </a:prstGeom>
        </p:spPr>
        <p:txBody>
          <a:bodyPr rtlCol="0"/>
          <a:lstStyle/>
          <a:p>
            <a:pPr rtl="0"/>
            <a:fld id="{294A09A9-5501-47C1-A89A-A340965A2BE2}" type="slidenum">
              <a:rPr lang="es-MX" noProof="0" smtClean="0"/>
              <a:pPr rtl="0"/>
              <a:t>‹#›</a:t>
            </a:fld>
            <a:endParaRPr lang="es-MX" noProof="0" dirty="0">
              <a:latin typeface="+mn-lt"/>
            </a:endParaRPr>
          </a:p>
        </p:txBody>
      </p:sp>
      <p:sp>
        <p:nvSpPr>
          <p:cNvPr id="7" name="Marcador de posición de pie de página 4">
            <a:extLst>
              <a:ext uri="{FF2B5EF4-FFF2-40B4-BE49-F238E27FC236}">
                <a16:creationId xmlns:a16="http://schemas.microsoft.com/office/drawing/2014/main" id="{F88E2CE6-D902-5A33-C844-8A40B1779D5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a:xfrm>
            <a:off x="6745412" y="6492875"/>
            <a:ext cx="1562125" cy="247651"/>
          </a:xfrm>
          <a:prstGeom prst="rect">
            <a:avLst/>
          </a:prstGeom>
        </p:spPr>
        <p:txBody>
          <a:bodyPr rtlCol="0"/>
          <a:lstStyle/>
          <a:p>
            <a:pPr rtl="0"/>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OPTIMIZACIÓN DE OPERACIONES</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a:xfrm>
            <a:off x="11668760" y="6602243"/>
            <a:ext cx="523240" cy="247651"/>
          </a:xfrm>
          <a:prstGeom prst="rect">
            <a:avLst/>
          </a:prstGeom>
        </p:spPr>
        <p:txBody>
          <a:bodyPr rtlCol="0"/>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 name="Marcador de posición de pie de página 4">
            <a:extLst>
              <a:ext uri="{FF2B5EF4-FFF2-40B4-BE49-F238E27FC236}">
                <a16:creationId xmlns:a16="http://schemas.microsoft.com/office/drawing/2014/main" id="{9CFD7E6B-8BA7-35DB-BE61-5DF2483E56D9}"/>
              </a:ext>
            </a:extLst>
          </p:cNvPr>
          <p:cNvSpPr>
            <a:spLocks noGrp="1"/>
          </p:cNvSpPr>
          <p:nvPr>
            <p:ph type="ftr" sz="quarter" idx="3"/>
          </p:nvPr>
        </p:nvSpPr>
        <p:spPr>
          <a:xfrm>
            <a:off x="5362113" y="6610347"/>
            <a:ext cx="2148534" cy="247651"/>
          </a:xfrm>
          <a:prstGeom prst="rect">
            <a:avLst/>
          </a:prstGeom>
        </p:spPr>
        <p:txBody>
          <a:bodyPr vert="horz" lIns="0" tIns="0" rIns="0" bIns="0" rtlCol="0" anchor="t" anchorCtr="0"/>
          <a:lstStyle>
            <a:lvl1pPr algn="l">
              <a:defRPr sz="1100" b="0" i="0">
                <a:solidFill>
                  <a:schemeClr val="bg2">
                    <a:lumMod val="50000"/>
                  </a:schemeClr>
                </a:solidFill>
                <a:latin typeface="+mj-lt"/>
              </a:defRPr>
            </a:lvl1pPr>
          </a:lstStyle>
          <a:p>
            <a:r>
              <a:rPr lang="es-MX" dirty="0"/>
              <a:t>OPTIMIZACIÓN DE OPERACIONES</a:t>
            </a:r>
          </a:p>
        </p:txBody>
      </p:sp>
      <p:sp>
        <p:nvSpPr>
          <p:cNvPr id="4" name="Marcador de posición de número de diapositiva 5">
            <a:extLst>
              <a:ext uri="{FF2B5EF4-FFF2-40B4-BE49-F238E27FC236}">
                <a16:creationId xmlns:a16="http://schemas.microsoft.com/office/drawing/2014/main" id="{43FD86DC-D2BD-AECC-1A0A-3CE74BEE57C9}"/>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Aptos" panose="020B0004020202020204" pitchFamily="34" charset="0"/>
              </a:defRPr>
            </a:lvl1pPr>
          </a:lstStyle>
          <a:p>
            <a:pPr rtl="0"/>
            <a:r>
              <a:rPr lang="en-US" noProof="0"/>
              <a:t>Click to edit Master title style</a:t>
            </a:r>
            <a:endParaRPr lang="es-MX" noProof="0" dirty="0"/>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5" name="Marcador de posición de pie de página 4">
            <a:extLst>
              <a:ext uri="{FF2B5EF4-FFF2-40B4-BE49-F238E27FC236}">
                <a16:creationId xmlns:a16="http://schemas.microsoft.com/office/drawing/2014/main" id="{8B6548D6-A880-04F4-F832-A1B39206F240}"/>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8843598B-FC54-B745-3054-795FE6B8A9C1}"/>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779080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dirty="0"/>
              <a:t>Click to edit Master title style</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a:xfrm>
            <a:off x="6745412" y="6492875"/>
            <a:ext cx="1562125" cy="247651"/>
          </a:xfrm>
          <a:prstGeom prst="rect">
            <a:avLst/>
          </a:prstGeom>
        </p:spPr>
        <p:txBody>
          <a:bodyPr rtlCol="0"/>
          <a:lstStyle/>
          <a:p>
            <a:pPr rtl="0"/>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a:xfrm>
            <a:off x="11668760" y="6602243"/>
            <a:ext cx="523240" cy="247651"/>
          </a:xfrm>
          <a:prstGeom prst="rect">
            <a:avLst/>
          </a:prstGeo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5" name="Marcador de posición de pie de página 4">
            <a:extLst>
              <a:ext uri="{FF2B5EF4-FFF2-40B4-BE49-F238E27FC236}">
                <a16:creationId xmlns:a16="http://schemas.microsoft.com/office/drawing/2014/main" id="{23F1A244-DFA6-8C44-BF95-8851B5A76AB8}"/>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19E1CAB4-A60C-2959-8605-86F431A58C1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F94C5751-D7B6-785B-559F-3B3AF0781146}"/>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32D17B95-1D7F-FF57-3E13-0B36D861BAE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8CEC982C-CBC7-82F8-DD9C-CEC7134E4694}"/>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4B831637-7548-7CD1-8B74-EAFCD709322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a:xfrm>
            <a:off x="6756044" y="6610349"/>
            <a:ext cx="1562125" cy="247651"/>
          </a:xfrm>
          <a:prstGeom prst="rect">
            <a:avLst/>
          </a:prstGeom>
        </p:spPr>
        <p:txBody>
          <a:bodyPr rtlCol="0"/>
          <a:lstStyle/>
          <a:p>
            <a:pPr rtl="0"/>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a:xfrm>
            <a:off x="5258715" y="6610349"/>
            <a:ext cx="1497330" cy="247651"/>
          </a:xfrm>
        </p:spPr>
        <p:txBody>
          <a:bodyPr rtlCol="0"/>
          <a:lstStyle/>
          <a:p>
            <a:pPr rtl="0"/>
            <a:r>
              <a:rPr lang="es-MX" noProof="0"/>
              <a:t>OPTIMIZACIÓN DE OPERACIONES</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a:xfrm>
            <a:off x="4735475" y="6610349"/>
            <a:ext cx="523240" cy="247651"/>
          </a:xfrm>
          <a:prstGeom prst="rect">
            <a:avLst/>
          </a:prstGeo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2" name="Marcador de posición de fecha 3">
            <a:extLst>
              <a:ext uri="{FF2B5EF4-FFF2-40B4-BE49-F238E27FC236}">
                <a16:creationId xmlns:a16="http://schemas.microsoft.com/office/drawing/2014/main" id="{B8E7A9BD-F162-7384-3111-26CE7D4945AF}"/>
              </a:ext>
            </a:extLst>
          </p:cNvPr>
          <p:cNvSpPr>
            <a:spLocks noGrp="1"/>
          </p:cNvSpPr>
          <p:nvPr>
            <p:ph type="dt" sz="half" idx="2"/>
          </p:nvPr>
        </p:nvSpPr>
        <p:spPr>
          <a:xfrm>
            <a:off x="6725272" y="6610349"/>
            <a:ext cx="1562125"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endParaRPr lang="es-MX" noProof="0" dirty="0">
              <a:latin typeface="+mn-lt"/>
            </a:endParaRPr>
          </a:p>
        </p:txBody>
      </p:sp>
      <p:sp>
        <p:nvSpPr>
          <p:cNvPr id="3" name="Marcador de posición de pie de página 4">
            <a:extLst>
              <a:ext uri="{FF2B5EF4-FFF2-40B4-BE49-F238E27FC236}">
                <a16:creationId xmlns:a16="http://schemas.microsoft.com/office/drawing/2014/main" id="{D3659ACD-AA93-F09D-1EA3-C961DA2E29D5}"/>
              </a:ext>
            </a:extLst>
          </p:cNvPr>
          <p:cNvSpPr>
            <a:spLocks noGrp="1"/>
          </p:cNvSpPr>
          <p:nvPr>
            <p:ph type="ftr" sz="quarter" idx="3"/>
          </p:nvPr>
        </p:nvSpPr>
        <p:spPr>
          <a:xfrm>
            <a:off x="5227943" y="6610349"/>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OPTIMIZACIÓN DE OPERACIONES</a:t>
            </a:r>
            <a:endParaRPr lang="es-MX" b="0" noProof="0" dirty="0"/>
          </a:p>
        </p:txBody>
      </p:sp>
      <p:sp>
        <p:nvSpPr>
          <p:cNvPr id="4" name="Marcador de posición de número de diapositiva 5">
            <a:extLst>
              <a:ext uri="{FF2B5EF4-FFF2-40B4-BE49-F238E27FC236}">
                <a16:creationId xmlns:a16="http://schemas.microsoft.com/office/drawing/2014/main" id="{61A49C7E-58DD-E07A-BB14-2F2606BA9D67}"/>
              </a:ext>
            </a:extLst>
          </p:cNvPr>
          <p:cNvSpPr>
            <a:spLocks noGrp="1"/>
          </p:cNvSpPr>
          <p:nvPr>
            <p:ph type="sldNum" sz="quarter" idx="4"/>
          </p:nvPr>
        </p:nvSpPr>
        <p:spPr>
          <a:xfrm>
            <a:off x="4704703" y="6610349"/>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a:xfrm>
            <a:off x="968354" y="1600204"/>
            <a:ext cx="10368396" cy="45259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7" name="Forma libre 38">
            <a:extLst>
              <a:ext uri="{FF2B5EF4-FFF2-40B4-BE49-F238E27FC236}">
                <a16:creationId xmlns:a16="http://schemas.microsoft.com/office/drawing/2014/main" id="{6C14B503-619D-FECA-B1C8-EC84086F4DE6}"/>
              </a:ext>
            </a:extLst>
          </p:cNvPr>
          <p:cNvSpPr>
            <a:spLocks/>
          </p:cNvSpPr>
          <p:nvPr/>
        </p:nvSpPr>
        <p:spPr bwMode="auto">
          <a:xfrm rot="16200000" flipV="1">
            <a:off x="-136" y="5890869"/>
            <a:ext cx="968626" cy="968353"/>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 name="Título 1">
            <a:extLst>
              <a:ext uri="{FF2B5EF4-FFF2-40B4-BE49-F238E27FC236}">
                <a16:creationId xmlns:a16="http://schemas.microsoft.com/office/drawing/2014/main" id="{4B9ABDB8-8380-48B9-9C6F-79E9D39B5936}"/>
              </a:ext>
            </a:extLst>
          </p:cNvPr>
          <p:cNvSpPr>
            <a:spLocks noGrp="1"/>
          </p:cNvSpPr>
          <p:nvPr userDrawn="1">
            <p:ph type="title"/>
          </p:nvPr>
        </p:nvSpPr>
        <p:spPr>
          <a:xfrm>
            <a:off x="952500" y="365125"/>
            <a:ext cx="10401300" cy="1325563"/>
          </a:xfrm>
        </p:spPr>
        <p:txBody>
          <a:bodyPr rtlCol="0"/>
          <a:lstStyle/>
          <a:p>
            <a:pPr rtl="0"/>
            <a:r>
              <a:rPr lang="en-US" noProof="0"/>
              <a:t>Click to edit Master title style</a:t>
            </a:r>
            <a:endParaRPr lang="es-MX" noProof="0"/>
          </a:p>
        </p:txBody>
      </p:sp>
      <p:sp>
        <p:nvSpPr>
          <p:cNvPr id="9" name="Forma libre 15">
            <a:extLst>
              <a:ext uri="{FF2B5EF4-FFF2-40B4-BE49-F238E27FC236}">
                <a16:creationId xmlns:a16="http://schemas.microsoft.com/office/drawing/2014/main" id="{0AC106E8-3E4A-A8F8-E16C-BBF1326B7F20}"/>
              </a:ext>
            </a:extLst>
          </p:cNvPr>
          <p:cNvSpPr>
            <a:spLocks/>
          </p:cNvSpPr>
          <p:nvPr/>
        </p:nvSpPr>
        <p:spPr bwMode="auto">
          <a:xfrm rot="10800000">
            <a:off x="10540797" y="1080290"/>
            <a:ext cx="1675717" cy="22342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7">
            <a:extLst>
              <a:ext uri="{FF2B5EF4-FFF2-40B4-BE49-F238E27FC236}">
                <a16:creationId xmlns:a16="http://schemas.microsoft.com/office/drawing/2014/main" id="{56559DE5-8022-90C0-3366-610481E321EF}"/>
              </a:ext>
            </a:extLst>
          </p:cNvPr>
          <p:cNvSpPr>
            <a:spLocks/>
          </p:cNvSpPr>
          <p:nvPr/>
        </p:nvSpPr>
        <p:spPr bwMode="auto">
          <a:xfrm rot="10800000">
            <a:off x="8891306" y="-10633"/>
            <a:ext cx="2181524" cy="1090923"/>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 name="TextBox 3">
            <a:extLst>
              <a:ext uri="{FF2B5EF4-FFF2-40B4-BE49-F238E27FC236}">
                <a16:creationId xmlns:a16="http://schemas.microsoft.com/office/drawing/2014/main" id="{E91DE9D0-F43D-F8FF-BDC1-DD57D9BD8CF7}"/>
              </a:ext>
            </a:extLst>
          </p:cNvPr>
          <p:cNvSpPr txBox="1"/>
          <p:nvPr userDrawn="1"/>
        </p:nvSpPr>
        <p:spPr>
          <a:xfrm>
            <a:off x="11336750" y="613333"/>
            <a:ext cx="837858" cy="369332"/>
          </a:xfrm>
          <a:prstGeom prst="rect">
            <a:avLst/>
          </a:prstGeom>
          <a:noFill/>
        </p:spPr>
        <p:txBody>
          <a:bodyPr wrap="square" rtlCol="0">
            <a:spAutoFit/>
          </a:bodyPr>
          <a:lstStyle/>
          <a:p>
            <a:endParaRPr lang="en-US" dirty="0">
              <a:solidFill>
                <a:sysClr val="windowText" lastClr="000000"/>
              </a:solidFill>
            </a:endParaRPr>
          </a:p>
        </p:txBody>
      </p:sp>
      <p:sp>
        <p:nvSpPr>
          <p:cNvPr id="5" name="TextBox 4">
            <a:extLst>
              <a:ext uri="{FF2B5EF4-FFF2-40B4-BE49-F238E27FC236}">
                <a16:creationId xmlns:a16="http://schemas.microsoft.com/office/drawing/2014/main" id="{11FD6F5B-5699-C766-5D8B-7805E561F43D}"/>
              </a:ext>
            </a:extLst>
          </p:cNvPr>
          <p:cNvSpPr txBox="1"/>
          <p:nvPr userDrawn="1"/>
        </p:nvSpPr>
        <p:spPr>
          <a:xfrm>
            <a:off x="11230252" y="142043"/>
            <a:ext cx="837858" cy="369332"/>
          </a:xfrm>
          <a:prstGeom prst="rect">
            <a:avLst/>
          </a:prstGeom>
          <a:noFill/>
        </p:spPr>
        <p:txBody>
          <a:bodyPr wrap="square" rtlCol="0">
            <a:spAutoFit/>
          </a:bodyPr>
          <a:lstStyle/>
          <a:p>
            <a:endParaRPr lang="en-US" dirty="0">
              <a:ln>
                <a:solidFill>
                  <a:sysClr val="windowText" lastClr="000000"/>
                </a:solidFill>
              </a:ln>
              <a:solidFill>
                <a:sysClr val="windowText" lastClr="000000"/>
              </a:solidFill>
            </a:endParaRPr>
          </a:p>
        </p:txBody>
      </p:sp>
      <p:sp>
        <p:nvSpPr>
          <p:cNvPr id="8" name="Marcador de posición de número de diapositiva 5">
            <a:extLst>
              <a:ext uri="{FF2B5EF4-FFF2-40B4-BE49-F238E27FC236}">
                <a16:creationId xmlns:a16="http://schemas.microsoft.com/office/drawing/2014/main" id="{232A82C8-A2FE-450D-2F70-E2382507D86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98890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7" name="Forma libre 38">
            <a:extLst>
              <a:ext uri="{FF2B5EF4-FFF2-40B4-BE49-F238E27FC236}">
                <a16:creationId xmlns:a16="http://schemas.microsoft.com/office/drawing/2014/main" id="{6C14B503-619D-FECA-B1C8-EC84086F4DE6}"/>
              </a:ext>
            </a:extLst>
          </p:cNvPr>
          <p:cNvSpPr>
            <a:spLocks/>
          </p:cNvSpPr>
          <p:nvPr/>
        </p:nvSpPr>
        <p:spPr bwMode="auto">
          <a:xfrm rot="16200000" flipV="1">
            <a:off x="-136" y="5890869"/>
            <a:ext cx="968626" cy="968353"/>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 name="Título 1">
            <a:extLst>
              <a:ext uri="{FF2B5EF4-FFF2-40B4-BE49-F238E27FC236}">
                <a16:creationId xmlns:a16="http://schemas.microsoft.com/office/drawing/2014/main" id="{4B9ABDB8-8380-48B9-9C6F-79E9D39B5936}"/>
              </a:ext>
            </a:extLst>
          </p:cNvPr>
          <p:cNvSpPr>
            <a:spLocks noGrp="1"/>
          </p:cNvSpPr>
          <p:nvPr userDrawn="1">
            <p:ph type="title"/>
          </p:nvPr>
        </p:nvSpPr>
        <p:spPr>
          <a:xfrm>
            <a:off x="952500" y="365125"/>
            <a:ext cx="8444613" cy="1325563"/>
          </a:xfrm>
        </p:spPr>
        <p:txBody>
          <a:bodyPr rtlCol="0"/>
          <a:lstStyle/>
          <a:p>
            <a:pPr rtl="0"/>
            <a:r>
              <a:rPr lang="en-US" noProof="0"/>
              <a:t>Click to edit Master title style</a:t>
            </a:r>
            <a:endParaRPr lang="es-MX" noProof="0"/>
          </a:p>
        </p:txBody>
      </p:sp>
      <p:sp>
        <p:nvSpPr>
          <p:cNvPr id="9" name="Forma libre 15">
            <a:extLst>
              <a:ext uri="{FF2B5EF4-FFF2-40B4-BE49-F238E27FC236}">
                <a16:creationId xmlns:a16="http://schemas.microsoft.com/office/drawing/2014/main" id="{0AC106E8-3E4A-A8F8-E16C-BBF1326B7F20}"/>
              </a:ext>
            </a:extLst>
          </p:cNvPr>
          <p:cNvSpPr>
            <a:spLocks/>
          </p:cNvSpPr>
          <p:nvPr/>
        </p:nvSpPr>
        <p:spPr bwMode="auto">
          <a:xfrm rot="10800000">
            <a:off x="10540797" y="1080290"/>
            <a:ext cx="1675717" cy="2234285"/>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7">
            <a:extLst>
              <a:ext uri="{FF2B5EF4-FFF2-40B4-BE49-F238E27FC236}">
                <a16:creationId xmlns:a16="http://schemas.microsoft.com/office/drawing/2014/main" id="{56559DE5-8022-90C0-3366-610481E321EF}"/>
              </a:ext>
            </a:extLst>
          </p:cNvPr>
          <p:cNvSpPr>
            <a:spLocks/>
          </p:cNvSpPr>
          <p:nvPr/>
        </p:nvSpPr>
        <p:spPr bwMode="auto">
          <a:xfrm rot="10800000">
            <a:off x="8891306" y="-10633"/>
            <a:ext cx="2181524" cy="1090923"/>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5" name="TextBox 4">
            <a:extLst>
              <a:ext uri="{FF2B5EF4-FFF2-40B4-BE49-F238E27FC236}">
                <a16:creationId xmlns:a16="http://schemas.microsoft.com/office/drawing/2014/main" id="{11FD6F5B-5699-C766-5D8B-7805E561F43D}"/>
              </a:ext>
            </a:extLst>
          </p:cNvPr>
          <p:cNvSpPr txBox="1"/>
          <p:nvPr userDrawn="1"/>
        </p:nvSpPr>
        <p:spPr>
          <a:xfrm>
            <a:off x="11230252" y="142043"/>
            <a:ext cx="837858" cy="369332"/>
          </a:xfrm>
          <a:prstGeom prst="rect">
            <a:avLst/>
          </a:prstGeom>
          <a:noFill/>
        </p:spPr>
        <p:txBody>
          <a:bodyPr wrap="square" rtlCol="0">
            <a:spAutoFit/>
          </a:bodyPr>
          <a:lstStyle/>
          <a:p>
            <a:endParaRPr lang="en-US" dirty="0">
              <a:ln>
                <a:solidFill>
                  <a:sysClr val="windowText" lastClr="000000"/>
                </a:solidFill>
              </a:ln>
              <a:solidFill>
                <a:sysClr val="windowText" lastClr="000000"/>
              </a:solidFill>
            </a:endParaRPr>
          </a:p>
        </p:txBody>
      </p:sp>
      <p:sp>
        <p:nvSpPr>
          <p:cNvPr id="8" name="Marcador de posición de número de diapositiva 5">
            <a:extLst>
              <a:ext uri="{FF2B5EF4-FFF2-40B4-BE49-F238E27FC236}">
                <a16:creationId xmlns:a16="http://schemas.microsoft.com/office/drawing/2014/main" id="{ECE7F8B8-28D9-2EF1-DA09-5C272170E21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93321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endParaRPr lang="es-MX"/>
          </a:p>
        </p:txBody>
      </p:sp>
      <p:sp>
        <p:nvSpPr>
          <p:cNvPr id="5" name="Marcador de pie de página 4"/>
          <p:cNvSpPr>
            <a:spLocks noGrp="1"/>
          </p:cNvSpPr>
          <p:nvPr>
            <p:ph type="ftr" sz="quarter" idx="11"/>
          </p:nvPr>
        </p:nvSpPr>
        <p:spPr/>
        <p:txBody>
          <a:bodyPr/>
          <a:lstStyle/>
          <a:p>
            <a:r>
              <a:rPr lang="es-MX"/>
              <a:t>OPTIMIZACIÓN DE OPERACIONES</a:t>
            </a:r>
          </a:p>
        </p:txBody>
      </p:sp>
      <p:grpSp>
        <p:nvGrpSpPr>
          <p:cNvPr id="7" name="Grupo 36">
            <a:extLst>
              <a:ext uri="{FF2B5EF4-FFF2-40B4-BE49-F238E27FC236}">
                <a16:creationId xmlns:a16="http://schemas.microsoft.com/office/drawing/2014/main" id="{20166653-8B14-3D8F-EE1D-93DDF3FF021F}"/>
              </a:ext>
            </a:extLst>
          </p:cNvPr>
          <p:cNvGrpSpPr>
            <a:grpSpLocks/>
          </p:cNvGrpSpPr>
          <p:nvPr userDrawn="1"/>
        </p:nvGrpSpPr>
        <p:grpSpPr bwMode="auto">
          <a:xfrm rot="16200000" flipV="1">
            <a:off x="0" y="3900132"/>
            <a:ext cx="2959226" cy="2959226"/>
            <a:chOff x="0" y="12289"/>
            <a:chExt cx="3550" cy="3551"/>
          </a:xfrm>
        </p:grpSpPr>
        <p:sp>
          <p:nvSpPr>
            <p:cNvPr id="8" name="Forma libre 37">
              <a:extLst>
                <a:ext uri="{FF2B5EF4-FFF2-40B4-BE49-F238E27FC236}">
                  <a16:creationId xmlns:a16="http://schemas.microsoft.com/office/drawing/2014/main" id="{73712502-D03A-38E3-B2CA-D84EA3E6010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38">
              <a:extLst>
                <a:ext uri="{FF2B5EF4-FFF2-40B4-BE49-F238E27FC236}">
                  <a16:creationId xmlns:a16="http://schemas.microsoft.com/office/drawing/2014/main" id="{7A4D3E77-F9A1-071A-27C8-61C1E35375A3}"/>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39">
              <a:extLst>
                <a:ext uri="{FF2B5EF4-FFF2-40B4-BE49-F238E27FC236}">
                  <a16:creationId xmlns:a16="http://schemas.microsoft.com/office/drawing/2014/main" id="{CEDB6355-5569-3542-21EC-7FDBE9BD1D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Marcador de posición de número de diapositiva 5">
            <a:extLst>
              <a:ext uri="{FF2B5EF4-FFF2-40B4-BE49-F238E27FC236}">
                <a16:creationId xmlns:a16="http://schemas.microsoft.com/office/drawing/2014/main" id="{AE71D126-4212-DB9D-5C9F-6B940E9B524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65872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8C642-49FB-4E16-A3A0-B2ACBEABFFD6}"/>
              </a:ext>
            </a:extLst>
          </p:cNvPr>
          <p:cNvSpPr>
            <a:spLocks noGrp="1"/>
          </p:cNvSpPr>
          <p:nvPr>
            <p:ph type="title"/>
          </p:nvPr>
        </p:nvSpPr>
        <p:spPr/>
        <p:txBody>
          <a:bodyPr rtlCol="0"/>
          <a:lstStyle/>
          <a:p>
            <a:pPr rtl="0"/>
            <a:r>
              <a:rPr lang="en-US" noProof="0"/>
              <a:t>Click to edit Master title style</a:t>
            </a:r>
            <a:endParaRPr lang="es-MX" noProof="0"/>
          </a:p>
        </p:txBody>
      </p:sp>
      <p:sp>
        <p:nvSpPr>
          <p:cNvPr id="6" name="Marcador de posición de pie de página 4">
            <a:extLst>
              <a:ext uri="{FF2B5EF4-FFF2-40B4-BE49-F238E27FC236}">
                <a16:creationId xmlns:a16="http://schemas.microsoft.com/office/drawing/2014/main" id="{D2277398-E71C-9E18-6FA2-AF0656698E4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7" name="Marcador de posición de número de diapositiva 5">
            <a:extLst>
              <a:ext uri="{FF2B5EF4-FFF2-40B4-BE49-F238E27FC236}">
                <a16:creationId xmlns:a16="http://schemas.microsoft.com/office/drawing/2014/main" id="{B84FCA9A-3098-8020-E608-4F4F97405E4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1612545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endParaRPr lang="es-ES"/>
          </a:p>
        </p:txBody>
      </p:sp>
      <p:sp>
        <p:nvSpPr>
          <p:cNvPr id="6" name="5 Marcador de pie de página"/>
          <p:cNvSpPr>
            <a:spLocks noGrp="1"/>
          </p:cNvSpPr>
          <p:nvPr>
            <p:ph type="ftr" sz="quarter" idx="11"/>
          </p:nvPr>
        </p:nvSpPr>
        <p:spPr/>
        <p:txBody>
          <a:bodyPr/>
          <a:lstStyle/>
          <a:p>
            <a:r>
              <a:rPr lang="es-ES"/>
              <a:t>OPTIMIZACIÓN DE OPERACIONES</a:t>
            </a:r>
          </a:p>
        </p:txBody>
      </p:sp>
      <p:sp>
        <p:nvSpPr>
          <p:cNvPr id="7" name="6 Marcador de número de diapositiva"/>
          <p:cNvSpPr>
            <a:spLocks noGrp="1"/>
          </p:cNvSpPr>
          <p:nvPr>
            <p:ph type="sldNum" sz="quarter" idx="12"/>
          </p:nvPr>
        </p:nvSpPr>
        <p:spPr>
          <a:xfrm>
            <a:off x="11668760" y="6602243"/>
            <a:ext cx="523240" cy="247651"/>
          </a:xfrm>
          <a:prstGeom prst="rect">
            <a:avLst/>
          </a:prstGeom>
        </p:spPr>
        <p:txBody>
          <a:bodyPr/>
          <a:lstStyle/>
          <a:p>
            <a:fld id="{6FFA54E1-8A5A-492B-8D87-772C5A9980B5}" type="slidenum">
              <a:rPr lang="es-ES" smtClean="0"/>
              <a:pPr/>
              <a:t>‹#›</a:t>
            </a:fld>
            <a:endParaRPr lang="es-ES"/>
          </a:p>
        </p:txBody>
      </p:sp>
    </p:spTree>
    <p:extLst>
      <p:ext uri="{BB962C8B-B14F-4D97-AF65-F5344CB8AC3E}">
        <p14:creationId xmlns:p14="http://schemas.microsoft.com/office/powerpoint/2010/main" val="18226542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endParaRPr lang="es-MX"/>
          </a:p>
        </p:txBody>
      </p:sp>
      <p:sp>
        <p:nvSpPr>
          <p:cNvPr id="3" name="Marcador de pie de página 2"/>
          <p:cNvSpPr>
            <a:spLocks noGrp="1"/>
          </p:cNvSpPr>
          <p:nvPr>
            <p:ph type="ftr" sz="quarter" idx="11"/>
          </p:nvPr>
        </p:nvSpPr>
        <p:spPr/>
        <p:txBody>
          <a:bodyPr/>
          <a:lstStyle/>
          <a:p>
            <a:r>
              <a:rPr lang="es-MX"/>
              <a:t>OPTIMIZACIÓN DE OPERACIONES</a:t>
            </a:r>
          </a:p>
        </p:txBody>
      </p:sp>
      <p:sp>
        <p:nvSpPr>
          <p:cNvPr id="4" name="Marcador de número de diapositiva 3"/>
          <p:cNvSpPr>
            <a:spLocks noGrp="1"/>
          </p:cNvSpPr>
          <p:nvPr>
            <p:ph type="sldNum" sz="quarter" idx="12"/>
          </p:nvPr>
        </p:nvSpPr>
        <p:spPr>
          <a:xfrm>
            <a:off x="11668760" y="6602243"/>
            <a:ext cx="523240" cy="247651"/>
          </a:xfrm>
          <a:prstGeom prst="rect">
            <a:avLst/>
          </a:prstGeom>
        </p:spPr>
        <p:txBody>
          <a:bodyPr/>
          <a:lstStyle/>
          <a:p>
            <a:fld id="{8F80DD32-27E0-4A84-8B42-9482A74C9885}" type="slidenum">
              <a:rPr lang="es-MX" smtClean="0"/>
              <a:t>‹#›</a:t>
            </a:fld>
            <a:endParaRPr lang="es-MX"/>
          </a:p>
        </p:txBody>
      </p:sp>
    </p:spTree>
    <p:extLst>
      <p:ext uri="{BB962C8B-B14F-4D97-AF65-F5344CB8AC3E}">
        <p14:creationId xmlns:p14="http://schemas.microsoft.com/office/powerpoint/2010/main" val="24469361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endParaRPr lang="es-MX"/>
          </a:p>
        </p:txBody>
      </p:sp>
      <p:sp>
        <p:nvSpPr>
          <p:cNvPr id="5" name="Marcador de pie de página 4"/>
          <p:cNvSpPr>
            <a:spLocks noGrp="1"/>
          </p:cNvSpPr>
          <p:nvPr>
            <p:ph type="ftr" sz="quarter" idx="11"/>
          </p:nvPr>
        </p:nvSpPr>
        <p:spPr/>
        <p:txBody>
          <a:bodyPr/>
          <a:lstStyle/>
          <a:p>
            <a:r>
              <a:rPr lang="es-MX"/>
              <a:t>OPTIMIZACIÓN DE OPERACIONES</a:t>
            </a:r>
          </a:p>
        </p:txBody>
      </p:sp>
      <p:sp>
        <p:nvSpPr>
          <p:cNvPr id="6" name="Marcador de número de diapositiva 5"/>
          <p:cNvSpPr>
            <a:spLocks noGrp="1"/>
          </p:cNvSpPr>
          <p:nvPr>
            <p:ph type="sldNum" sz="quarter" idx="12"/>
          </p:nvPr>
        </p:nvSpPr>
        <p:spPr>
          <a:xfrm>
            <a:off x="11668760" y="6602243"/>
            <a:ext cx="523240" cy="247651"/>
          </a:xfrm>
          <a:prstGeom prst="rect">
            <a:avLst/>
          </a:prstGeom>
        </p:spPr>
        <p:txBody>
          <a:bodyPr/>
          <a:lstStyle/>
          <a:p>
            <a:fld id="{29447BF4-E59E-4A68-B887-C334951A4961}" type="slidenum">
              <a:rPr lang="es-MX" smtClean="0"/>
              <a:t>‹#›</a:t>
            </a:fld>
            <a:endParaRPr lang="es-MX"/>
          </a:p>
        </p:txBody>
      </p:sp>
    </p:spTree>
    <p:extLst>
      <p:ext uri="{BB962C8B-B14F-4D97-AF65-F5344CB8AC3E}">
        <p14:creationId xmlns:p14="http://schemas.microsoft.com/office/powerpoint/2010/main" val="27044430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s-ES"/>
              <a:t>Haga clic para modificar el estilo de texto del patrón</a:t>
            </a:r>
          </a:p>
        </p:txBody>
      </p:sp>
      <p:sp>
        <p:nvSpPr>
          <p:cNvPr id="4" name="3 Marcador de contenido"/>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texto"/>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s-ES"/>
              <a:t>Haga clic para modificar el estilo de texto del patrón</a:t>
            </a:r>
          </a:p>
        </p:txBody>
      </p:sp>
      <p:sp>
        <p:nvSpPr>
          <p:cNvPr id="6" name="5 Marcador de contenido"/>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endParaRPr lang="es-ES"/>
          </a:p>
        </p:txBody>
      </p:sp>
      <p:sp>
        <p:nvSpPr>
          <p:cNvPr id="8" name="7 Marcador de pie de página"/>
          <p:cNvSpPr>
            <a:spLocks noGrp="1"/>
          </p:cNvSpPr>
          <p:nvPr>
            <p:ph type="ftr" sz="quarter" idx="11"/>
          </p:nvPr>
        </p:nvSpPr>
        <p:spPr/>
        <p:txBody>
          <a:bodyPr/>
          <a:lstStyle/>
          <a:p>
            <a:r>
              <a:rPr lang="es-ES"/>
              <a:t>OPTIMIZACIÓN DE OPERACIONES</a:t>
            </a:r>
          </a:p>
        </p:txBody>
      </p:sp>
      <p:sp>
        <p:nvSpPr>
          <p:cNvPr id="9" name="8 Marcador de número de diapositiva"/>
          <p:cNvSpPr>
            <a:spLocks noGrp="1"/>
          </p:cNvSpPr>
          <p:nvPr>
            <p:ph type="sldNum" sz="quarter" idx="12"/>
          </p:nvPr>
        </p:nvSpPr>
        <p:spPr>
          <a:xfrm>
            <a:off x="11668760" y="6602243"/>
            <a:ext cx="523240" cy="247651"/>
          </a:xfrm>
          <a:prstGeom prst="rect">
            <a:avLst/>
          </a:prstGeom>
        </p:spPr>
        <p:txBody>
          <a:bodyPr/>
          <a:lstStyle/>
          <a:p>
            <a:fld id="{6FFA54E1-8A5A-492B-8D87-772C5A9980B5}" type="slidenum">
              <a:rPr lang="es-ES" smtClean="0"/>
              <a:pPr/>
              <a:t>‹#›</a:t>
            </a:fld>
            <a:endParaRPr lang="es-ES"/>
          </a:p>
        </p:txBody>
      </p:sp>
    </p:spTree>
    <p:extLst>
      <p:ext uri="{BB962C8B-B14F-4D97-AF65-F5344CB8AC3E}">
        <p14:creationId xmlns:p14="http://schemas.microsoft.com/office/powerpoint/2010/main" val="11628945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nSpc>
                  <a:spcPct val="100000"/>
                </a:lnSpc>
                <a:defRPr/>
              </a:pPr>
              <a:endParaRPr lang="es-MX" sz="2400" b="0">
                <a:latin typeface="Times New Roman"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lgn="l">
                <a:lnSpc>
                  <a:spcPct val="100000"/>
                </a:lnSpc>
                <a:defRPr/>
              </a:pPr>
              <a:endParaRPr lang="es-MX" sz="2400" b="0">
                <a:latin typeface="Times New Roman"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lgn="l">
                  <a:lnSpc>
                    <a:spcPct val="100000"/>
                  </a:lnSpc>
                  <a:defRPr/>
                </a:pPr>
                <a:endParaRPr lang="es-MX" sz="2400" b="0">
                  <a:latin typeface="Times New Roman"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lgn="l">
                  <a:lnSpc>
                    <a:spcPct val="100000"/>
                  </a:lnSpc>
                  <a:defRPr/>
                </a:pPr>
                <a:endParaRPr lang="es-MX" sz="2400" b="0">
                  <a:latin typeface="Times New Roman"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lgn="l">
                  <a:lnSpc>
                    <a:spcPct val="100000"/>
                  </a:lnSpc>
                  <a:defRPr/>
                </a:pPr>
                <a:endParaRPr lang="es-MX" sz="2400" b="0">
                  <a:latin typeface="Times New Roman" charset="0"/>
                </a:endParaRPr>
              </a:p>
            </p:txBody>
          </p:sp>
        </p:grpSp>
      </p:grpSp>
      <p:sp>
        <p:nvSpPr>
          <p:cNvPr id="27667"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r>
              <a:rPr lang="en-GB"/>
              <a:t>Haga clic para cambiar el estilo de título	</a:t>
            </a:r>
          </a:p>
        </p:txBody>
      </p:sp>
      <p:sp>
        <p:nvSpPr>
          <p:cNvPr id="27668"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r>
              <a:rPr lang="en-GB"/>
              <a:t>Haga clic para modificar el estilo de subtítulo del patrón</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GB"/>
          </a:p>
        </p:txBody>
      </p:sp>
      <p:sp>
        <p:nvSpPr>
          <p:cNvPr id="19" name="Rectangle 17"/>
          <p:cNvSpPr>
            <a:spLocks noGrp="1" noChangeArrowheads="1"/>
          </p:cNvSpPr>
          <p:nvPr>
            <p:ph type="ftr" sz="quarter" idx="11"/>
          </p:nvPr>
        </p:nvSpPr>
        <p:spPr/>
        <p:txBody>
          <a:bodyPr/>
          <a:lstStyle>
            <a:lvl1pPr>
              <a:defRPr/>
            </a:lvl1pPr>
          </a:lstStyle>
          <a:p>
            <a:pPr>
              <a:defRPr/>
            </a:pPr>
            <a:r>
              <a:rPr lang="en-GB"/>
              <a:t>OPTIMIZACIÓN DE OPERACIONES</a:t>
            </a:r>
          </a:p>
        </p:txBody>
      </p:sp>
      <p:sp>
        <p:nvSpPr>
          <p:cNvPr id="20" name="Rectangle 18"/>
          <p:cNvSpPr>
            <a:spLocks noGrp="1" noChangeArrowheads="1"/>
          </p:cNvSpPr>
          <p:nvPr>
            <p:ph type="sldNum" sz="quarter" idx="12"/>
          </p:nvPr>
        </p:nvSpPr>
        <p:spPr>
          <a:xfrm>
            <a:off x="11668760" y="6602243"/>
            <a:ext cx="523240" cy="247651"/>
          </a:xfrm>
          <a:prstGeom prst="rect">
            <a:avLst/>
          </a:prstGeom>
        </p:spPr>
        <p:txBody>
          <a:bodyPr/>
          <a:lstStyle>
            <a:lvl1pPr>
              <a:defRPr/>
            </a:lvl1pPr>
          </a:lstStyle>
          <a:p>
            <a:pPr>
              <a:defRPr/>
            </a:pPr>
            <a:fld id="{4B32199C-8277-4E2C-B6BB-6C698A6900E9}" type="slidenum">
              <a:rPr lang="en-GB"/>
              <a:pPr>
                <a:defRPr/>
              </a:pPr>
              <a:t>‹#›</a:t>
            </a:fld>
            <a:endParaRPr lang="en-GB"/>
          </a:p>
        </p:txBody>
      </p:sp>
    </p:spTree>
    <p:extLst>
      <p:ext uri="{BB962C8B-B14F-4D97-AF65-F5344CB8AC3E}">
        <p14:creationId xmlns:p14="http://schemas.microsoft.com/office/powerpoint/2010/main" val="3372009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dirty="0"/>
              <a:t>Haz clic para modificar el estilo de título del patrón</a:t>
            </a: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2" name="TextBox 1">
            <a:extLst>
              <a:ext uri="{FF2B5EF4-FFF2-40B4-BE49-F238E27FC236}">
                <a16:creationId xmlns:a16="http://schemas.microsoft.com/office/drawing/2014/main" id="{C2546159-F0F2-8EF7-2A00-F60D135BCBED}"/>
              </a:ext>
            </a:extLst>
          </p:cNvPr>
          <p:cNvSpPr txBox="1"/>
          <p:nvPr userDrawn="1"/>
        </p:nvSpPr>
        <p:spPr>
          <a:xfrm rot="16200000">
            <a:off x="11175540" y="1024849"/>
            <a:ext cx="1802096" cy="230832"/>
          </a:xfrm>
          <a:prstGeom prst="rect">
            <a:avLst/>
          </a:prstGeom>
          <a:noFill/>
        </p:spPr>
        <p:txBody>
          <a:bodyPr wrap="none" rtlCol="0">
            <a:spAutoFit/>
          </a:bodyPr>
          <a:lstStyle/>
          <a:p>
            <a:r>
              <a:rPr lang="en-US" sz="900" dirty="0">
                <a:solidFill>
                  <a:schemeClr val="tx1">
                    <a:lumMod val="50000"/>
                  </a:schemeClr>
                </a:solidFill>
                <a:latin typeface="Agency FB" panose="020B0503020202020204" pitchFamily="34" charset="0"/>
              </a:rPr>
              <a:t>Jenny Díaz, Rodolfo Mendoza, Victor Villegas</a:t>
            </a:r>
          </a:p>
        </p:txBody>
      </p:sp>
      <p:sp>
        <p:nvSpPr>
          <p:cNvPr id="4" name="Marcador de posición de número de diapositiva 3">
            <a:extLst>
              <a:ext uri="{FF2B5EF4-FFF2-40B4-BE49-F238E27FC236}">
                <a16:creationId xmlns:a16="http://schemas.microsoft.com/office/drawing/2014/main" id="{FDF721DF-A088-4E73-749E-21E0318C5753}"/>
              </a:ext>
            </a:extLst>
          </p:cNvPr>
          <p:cNvSpPr>
            <a:spLocks noGrp="1"/>
          </p:cNvSpPr>
          <p:nvPr>
            <p:ph type="sldNum" sz="quarter" idx="4"/>
          </p:nvPr>
        </p:nvSpPr>
        <p:spPr>
          <a:xfrm>
            <a:off x="11668760" y="6494957"/>
            <a:ext cx="523240" cy="247651"/>
          </a:xfrm>
          <a:prstGeom prst="rect">
            <a:avLst/>
          </a:prstGeom>
        </p:spPr>
        <p:txBody>
          <a:bodyPr rtlCol="0"/>
          <a:lstStyle>
            <a:lvl1pPr>
              <a:defRPr>
                <a:solidFill>
                  <a:schemeClr val="bg1"/>
                </a:solidFill>
              </a:defRPr>
            </a:lvl1pPr>
          </a:lstStyle>
          <a:p>
            <a:fld id="{294A09A9-5501-47C1-A89A-A340965A2BE2}" type="slidenum">
              <a:rPr lang="es-MX" smtClean="0"/>
              <a:pPr/>
              <a:t>‹#›</a:t>
            </a:fld>
            <a:endParaRPr lang="es-MX"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98" r:id="rId8"/>
    <p:sldLayoutId id="2147483676" r:id="rId9"/>
    <p:sldLayoutId id="2147483677" r:id="rId10"/>
    <p:sldLayoutId id="2147483685" r:id="rId11"/>
    <p:sldLayoutId id="2147483688" r:id="rId12"/>
    <p:sldLayoutId id="2147483692" r:id="rId13"/>
    <p:sldLayoutId id="2147483682" r:id="rId14"/>
    <p:sldLayoutId id="2147483700" r:id="rId15"/>
    <p:sldLayoutId id="2147483706" r:id="rId16"/>
    <p:sldLayoutId id="2147483709" r:id="rId17"/>
    <p:sldLayoutId id="2147483697" r:id="rId18"/>
    <p:sldLayoutId id="2147483702" r:id="rId19"/>
    <p:sldLayoutId id="2147483704" r:id="rId20"/>
    <p:sldLayoutId id="2147483705" r:id="rId21"/>
    <p:sldLayoutId id="2147483707" r:id="rId22"/>
    <p:sldLayoutId id="2147483708" r:id="rId23"/>
  </p:sldLayoutIdLst>
  <p:hf hdr="0"/>
  <p:txStyles>
    <p:title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6.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oleObject" Target="../embeddings/oleObject3.bin"/><Relationship Id="rId5" Type="http://schemas.openxmlformats.org/officeDocument/2006/relationships/image" Target="../media/image33.wmf"/><Relationship Id="rId4" Type="http://schemas.openxmlformats.org/officeDocument/2006/relationships/oleObject" Target="../embeddings/oleObject2.bin"/><Relationship Id="rId9" Type="http://schemas.openxmlformats.org/officeDocument/2006/relationships/image" Target="../media/image35.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37.wmf"/><Relationship Id="rId5" Type="http://schemas.openxmlformats.org/officeDocument/2006/relationships/oleObject" Target="../embeddings/oleObject6.bin"/><Relationship Id="rId4" Type="http://schemas.openxmlformats.org/officeDocument/2006/relationships/image" Target="../media/image36.wmf"/></Relationships>
</file>

<file path=ppt/slides/_rels/slide3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7.bin"/><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8.bin"/><Relationship Id="rId1" Type="http://schemas.openxmlformats.org/officeDocument/2006/relationships/slideLayout" Target="../slideLayouts/slideLayout16.xml"/><Relationship Id="rId5" Type="http://schemas.openxmlformats.org/officeDocument/2006/relationships/image" Target="../media/image40.wmf"/><Relationship Id="rId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42.wmf"/><Relationship Id="rId5" Type="http://schemas.openxmlformats.org/officeDocument/2006/relationships/oleObject" Target="../embeddings/oleObject11.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1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46.wmf"/><Relationship Id="rId5" Type="http://schemas.openxmlformats.org/officeDocument/2006/relationships/oleObject" Target="../embeddings/oleObject15.bin"/><Relationship Id="rId4" Type="http://schemas.openxmlformats.org/officeDocument/2006/relationships/image" Target="../media/image4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831976" y="1483744"/>
            <a:ext cx="6320118" cy="2146458"/>
          </a:xfrm>
        </p:spPr>
        <p:txBody>
          <a:bodyPr rtlCol="0"/>
          <a:lstStyle/>
          <a:p>
            <a:pPr rtl="0"/>
            <a:r>
              <a:rPr lang="es-MX" sz="4800" dirty="0">
                <a:latin typeface="Abadi" panose="020B0604020104020204" pitchFamily="34" charset="0"/>
              </a:rPr>
              <a:t>Análisis de Sensibilidad</a:t>
            </a: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a:latin typeface="+mj-lt"/>
              </a:rPr>
              <a:t>Profesor </a:t>
            </a:r>
            <a:r>
              <a:rPr lang="es-MX" dirty="0" err="1">
                <a:latin typeface="+mj-lt"/>
              </a:rPr>
              <a:t>name</a:t>
            </a:r>
            <a:endParaRPr lang="es-MX" dirty="0">
              <a:latin typeface="+mj-lt"/>
            </a:endParaRPr>
          </a:p>
          <a:p>
            <a:pPr rtl="0"/>
            <a:r>
              <a:rPr lang="es-MX" dirty="0">
                <a:latin typeface="+mj-lt"/>
              </a:rPr>
              <a:t>Optimización de Procesos Industriales</a:t>
            </a:r>
          </a:p>
          <a:p>
            <a:pPr rtl="0"/>
            <a:r>
              <a:rPr lang="es-MX" dirty="0">
                <a:latin typeface="+mj-lt"/>
              </a:rPr>
              <a:t>Escuela de Ingeniería y Ciencias</a:t>
            </a:r>
          </a:p>
          <a:p>
            <a:pPr rtl="0"/>
            <a:r>
              <a:rPr lang="es-MX" dirty="0">
                <a:latin typeface="+mj-lt"/>
              </a:rPr>
              <a:t>Tecnológico de Monterrey</a:t>
            </a:r>
            <a:endParaRPr lang="es-MX" dirty="0"/>
          </a:p>
          <a:p>
            <a:pPr rtl="0"/>
            <a:endParaRPr lang="es-MX" dirty="0"/>
          </a:p>
        </p:txBody>
      </p:sp>
      <p:pic>
        <p:nvPicPr>
          <p:cNvPr id="1026" name="Picture 2" descr="ITESM + Tec de Monterrey Artwork – javier arturo rodríguez">
            <a:extLst>
              <a:ext uri="{FF2B5EF4-FFF2-40B4-BE49-F238E27FC236}">
                <a16:creationId xmlns:a16="http://schemas.microsoft.com/office/drawing/2014/main" id="{81EE2347-21B2-2241-0047-FCE86C38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66" y="218795"/>
            <a:ext cx="1693319" cy="44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Introducción</a:t>
            </a:r>
          </a:p>
        </p:txBody>
      </p:sp>
      <p:sp>
        <p:nvSpPr>
          <p:cNvPr id="3" name="Marcador de contenido 2"/>
          <p:cNvSpPr>
            <a:spLocks noGrp="1"/>
          </p:cNvSpPr>
          <p:nvPr>
            <p:ph idx="4294967295"/>
          </p:nvPr>
        </p:nvSpPr>
        <p:spPr>
          <a:xfrm>
            <a:off x="746496" y="1814992"/>
            <a:ext cx="3580956" cy="3586348"/>
          </a:xfrm>
        </p:spPr>
        <p:txBody>
          <a:bodyPr>
            <a:normAutofit/>
          </a:bodyPr>
          <a:lstStyle/>
          <a:p>
            <a:pPr marL="0" indent="0">
              <a:buNone/>
            </a:pPr>
            <a:r>
              <a:rPr lang="es-MX" sz="2400" dirty="0"/>
              <a:t>Hasta ahora los problemas de PL que hemos analizado consideran </a:t>
            </a:r>
            <a:r>
              <a:rPr lang="es-MX" sz="2400" i="1" dirty="0"/>
              <a:t>supuestos deterministas</a:t>
            </a:r>
            <a:r>
              <a:rPr lang="es-MX" sz="2400" dirty="0"/>
              <a:t>, es decir, que los </a:t>
            </a:r>
            <a:r>
              <a:rPr lang="es-MX" sz="2400" b="1" dirty="0"/>
              <a:t>datos son fijos</a:t>
            </a:r>
            <a:r>
              <a:rPr lang="es-MX" sz="2400" dirty="0"/>
              <a:t>: los precios, los recursos y las relaciones.</a:t>
            </a:r>
          </a:p>
        </p:txBody>
      </p:sp>
      <p:sp>
        <p:nvSpPr>
          <p:cNvPr id="5" name="TextBox 4">
            <a:extLst>
              <a:ext uri="{FF2B5EF4-FFF2-40B4-BE49-F238E27FC236}">
                <a16:creationId xmlns:a16="http://schemas.microsoft.com/office/drawing/2014/main" id="{09BE528D-E965-305C-5C44-03DB3DA5506E}"/>
              </a:ext>
            </a:extLst>
          </p:cNvPr>
          <p:cNvSpPr txBox="1"/>
          <p:nvPr/>
        </p:nvSpPr>
        <p:spPr>
          <a:xfrm>
            <a:off x="6475226" y="2003187"/>
            <a:ext cx="2583714" cy="523220"/>
          </a:xfrm>
          <a:prstGeom prst="rect">
            <a:avLst/>
          </a:prstGeom>
          <a:noFill/>
        </p:spPr>
        <p:txBody>
          <a:bodyPr wrap="square">
            <a:spAutoFit/>
          </a:bodyPr>
          <a:lstStyle/>
          <a:p>
            <a:pPr marL="0" indent="0">
              <a:buNone/>
            </a:pPr>
            <a:r>
              <a:rPr lang="es-MX" sz="2800" b="1" dirty="0">
                <a:solidFill>
                  <a:srgbClr val="00B050"/>
                </a:solidFill>
              </a:rPr>
              <a:t>¿Qué pasa si?</a:t>
            </a:r>
          </a:p>
        </p:txBody>
      </p:sp>
      <p:sp>
        <p:nvSpPr>
          <p:cNvPr id="7" name="TextBox 6">
            <a:extLst>
              <a:ext uri="{FF2B5EF4-FFF2-40B4-BE49-F238E27FC236}">
                <a16:creationId xmlns:a16="http://schemas.microsoft.com/office/drawing/2014/main" id="{088E2639-A244-848E-27A1-FB8F7980B020}"/>
              </a:ext>
            </a:extLst>
          </p:cNvPr>
          <p:cNvSpPr txBox="1"/>
          <p:nvPr/>
        </p:nvSpPr>
        <p:spPr>
          <a:xfrm>
            <a:off x="4678326" y="3239017"/>
            <a:ext cx="6844708" cy="3046988"/>
          </a:xfrm>
          <a:prstGeom prst="rect">
            <a:avLst/>
          </a:prstGeom>
          <a:noFill/>
        </p:spPr>
        <p:txBody>
          <a:bodyPr wrap="square">
            <a:spAutoFit/>
          </a:bodyPr>
          <a:lstStyle/>
          <a:p>
            <a:pPr marL="342900" indent="-342900">
              <a:buFont typeface="Arial" panose="020B0604020202020204" pitchFamily="34" charset="0"/>
              <a:buChar char="•"/>
            </a:pPr>
            <a:r>
              <a:rPr lang="es-MX" sz="2400" dirty="0">
                <a:solidFill>
                  <a:schemeClr val="bg1"/>
                </a:solidFill>
              </a:rPr>
              <a:t>La utilidad de un producto cambiará de $5 a $5.5.</a:t>
            </a:r>
          </a:p>
          <a:p>
            <a:pPr marL="342900" indent="-342900">
              <a:buFont typeface="Arial" panose="020B0604020202020204" pitchFamily="34" charset="0"/>
              <a:buChar char="•"/>
            </a:pPr>
            <a:r>
              <a:rPr lang="es-MX" sz="2400" dirty="0">
                <a:solidFill>
                  <a:schemeClr val="bg1"/>
                </a:solidFill>
              </a:rPr>
              <a:t>Si se comprara una maquina nueva que ocupará 1 hora en lugar de 2 para producir una silla.</a:t>
            </a:r>
          </a:p>
          <a:p>
            <a:pPr marL="342900" indent="-342900">
              <a:buFont typeface="Arial" panose="020B0604020202020204" pitchFamily="34" charset="0"/>
              <a:buChar char="•"/>
            </a:pPr>
            <a:r>
              <a:rPr lang="es-MX" sz="2400" dirty="0">
                <a:solidFill>
                  <a:schemeClr val="bg1"/>
                </a:solidFill>
              </a:rPr>
              <a:t>Si el almacén se amplio y ahora se cuenta con 100 m² mas de espacio para materia prima.</a:t>
            </a:r>
          </a:p>
          <a:p>
            <a:pPr marL="342900" indent="-342900">
              <a:buFont typeface="Arial" panose="020B0604020202020204" pitchFamily="34" charset="0"/>
              <a:buChar char="•"/>
            </a:pPr>
            <a:r>
              <a:rPr lang="es-MX" sz="2400" dirty="0">
                <a:solidFill>
                  <a:schemeClr val="bg1"/>
                </a:solidFill>
              </a:rPr>
              <a:t>Si el horario de trabajo se extendiera una hora mas diariamente.</a:t>
            </a:r>
          </a:p>
        </p:txBody>
      </p:sp>
      <p:sp>
        <p:nvSpPr>
          <p:cNvPr id="8" name="Marcador de posición de número de diapositiva 5">
            <a:extLst>
              <a:ext uri="{FF2B5EF4-FFF2-40B4-BE49-F238E27FC236}">
                <a16:creationId xmlns:a16="http://schemas.microsoft.com/office/drawing/2014/main" id="{C4D5BD68-9AA1-A5E7-A219-4C4F6099F3D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a:t>
            </a:fld>
            <a:endParaRPr lang="es-MX" noProof="0">
              <a:latin typeface="+mn-lt"/>
            </a:endParaRPr>
          </a:p>
        </p:txBody>
      </p:sp>
    </p:spTree>
    <p:extLst>
      <p:ext uri="{BB962C8B-B14F-4D97-AF65-F5344CB8AC3E}">
        <p14:creationId xmlns:p14="http://schemas.microsoft.com/office/powerpoint/2010/main" val="2776205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8"/>
          <p:cNvSpPr>
            <a:spLocks noGrp="1" noChangeArrowheads="1"/>
          </p:cNvSpPr>
          <p:nvPr>
            <p:ph idx="1"/>
          </p:nvPr>
        </p:nvSpPr>
        <p:spPr>
          <a:xfrm>
            <a:off x="952500" y="1972343"/>
            <a:ext cx="4528679" cy="4322131"/>
          </a:xfrm>
        </p:spPr>
        <p:txBody>
          <a:bodyPr>
            <a:normAutofit/>
          </a:bodyPr>
          <a:lstStyle/>
          <a:p>
            <a:pPr>
              <a:spcBef>
                <a:spcPts val="1200"/>
              </a:spcBef>
            </a:pPr>
            <a:r>
              <a:rPr lang="es-ES" sz="1800" dirty="0"/>
              <a:t>Frecuentemente no podemos conocer los valores de los parámetros con total certeza o exactitud.</a:t>
            </a:r>
          </a:p>
          <a:p>
            <a:pPr>
              <a:spcBef>
                <a:spcPts val="1200"/>
              </a:spcBef>
            </a:pPr>
            <a:r>
              <a:rPr lang="es-ES" sz="1800" dirty="0"/>
              <a:t>En muchas ocasiones los parámetros son estimados o incluso simplemente  adivinados.</a:t>
            </a:r>
          </a:p>
          <a:p>
            <a:pPr>
              <a:spcBef>
                <a:spcPts val="1200"/>
              </a:spcBef>
            </a:pPr>
            <a:r>
              <a:rPr lang="es-ES" sz="1800" dirty="0"/>
              <a:t>Por lo tanto, estos valores están sujetos a cambios.</a:t>
            </a:r>
          </a:p>
          <a:p>
            <a:pPr>
              <a:spcBef>
                <a:spcPts val="1200"/>
              </a:spcBef>
            </a:pPr>
            <a:r>
              <a:rPr lang="es-ES" sz="1800" dirty="0"/>
              <a:t>Los cambios pueden ser reacciones a las incertidumbres previstas en los parámetros o información nueva o modificada, relevante al modelo.</a:t>
            </a:r>
          </a:p>
        </p:txBody>
      </p:sp>
      <p:sp>
        <p:nvSpPr>
          <p:cNvPr id="4098" name="Rectangle 2"/>
          <p:cNvSpPr>
            <a:spLocks noGrp="1" noChangeArrowheads="1"/>
          </p:cNvSpPr>
          <p:nvPr>
            <p:ph type="title"/>
          </p:nvPr>
        </p:nvSpPr>
        <p:spPr>
          <a:noFill/>
        </p:spPr>
        <p:txBody>
          <a:bodyPr/>
          <a:lstStyle/>
          <a:p>
            <a:pPr eaLnBrk="1" hangingPunct="1"/>
            <a:r>
              <a:rPr lang="es-MX" sz="3200" dirty="0"/>
              <a:t>Análisis de Sensibilidad</a:t>
            </a:r>
          </a:p>
        </p:txBody>
      </p:sp>
      <p:sp>
        <p:nvSpPr>
          <p:cNvPr id="3" name="TextBox 2">
            <a:extLst>
              <a:ext uri="{FF2B5EF4-FFF2-40B4-BE49-F238E27FC236}">
                <a16:creationId xmlns:a16="http://schemas.microsoft.com/office/drawing/2014/main" id="{62F7014C-9F69-27AB-AD20-7008C6E8B7D1}"/>
              </a:ext>
            </a:extLst>
          </p:cNvPr>
          <p:cNvSpPr txBox="1"/>
          <p:nvPr/>
        </p:nvSpPr>
        <p:spPr>
          <a:xfrm>
            <a:off x="6343603" y="2340014"/>
            <a:ext cx="4129467" cy="2339102"/>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wrap="square">
            <a:spAutoFit/>
          </a:bodyPr>
          <a:lstStyle/>
          <a:p>
            <a:pPr algn="ctr">
              <a:spcBef>
                <a:spcPts val="1200"/>
              </a:spcBef>
            </a:pPr>
            <a:endParaRPr lang="es-ES" sz="1800" b="1" dirty="0">
              <a:solidFill>
                <a:srgbClr val="00B050"/>
              </a:solidFill>
            </a:endParaRPr>
          </a:p>
          <a:p>
            <a:pPr algn="ctr">
              <a:spcBef>
                <a:spcPts val="1200"/>
              </a:spcBef>
            </a:pPr>
            <a:r>
              <a:rPr lang="es-ES" sz="1800" b="1" dirty="0">
                <a:solidFill>
                  <a:srgbClr val="00B050"/>
                </a:solidFill>
              </a:rPr>
              <a:t>El </a:t>
            </a:r>
            <a:r>
              <a:rPr lang="es-ES" sz="1800" b="1" dirty="0">
                <a:solidFill>
                  <a:schemeClr val="bg1"/>
                </a:solidFill>
              </a:rPr>
              <a:t>análisis de sensibilidad </a:t>
            </a:r>
            <a:r>
              <a:rPr lang="es-ES" sz="1800" b="1" dirty="0">
                <a:solidFill>
                  <a:srgbClr val="00B050"/>
                </a:solidFill>
              </a:rPr>
              <a:t>determina el efecto sobre la solución óptima de </a:t>
            </a:r>
            <a:r>
              <a:rPr lang="es-ES" sz="1800" b="1" dirty="0">
                <a:solidFill>
                  <a:srgbClr val="C00000"/>
                </a:solidFill>
              </a:rPr>
              <a:t>cambios</a:t>
            </a:r>
            <a:r>
              <a:rPr lang="es-ES" sz="1800" b="1" dirty="0">
                <a:solidFill>
                  <a:srgbClr val="00B050"/>
                </a:solidFill>
              </a:rPr>
              <a:t> en valores de los </a:t>
            </a:r>
            <a:r>
              <a:rPr lang="es-ES" sz="1800" b="1" dirty="0">
                <a:solidFill>
                  <a:srgbClr val="0070C0"/>
                </a:solidFill>
              </a:rPr>
              <a:t>parámetros</a:t>
            </a:r>
            <a:r>
              <a:rPr lang="es-ES" sz="1800" b="1" dirty="0">
                <a:solidFill>
                  <a:srgbClr val="00B050"/>
                </a:solidFill>
              </a:rPr>
              <a:t> de la función objetivo y las ecuaciones de restricción.</a:t>
            </a:r>
          </a:p>
          <a:p>
            <a:pPr algn="ctr">
              <a:spcBef>
                <a:spcPts val="1200"/>
              </a:spcBef>
            </a:pPr>
            <a:endParaRPr lang="es-ES" sz="1800" b="1" dirty="0">
              <a:solidFill>
                <a:srgbClr val="00B050"/>
              </a:solidFill>
            </a:endParaRPr>
          </a:p>
        </p:txBody>
      </p:sp>
      <p:sp>
        <p:nvSpPr>
          <p:cNvPr id="4" name="Marcador de posición de número de diapositiva 5">
            <a:extLst>
              <a:ext uri="{FF2B5EF4-FFF2-40B4-BE49-F238E27FC236}">
                <a16:creationId xmlns:a16="http://schemas.microsoft.com/office/drawing/2014/main" id="{A2E04A4A-259B-7717-E862-3F7CC966DBD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3</a:t>
            </a:fld>
            <a:endParaRPr lang="es-MX" noProof="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MX" dirty="0"/>
              <a:t>Análisis de Sensibilidad</a:t>
            </a:r>
          </a:p>
        </p:txBody>
      </p:sp>
      <p:sp>
        <p:nvSpPr>
          <p:cNvPr id="3" name="Marcador de contenido 2"/>
          <p:cNvSpPr>
            <a:spLocks noGrp="1"/>
          </p:cNvSpPr>
          <p:nvPr>
            <p:ph idx="4294967295"/>
          </p:nvPr>
        </p:nvSpPr>
        <p:spPr>
          <a:xfrm>
            <a:off x="1076103" y="1847198"/>
            <a:ext cx="8819906" cy="970378"/>
          </a:xfrm>
        </p:spPr>
        <p:txBody>
          <a:bodyPr/>
          <a:lstStyle/>
          <a:p>
            <a:pPr marL="0" indent="0">
              <a:buNone/>
            </a:pPr>
            <a:r>
              <a:rPr lang="es-MX" dirty="0"/>
              <a:t>El análisis de sensibilidad permite evaluar los efectos que se producen al cambiar:</a:t>
            </a:r>
          </a:p>
          <a:p>
            <a:pPr marL="0" indent="0">
              <a:buNone/>
            </a:pPr>
            <a:endParaRPr lang="es-MX" dirty="0"/>
          </a:p>
        </p:txBody>
      </p:sp>
      <p:pic>
        <p:nvPicPr>
          <p:cNvPr id="1026" name="Picture 2" descr="Resultado de imagen para modelo de programacion line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820" y="3515556"/>
            <a:ext cx="5266728" cy="2370565"/>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3509252" y="3608914"/>
            <a:ext cx="298939" cy="2901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5"/>
          <p:cNvSpPr/>
          <p:nvPr/>
        </p:nvSpPr>
        <p:spPr>
          <a:xfrm>
            <a:off x="3509251" y="4157883"/>
            <a:ext cx="298939" cy="2901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p:cNvSpPr/>
          <p:nvPr/>
        </p:nvSpPr>
        <p:spPr>
          <a:xfrm>
            <a:off x="6519151" y="4147196"/>
            <a:ext cx="298939" cy="2901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8" name="Conector recto de flecha 7"/>
          <p:cNvCxnSpPr/>
          <p:nvPr/>
        </p:nvCxnSpPr>
        <p:spPr>
          <a:xfrm flipV="1">
            <a:off x="3808190" y="3160507"/>
            <a:ext cx="325316" cy="4484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p:cNvCxnSpPr/>
          <p:nvPr/>
        </p:nvCxnSpPr>
        <p:spPr>
          <a:xfrm flipH="1">
            <a:off x="2638814" y="4437342"/>
            <a:ext cx="870438" cy="3657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flipV="1">
            <a:off x="6818090" y="4302956"/>
            <a:ext cx="41910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CuadroTexto 14"/>
          <p:cNvSpPr txBox="1"/>
          <p:nvPr/>
        </p:nvSpPr>
        <p:spPr>
          <a:xfrm>
            <a:off x="4154021" y="2782669"/>
            <a:ext cx="2664069" cy="646331"/>
          </a:xfrm>
          <a:prstGeom prst="rect">
            <a:avLst/>
          </a:prstGeom>
          <a:noFill/>
        </p:spPr>
        <p:txBody>
          <a:bodyPr wrap="square" rtlCol="0">
            <a:spAutoFit/>
          </a:bodyPr>
          <a:lstStyle/>
          <a:p>
            <a:r>
              <a:rPr lang="es-MX" dirty="0">
                <a:solidFill>
                  <a:srgbClr val="C00000"/>
                </a:solidFill>
              </a:rPr>
              <a:t>La tasa de contribución de cada variable</a:t>
            </a:r>
          </a:p>
        </p:txBody>
      </p:sp>
      <p:sp>
        <p:nvSpPr>
          <p:cNvPr id="17" name="CuadroTexto 16"/>
          <p:cNvSpPr txBox="1"/>
          <p:nvPr/>
        </p:nvSpPr>
        <p:spPr>
          <a:xfrm>
            <a:off x="798535" y="4620872"/>
            <a:ext cx="2275498" cy="923330"/>
          </a:xfrm>
          <a:prstGeom prst="rect">
            <a:avLst/>
          </a:prstGeom>
          <a:noFill/>
        </p:spPr>
        <p:txBody>
          <a:bodyPr wrap="square" rtlCol="0">
            <a:spAutoFit/>
          </a:bodyPr>
          <a:lstStyle/>
          <a:p>
            <a:r>
              <a:rPr lang="es-MX" dirty="0">
                <a:solidFill>
                  <a:srgbClr val="C00000"/>
                </a:solidFill>
              </a:rPr>
              <a:t>Los valores de los coeficientes tecnológicos</a:t>
            </a:r>
          </a:p>
        </p:txBody>
      </p:sp>
      <p:sp>
        <p:nvSpPr>
          <p:cNvPr id="18" name="CuadroTexto 17"/>
          <p:cNvSpPr txBox="1"/>
          <p:nvPr/>
        </p:nvSpPr>
        <p:spPr>
          <a:xfrm>
            <a:off x="7410487" y="3969103"/>
            <a:ext cx="2664069" cy="646331"/>
          </a:xfrm>
          <a:prstGeom prst="rect">
            <a:avLst/>
          </a:prstGeom>
          <a:noFill/>
        </p:spPr>
        <p:txBody>
          <a:bodyPr wrap="square" rtlCol="0">
            <a:spAutoFit/>
          </a:bodyPr>
          <a:lstStyle/>
          <a:p>
            <a:r>
              <a:rPr lang="es-MX" dirty="0">
                <a:solidFill>
                  <a:srgbClr val="C00000"/>
                </a:solidFill>
              </a:rPr>
              <a:t>Los valores disponibles de los recursos</a:t>
            </a:r>
          </a:p>
        </p:txBody>
      </p:sp>
      <p:sp>
        <p:nvSpPr>
          <p:cNvPr id="9" name="TextBox 8">
            <a:extLst>
              <a:ext uri="{FF2B5EF4-FFF2-40B4-BE49-F238E27FC236}">
                <a16:creationId xmlns:a16="http://schemas.microsoft.com/office/drawing/2014/main" id="{26E3DF42-6635-C5CB-BED3-6A8877F64291}"/>
              </a:ext>
            </a:extLst>
          </p:cNvPr>
          <p:cNvSpPr txBox="1"/>
          <p:nvPr/>
        </p:nvSpPr>
        <p:spPr>
          <a:xfrm>
            <a:off x="7905543" y="4803078"/>
            <a:ext cx="3949760" cy="1477328"/>
          </a:xfrm>
          <a:prstGeom prst="rect">
            <a:avLst/>
          </a:prstGeom>
          <a:solidFill>
            <a:schemeClr val="accent2">
              <a:lumMod val="40000"/>
              <a:lumOff val="60000"/>
            </a:schemeClr>
          </a:solidFill>
        </p:spPr>
        <p:txBody>
          <a:bodyPr wrap="square">
            <a:spAutoFit/>
          </a:bodyPr>
          <a:lstStyle/>
          <a:p>
            <a:pPr marL="285750" indent="-285750">
              <a:buFont typeface="Arial" panose="020B0604020202020204" pitchFamily="34" charset="0"/>
              <a:buChar char="•"/>
            </a:pPr>
            <a:r>
              <a:rPr lang="es-MX" sz="1800" dirty="0">
                <a:solidFill>
                  <a:schemeClr val="bg1"/>
                </a:solidFill>
              </a:rPr>
              <a:t>Análisis también de los cambios en el problema dual</a:t>
            </a:r>
          </a:p>
          <a:p>
            <a:pPr marL="285750" indent="-285750">
              <a:buFont typeface="Arial" panose="020B0604020202020204" pitchFamily="34" charset="0"/>
              <a:buChar char="•"/>
            </a:pPr>
            <a:endParaRPr lang="es-MX" sz="1800" dirty="0">
              <a:solidFill>
                <a:schemeClr val="bg1"/>
              </a:solidFill>
            </a:endParaRPr>
          </a:p>
          <a:p>
            <a:pPr marL="285750" indent="-285750">
              <a:buFont typeface="Arial" panose="020B0604020202020204" pitchFamily="34" charset="0"/>
              <a:buChar char="•"/>
            </a:pPr>
            <a:r>
              <a:rPr lang="es-MX" sz="1800" dirty="0">
                <a:solidFill>
                  <a:schemeClr val="bg1"/>
                </a:solidFill>
              </a:rPr>
              <a:t>Puedo escoger con cuál problema trabajar (primal o dual)</a:t>
            </a:r>
          </a:p>
        </p:txBody>
      </p:sp>
      <p:sp>
        <p:nvSpPr>
          <p:cNvPr id="11" name="Marcador de posición de número de diapositiva 5">
            <a:extLst>
              <a:ext uri="{FF2B5EF4-FFF2-40B4-BE49-F238E27FC236}">
                <a16:creationId xmlns:a16="http://schemas.microsoft.com/office/drawing/2014/main" id="{448160D3-6664-B048-5199-0B9CE6EF5C38}"/>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4</a:t>
            </a:fld>
            <a:endParaRPr lang="es-MX" noProof="0">
              <a:latin typeface="+mn-lt"/>
            </a:endParaRPr>
          </a:p>
        </p:txBody>
      </p:sp>
    </p:spTree>
    <p:extLst>
      <p:ext uri="{BB962C8B-B14F-4D97-AF65-F5344CB8AC3E}">
        <p14:creationId xmlns:p14="http://schemas.microsoft.com/office/powerpoint/2010/main" val="3406216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Análisis de Sensibilidad…</a:t>
            </a:r>
          </a:p>
        </p:txBody>
      </p:sp>
      <p:sp>
        <p:nvSpPr>
          <p:cNvPr id="4" name="3 Marcador de texto"/>
          <p:cNvSpPr>
            <a:spLocks noGrp="1"/>
          </p:cNvSpPr>
          <p:nvPr>
            <p:ph type="body" idx="4294967295"/>
          </p:nvPr>
        </p:nvSpPr>
        <p:spPr>
          <a:xfrm rot="16200000">
            <a:off x="80965" y="3509962"/>
            <a:ext cx="4040188" cy="877889"/>
          </a:xfrm>
          <a:ln>
            <a:solidFill>
              <a:srgbClr val="C00000"/>
            </a:solidFill>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a:normAutofit fontScale="92500" lnSpcReduction="10000"/>
          </a:bodyPr>
          <a:lstStyle/>
          <a:p>
            <a:pPr marL="0" indent="0">
              <a:buNone/>
            </a:pPr>
            <a:r>
              <a:rPr lang="es-MX" dirty="0">
                <a:solidFill>
                  <a:schemeClr val="bg1"/>
                </a:solidFill>
              </a:rPr>
              <a:t>Impacto de la solución </a:t>
            </a:r>
          </a:p>
          <a:p>
            <a:pPr marL="0" indent="0">
              <a:buNone/>
            </a:pPr>
            <a:r>
              <a:rPr lang="es-MX" dirty="0">
                <a:solidFill>
                  <a:schemeClr val="bg1"/>
                </a:solidFill>
              </a:rPr>
              <a:t>ante cambios que afecten:</a:t>
            </a:r>
          </a:p>
        </p:txBody>
      </p:sp>
      <p:graphicFrame>
        <p:nvGraphicFramePr>
          <p:cNvPr id="14" name="13 Marcador de contenido"/>
          <p:cNvGraphicFramePr>
            <a:graphicFrameLocks noGrp="1"/>
          </p:cNvGraphicFramePr>
          <p:nvPr>
            <p:ph sz="half" idx="4294967295"/>
            <p:extLst>
              <p:ext uri="{D42A27DB-BD31-4B8C-83A1-F6EECF244321}">
                <p14:modId xmlns:p14="http://schemas.microsoft.com/office/powerpoint/2010/main" val="4134187461"/>
              </p:ext>
            </p:extLst>
          </p:nvPr>
        </p:nvGraphicFramePr>
        <p:xfrm>
          <a:off x="3299009" y="1690688"/>
          <a:ext cx="7940491" cy="4929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posición de número de diapositiva 5">
            <a:extLst>
              <a:ext uri="{FF2B5EF4-FFF2-40B4-BE49-F238E27FC236}">
                <a16:creationId xmlns:a16="http://schemas.microsoft.com/office/drawing/2014/main" id="{27024BAA-1004-84C9-5C63-719B6B63B5CC}"/>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5</a:t>
            </a:fld>
            <a:endParaRPr lang="es-MX" noProof="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Ejemplo 1</a:t>
            </a:r>
          </a:p>
        </p:txBody>
      </p:sp>
      <p:sp>
        <p:nvSpPr>
          <p:cNvPr id="3" name="Marcador de contenido 2"/>
          <p:cNvSpPr>
            <a:spLocks noGrp="1"/>
          </p:cNvSpPr>
          <p:nvPr>
            <p:ph idx="4294967295"/>
          </p:nvPr>
        </p:nvSpPr>
        <p:spPr>
          <a:xfrm>
            <a:off x="1052623" y="1504399"/>
            <a:ext cx="9277993" cy="4351337"/>
          </a:xfrm>
        </p:spPr>
        <p:txBody>
          <a:bodyPr>
            <a:normAutofit fontScale="92500"/>
          </a:bodyPr>
          <a:lstStyle/>
          <a:p>
            <a:pPr marL="0" indent="0">
              <a:buNone/>
            </a:pPr>
            <a:r>
              <a:rPr lang="es-MX" sz="2400" b="1" dirty="0">
                <a:solidFill>
                  <a:schemeClr val="accent3">
                    <a:lumMod val="75000"/>
                  </a:schemeClr>
                </a:solidFill>
              </a:rPr>
              <a:t>Compañía High Note </a:t>
            </a:r>
            <a:r>
              <a:rPr lang="es-MX" sz="2400" b="1" dirty="0" err="1">
                <a:solidFill>
                  <a:schemeClr val="accent3">
                    <a:lumMod val="75000"/>
                  </a:schemeClr>
                </a:solidFill>
              </a:rPr>
              <a:t>Sound</a:t>
            </a:r>
            <a:endParaRPr lang="es-MX" sz="2400" b="1" dirty="0">
              <a:solidFill>
                <a:schemeClr val="accent3">
                  <a:lumMod val="75000"/>
                </a:schemeClr>
              </a:solidFill>
            </a:endParaRPr>
          </a:p>
          <a:p>
            <a:pPr marL="0" indent="0" algn="just">
              <a:buNone/>
            </a:pPr>
            <a:r>
              <a:rPr lang="es-MX" sz="2400" dirty="0"/>
              <a:t>La compañía </a:t>
            </a:r>
            <a:r>
              <a:rPr lang="es-MX" sz="2400" dirty="0" err="1"/>
              <a:t>HNS</a:t>
            </a:r>
            <a:r>
              <a:rPr lang="es-MX" sz="2400" dirty="0"/>
              <a:t> fabrica audífonos y altavoces de calidad. Cada uno de estos productos requiere cierta cantidad de mano de obra especializada, de la cual hay un suministro semanal limitado. La compañía formula el siguiente problema PL para determinar la mejor mezcla de producción de audífonos (</a:t>
            </a:r>
            <a:r>
              <a:rPr lang="es-MX" sz="2400" dirty="0" err="1"/>
              <a:t>X1</a:t>
            </a:r>
            <a:r>
              <a:rPr lang="es-MX" sz="2400" dirty="0"/>
              <a:t>) y altavoces (</a:t>
            </a:r>
            <a:r>
              <a:rPr lang="es-MX" sz="2400" dirty="0" err="1"/>
              <a:t>X2</a:t>
            </a:r>
            <a:r>
              <a:rPr lang="es-MX" sz="2400" dirty="0"/>
              <a:t>).</a:t>
            </a:r>
          </a:p>
          <a:p>
            <a:pPr marL="0" indent="0">
              <a:buNone/>
            </a:pPr>
            <a:endParaRPr lang="es-MX" sz="2400" dirty="0"/>
          </a:p>
          <a:p>
            <a:pPr marL="0" indent="0">
              <a:buNone/>
            </a:pPr>
            <a:r>
              <a:rPr lang="es-MX" sz="2400" dirty="0">
                <a:solidFill>
                  <a:schemeClr val="accent3">
                    <a:lumMod val="75000"/>
                  </a:schemeClr>
                </a:solidFill>
              </a:rPr>
              <a:t>Maximizar 50 </a:t>
            </a:r>
            <a:r>
              <a:rPr lang="es-MX" sz="2400" dirty="0" err="1">
                <a:solidFill>
                  <a:schemeClr val="accent3">
                    <a:lumMod val="75000"/>
                  </a:schemeClr>
                </a:solidFill>
              </a:rPr>
              <a:t>X1</a:t>
            </a:r>
            <a:r>
              <a:rPr lang="es-MX" sz="2400" dirty="0">
                <a:solidFill>
                  <a:schemeClr val="accent3">
                    <a:lumMod val="75000"/>
                  </a:schemeClr>
                </a:solidFill>
              </a:rPr>
              <a:t> + 120 </a:t>
            </a:r>
            <a:r>
              <a:rPr lang="es-MX" sz="2400" dirty="0" err="1">
                <a:solidFill>
                  <a:schemeClr val="accent3">
                    <a:lumMod val="75000"/>
                  </a:schemeClr>
                </a:solidFill>
              </a:rPr>
              <a:t>X2</a:t>
            </a:r>
            <a:r>
              <a:rPr lang="es-MX" sz="2400" dirty="0">
                <a:solidFill>
                  <a:schemeClr val="accent3">
                    <a:lumMod val="75000"/>
                  </a:schemeClr>
                </a:solidFill>
              </a:rPr>
              <a:t> (maximizar la utilidad)</a:t>
            </a:r>
          </a:p>
          <a:p>
            <a:pPr marL="0" indent="0">
              <a:buNone/>
            </a:pPr>
            <a:r>
              <a:rPr lang="es-MX" sz="2400" dirty="0">
                <a:solidFill>
                  <a:schemeClr val="accent3">
                    <a:lumMod val="75000"/>
                  </a:schemeClr>
                </a:solidFill>
              </a:rPr>
              <a:t>Sujeto a:      2 </a:t>
            </a:r>
            <a:r>
              <a:rPr lang="es-MX" sz="2400" dirty="0" err="1">
                <a:solidFill>
                  <a:schemeClr val="accent3">
                    <a:lumMod val="75000"/>
                  </a:schemeClr>
                </a:solidFill>
              </a:rPr>
              <a:t>X1</a:t>
            </a:r>
            <a:r>
              <a:rPr lang="es-MX" sz="2400" dirty="0">
                <a:solidFill>
                  <a:schemeClr val="accent3">
                    <a:lumMod val="75000"/>
                  </a:schemeClr>
                </a:solidFill>
              </a:rPr>
              <a:t> +   4 </a:t>
            </a:r>
            <a:r>
              <a:rPr lang="es-MX" sz="2400" dirty="0" err="1">
                <a:solidFill>
                  <a:schemeClr val="accent3">
                    <a:lumMod val="75000"/>
                  </a:schemeClr>
                </a:solidFill>
              </a:rPr>
              <a:t>X2</a:t>
            </a:r>
            <a:r>
              <a:rPr lang="es-MX" sz="2400" dirty="0">
                <a:solidFill>
                  <a:schemeClr val="accent3">
                    <a:lumMod val="75000"/>
                  </a:schemeClr>
                </a:solidFill>
              </a:rPr>
              <a:t> ≤ 80 (horas de mano de obra de </a:t>
            </a:r>
            <a:r>
              <a:rPr lang="es-MX" sz="2400" b="1" dirty="0">
                <a:solidFill>
                  <a:schemeClr val="accent3">
                    <a:lumMod val="75000"/>
                  </a:schemeClr>
                </a:solidFill>
              </a:rPr>
              <a:t>electricistas</a:t>
            </a:r>
            <a:r>
              <a:rPr lang="es-MX" sz="2400" dirty="0">
                <a:solidFill>
                  <a:schemeClr val="accent3">
                    <a:lumMod val="75000"/>
                  </a:schemeClr>
                </a:solidFill>
              </a:rPr>
              <a:t>)</a:t>
            </a:r>
          </a:p>
          <a:p>
            <a:pPr marL="0" indent="0">
              <a:buNone/>
            </a:pPr>
            <a:r>
              <a:rPr lang="es-MX" sz="2400" dirty="0">
                <a:solidFill>
                  <a:schemeClr val="accent3">
                    <a:lumMod val="75000"/>
                  </a:schemeClr>
                </a:solidFill>
              </a:rPr>
              <a:t>                      3 </a:t>
            </a:r>
            <a:r>
              <a:rPr lang="es-MX" sz="2400" dirty="0" err="1">
                <a:solidFill>
                  <a:schemeClr val="accent3">
                    <a:lumMod val="75000"/>
                  </a:schemeClr>
                </a:solidFill>
              </a:rPr>
              <a:t>X1</a:t>
            </a:r>
            <a:r>
              <a:rPr lang="es-MX" sz="2400" dirty="0">
                <a:solidFill>
                  <a:schemeClr val="accent3">
                    <a:lumMod val="75000"/>
                  </a:schemeClr>
                </a:solidFill>
              </a:rPr>
              <a:t> +   1 </a:t>
            </a:r>
            <a:r>
              <a:rPr lang="es-MX" sz="2400" dirty="0" err="1">
                <a:solidFill>
                  <a:schemeClr val="accent3">
                    <a:lumMod val="75000"/>
                  </a:schemeClr>
                </a:solidFill>
              </a:rPr>
              <a:t>X2</a:t>
            </a:r>
            <a:r>
              <a:rPr lang="es-MX" sz="2400" dirty="0">
                <a:solidFill>
                  <a:schemeClr val="accent3">
                    <a:lumMod val="75000"/>
                  </a:schemeClr>
                </a:solidFill>
              </a:rPr>
              <a:t> ≤ 60 (horas de mano de obra de </a:t>
            </a:r>
            <a:r>
              <a:rPr lang="es-MX" sz="2400" b="1" dirty="0">
                <a:solidFill>
                  <a:schemeClr val="accent3">
                    <a:lumMod val="75000"/>
                  </a:schemeClr>
                </a:solidFill>
              </a:rPr>
              <a:t>técnicos de audio</a:t>
            </a:r>
            <a:r>
              <a:rPr lang="es-MX" sz="2400" dirty="0">
                <a:solidFill>
                  <a:schemeClr val="accent3">
                    <a:lumMod val="75000"/>
                  </a:schemeClr>
                </a:solidFill>
              </a:rPr>
              <a:t>)</a:t>
            </a:r>
          </a:p>
          <a:p>
            <a:pPr marL="0" indent="0">
              <a:buNone/>
            </a:pPr>
            <a:r>
              <a:rPr lang="es-MX" sz="2400" dirty="0">
                <a:solidFill>
                  <a:schemeClr val="accent3">
                    <a:lumMod val="75000"/>
                  </a:schemeClr>
                </a:solidFill>
              </a:rPr>
              <a:t>                          </a:t>
            </a:r>
            <a:r>
              <a:rPr lang="es-MX" sz="2400" dirty="0" err="1">
                <a:solidFill>
                  <a:schemeClr val="accent3">
                    <a:lumMod val="75000"/>
                  </a:schemeClr>
                </a:solidFill>
              </a:rPr>
              <a:t>X1</a:t>
            </a:r>
            <a:r>
              <a:rPr lang="es-MX" sz="2400" dirty="0">
                <a:solidFill>
                  <a:schemeClr val="accent3">
                    <a:lumMod val="75000"/>
                  </a:schemeClr>
                </a:solidFill>
              </a:rPr>
              <a:t>, </a:t>
            </a:r>
            <a:r>
              <a:rPr lang="es-MX" sz="2400" dirty="0" err="1">
                <a:solidFill>
                  <a:schemeClr val="accent3">
                    <a:lumMod val="75000"/>
                  </a:schemeClr>
                </a:solidFill>
              </a:rPr>
              <a:t>X2</a:t>
            </a:r>
            <a:r>
              <a:rPr lang="es-MX" sz="2400" dirty="0">
                <a:solidFill>
                  <a:schemeClr val="accent3">
                    <a:lumMod val="75000"/>
                  </a:schemeClr>
                </a:solidFill>
              </a:rPr>
              <a:t> ≥ 0</a:t>
            </a:r>
          </a:p>
          <a:p>
            <a:pPr marL="0" indent="0">
              <a:buNone/>
            </a:pPr>
            <a:endParaRPr lang="es-MX" sz="2400" dirty="0">
              <a:solidFill>
                <a:schemeClr val="tx2"/>
              </a:solidFill>
            </a:endParaRPr>
          </a:p>
          <a:p>
            <a:pPr marL="0" indent="0">
              <a:buNone/>
            </a:pPr>
            <a:endParaRPr lang="es-MX" sz="2400" dirty="0">
              <a:solidFill>
                <a:schemeClr val="tx2"/>
              </a:solidFill>
            </a:endParaRPr>
          </a:p>
        </p:txBody>
      </p:sp>
      <p:pic>
        <p:nvPicPr>
          <p:cNvPr id="5" name="Picture 4"/>
          <p:cNvPicPr>
            <a:picLocks noChangeAspect="1"/>
          </p:cNvPicPr>
          <p:nvPr/>
        </p:nvPicPr>
        <p:blipFill>
          <a:blip r:embed="rId2"/>
          <a:stretch>
            <a:fillRect/>
          </a:stretch>
        </p:blipFill>
        <p:spPr>
          <a:xfrm>
            <a:off x="10286906" y="5011315"/>
            <a:ext cx="1688841" cy="1688841"/>
          </a:xfrm>
          <a:prstGeom prst="rect">
            <a:avLst/>
          </a:prstGeom>
        </p:spPr>
      </p:pic>
      <p:pic>
        <p:nvPicPr>
          <p:cNvPr id="6" name="Picture 5"/>
          <p:cNvPicPr>
            <a:picLocks noChangeAspect="1"/>
          </p:cNvPicPr>
          <p:nvPr/>
        </p:nvPicPr>
        <p:blipFill>
          <a:blip r:embed="rId3"/>
          <a:stretch>
            <a:fillRect/>
          </a:stretch>
        </p:blipFill>
        <p:spPr>
          <a:xfrm>
            <a:off x="8418305" y="5299939"/>
            <a:ext cx="1716444" cy="1373155"/>
          </a:xfrm>
          <a:prstGeom prst="rect">
            <a:avLst/>
          </a:prstGeom>
        </p:spPr>
      </p:pic>
      <p:pic>
        <p:nvPicPr>
          <p:cNvPr id="8" name="Picture 7"/>
          <p:cNvPicPr>
            <a:picLocks noChangeAspect="1"/>
          </p:cNvPicPr>
          <p:nvPr/>
        </p:nvPicPr>
        <p:blipFill>
          <a:blip r:embed="rId4"/>
          <a:stretch>
            <a:fillRect/>
          </a:stretch>
        </p:blipFill>
        <p:spPr>
          <a:xfrm>
            <a:off x="10134749" y="4221019"/>
            <a:ext cx="675572" cy="781733"/>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77993" y="3487914"/>
            <a:ext cx="438985" cy="733105"/>
          </a:xfrm>
          <a:prstGeom prst="rect">
            <a:avLst/>
          </a:prstGeom>
        </p:spPr>
      </p:pic>
      <p:sp>
        <p:nvSpPr>
          <p:cNvPr id="4" name="Marcador de posición de número de diapositiva 5">
            <a:extLst>
              <a:ext uri="{FF2B5EF4-FFF2-40B4-BE49-F238E27FC236}">
                <a16:creationId xmlns:a16="http://schemas.microsoft.com/office/drawing/2014/main" id="{ECC81166-D7CC-4292-94EE-4ECE67ABC795}"/>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6</a:t>
            </a:fld>
            <a:endParaRPr lang="es-MX" noProof="0">
              <a:latin typeface="+mn-lt"/>
            </a:endParaRPr>
          </a:p>
        </p:txBody>
      </p:sp>
    </p:spTree>
    <p:extLst>
      <p:ext uri="{BB962C8B-B14F-4D97-AF65-F5344CB8AC3E}">
        <p14:creationId xmlns:p14="http://schemas.microsoft.com/office/powerpoint/2010/main" val="182188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E4FD13-5538-5ED9-ECAC-F71B0BC7CC52}"/>
              </a:ext>
            </a:extLst>
          </p:cNvPr>
          <p:cNvSpPr>
            <a:spLocks noGrp="1"/>
          </p:cNvSpPr>
          <p:nvPr>
            <p:ph type="title"/>
          </p:nvPr>
        </p:nvSpPr>
        <p:spPr/>
        <p:txBody>
          <a:bodyPr/>
          <a:lstStyle/>
          <a:p>
            <a:r>
              <a:rPr lang="en-US" dirty="0" err="1"/>
              <a:t>Ejemplo</a:t>
            </a:r>
            <a:r>
              <a:rPr lang="en-US" dirty="0"/>
              <a:t> 1. </a:t>
            </a:r>
            <a:r>
              <a:rPr lang="en-US" dirty="0" err="1"/>
              <a:t>Solución</a:t>
            </a:r>
            <a:r>
              <a:rPr lang="en-US" dirty="0"/>
              <a:t> </a:t>
            </a:r>
            <a:r>
              <a:rPr lang="en-US" dirty="0" err="1"/>
              <a:t>gráfica</a:t>
            </a:r>
            <a:endParaRPr lang="en-US" dirty="0"/>
          </a:p>
        </p:txBody>
      </p:sp>
      <p:pic>
        <p:nvPicPr>
          <p:cNvPr id="4" name="Imagen 3"/>
          <p:cNvPicPr>
            <a:picLocks noChangeAspect="1"/>
          </p:cNvPicPr>
          <p:nvPr/>
        </p:nvPicPr>
        <p:blipFill rotWithShape="1">
          <a:blip r:embed="rId2">
            <a:clrChange>
              <a:clrFrom>
                <a:srgbClr val="FAFAFA"/>
              </a:clrFrom>
              <a:clrTo>
                <a:srgbClr val="FAFAFA">
                  <a:alpha val="0"/>
                </a:srgbClr>
              </a:clrTo>
            </a:clrChange>
          </a:blip>
          <a:srcRect l="23167" t="12993" r="20584" b="7621"/>
          <a:stretch/>
        </p:blipFill>
        <p:spPr>
          <a:xfrm>
            <a:off x="4884364" y="1465818"/>
            <a:ext cx="6392466" cy="4896156"/>
          </a:xfrm>
          <a:prstGeom prst="rect">
            <a:avLst/>
          </a:prstGeom>
        </p:spPr>
      </p:pic>
      <p:sp>
        <p:nvSpPr>
          <p:cNvPr id="3" name="Marcador de contenido 2"/>
          <p:cNvSpPr>
            <a:spLocks noGrp="1"/>
          </p:cNvSpPr>
          <p:nvPr>
            <p:ph idx="4294967295"/>
          </p:nvPr>
        </p:nvSpPr>
        <p:spPr>
          <a:xfrm>
            <a:off x="7654747" y="2555725"/>
            <a:ext cx="3527275" cy="1597454"/>
          </a:xfrm>
        </p:spPr>
        <p:txBody>
          <a:bodyPr>
            <a:normAutofit/>
          </a:bodyPr>
          <a:lstStyle/>
          <a:p>
            <a:pPr marL="0" indent="0">
              <a:buNone/>
            </a:pPr>
            <a:r>
              <a:rPr lang="es-MX" sz="1800" dirty="0"/>
              <a:t>Maximizar  Z= 50 X1 + 120 X2 </a:t>
            </a:r>
          </a:p>
          <a:p>
            <a:pPr marL="0" indent="0">
              <a:buNone/>
            </a:pPr>
            <a:r>
              <a:rPr lang="es-MX" sz="1800" dirty="0"/>
              <a:t>Sujeto a:      2 </a:t>
            </a:r>
            <a:r>
              <a:rPr lang="es-MX" sz="1800" dirty="0" err="1"/>
              <a:t>X1</a:t>
            </a:r>
            <a:r>
              <a:rPr lang="es-MX" sz="1800" dirty="0"/>
              <a:t> +   4 </a:t>
            </a:r>
            <a:r>
              <a:rPr lang="es-MX" sz="1800" dirty="0" err="1"/>
              <a:t>X2</a:t>
            </a:r>
            <a:r>
              <a:rPr lang="es-MX" sz="1800" dirty="0"/>
              <a:t> ≤ 80 (</a:t>
            </a:r>
            <a:r>
              <a:rPr lang="es-MX" sz="1800" dirty="0" err="1"/>
              <a:t>R1</a:t>
            </a:r>
            <a:r>
              <a:rPr lang="es-MX" sz="1800" dirty="0"/>
              <a:t>)</a:t>
            </a:r>
          </a:p>
          <a:p>
            <a:pPr marL="0" indent="0">
              <a:buNone/>
            </a:pPr>
            <a:r>
              <a:rPr lang="es-MX" sz="1800" dirty="0"/>
              <a:t>                      3 </a:t>
            </a:r>
            <a:r>
              <a:rPr lang="es-MX" sz="1800" dirty="0" err="1"/>
              <a:t>X1</a:t>
            </a:r>
            <a:r>
              <a:rPr lang="es-MX" sz="1800" dirty="0"/>
              <a:t> +   1 </a:t>
            </a:r>
            <a:r>
              <a:rPr lang="es-MX" sz="1800" dirty="0" err="1"/>
              <a:t>X2</a:t>
            </a:r>
            <a:r>
              <a:rPr lang="es-MX" sz="1800" dirty="0"/>
              <a:t> ≤ 60 (</a:t>
            </a:r>
            <a:r>
              <a:rPr lang="es-MX" sz="1800" dirty="0" err="1"/>
              <a:t>R2</a:t>
            </a:r>
            <a:r>
              <a:rPr lang="es-MX" sz="1800" dirty="0"/>
              <a:t>)</a:t>
            </a:r>
          </a:p>
          <a:p>
            <a:pPr marL="0" indent="0">
              <a:buNone/>
            </a:pPr>
            <a:r>
              <a:rPr lang="es-MX" sz="1800" dirty="0"/>
              <a:t>                          X1, X2 ≥ 0</a:t>
            </a:r>
          </a:p>
        </p:txBody>
      </p:sp>
      <p:sp>
        <p:nvSpPr>
          <p:cNvPr id="7" name="CuadroTexto 6"/>
          <p:cNvSpPr txBox="1"/>
          <p:nvPr/>
        </p:nvSpPr>
        <p:spPr>
          <a:xfrm rot="3652523">
            <a:off x="6050401" y="3035030"/>
            <a:ext cx="571500" cy="369332"/>
          </a:xfrm>
          <a:prstGeom prst="rect">
            <a:avLst/>
          </a:prstGeom>
          <a:noFill/>
        </p:spPr>
        <p:txBody>
          <a:bodyPr wrap="square" rtlCol="0">
            <a:spAutoFit/>
          </a:bodyPr>
          <a:lstStyle/>
          <a:p>
            <a:r>
              <a:rPr lang="es-MX" dirty="0" err="1">
                <a:solidFill>
                  <a:srgbClr val="0070C0"/>
                </a:solidFill>
              </a:rPr>
              <a:t>R2</a:t>
            </a:r>
            <a:endParaRPr lang="es-MX" dirty="0">
              <a:solidFill>
                <a:srgbClr val="0070C0"/>
              </a:solidFill>
            </a:endParaRPr>
          </a:p>
        </p:txBody>
      </p:sp>
      <p:sp>
        <p:nvSpPr>
          <p:cNvPr id="8" name="CuadroTexto 7"/>
          <p:cNvSpPr txBox="1"/>
          <p:nvPr/>
        </p:nvSpPr>
        <p:spPr>
          <a:xfrm rot="667775">
            <a:off x="8071399" y="5077479"/>
            <a:ext cx="3199874" cy="369332"/>
          </a:xfrm>
          <a:prstGeom prst="rect">
            <a:avLst/>
          </a:prstGeom>
          <a:noFill/>
        </p:spPr>
        <p:txBody>
          <a:bodyPr wrap="square" rtlCol="0">
            <a:spAutoFit/>
          </a:bodyPr>
          <a:lstStyle/>
          <a:p>
            <a:r>
              <a:rPr lang="es-MX" dirty="0">
                <a:solidFill>
                  <a:srgbClr val="C00000"/>
                </a:solidFill>
              </a:rPr>
              <a:t>Recta de isoutilidad Z = 2400</a:t>
            </a:r>
          </a:p>
        </p:txBody>
      </p:sp>
      <p:cxnSp>
        <p:nvCxnSpPr>
          <p:cNvPr id="10" name="Conector recto de flecha 9"/>
          <p:cNvCxnSpPr/>
          <p:nvPr/>
        </p:nvCxnSpPr>
        <p:spPr>
          <a:xfrm flipH="1">
            <a:off x="7315200" y="5380892"/>
            <a:ext cx="219809" cy="1143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flipH="1">
            <a:off x="6636547" y="4860375"/>
            <a:ext cx="77488" cy="2866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flipV="1">
            <a:off x="7971012" y="4780014"/>
            <a:ext cx="93277" cy="2831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CuadroTexto 17"/>
          <p:cNvSpPr txBox="1"/>
          <p:nvPr/>
        </p:nvSpPr>
        <p:spPr>
          <a:xfrm>
            <a:off x="5484563" y="5003680"/>
            <a:ext cx="1058707" cy="646331"/>
          </a:xfrm>
          <a:prstGeom prst="rect">
            <a:avLst/>
          </a:prstGeom>
          <a:noFill/>
        </p:spPr>
        <p:txBody>
          <a:bodyPr wrap="square" rtlCol="0">
            <a:spAutoFit/>
          </a:bodyPr>
          <a:lstStyle/>
          <a:p>
            <a:r>
              <a:rPr lang="es-MX" dirty="0">
                <a:solidFill>
                  <a:schemeClr val="accent6">
                    <a:lumMod val="50000"/>
                  </a:schemeClr>
                </a:solidFill>
              </a:rPr>
              <a:t>Región Factible</a:t>
            </a:r>
          </a:p>
        </p:txBody>
      </p:sp>
      <p:sp>
        <p:nvSpPr>
          <p:cNvPr id="21" name="CuadroTexto 20"/>
          <p:cNvSpPr txBox="1"/>
          <p:nvPr/>
        </p:nvSpPr>
        <p:spPr>
          <a:xfrm>
            <a:off x="8064289" y="1752276"/>
            <a:ext cx="2724549" cy="369332"/>
          </a:xfrm>
          <a:prstGeom prst="rect">
            <a:avLst/>
          </a:prstGeom>
          <a:noFill/>
        </p:spPr>
        <p:txBody>
          <a:bodyPr wrap="square" rtlCol="0">
            <a:spAutoFit/>
          </a:bodyPr>
          <a:lstStyle/>
          <a:p>
            <a:r>
              <a:rPr lang="es-MX" dirty="0">
                <a:solidFill>
                  <a:srgbClr val="FF0000"/>
                </a:solidFill>
              </a:rPr>
              <a:t>Vértice A(  0, 20) Z=2400</a:t>
            </a:r>
          </a:p>
        </p:txBody>
      </p:sp>
      <p:sp>
        <p:nvSpPr>
          <p:cNvPr id="22" name="CuadroTexto 21"/>
          <p:cNvSpPr txBox="1"/>
          <p:nvPr/>
        </p:nvSpPr>
        <p:spPr>
          <a:xfrm>
            <a:off x="8064289" y="2146766"/>
            <a:ext cx="2724549" cy="369332"/>
          </a:xfrm>
          <a:prstGeom prst="rect">
            <a:avLst/>
          </a:prstGeom>
          <a:noFill/>
        </p:spPr>
        <p:txBody>
          <a:bodyPr wrap="square" rtlCol="0">
            <a:spAutoFit/>
          </a:bodyPr>
          <a:lstStyle/>
          <a:p>
            <a:r>
              <a:rPr lang="es-MX" dirty="0"/>
              <a:t>Vértice C(16, 12) Z=2240</a:t>
            </a:r>
          </a:p>
        </p:txBody>
      </p:sp>
      <p:sp>
        <p:nvSpPr>
          <p:cNvPr id="23" name="CuadroTexto 22"/>
          <p:cNvSpPr txBox="1"/>
          <p:nvPr/>
        </p:nvSpPr>
        <p:spPr>
          <a:xfrm>
            <a:off x="7708669" y="6106420"/>
            <a:ext cx="2724549" cy="369332"/>
          </a:xfrm>
          <a:prstGeom prst="rect">
            <a:avLst/>
          </a:prstGeom>
          <a:noFill/>
        </p:spPr>
        <p:txBody>
          <a:bodyPr wrap="square" rtlCol="0">
            <a:spAutoFit/>
          </a:bodyPr>
          <a:lstStyle/>
          <a:p>
            <a:r>
              <a:rPr lang="es-MX" dirty="0">
                <a:solidFill>
                  <a:srgbClr val="0070C0"/>
                </a:solidFill>
              </a:rPr>
              <a:t>Vértice E (20,  0) Z=1000</a:t>
            </a:r>
          </a:p>
        </p:txBody>
      </p:sp>
      <p:sp>
        <p:nvSpPr>
          <p:cNvPr id="25" name="CuadroTexto 24"/>
          <p:cNvSpPr txBox="1"/>
          <p:nvPr/>
        </p:nvSpPr>
        <p:spPr>
          <a:xfrm>
            <a:off x="11032662" y="5744277"/>
            <a:ext cx="571500" cy="369332"/>
          </a:xfrm>
          <a:prstGeom prst="rect">
            <a:avLst/>
          </a:prstGeom>
          <a:noFill/>
        </p:spPr>
        <p:txBody>
          <a:bodyPr wrap="square" rtlCol="0">
            <a:spAutoFit/>
          </a:bodyPr>
          <a:lstStyle/>
          <a:p>
            <a:r>
              <a:rPr lang="es-MX" dirty="0" err="1">
                <a:solidFill>
                  <a:schemeClr val="bg1"/>
                </a:solidFill>
              </a:rPr>
              <a:t>X1</a:t>
            </a:r>
            <a:endParaRPr lang="es-MX" dirty="0">
              <a:solidFill>
                <a:schemeClr val="bg1"/>
              </a:solidFill>
            </a:endParaRPr>
          </a:p>
        </p:txBody>
      </p:sp>
      <p:sp>
        <p:nvSpPr>
          <p:cNvPr id="26" name="CuadroTexto 25"/>
          <p:cNvSpPr txBox="1"/>
          <p:nvPr/>
        </p:nvSpPr>
        <p:spPr>
          <a:xfrm>
            <a:off x="4982382" y="1164657"/>
            <a:ext cx="571500" cy="369332"/>
          </a:xfrm>
          <a:prstGeom prst="rect">
            <a:avLst/>
          </a:prstGeom>
          <a:noFill/>
        </p:spPr>
        <p:txBody>
          <a:bodyPr wrap="square" rtlCol="0">
            <a:spAutoFit/>
          </a:bodyPr>
          <a:lstStyle/>
          <a:p>
            <a:r>
              <a:rPr lang="es-MX" dirty="0" err="1">
                <a:solidFill>
                  <a:schemeClr val="bg1"/>
                </a:solidFill>
              </a:rPr>
              <a:t>X2</a:t>
            </a:r>
            <a:endParaRPr lang="es-MX" dirty="0">
              <a:solidFill>
                <a:schemeClr val="bg1"/>
              </a:solidFill>
            </a:endParaRPr>
          </a:p>
        </p:txBody>
      </p:sp>
      <p:sp>
        <p:nvSpPr>
          <p:cNvPr id="27" name="Elipse 26"/>
          <p:cNvSpPr/>
          <p:nvPr/>
        </p:nvSpPr>
        <p:spPr>
          <a:xfrm>
            <a:off x="5172540" y="4465512"/>
            <a:ext cx="46800" cy="46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2" name="Elipse 1"/>
          <p:cNvSpPr/>
          <p:nvPr/>
        </p:nvSpPr>
        <p:spPr>
          <a:xfrm>
            <a:off x="5051701" y="4224098"/>
            <a:ext cx="502181" cy="4293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9" name="Rectángulo 18"/>
          <p:cNvSpPr/>
          <p:nvPr/>
        </p:nvSpPr>
        <p:spPr>
          <a:xfrm>
            <a:off x="952500" y="3914700"/>
            <a:ext cx="3771869" cy="2062103"/>
          </a:xfrm>
          <a:prstGeom prst="rect">
            <a:avLst/>
          </a:prstGeom>
        </p:spPr>
        <p:txBody>
          <a:bodyPr wrap="square">
            <a:spAutoFit/>
          </a:bodyPr>
          <a:lstStyle/>
          <a:p>
            <a:pPr algn="just"/>
            <a:r>
              <a:rPr lang="es-MX" sz="1600" b="1" dirty="0">
                <a:solidFill>
                  <a:schemeClr val="bg1"/>
                </a:solidFill>
                <a:latin typeface="Arial" panose="020B0604020202020204" pitchFamily="34" charset="0"/>
                <a:cs typeface="Arial" panose="020B0604020202020204" pitchFamily="34" charset="0"/>
              </a:rPr>
              <a:t>Restricción activa</a:t>
            </a:r>
            <a:r>
              <a:rPr lang="es-MX" sz="1600" dirty="0">
                <a:solidFill>
                  <a:schemeClr val="bg1"/>
                </a:solidFill>
                <a:latin typeface="Arial" panose="020B0604020202020204" pitchFamily="34" charset="0"/>
                <a:cs typeface="Arial" panose="020B0604020202020204" pitchFamily="34" charset="0"/>
              </a:rPr>
              <a:t>: si al sustituir los valores de las variables de decisión de la solución óptima en una restricción, el valor resultante es igual al valor del lado derecho de la restricción.</a:t>
            </a:r>
          </a:p>
          <a:p>
            <a:pPr algn="just"/>
            <a:r>
              <a:rPr lang="es-MX" sz="1600" b="1" dirty="0">
                <a:solidFill>
                  <a:schemeClr val="bg1"/>
                </a:solidFill>
                <a:latin typeface="Arial" panose="020B0604020202020204" pitchFamily="34" charset="0"/>
                <a:cs typeface="Arial" panose="020B0604020202020204" pitchFamily="34" charset="0"/>
              </a:rPr>
              <a:t>Restricción inactiva </a:t>
            </a:r>
            <a:r>
              <a:rPr lang="es-MX" sz="1600" dirty="0">
                <a:solidFill>
                  <a:schemeClr val="bg1"/>
                </a:solidFill>
                <a:latin typeface="Arial" panose="020B0604020202020204" pitchFamily="34" charset="0"/>
                <a:cs typeface="Arial" panose="020B0604020202020204" pitchFamily="34" charset="0"/>
              </a:rPr>
              <a:t>Si una restricción no es activa, se dice que es inactiva. </a:t>
            </a:r>
          </a:p>
          <a:p>
            <a:pPr algn="just"/>
            <a:endParaRPr lang="es-MX" sz="1600" dirty="0">
              <a:solidFill>
                <a:schemeClr val="bg1"/>
              </a:solidFill>
              <a:effectLst/>
              <a:latin typeface="Arial" panose="020B0604020202020204" pitchFamily="34" charset="0"/>
              <a:cs typeface="Arial" panose="020B0604020202020204" pitchFamily="34" charset="0"/>
            </a:endParaRPr>
          </a:p>
        </p:txBody>
      </p:sp>
      <p:sp>
        <p:nvSpPr>
          <p:cNvPr id="20" name="CuadroTexto 19"/>
          <p:cNvSpPr txBox="1"/>
          <p:nvPr/>
        </p:nvSpPr>
        <p:spPr>
          <a:xfrm rot="918132">
            <a:off x="7717404" y="5387545"/>
            <a:ext cx="2256558" cy="369332"/>
          </a:xfrm>
          <a:prstGeom prst="rect">
            <a:avLst/>
          </a:prstGeom>
          <a:noFill/>
        </p:spPr>
        <p:txBody>
          <a:bodyPr wrap="square" rtlCol="0">
            <a:spAutoFit/>
          </a:bodyPr>
          <a:lstStyle/>
          <a:p>
            <a:r>
              <a:rPr lang="es-MX" dirty="0" err="1">
                <a:solidFill>
                  <a:srgbClr val="0070C0"/>
                </a:solidFill>
              </a:rPr>
              <a:t>R1</a:t>
            </a:r>
            <a:r>
              <a:rPr lang="es-MX" dirty="0">
                <a:solidFill>
                  <a:srgbClr val="0070C0"/>
                </a:solidFill>
              </a:rPr>
              <a:t>  </a:t>
            </a:r>
            <a:r>
              <a:rPr lang="es-MX" sz="1400" dirty="0">
                <a:solidFill>
                  <a:srgbClr val="0070C0"/>
                </a:solidFill>
              </a:rPr>
              <a:t>Restricción activa</a:t>
            </a:r>
          </a:p>
        </p:txBody>
      </p:sp>
      <p:sp>
        <p:nvSpPr>
          <p:cNvPr id="24" name="CuadroTexto 23"/>
          <p:cNvSpPr txBox="1"/>
          <p:nvPr/>
        </p:nvSpPr>
        <p:spPr>
          <a:xfrm rot="3350949">
            <a:off x="6073222" y="3961901"/>
            <a:ext cx="1762129" cy="307777"/>
          </a:xfrm>
          <a:prstGeom prst="rect">
            <a:avLst/>
          </a:prstGeom>
          <a:noFill/>
        </p:spPr>
        <p:txBody>
          <a:bodyPr wrap="square" rtlCol="0">
            <a:spAutoFit/>
          </a:bodyPr>
          <a:lstStyle/>
          <a:p>
            <a:r>
              <a:rPr lang="es-MX" sz="1400" dirty="0">
                <a:solidFill>
                  <a:srgbClr val="0070C0"/>
                </a:solidFill>
              </a:rPr>
              <a:t>Restricción inactiva</a:t>
            </a:r>
          </a:p>
        </p:txBody>
      </p:sp>
      <p:sp>
        <p:nvSpPr>
          <p:cNvPr id="28" name="CuadroTexto 22"/>
          <p:cNvSpPr txBox="1"/>
          <p:nvPr/>
        </p:nvSpPr>
        <p:spPr>
          <a:xfrm>
            <a:off x="5172540" y="6140633"/>
            <a:ext cx="2724549" cy="369332"/>
          </a:xfrm>
          <a:prstGeom prst="rect">
            <a:avLst/>
          </a:prstGeom>
          <a:noFill/>
        </p:spPr>
        <p:txBody>
          <a:bodyPr wrap="square" rtlCol="0">
            <a:spAutoFit/>
          </a:bodyPr>
          <a:lstStyle/>
          <a:p>
            <a:r>
              <a:rPr lang="es-MX" dirty="0">
                <a:solidFill>
                  <a:srgbClr val="0070C0"/>
                </a:solidFill>
              </a:rPr>
              <a:t>Vértice O ( 0,  0) Z=      0</a:t>
            </a:r>
          </a:p>
        </p:txBody>
      </p:sp>
      <p:sp>
        <p:nvSpPr>
          <p:cNvPr id="11" name="TextBox 10">
            <a:extLst>
              <a:ext uri="{FF2B5EF4-FFF2-40B4-BE49-F238E27FC236}">
                <a16:creationId xmlns:a16="http://schemas.microsoft.com/office/drawing/2014/main" id="{74643E47-B623-4C71-6AA0-2FC91ECA53F2}"/>
              </a:ext>
            </a:extLst>
          </p:cNvPr>
          <p:cNvSpPr txBox="1"/>
          <p:nvPr/>
        </p:nvSpPr>
        <p:spPr>
          <a:xfrm>
            <a:off x="1113410" y="1757063"/>
            <a:ext cx="3629466" cy="1200329"/>
          </a:xfrm>
          <a:prstGeom prst="rect">
            <a:avLst/>
          </a:prstGeom>
          <a:noFill/>
        </p:spPr>
        <p:txBody>
          <a:bodyPr wrap="square">
            <a:spAutoFit/>
          </a:bodyPr>
          <a:lstStyle/>
          <a:p>
            <a:pPr marL="0" indent="0" algn="r">
              <a:buNone/>
            </a:pPr>
            <a:r>
              <a:rPr lang="es-MX" sz="1800" b="1" dirty="0">
                <a:solidFill>
                  <a:srgbClr val="00B050"/>
                </a:solidFill>
              </a:rPr>
              <a:t>Solución</a:t>
            </a:r>
            <a:r>
              <a:rPr lang="es-MX" sz="1800" dirty="0">
                <a:solidFill>
                  <a:schemeClr val="bg1"/>
                </a:solidFill>
              </a:rPr>
              <a:t>:</a:t>
            </a:r>
          </a:p>
          <a:p>
            <a:pPr marL="0" indent="0" algn="r">
              <a:buNone/>
            </a:pPr>
            <a:r>
              <a:rPr lang="es-MX" sz="1800" dirty="0">
                <a:solidFill>
                  <a:schemeClr val="bg1"/>
                </a:solidFill>
              </a:rPr>
              <a:t>No producir audífonos y</a:t>
            </a:r>
          </a:p>
          <a:p>
            <a:pPr marL="0" indent="0" algn="r">
              <a:buNone/>
            </a:pPr>
            <a:r>
              <a:rPr lang="es-MX" sz="1800" dirty="0">
                <a:solidFill>
                  <a:schemeClr val="bg1"/>
                </a:solidFill>
              </a:rPr>
              <a:t>Producir 20 altavoces obteniendo</a:t>
            </a:r>
          </a:p>
          <a:p>
            <a:pPr marL="0" indent="0" algn="r">
              <a:buNone/>
            </a:pPr>
            <a:r>
              <a:rPr lang="es-MX" sz="1800" dirty="0">
                <a:solidFill>
                  <a:schemeClr val="bg1"/>
                </a:solidFill>
              </a:rPr>
              <a:t>una utilidad de $2,400</a:t>
            </a:r>
          </a:p>
        </p:txBody>
      </p:sp>
      <p:sp>
        <p:nvSpPr>
          <p:cNvPr id="13" name="Marcador de posición de número de diapositiva 5">
            <a:extLst>
              <a:ext uri="{FF2B5EF4-FFF2-40B4-BE49-F238E27FC236}">
                <a16:creationId xmlns:a16="http://schemas.microsoft.com/office/drawing/2014/main" id="{A6B8E432-1476-510D-3987-0CF54A80523B}"/>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7</a:t>
            </a:fld>
            <a:endParaRPr lang="es-MX" noProof="0">
              <a:latin typeface="+mn-lt"/>
            </a:endParaRPr>
          </a:p>
        </p:txBody>
      </p:sp>
    </p:spTree>
    <p:extLst>
      <p:ext uri="{BB962C8B-B14F-4D97-AF65-F5344CB8AC3E}">
        <p14:creationId xmlns:p14="http://schemas.microsoft.com/office/powerpoint/2010/main" val="1257620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txBox="1">
            <a:spLocks/>
          </p:cNvSpPr>
          <p:nvPr/>
        </p:nvSpPr>
        <p:spPr>
          <a:xfrm>
            <a:off x="904624" y="1528506"/>
            <a:ext cx="5555288" cy="5521411"/>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2000" dirty="0">
                <a:solidFill>
                  <a:schemeClr val="bg1"/>
                </a:solidFill>
              </a:rPr>
              <a:t>Sustituyendo la solución óptima (0, 20) en las restricciones:</a:t>
            </a:r>
          </a:p>
          <a:p>
            <a:pPr marL="0" indent="0">
              <a:buNone/>
            </a:pPr>
            <a:r>
              <a:rPr lang="es-MX" sz="2000" dirty="0">
                <a:solidFill>
                  <a:schemeClr val="bg1"/>
                </a:solidFill>
              </a:rPr>
              <a:t>     2(0) +  4(20) ≤ 80 (</a:t>
            </a:r>
            <a:r>
              <a:rPr lang="es-MX" sz="2000" dirty="0" err="1">
                <a:solidFill>
                  <a:schemeClr val="bg1"/>
                </a:solidFill>
              </a:rPr>
              <a:t>R1</a:t>
            </a:r>
            <a:r>
              <a:rPr lang="es-MX" sz="2000" dirty="0">
                <a:solidFill>
                  <a:schemeClr val="bg1"/>
                </a:solidFill>
              </a:rPr>
              <a:t>)</a:t>
            </a:r>
          </a:p>
          <a:p>
            <a:pPr marL="0" indent="0">
              <a:buNone/>
            </a:pPr>
            <a:r>
              <a:rPr lang="es-MX" sz="2000" dirty="0">
                <a:solidFill>
                  <a:schemeClr val="bg1"/>
                </a:solidFill>
              </a:rPr>
              <a:t>                    </a:t>
            </a:r>
            <a:r>
              <a:rPr lang="es-MX" sz="2000" b="1" dirty="0">
                <a:solidFill>
                  <a:schemeClr val="bg1"/>
                </a:solidFill>
              </a:rPr>
              <a:t>80</a:t>
            </a:r>
            <a:r>
              <a:rPr lang="es-MX" sz="2000" dirty="0">
                <a:solidFill>
                  <a:schemeClr val="bg1"/>
                </a:solidFill>
              </a:rPr>
              <a:t> ≤  80</a:t>
            </a:r>
          </a:p>
          <a:p>
            <a:pPr marL="0" indent="0">
              <a:buNone/>
            </a:pPr>
            <a:r>
              <a:rPr lang="es-MX" sz="2000" dirty="0">
                <a:solidFill>
                  <a:schemeClr val="bg1"/>
                </a:solidFill>
              </a:rPr>
              <a:t>     3(0)  +   1(20)  ≤ 60 (</a:t>
            </a:r>
            <a:r>
              <a:rPr lang="es-MX" sz="2000" dirty="0" err="1">
                <a:solidFill>
                  <a:schemeClr val="bg1"/>
                </a:solidFill>
              </a:rPr>
              <a:t>R2</a:t>
            </a:r>
            <a:r>
              <a:rPr lang="es-MX" sz="2000" dirty="0">
                <a:solidFill>
                  <a:schemeClr val="bg1"/>
                </a:solidFill>
              </a:rPr>
              <a:t>)</a:t>
            </a:r>
          </a:p>
          <a:p>
            <a:pPr marL="0" indent="0">
              <a:buNone/>
            </a:pPr>
            <a:r>
              <a:rPr lang="es-MX" sz="2000" dirty="0">
                <a:solidFill>
                  <a:schemeClr val="bg1"/>
                </a:solidFill>
              </a:rPr>
              <a:t>                     </a:t>
            </a:r>
            <a:r>
              <a:rPr lang="es-MX" sz="2000" b="1" dirty="0">
                <a:solidFill>
                  <a:schemeClr val="bg1"/>
                </a:solidFill>
              </a:rPr>
              <a:t>20</a:t>
            </a:r>
            <a:r>
              <a:rPr lang="es-MX" sz="2000" dirty="0">
                <a:solidFill>
                  <a:schemeClr val="bg1"/>
                </a:solidFill>
              </a:rPr>
              <a:t> ≤ 60</a:t>
            </a:r>
          </a:p>
          <a:p>
            <a:pPr marL="0" indent="0">
              <a:lnSpc>
                <a:spcPct val="110000"/>
              </a:lnSpc>
              <a:spcBef>
                <a:spcPts val="0"/>
              </a:spcBef>
              <a:buFont typeface="Arial" panose="020B0604020202020204" pitchFamily="34" charset="0"/>
              <a:buNone/>
            </a:pPr>
            <a:endParaRPr lang="es-MX" sz="2000" dirty="0">
              <a:solidFill>
                <a:schemeClr val="bg1"/>
              </a:solidFill>
            </a:endParaRPr>
          </a:p>
          <a:p>
            <a:pPr marL="0" indent="0">
              <a:lnSpc>
                <a:spcPct val="120000"/>
              </a:lnSpc>
              <a:spcBef>
                <a:spcPts val="0"/>
              </a:spcBef>
              <a:buNone/>
            </a:pPr>
            <a:r>
              <a:rPr lang="es-MX" sz="2000" dirty="0">
                <a:solidFill>
                  <a:schemeClr val="bg1"/>
                </a:solidFill>
              </a:rPr>
              <a:t>Con esta solución se ocuparon todas las</a:t>
            </a:r>
          </a:p>
          <a:p>
            <a:pPr marL="0" indent="0">
              <a:lnSpc>
                <a:spcPct val="120000"/>
              </a:lnSpc>
              <a:spcBef>
                <a:spcPts val="0"/>
              </a:spcBef>
              <a:buNone/>
            </a:pPr>
            <a:r>
              <a:rPr lang="es-MX" sz="2000" dirty="0">
                <a:solidFill>
                  <a:schemeClr val="bg1"/>
                </a:solidFill>
              </a:rPr>
              <a:t>horas disponibles de electricistas, pero</a:t>
            </a:r>
          </a:p>
          <a:p>
            <a:pPr marL="0" indent="0">
              <a:lnSpc>
                <a:spcPct val="120000"/>
              </a:lnSpc>
              <a:spcBef>
                <a:spcPts val="0"/>
              </a:spcBef>
              <a:buNone/>
            </a:pPr>
            <a:r>
              <a:rPr lang="es-MX" sz="2000" dirty="0">
                <a:solidFill>
                  <a:schemeClr val="bg1"/>
                </a:solidFill>
              </a:rPr>
              <a:t> solo se ocuparon 20 de los técnicos de </a:t>
            </a:r>
          </a:p>
          <a:p>
            <a:pPr marL="0" indent="0">
              <a:lnSpc>
                <a:spcPct val="120000"/>
              </a:lnSpc>
              <a:spcBef>
                <a:spcPts val="0"/>
              </a:spcBef>
              <a:buNone/>
            </a:pPr>
            <a:r>
              <a:rPr lang="es-MX" sz="2000" dirty="0">
                <a:solidFill>
                  <a:schemeClr val="bg1"/>
                </a:solidFill>
              </a:rPr>
              <a:t>Audio, quedando sin ocuparse 40  horas.</a:t>
            </a:r>
          </a:p>
          <a:p>
            <a:pPr marL="0" indent="0">
              <a:buFont typeface="Arial" panose="020B0604020202020204" pitchFamily="34" charset="0"/>
              <a:buNone/>
            </a:pPr>
            <a:r>
              <a:rPr lang="es-MX" sz="2000" dirty="0">
                <a:solidFill>
                  <a:schemeClr val="bg1"/>
                </a:solidFill>
              </a:rPr>
              <a:t>La solución seguirá siendo la misma aun cuando se aumente o disminuya el tiempo disponible de técnicos de audio, mientras existan como mínimo 20 horas disponibles.</a:t>
            </a:r>
          </a:p>
          <a:p>
            <a:pPr marL="0" indent="0">
              <a:buNone/>
            </a:pPr>
            <a:r>
              <a:rPr lang="es-MX" sz="2000" dirty="0">
                <a:solidFill>
                  <a:schemeClr val="bg1"/>
                </a:solidFill>
              </a:rPr>
              <a:t> 3 X1 +   1 X2 ≤ 20 (R2)</a:t>
            </a:r>
          </a:p>
        </p:txBody>
      </p:sp>
      <p:pic>
        <p:nvPicPr>
          <p:cNvPr id="8" name="Imagen 7"/>
          <p:cNvPicPr>
            <a:picLocks noChangeAspect="1"/>
          </p:cNvPicPr>
          <p:nvPr/>
        </p:nvPicPr>
        <p:blipFill rotWithShape="1">
          <a:blip r:embed="rId2">
            <a:clrChange>
              <a:clrFrom>
                <a:srgbClr val="FAFAFA"/>
              </a:clrFrom>
              <a:clrTo>
                <a:srgbClr val="FAFAFA">
                  <a:alpha val="0"/>
                </a:srgbClr>
              </a:clrTo>
            </a:clrChange>
          </a:blip>
          <a:srcRect l="22833" t="13608" r="22000" b="9023"/>
          <a:stretch/>
        </p:blipFill>
        <p:spPr>
          <a:xfrm>
            <a:off x="6768633" y="831955"/>
            <a:ext cx="4282440" cy="3259443"/>
          </a:xfrm>
          <a:prstGeom prst="rect">
            <a:avLst/>
          </a:prstGeom>
        </p:spPr>
      </p:pic>
      <p:sp>
        <p:nvSpPr>
          <p:cNvPr id="2" name="Rectángulo 1"/>
          <p:cNvSpPr/>
          <p:nvPr/>
        </p:nvSpPr>
        <p:spPr>
          <a:xfrm>
            <a:off x="3938896" y="2169237"/>
            <a:ext cx="2278309" cy="523220"/>
          </a:xfrm>
          <a:prstGeom prst="rect">
            <a:avLst/>
          </a:prstGeom>
        </p:spPr>
        <p:txBody>
          <a:bodyPr wrap="square">
            <a:spAutoFit/>
          </a:bodyPr>
          <a:lstStyle/>
          <a:p>
            <a:r>
              <a:rPr lang="es-MX" sz="1400" dirty="0">
                <a:solidFill>
                  <a:schemeClr val="tx2"/>
                </a:solidFill>
              </a:rPr>
              <a:t>(horas de tiempo de electricistas disponibles)</a:t>
            </a:r>
          </a:p>
        </p:txBody>
      </p:sp>
      <p:sp>
        <p:nvSpPr>
          <p:cNvPr id="3" name="Rectángulo 2"/>
          <p:cNvSpPr/>
          <p:nvPr/>
        </p:nvSpPr>
        <p:spPr>
          <a:xfrm>
            <a:off x="3940292" y="2773419"/>
            <a:ext cx="2317291" cy="523220"/>
          </a:xfrm>
          <a:prstGeom prst="rect">
            <a:avLst/>
          </a:prstGeom>
        </p:spPr>
        <p:txBody>
          <a:bodyPr wrap="square">
            <a:spAutoFit/>
          </a:bodyPr>
          <a:lstStyle/>
          <a:p>
            <a:r>
              <a:rPr lang="es-MX" sz="1400" dirty="0">
                <a:solidFill>
                  <a:schemeClr val="tx2"/>
                </a:solidFill>
              </a:rPr>
              <a:t>(horas de tiempo de técnicos de audio disponibles)</a:t>
            </a:r>
          </a:p>
        </p:txBody>
      </p:sp>
      <p:cxnSp>
        <p:nvCxnSpPr>
          <p:cNvPr id="6" name="Conector recto 5"/>
          <p:cNvCxnSpPr/>
          <p:nvPr/>
        </p:nvCxnSpPr>
        <p:spPr>
          <a:xfrm flipH="1" flipV="1">
            <a:off x="8472875" y="2147537"/>
            <a:ext cx="377190" cy="1676400"/>
          </a:xfrm>
          <a:prstGeom prst="line">
            <a:avLst/>
          </a:prstGeom>
          <a:ln>
            <a:solidFill>
              <a:schemeClr val="tx1">
                <a:lumMod val="65000"/>
                <a:lumOff val="35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Forma libre 6"/>
          <p:cNvSpPr/>
          <p:nvPr/>
        </p:nvSpPr>
        <p:spPr>
          <a:xfrm>
            <a:off x="7025837" y="1025111"/>
            <a:ext cx="1816608" cy="2810256"/>
          </a:xfrm>
          <a:custGeom>
            <a:avLst/>
            <a:gdLst>
              <a:gd name="connsiteX0" fmla="*/ 597408 w 1816608"/>
              <a:gd name="connsiteY0" fmla="*/ 2804160 h 2810256"/>
              <a:gd name="connsiteX1" fmla="*/ 1816608 w 1816608"/>
              <a:gd name="connsiteY1" fmla="*/ 2810256 h 2810256"/>
              <a:gd name="connsiteX2" fmla="*/ 1444752 w 1816608"/>
              <a:gd name="connsiteY2" fmla="*/ 1127760 h 2810256"/>
              <a:gd name="connsiteX3" fmla="*/ 0 w 1816608"/>
              <a:gd name="connsiteY3" fmla="*/ 0 h 2810256"/>
              <a:gd name="connsiteX4" fmla="*/ 597408 w 1816608"/>
              <a:gd name="connsiteY4" fmla="*/ 2804160 h 2810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608" h="2810256">
                <a:moveTo>
                  <a:pt x="597408" y="2804160"/>
                </a:moveTo>
                <a:lnTo>
                  <a:pt x="1816608" y="2810256"/>
                </a:lnTo>
                <a:lnTo>
                  <a:pt x="1444752" y="1127760"/>
                </a:lnTo>
                <a:lnTo>
                  <a:pt x="0" y="0"/>
                </a:lnTo>
                <a:lnTo>
                  <a:pt x="597408" y="2804160"/>
                </a:lnTo>
                <a:close/>
              </a:path>
            </a:pathLst>
          </a:custGeom>
          <a:solidFill>
            <a:srgbClr val="A9D18E">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9" name="CuadroTexto 8"/>
          <p:cNvSpPr txBox="1"/>
          <p:nvPr/>
        </p:nvSpPr>
        <p:spPr>
          <a:xfrm rot="1931318">
            <a:off x="8023631" y="2230194"/>
            <a:ext cx="2856247" cy="307777"/>
          </a:xfrm>
          <a:prstGeom prst="rect">
            <a:avLst/>
          </a:prstGeom>
          <a:noFill/>
        </p:spPr>
        <p:txBody>
          <a:bodyPr wrap="square" rtlCol="0">
            <a:spAutoFit/>
          </a:bodyPr>
          <a:lstStyle/>
          <a:p>
            <a:r>
              <a:rPr lang="es-MX" sz="1400" dirty="0">
                <a:solidFill>
                  <a:schemeClr val="bg1"/>
                </a:solidFill>
              </a:rPr>
              <a:t>Recta de isoutilidad Z = 2400</a:t>
            </a:r>
          </a:p>
        </p:txBody>
      </p:sp>
      <p:cxnSp>
        <p:nvCxnSpPr>
          <p:cNvPr id="10" name="Conector recto de flecha 9"/>
          <p:cNvCxnSpPr/>
          <p:nvPr/>
        </p:nvCxnSpPr>
        <p:spPr>
          <a:xfrm flipV="1">
            <a:off x="8083973" y="1409159"/>
            <a:ext cx="215928" cy="2972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a:off x="10930325" y="3650701"/>
            <a:ext cx="571500" cy="307777"/>
          </a:xfrm>
          <a:prstGeom prst="rect">
            <a:avLst/>
          </a:prstGeom>
          <a:noFill/>
        </p:spPr>
        <p:txBody>
          <a:bodyPr wrap="square" rtlCol="0">
            <a:spAutoFit/>
          </a:bodyPr>
          <a:lstStyle/>
          <a:p>
            <a:r>
              <a:rPr lang="es-MX" sz="1400" dirty="0" err="1">
                <a:solidFill>
                  <a:schemeClr val="bg1"/>
                </a:solidFill>
              </a:rPr>
              <a:t>X1</a:t>
            </a:r>
            <a:endParaRPr lang="es-MX" sz="1400" dirty="0">
              <a:solidFill>
                <a:schemeClr val="bg1"/>
              </a:solidFill>
            </a:endParaRPr>
          </a:p>
        </p:txBody>
      </p:sp>
      <p:sp>
        <p:nvSpPr>
          <p:cNvPr id="13" name="CuadroTexto 12"/>
          <p:cNvSpPr txBox="1"/>
          <p:nvPr/>
        </p:nvSpPr>
        <p:spPr>
          <a:xfrm>
            <a:off x="7025837" y="620756"/>
            <a:ext cx="571500" cy="307777"/>
          </a:xfrm>
          <a:prstGeom prst="rect">
            <a:avLst/>
          </a:prstGeom>
          <a:noFill/>
        </p:spPr>
        <p:txBody>
          <a:bodyPr wrap="square" rtlCol="0">
            <a:spAutoFit/>
          </a:bodyPr>
          <a:lstStyle/>
          <a:p>
            <a:r>
              <a:rPr lang="es-MX" sz="1400" dirty="0" err="1">
                <a:solidFill>
                  <a:schemeClr val="bg1"/>
                </a:solidFill>
              </a:rPr>
              <a:t>X2</a:t>
            </a:r>
            <a:endParaRPr lang="es-MX" sz="1400" dirty="0">
              <a:solidFill>
                <a:schemeClr val="bg1"/>
              </a:solidFill>
            </a:endParaRPr>
          </a:p>
        </p:txBody>
      </p:sp>
      <p:sp>
        <p:nvSpPr>
          <p:cNvPr id="14" name="CuadroTexto 13"/>
          <p:cNvSpPr txBox="1"/>
          <p:nvPr/>
        </p:nvSpPr>
        <p:spPr>
          <a:xfrm rot="2142684">
            <a:off x="8879635" y="2987313"/>
            <a:ext cx="2256558" cy="307777"/>
          </a:xfrm>
          <a:prstGeom prst="rect">
            <a:avLst/>
          </a:prstGeom>
          <a:noFill/>
        </p:spPr>
        <p:txBody>
          <a:bodyPr wrap="square" rtlCol="0">
            <a:spAutoFit/>
          </a:bodyPr>
          <a:lstStyle/>
          <a:p>
            <a:r>
              <a:rPr lang="es-MX" sz="1400" dirty="0" err="1">
                <a:solidFill>
                  <a:schemeClr val="bg1"/>
                </a:solidFill>
              </a:rPr>
              <a:t>R1</a:t>
            </a:r>
            <a:r>
              <a:rPr lang="es-MX" sz="1400" dirty="0">
                <a:solidFill>
                  <a:schemeClr val="bg1"/>
                </a:solidFill>
              </a:rPr>
              <a:t>: Restricción activa</a:t>
            </a:r>
          </a:p>
        </p:txBody>
      </p:sp>
      <p:sp>
        <p:nvSpPr>
          <p:cNvPr id="15" name="CuadroTexto 14"/>
          <p:cNvSpPr txBox="1"/>
          <p:nvPr/>
        </p:nvSpPr>
        <p:spPr>
          <a:xfrm rot="4317258">
            <a:off x="8554853" y="2994994"/>
            <a:ext cx="571500" cy="307777"/>
          </a:xfrm>
          <a:prstGeom prst="rect">
            <a:avLst/>
          </a:prstGeom>
          <a:noFill/>
        </p:spPr>
        <p:txBody>
          <a:bodyPr wrap="square" rtlCol="0">
            <a:spAutoFit/>
          </a:bodyPr>
          <a:lstStyle/>
          <a:p>
            <a:r>
              <a:rPr lang="es-MX" sz="1400" dirty="0" err="1">
                <a:solidFill>
                  <a:schemeClr val="bg1"/>
                </a:solidFill>
              </a:rPr>
              <a:t>R2</a:t>
            </a:r>
            <a:endParaRPr lang="es-MX" sz="1400" dirty="0">
              <a:solidFill>
                <a:schemeClr val="bg1"/>
              </a:solidFill>
            </a:endParaRPr>
          </a:p>
        </p:txBody>
      </p:sp>
      <p:cxnSp>
        <p:nvCxnSpPr>
          <p:cNvPr id="16" name="Conector recto de flecha 15"/>
          <p:cNvCxnSpPr/>
          <p:nvPr/>
        </p:nvCxnSpPr>
        <p:spPr>
          <a:xfrm flipH="1">
            <a:off x="8217592" y="2295490"/>
            <a:ext cx="247663" cy="498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flipH="1">
            <a:off x="7958672" y="1899534"/>
            <a:ext cx="163893" cy="2212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ángulo 19"/>
          <p:cNvSpPr/>
          <p:nvPr/>
        </p:nvSpPr>
        <p:spPr>
          <a:xfrm rot="4638747">
            <a:off x="6805454" y="2357565"/>
            <a:ext cx="1351652" cy="307777"/>
          </a:xfrm>
          <a:prstGeom prst="rect">
            <a:avLst/>
          </a:prstGeom>
        </p:spPr>
        <p:txBody>
          <a:bodyPr wrap="none">
            <a:spAutoFit/>
          </a:bodyPr>
          <a:lstStyle/>
          <a:p>
            <a:r>
              <a:rPr lang="es-MX" sz="1400" dirty="0">
                <a:solidFill>
                  <a:schemeClr val="bg1"/>
                </a:solidFill>
              </a:rPr>
              <a:t>3 </a:t>
            </a:r>
            <a:r>
              <a:rPr lang="es-MX" sz="1400" dirty="0" err="1">
                <a:solidFill>
                  <a:schemeClr val="bg1"/>
                </a:solidFill>
              </a:rPr>
              <a:t>X1</a:t>
            </a:r>
            <a:r>
              <a:rPr lang="es-MX" sz="1400" dirty="0">
                <a:solidFill>
                  <a:schemeClr val="bg1"/>
                </a:solidFill>
              </a:rPr>
              <a:t> +    </a:t>
            </a:r>
            <a:r>
              <a:rPr lang="es-MX" sz="1400" dirty="0" err="1">
                <a:solidFill>
                  <a:schemeClr val="bg1"/>
                </a:solidFill>
              </a:rPr>
              <a:t>X2</a:t>
            </a:r>
            <a:r>
              <a:rPr lang="es-MX" sz="1400" dirty="0">
                <a:solidFill>
                  <a:schemeClr val="bg1"/>
                </a:solidFill>
              </a:rPr>
              <a:t> ≤ 20</a:t>
            </a:r>
          </a:p>
        </p:txBody>
      </p:sp>
      <p:pic>
        <p:nvPicPr>
          <p:cNvPr id="21" name="Imagen 20"/>
          <p:cNvPicPr>
            <a:picLocks noChangeAspect="1"/>
          </p:cNvPicPr>
          <p:nvPr/>
        </p:nvPicPr>
        <p:blipFill rotWithShape="1">
          <a:blip r:embed="rId3"/>
          <a:srcRect l="22750" t="78254" r="55518" b="10537"/>
          <a:stretch/>
        </p:blipFill>
        <p:spPr>
          <a:xfrm>
            <a:off x="5610226" y="4139939"/>
            <a:ext cx="3974222" cy="1112521"/>
          </a:xfrm>
          <a:prstGeom prst="rect">
            <a:avLst/>
          </a:prstGeom>
        </p:spPr>
      </p:pic>
      <p:sp>
        <p:nvSpPr>
          <p:cNvPr id="22" name="Rectángulo 21"/>
          <p:cNvSpPr/>
          <p:nvPr/>
        </p:nvSpPr>
        <p:spPr>
          <a:xfrm>
            <a:off x="8134883" y="4625833"/>
            <a:ext cx="1204747" cy="466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cxnSp>
        <p:nvCxnSpPr>
          <p:cNvPr id="24" name="Conector recto de flecha 23"/>
          <p:cNvCxnSpPr/>
          <p:nvPr/>
        </p:nvCxnSpPr>
        <p:spPr>
          <a:xfrm flipV="1">
            <a:off x="9199927" y="4869137"/>
            <a:ext cx="754387" cy="79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CuadroTexto 24"/>
          <p:cNvSpPr txBox="1"/>
          <p:nvPr/>
        </p:nvSpPr>
        <p:spPr>
          <a:xfrm>
            <a:off x="7590010" y="5278495"/>
            <a:ext cx="2668549" cy="923330"/>
          </a:xfrm>
          <a:prstGeom prst="rect">
            <a:avLst/>
          </a:prstGeom>
          <a:noFill/>
        </p:spPr>
        <p:txBody>
          <a:bodyPr wrap="square" rtlCol="0">
            <a:spAutoFit/>
          </a:bodyPr>
          <a:lstStyle/>
          <a:p>
            <a:r>
              <a:rPr lang="es-MX" dirty="0">
                <a:solidFill>
                  <a:schemeClr val="bg1"/>
                </a:solidFill>
              </a:rPr>
              <a:t>No se utilizaron 40 horas de tiempo de los técnicos.</a:t>
            </a:r>
          </a:p>
        </p:txBody>
      </p:sp>
      <p:sp>
        <p:nvSpPr>
          <p:cNvPr id="23" name="CuadroTexto 22"/>
          <p:cNvSpPr txBox="1"/>
          <p:nvPr/>
        </p:nvSpPr>
        <p:spPr>
          <a:xfrm rot="4725828">
            <a:off x="7671012" y="3062801"/>
            <a:ext cx="1762129" cy="307777"/>
          </a:xfrm>
          <a:prstGeom prst="rect">
            <a:avLst/>
          </a:prstGeom>
          <a:noFill/>
        </p:spPr>
        <p:txBody>
          <a:bodyPr wrap="square" rtlCol="0">
            <a:spAutoFit/>
          </a:bodyPr>
          <a:lstStyle/>
          <a:p>
            <a:r>
              <a:rPr lang="es-MX" sz="1400" dirty="0">
                <a:solidFill>
                  <a:schemeClr val="bg1"/>
                </a:solidFill>
              </a:rPr>
              <a:t>Restricción inactiva</a:t>
            </a:r>
          </a:p>
        </p:txBody>
      </p:sp>
      <p:cxnSp>
        <p:nvCxnSpPr>
          <p:cNvPr id="26" name="Conector recto de flecha 23"/>
          <p:cNvCxnSpPr/>
          <p:nvPr/>
        </p:nvCxnSpPr>
        <p:spPr>
          <a:xfrm flipV="1">
            <a:off x="9189499" y="4668824"/>
            <a:ext cx="754387" cy="79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4"/>
          <p:cNvSpPr txBox="1"/>
          <p:nvPr/>
        </p:nvSpPr>
        <p:spPr>
          <a:xfrm>
            <a:off x="9998482" y="4484158"/>
            <a:ext cx="2668549" cy="369332"/>
          </a:xfrm>
          <a:prstGeom prst="rect">
            <a:avLst/>
          </a:prstGeom>
          <a:noFill/>
        </p:spPr>
        <p:txBody>
          <a:bodyPr wrap="square" rtlCol="0">
            <a:spAutoFit/>
          </a:bodyPr>
          <a:lstStyle/>
          <a:p>
            <a:r>
              <a:rPr lang="es-MX" dirty="0">
                <a:solidFill>
                  <a:schemeClr val="bg1"/>
                </a:solidFill>
              </a:rPr>
              <a:t>Restricción activa</a:t>
            </a:r>
          </a:p>
        </p:txBody>
      </p:sp>
      <p:sp>
        <p:nvSpPr>
          <p:cNvPr id="28" name="CuadroTexto 24"/>
          <p:cNvSpPr txBox="1"/>
          <p:nvPr/>
        </p:nvSpPr>
        <p:spPr>
          <a:xfrm>
            <a:off x="10001759" y="4712849"/>
            <a:ext cx="2668549" cy="369332"/>
          </a:xfrm>
          <a:prstGeom prst="rect">
            <a:avLst/>
          </a:prstGeom>
          <a:noFill/>
        </p:spPr>
        <p:txBody>
          <a:bodyPr wrap="square" rtlCol="0">
            <a:spAutoFit/>
          </a:bodyPr>
          <a:lstStyle/>
          <a:p>
            <a:r>
              <a:rPr lang="es-MX" dirty="0">
                <a:solidFill>
                  <a:schemeClr val="bg1"/>
                </a:solidFill>
              </a:rPr>
              <a:t>Restricción inactiva</a:t>
            </a:r>
          </a:p>
        </p:txBody>
      </p:sp>
      <p:cxnSp>
        <p:nvCxnSpPr>
          <p:cNvPr id="29" name="Conector recto de flecha 23"/>
          <p:cNvCxnSpPr/>
          <p:nvPr/>
        </p:nvCxnSpPr>
        <p:spPr>
          <a:xfrm>
            <a:off x="8724233" y="5033264"/>
            <a:ext cx="0" cy="2880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7">
            <a:extLst>
              <a:ext uri="{FF2B5EF4-FFF2-40B4-BE49-F238E27FC236}">
                <a16:creationId xmlns:a16="http://schemas.microsoft.com/office/drawing/2014/main" id="{C69A5924-6515-A719-E7F2-998CC9889A87}"/>
              </a:ext>
            </a:extLst>
          </p:cNvPr>
          <p:cNvSpPr>
            <a:spLocks noGrp="1"/>
          </p:cNvSpPr>
          <p:nvPr>
            <p:ph type="title"/>
          </p:nvPr>
        </p:nvSpPr>
        <p:spPr/>
        <p:txBody>
          <a:bodyPr/>
          <a:lstStyle/>
          <a:p>
            <a:r>
              <a:rPr lang="en-US" dirty="0" err="1"/>
              <a:t>Ejemplo</a:t>
            </a:r>
            <a:r>
              <a:rPr lang="en-US" dirty="0"/>
              <a:t> 1…</a:t>
            </a:r>
          </a:p>
        </p:txBody>
      </p:sp>
      <p:sp>
        <p:nvSpPr>
          <p:cNvPr id="19" name="Marcador de posición de número de diapositiva 5">
            <a:extLst>
              <a:ext uri="{FF2B5EF4-FFF2-40B4-BE49-F238E27FC236}">
                <a16:creationId xmlns:a16="http://schemas.microsoft.com/office/drawing/2014/main" id="{DB276F2C-068C-72AA-E5B8-4280F031783B}"/>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8</a:t>
            </a:fld>
            <a:endParaRPr lang="es-MX" noProof="0">
              <a:latin typeface="+mn-lt"/>
            </a:endParaRPr>
          </a:p>
        </p:txBody>
      </p:sp>
    </p:spTree>
    <p:extLst>
      <p:ext uri="{BB962C8B-B14F-4D97-AF65-F5344CB8AC3E}">
        <p14:creationId xmlns:p14="http://schemas.microsoft.com/office/powerpoint/2010/main" val="406154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p:cNvPicPr>
            <a:picLocks noChangeAspect="1"/>
          </p:cNvPicPr>
          <p:nvPr/>
        </p:nvPicPr>
        <p:blipFill rotWithShape="1">
          <a:blip r:embed="rId2">
            <a:clrChange>
              <a:clrFrom>
                <a:srgbClr val="FAFAFA"/>
              </a:clrFrom>
              <a:clrTo>
                <a:srgbClr val="FAFAFA">
                  <a:alpha val="0"/>
                </a:srgbClr>
              </a:clrTo>
            </a:clrChange>
          </a:blip>
          <a:srcRect l="23667" t="18829" r="27666" b="2553"/>
          <a:stretch/>
        </p:blipFill>
        <p:spPr>
          <a:xfrm>
            <a:off x="5603936" y="1444623"/>
            <a:ext cx="5900072" cy="5172667"/>
          </a:xfrm>
          <a:prstGeom prst="rect">
            <a:avLst/>
          </a:prstGeom>
        </p:spPr>
      </p:pic>
      <p:sp>
        <p:nvSpPr>
          <p:cNvPr id="2" name="Título 1"/>
          <p:cNvSpPr>
            <a:spLocks noGrp="1"/>
          </p:cNvSpPr>
          <p:nvPr>
            <p:ph type="title"/>
          </p:nvPr>
        </p:nvSpPr>
        <p:spPr/>
        <p:txBody>
          <a:bodyPr>
            <a:normAutofit/>
          </a:bodyPr>
          <a:lstStyle/>
          <a:p>
            <a:r>
              <a:rPr lang="es-MX" sz="3600" b="1" dirty="0"/>
              <a:t>Cambios en los coeficientes de la función objetivo</a:t>
            </a:r>
          </a:p>
        </p:txBody>
      </p:sp>
      <p:sp>
        <p:nvSpPr>
          <p:cNvPr id="3" name="Marcador de contenido 2"/>
          <p:cNvSpPr>
            <a:spLocks noGrp="1"/>
          </p:cNvSpPr>
          <p:nvPr>
            <p:ph idx="4294967295"/>
          </p:nvPr>
        </p:nvSpPr>
        <p:spPr>
          <a:xfrm>
            <a:off x="952500" y="1825625"/>
            <a:ext cx="4335817" cy="4351338"/>
          </a:xfrm>
        </p:spPr>
        <p:txBody>
          <a:bodyPr>
            <a:normAutofit fontScale="92500" lnSpcReduction="10000"/>
          </a:bodyPr>
          <a:lstStyle/>
          <a:p>
            <a:pPr marL="0" indent="0">
              <a:buNone/>
            </a:pPr>
            <a:r>
              <a:rPr lang="es-MX" sz="2000" dirty="0"/>
              <a:t>¿Qué pasa si debido a un cambio técnico se pudiera cambiar la utilidad de los altavoces?</a:t>
            </a:r>
          </a:p>
          <a:p>
            <a:r>
              <a:rPr lang="es-MX" sz="2000" dirty="0"/>
              <a:t>Para la función objetivo original (I) la solución optimo es el vértice A.</a:t>
            </a:r>
          </a:p>
          <a:p>
            <a:r>
              <a:rPr lang="es-MX" sz="2000" dirty="0"/>
              <a:t>Para (II) la solución optima también esta en el vértice A.</a:t>
            </a:r>
          </a:p>
          <a:p>
            <a:r>
              <a:rPr lang="es-MX" sz="2000" dirty="0"/>
              <a:t>Para (III) la solución optima esta en el vértice C.</a:t>
            </a:r>
          </a:p>
          <a:p>
            <a:pPr marL="0" indent="0">
              <a:buNone/>
            </a:pPr>
            <a:r>
              <a:rPr lang="es-MX" sz="2000" dirty="0"/>
              <a:t>La solución optima puede cambiar pero la región factible se sigue manteniendo igual.</a:t>
            </a:r>
          </a:p>
          <a:p>
            <a:pPr marL="0" indent="0">
              <a:buNone/>
            </a:pPr>
            <a:r>
              <a:rPr lang="es-MX" sz="2000" dirty="0"/>
              <a:t>¿Cuánto podemos cambiar la función objetivo sin que la solución cambie?</a:t>
            </a:r>
          </a:p>
        </p:txBody>
      </p:sp>
      <p:sp>
        <p:nvSpPr>
          <p:cNvPr id="7" name="CuadroTexto 6"/>
          <p:cNvSpPr txBox="1"/>
          <p:nvPr/>
        </p:nvSpPr>
        <p:spPr>
          <a:xfrm rot="1295213">
            <a:off x="7042650" y="5387043"/>
            <a:ext cx="2856247" cy="338554"/>
          </a:xfrm>
          <a:prstGeom prst="rect">
            <a:avLst/>
          </a:prstGeom>
          <a:noFill/>
        </p:spPr>
        <p:txBody>
          <a:bodyPr wrap="square" rtlCol="0">
            <a:spAutoFit/>
          </a:bodyPr>
          <a:lstStyle/>
          <a:p>
            <a:r>
              <a:rPr lang="es-MX" sz="1600" dirty="0">
                <a:solidFill>
                  <a:schemeClr val="bg1"/>
                </a:solidFill>
              </a:rPr>
              <a:t>I: </a:t>
            </a:r>
            <a:r>
              <a:rPr lang="es-MX" sz="1600" dirty="0" err="1">
                <a:solidFill>
                  <a:schemeClr val="bg1"/>
                </a:solidFill>
              </a:rPr>
              <a:t>50X</a:t>
            </a:r>
            <a:r>
              <a:rPr lang="es-MX" sz="1600" baseline="-25000" dirty="0" err="1">
                <a:solidFill>
                  <a:schemeClr val="bg1"/>
                </a:solidFill>
              </a:rPr>
              <a:t>1</a:t>
            </a:r>
            <a:r>
              <a:rPr lang="es-MX" sz="1600" dirty="0">
                <a:solidFill>
                  <a:schemeClr val="bg1"/>
                </a:solidFill>
              </a:rPr>
              <a:t> + </a:t>
            </a:r>
            <a:r>
              <a:rPr lang="es-MX" sz="1600" dirty="0" err="1">
                <a:solidFill>
                  <a:schemeClr val="bg1"/>
                </a:solidFill>
              </a:rPr>
              <a:t>120X</a:t>
            </a:r>
            <a:r>
              <a:rPr lang="es-MX" sz="1600" baseline="-25000" dirty="0" err="1">
                <a:solidFill>
                  <a:schemeClr val="bg1"/>
                </a:solidFill>
              </a:rPr>
              <a:t>2</a:t>
            </a:r>
            <a:endParaRPr lang="es-MX" sz="1600" baseline="-25000" dirty="0">
              <a:solidFill>
                <a:schemeClr val="bg1"/>
              </a:solidFill>
            </a:endParaRPr>
          </a:p>
        </p:txBody>
      </p:sp>
      <p:sp>
        <p:nvSpPr>
          <p:cNvPr id="11" name="CuadroTexto 10"/>
          <p:cNvSpPr txBox="1"/>
          <p:nvPr/>
        </p:nvSpPr>
        <p:spPr>
          <a:xfrm>
            <a:off x="6033154" y="5520528"/>
            <a:ext cx="1058707" cy="646331"/>
          </a:xfrm>
          <a:prstGeom prst="rect">
            <a:avLst/>
          </a:prstGeom>
          <a:noFill/>
        </p:spPr>
        <p:txBody>
          <a:bodyPr wrap="square" rtlCol="0">
            <a:spAutoFit/>
          </a:bodyPr>
          <a:lstStyle/>
          <a:p>
            <a:r>
              <a:rPr lang="es-MX" dirty="0">
                <a:solidFill>
                  <a:schemeClr val="bg1"/>
                </a:solidFill>
              </a:rPr>
              <a:t>Región Factible</a:t>
            </a:r>
          </a:p>
        </p:txBody>
      </p:sp>
      <p:sp>
        <p:nvSpPr>
          <p:cNvPr id="15" name="CuadroTexto 14"/>
          <p:cNvSpPr txBox="1"/>
          <p:nvPr/>
        </p:nvSpPr>
        <p:spPr>
          <a:xfrm>
            <a:off x="11504008" y="5863408"/>
            <a:ext cx="571500" cy="400110"/>
          </a:xfrm>
          <a:prstGeom prst="rect">
            <a:avLst/>
          </a:prstGeom>
          <a:noFill/>
        </p:spPr>
        <p:txBody>
          <a:bodyPr wrap="square" rtlCol="0">
            <a:spAutoFit/>
          </a:bodyPr>
          <a:lstStyle/>
          <a:p>
            <a:r>
              <a:rPr lang="es-MX" sz="2000" dirty="0" err="1">
                <a:solidFill>
                  <a:schemeClr val="bg1"/>
                </a:solidFill>
              </a:rPr>
              <a:t>X1</a:t>
            </a:r>
            <a:endParaRPr lang="es-MX" sz="2000" dirty="0">
              <a:solidFill>
                <a:schemeClr val="bg1"/>
              </a:solidFill>
            </a:endParaRPr>
          </a:p>
        </p:txBody>
      </p:sp>
      <p:sp>
        <p:nvSpPr>
          <p:cNvPr id="16" name="CuadroTexto 15"/>
          <p:cNvSpPr txBox="1"/>
          <p:nvPr/>
        </p:nvSpPr>
        <p:spPr>
          <a:xfrm>
            <a:off x="5690686" y="1214467"/>
            <a:ext cx="571500" cy="400110"/>
          </a:xfrm>
          <a:prstGeom prst="rect">
            <a:avLst/>
          </a:prstGeom>
          <a:noFill/>
        </p:spPr>
        <p:txBody>
          <a:bodyPr wrap="square" rtlCol="0">
            <a:spAutoFit/>
          </a:bodyPr>
          <a:lstStyle/>
          <a:p>
            <a:r>
              <a:rPr lang="es-MX" sz="2000" dirty="0" err="1">
                <a:solidFill>
                  <a:schemeClr val="bg1"/>
                </a:solidFill>
              </a:rPr>
              <a:t>X2</a:t>
            </a:r>
            <a:endParaRPr lang="es-MX" sz="2000" dirty="0">
              <a:solidFill>
                <a:schemeClr val="bg1"/>
              </a:solidFill>
            </a:endParaRPr>
          </a:p>
        </p:txBody>
      </p:sp>
      <p:cxnSp>
        <p:nvCxnSpPr>
          <p:cNvPr id="20" name="Conector recto 19"/>
          <p:cNvCxnSpPr/>
          <p:nvPr/>
        </p:nvCxnSpPr>
        <p:spPr>
          <a:xfrm flipH="1" flipV="1">
            <a:off x="5882054" y="4009100"/>
            <a:ext cx="3982915" cy="2167671"/>
          </a:xfrm>
          <a:prstGeom prst="line">
            <a:avLst/>
          </a:prstGeom>
          <a:ln w="95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1" name="CuadroTexto 20"/>
          <p:cNvSpPr txBox="1"/>
          <p:nvPr/>
        </p:nvSpPr>
        <p:spPr>
          <a:xfrm rot="1773324">
            <a:off x="6897103" y="5018335"/>
            <a:ext cx="2856247" cy="338554"/>
          </a:xfrm>
          <a:prstGeom prst="rect">
            <a:avLst/>
          </a:prstGeom>
          <a:noFill/>
        </p:spPr>
        <p:txBody>
          <a:bodyPr wrap="square" rtlCol="0">
            <a:spAutoFit/>
          </a:bodyPr>
          <a:lstStyle/>
          <a:p>
            <a:r>
              <a:rPr lang="es-MX" sz="1600" dirty="0">
                <a:solidFill>
                  <a:schemeClr val="bg1"/>
                </a:solidFill>
              </a:rPr>
              <a:t>III: </a:t>
            </a:r>
            <a:r>
              <a:rPr lang="es-MX" sz="1600" dirty="0" err="1">
                <a:solidFill>
                  <a:schemeClr val="bg1"/>
                </a:solidFill>
              </a:rPr>
              <a:t>50X</a:t>
            </a:r>
            <a:r>
              <a:rPr lang="es-MX" sz="1600" baseline="-25000" dirty="0" err="1">
                <a:solidFill>
                  <a:schemeClr val="bg1"/>
                </a:solidFill>
              </a:rPr>
              <a:t>1</a:t>
            </a:r>
            <a:r>
              <a:rPr lang="es-MX" sz="1600" dirty="0">
                <a:solidFill>
                  <a:schemeClr val="bg1"/>
                </a:solidFill>
              </a:rPr>
              <a:t> + </a:t>
            </a:r>
            <a:r>
              <a:rPr lang="es-MX" sz="1600" b="1" dirty="0" err="1">
                <a:solidFill>
                  <a:schemeClr val="bg1"/>
                </a:solidFill>
              </a:rPr>
              <a:t>80X</a:t>
            </a:r>
            <a:r>
              <a:rPr lang="es-MX" sz="1600" b="1" baseline="-25000" dirty="0" err="1">
                <a:solidFill>
                  <a:schemeClr val="bg1"/>
                </a:solidFill>
              </a:rPr>
              <a:t>2</a:t>
            </a:r>
            <a:endParaRPr lang="es-MX" sz="1600" b="1" baseline="-25000" dirty="0">
              <a:solidFill>
                <a:schemeClr val="bg1"/>
              </a:solidFill>
            </a:endParaRPr>
          </a:p>
        </p:txBody>
      </p:sp>
      <p:cxnSp>
        <p:nvCxnSpPr>
          <p:cNvPr id="22" name="Conector recto 21"/>
          <p:cNvCxnSpPr/>
          <p:nvPr/>
        </p:nvCxnSpPr>
        <p:spPr>
          <a:xfrm flipH="1" flipV="1">
            <a:off x="5882054" y="5051356"/>
            <a:ext cx="3982915" cy="1139204"/>
          </a:xfrm>
          <a:prstGeom prst="line">
            <a:avLst/>
          </a:prstGeom>
          <a:ln w="95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5" name="CuadroTexto 24"/>
          <p:cNvSpPr txBox="1"/>
          <p:nvPr/>
        </p:nvSpPr>
        <p:spPr>
          <a:xfrm rot="817583">
            <a:off x="6088431" y="5407745"/>
            <a:ext cx="2856247" cy="338554"/>
          </a:xfrm>
          <a:prstGeom prst="rect">
            <a:avLst/>
          </a:prstGeom>
          <a:noFill/>
        </p:spPr>
        <p:txBody>
          <a:bodyPr wrap="square" rtlCol="0">
            <a:spAutoFit/>
          </a:bodyPr>
          <a:lstStyle/>
          <a:p>
            <a:r>
              <a:rPr lang="es-MX" sz="1600" dirty="0">
                <a:solidFill>
                  <a:schemeClr val="bg1"/>
                </a:solidFill>
              </a:rPr>
              <a:t>II: </a:t>
            </a:r>
            <a:r>
              <a:rPr lang="es-MX" sz="1600" dirty="0" err="1">
                <a:solidFill>
                  <a:schemeClr val="bg1"/>
                </a:solidFill>
              </a:rPr>
              <a:t>50X</a:t>
            </a:r>
            <a:r>
              <a:rPr lang="es-MX" sz="1600" baseline="-25000" dirty="0" err="1">
                <a:solidFill>
                  <a:schemeClr val="bg1"/>
                </a:solidFill>
              </a:rPr>
              <a:t>1</a:t>
            </a:r>
            <a:r>
              <a:rPr lang="es-MX" sz="1600" dirty="0">
                <a:solidFill>
                  <a:schemeClr val="bg1"/>
                </a:solidFill>
              </a:rPr>
              <a:t> + </a:t>
            </a:r>
            <a:r>
              <a:rPr lang="es-MX" sz="1600" b="1" dirty="0" err="1">
                <a:solidFill>
                  <a:schemeClr val="bg1"/>
                </a:solidFill>
              </a:rPr>
              <a:t>150X</a:t>
            </a:r>
            <a:r>
              <a:rPr lang="es-MX" sz="1600" b="1" baseline="-25000" dirty="0" err="1">
                <a:solidFill>
                  <a:schemeClr val="bg1"/>
                </a:solidFill>
              </a:rPr>
              <a:t>2</a:t>
            </a:r>
            <a:endParaRPr lang="es-MX" sz="1600" b="1" baseline="-25000" dirty="0">
              <a:solidFill>
                <a:schemeClr val="bg1"/>
              </a:solidFill>
            </a:endParaRPr>
          </a:p>
        </p:txBody>
      </p:sp>
      <p:cxnSp>
        <p:nvCxnSpPr>
          <p:cNvPr id="13" name="Conector recto de flecha 12"/>
          <p:cNvCxnSpPr/>
          <p:nvPr/>
        </p:nvCxnSpPr>
        <p:spPr>
          <a:xfrm flipV="1">
            <a:off x="6168909" y="4022023"/>
            <a:ext cx="73065" cy="1602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p:cNvCxnSpPr/>
          <p:nvPr/>
        </p:nvCxnSpPr>
        <p:spPr>
          <a:xfrm flipV="1">
            <a:off x="6194500" y="4646348"/>
            <a:ext cx="67686" cy="1809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flipV="1">
            <a:off x="6493957" y="5053158"/>
            <a:ext cx="45083" cy="1591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Marcador de posición de número de diapositiva 5">
            <a:extLst>
              <a:ext uri="{FF2B5EF4-FFF2-40B4-BE49-F238E27FC236}">
                <a16:creationId xmlns:a16="http://schemas.microsoft.com/office/drawing/2014/main" id="{BE9DA650-7D2C-0AFE-9C8E-DB9F5FC13505}"/>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9</a:t>
            </a:fld>
            <a:endParaRPr lang="es-MX" noProof="0">
              <a:latin typeface="+mn-lt"/>
            </a:endParaRPr>
          </a:p>
        </p:txBody>
      </p:sp>
    </p:spTree>
    <p:extLst>
      <p:ext uri="{BB962C8B-B14F-4D97-AF65-F5344CB8AC3E}">
        <p14:creationId xmlns:p14="http://schemas.microsoft.com/office/powerpoint/2010/main" val="3694031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p:cNvPicPr>
            <a:picLocks noChangeAspect="1"/>
          </p:cNvPicPr>
          <p:nvPr/>
        </p:nvPicPr>
        <p:blipFill rotWithShape="1">
          <a:blip r:embed="rId2">
            <a:clrChange>
              <a:clrFrom>
                <a:srgbClr val="FAFAFA"/>
              </a:clrFrom>
              <a:clrTo>
                <a:srgbClr val="FAFAFA">
                  <a:alpha val="0"/>
                </a:srgbClr>
              </a:clrTo>
            </a:clrChange>
          </a:blip>
          <a:srcRect l="20620" t="10614" r="21401" b="1943"/>
          <a:stretch/>
        </p:blipFill>
        <p:spPr>
          <a:xfrm>
            <a:off x="8156739" y="1666254"/>
            <a:ext cx="3927764" cy="3200401"/>
          </a:xfrm>
          <a:prstGeom prst="rect">
            <a:avLst/>
          </a:prstGeom>
        </p:spPr>
      </p:pic>
      <p:pic>
        <p:nvPicPr>
          <p:cNvPr id="9" name="Imagen 8"/>
          <p:cNvPicPr>
            <a:picLocks noChangeAspect="1"/>
          </p:cNvPicPr>
          <p:nvPr/>
        </p:nvPicPr>
        <p:blipFill rotWithShape="1">
          <a:blip r:embed="rId3"/>
          <a:srcRect l="20912" t="13685" r="21108" b="1039"/>
          <a:stretch/>
        </p:blipFill>
        <p:spPr>
          <a:xfrm>
            <a:off x="3950330" y="1632791"/>
            <a:ext cx="4038984" cy="3209429"/>
          </a:xfrm>
          <a:prstGeom prst="rect">
            <a:avLst/>
          </a:prstGeom>
        </p:spPr>
      </p:pic>
      <p:sp>
        <p:nvSpPr>
          <p:cNvPr id="2" name="Título 1"/>
          <p:cNvSpPr>
            <a:spLocks noGrp="1"/>
          </p:cNvSpPr>
          <p:nvPr>
            <p:ph type="title"/>
          </p:nvPr>
        </p:nvSpPr>
        <p:spPr/>
        <p:txBody>
          <a:bodyPr>
            <a:normAutofit/>
          </a:bodyPr>
          <a:lstStyle/>
          <a:p>
            <a:r>
              <a:rPr lang="es-MX" sz="3600" b="1" dirty="0"/>
              <a:t>Cambios en los coeficientes de la función objetivo</a:t>
            </a:r>
          </a:p>
        </p:txBody>
      </p:sp>
      <p:sp>
        <p:nvSpPr>
          <p:cNvPr id="35" name="Marcador de contenido 2"/>
          <p:cNvSpPr>
            <a:spLocks noGrp="1"/>
          </p:cNvSpPr>
          <p:nvPr>
            <p:ph idx="4294967295"/>
          </p:nvPr>
        </p:nvSpPr>
        <p:spPr>
          <a:xfrm>
            <a:off x="1841500" y="5067300"/>
            <a:ext cx="7432675" cy="1554163"/>
          </a:xfrm>
        </p:spPr>
        <p:txBody>
          <a:bodyPr>
            <a:normAutofit fontScale="92500" lnSpcReduction="10000"/>
          </a:bodyPr>
          <a:lstStyle/>
          <a:p>
            <a:r>
              <a:rPr lang="es-MX" sz="2000" dirty="0"/>
              <a:t>Cuando el coeficiente de </a:t>
            </a:r>
            <a:r>
              <a:rPr lang="es-MX" sz="2000" dirty="0" err="1"/>
              <a:t>X1</a:t>
            </a:r>
            <a:r>
              <a:rPr lang="es-MX" sz="2000" dirty="0"/>
              <a:t> tiene mayor peso (+), la recta de </a:t>
            </a:r>
            <a:r>
              <a:rPr lang="es-MX" sz="2000" dirty="0" err="1"/>
              <a:t>isoutilidad</a:t>
            </a:r>
            <a:r>
              <a:rPr lang="es-MX" sz="2000" dirty="0"/>
              <a:t> tiende a apuntar hacia la derecha.</a:t>
            </a:r>
          </a:p>
          <a:p>
            <a:endParaRPr lang="es-MX" sz="2000" dirty="0"/>
          </a:p>
          <a:p>
            <a:r>
              <a:rPr lang="es-MX" sz="2000" dirty="0"/>
              <a:t>Cuando el coeficiente de </a:t>
            </a:r>
            <a:r>
              <a:rPr lang="es-MX" sz="2000" dirty="0" err="1"/>
              <a:t>X2</a:t>
            </a:r>
            <a:r>
              <a:rPr lang="es-MX" sz="2000" dirty="0"/>
              <a:t> tiene mayor peso (+), la recta de </a:t>
            </a:r>
            <a:r>
              <a:rPr lang="es-MX" sz="2000" dirty="0" err="1"/>
              <a:t>isoutilidad</a:t>
            </a:r>
            <a:r>
              <a:rPr lang="es-MX" sz="2000" dirty="0"/>
              <a:t> tiende a apuntar hacia arriba.</a:t>
            </a:r>
          </a:p>
        </p:txBody>
      </p:sp>
      <p:sp>
        <p:nvSpPr>
          <p:cNvPr id="21" name="CuadroTexto 20"/>
          <p:cNvSpPr txBox="1"/>
          <p:nvPr/>
        </p:nvSpPr>
        <p:spPr>
          <a:xfrm rot="999923">
            <a:off x="4127747" y="3735749"/>
            <a:ext cx="2856247" cy="276999"/>
          </a:xfrm>
          <a:prstGeom prst="rect">
            <a:avLst/>
          </a:prstGeom>
          <a:noFill/>
        </p:spPr>
        <p:txBody>
          <a:bodyPr wrap="square" rtlCol="0">
            <a:spAutoFit/>
          </a:bodyPr>
          <a:lstStyle/>
          <a:p>
            <a:r>
              <a:rPr lang="es-MX" sz="1200" dirty="0">
                <a:solidFill>
                  <a:srgbClr val="FF0000"/>
                </a:solidFill>
              </a:rPr>
              <a:t>Max </a:t>
            </a:r>
            <a:r>
              <a:rPr lang="es-MX" sz="1200" dirty="0" err="1">
                <a:solidFill>
                  <a:srgbClr val="FF0000"/>
                </a:solidFill>
              </a:rPr>
              <a:t>50X</a:t>
            </a:r>
            <a:r>
              <a:rPr lang="es-MX" sz="1200" baseline="-25000" dirty="0" err="1">
                <a:solidFill>
                  <a:srgbClr val="FF0000"/>
                </a:solidFill>
              </a:rPr>
              <a:t>1</a:t>
            </a:r>
            <a:r>
              <a:rPr lang="es-MX" sz="1200" dirty="0">
                <a:solidFill>
                  <a:srgbClr val="FF0000"/>
                </a:solidFill>
              </a:rPr>
              <a:t> + </a:t>
            </a:r>
            <a:r>
              <a:rPr lang="es-MX" sz="1200" b="1" dirty="0" err="1">
                <a:solidFill>
                  <a:srgbClr val="C00000"/>
                </a:solidFill>
              </a:rPr>
              <a:t>80X</a:t>
            </a:r>
            <a:r>
              <a:rPr lang="es-MX" sz="1200" b="1" baseline="-25000" dirty="0" err="1">
                <a:solidFill>
                  <a:srgbClr val="C00000"/>
                </a:solidFill>
              </a:rPr>
              <a:t>2</a:t>
            </a:r>
            <a:endParaRPr lang="es-MX" sz="1200" b="1" baseline="-25000" dirty="0">
              <a:solidFill>
                <a:srgbClr val="C00000"/>
              </a:solidFill>
            </a:endParaRPr>
          </a:p>
        </p:txBody>
      </p:sp>
      <p:pic>
        <p:nvPicPr>
          <p:cNvPr id="26" name="Imagen 25"/>
          <p:cNvPicPr>
            <a:picLocks noChangeAspect="1"/>
          </p:cNvPicPr>
          <p:nvPr/>
        </p:nvPicPr>
        <p:blipFill rotWithShape="1">
          <a:blip r:embed="rId4"/>
          <a:srcRect l="23667" t="18829" r="27666" b="2553"/>
          <a:stretch/>
        </p:blipFill>
        <p:spPr>
          <a:xfrm>
            <a:off x="118094" y="1594346"/>
            <a:ext cx="3704606" cy="3247874"/>
          </a:xfrm>
          <a:prstGeom prst="rect">
            <a:avLst/>
          </a:prstGeom>
        </p:spPr>
      </p:pic>
      <p:sp>
        <p:nvSpPr>
          <p:cNvPr id="27" name="CuadroTexto 26"/>
          <p:cNvSpPr txBox="1"/>
          <p:nvPr/>
        </p:nvSpPr>
        <p:spPr>
          <a:xfrm rot="1210989">
            <a:off x="1015336" y="3901232"/>
            <a:ext cx="1327125" cy="276999"/>
          </a:xfrm>
          <a:prstGeom prst="rect">
            <a:avLst/>
          </a:prstGeom>
          <a:noFill/>
        </p:spPr>
        <p:txBody>
          <a:bodyPr wrap="square" rtlCol="0">
            <a:spAutoFit/>
          </a:bodyPr>
          <a:lstStyle/>
          <a:p>
            <a:r>
              <a:rPr lang="es-MX" sz="1200" dirty="0">
                <a:solidFill>
                  <a:srgbClr val="FF0000"/>
                </a:solidFill>
              </a:rPr>
              <a:t>Max </a:t>
            </a:r>
            <a:r>
              <a:rPr lang="es-MX" sz="1200" dirty="0" err="1">
                <a:solidFill>
                  <a:srgbClr val="FF0000"/>
                </a:solidFill>
              </a:rPr>
              <a:t>50X</a:t>
            </a:r>
            <a:r>
              <a:rPr lang="es-MX" sz="1200" baseline="-25000" dirty="0" err="1">
                <a:solidFill>
                  <a:srgbClr val="FF0000"/>
                </a:solidFill>
              </a:rPr>
              <a:t>1</a:t>
            </a:r>
            <a:r>
              <a:rPr lang="es-MX" sz="1200" dirty="0">
                <a:solidFill>
                  <a:srgbClr val="FF0000"/>
                </a:solidFill>
              </a:rPr>
              <a:t> + </a:t>
            </a:r>
            <a:r>
              <a:rPr lang="es-MX" sz="1200" b="1" dirty="0" err="1">
                <a:solidFill>
                  <a:srgbClr val="C00000"/>
                </a:solidFill>
              </a:rPr>
              <a:t>120X</a:t>
            </a:r>
            <a:r>
              <a:rPr lang="es-MX" sz="1200" b="1" baseline="-25000" dirty="0" err="1">
                <a:solidFill>
                  <a:srgbClr val="C00000"/>
                </a:solidFill>
              </a:rPr>
              <a:t>2</a:t>
            </a:r>
            <a:endParaRPr lang="es-MX" sz="1200" b="1" baseline="-25000" dirty="0">
              <a:solidFill>
                <a:srgbClr val="C00000"/>
              </a:solidFill>
            </a:endParaRPr>
          </a:p>
        </p:txBody>
      </p:sp>
      <p:sp>
        <p:nvSpPr>
          <p:cNvPr id="28" name="CuadroTexto 27"/>
          <p:cNvSpPr txBox="1"/>
          <p:nvPr/>
        </p:nvSpPr>
        <p:spPr>
          <a:xfrm rot="4630875">
            <a:off x="9366589" y="3079783"/>
            <a:ext cx="1241889" cy="276999"/>
          </a:xfrm>
          <a:prstGeom prst="rect">
            <a:avLst/>
          </a:prstGeom>
          <a:noFill/>
        </p:spPr>
        <p:txBody>
          <a:bodyPr wrap="square" rtlCol="0">
            <a:spAutoFit/>
          </a:bodyPr>
          <a:lstStyle/>
          <a:p>
            <a:r>
              <a:rPr lang="es-MX" sz="1200" dirty="0">
                <a:solidFill>
                  <a:srgbClr val="FF0000"/>
                </a:solidFill>
              </a:rPr>
              <a:t>Max </a:t>
            </a:r>
            <a:r>
              <a:rPr lang="es-MX" sz="1200" dirty="0" err="1">
                <a:solidFill>
                  <a:srgbClr val="FF0000"/>
                </a:solidFill>
              </a:rPr>
              <a:t>50X</a:t>
            </a:r>
            <a:r>
              <a:rPr lang="es-MX" sz="1200" baseline="-25000" dirty="0" err="1">
                <a:solidFill>
                  <a:srgbClr val="FF0000"/>
                </a:solidFill>
              </a:rPr>
              <a:t>1</a:t>
            </a:r>
            <a:r>
              <a:rPr lang="es-MX" sz="1200" dirty="0">
                <a:solidFill>
                  <a:srgbClr val="FF0000"/>
                </a:solidFill>
              </a:rPr>
              <a:t> + </a:t>
            </a:r>
            <a:r>
              <a:rPr lang="es-MX" sz="1200" dirty="0" err="1">
                <a:solidFill>
                  <a:srgbClr val="FF0000"/>
                </a:solidFill>
              </a:rPr>
              <a:t>5</a:t>
            </a:r>
            <a:r>
              <a:rPr lang="es-MX" sz="1200" b="1" dirty="0" err="1">
                <a:solidFill>
                  <a:srgbClr val="C00000"/>
                </a:solidFill>
              </a:rPr>
              <a:t>X</a:t>
            </a:r>
            <a:r>
              <a:rPr lang="es-MX" sz="1200" b="1" baseline="-25000" dirty="0" err="1">
                <a:solidFill>
                  <a:srgbClr val="C00000"/>
                </a:solidFill>
              </a:rPr>
              <a:t>2</a:t>
            </a:r>
            <a:endParaRPr lang="es-MX" sz="1200" b="1" baseline="-25000" dirty="0">
              <a:solidFill>
                <a:srgbClr val="C00000"/>
              </a:solidFill>
            </a:endParaRPr>
          </a:p>
        </p:txBody>
      </p:sp>
      <p:cxnSp>
        <p:nvCxnSpPr>
          <p:cNvPr id="29" name="Conector recto de flecha 28"/>
          <p:cNvCxnSpPr/>
          <p:nvPr/>
        </p:nvCxnSpPr>
        <p:spPr>
          <a:xfrm flipV="1">
            <a:off x="6364170" y="4039731"/>
            <a:ext cx="89016" cy="2472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p:cNvCxnSpPr/>
          <p:nvPr/>
        </p:nvCxnSpPr>
        <p:spPr>
          <a:xfrm flipV="1">
            <a:off x="2273260" y="4105275"/>
            <a:ext cx="121832" cy="293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p:cNvCxnSpPr/>
          <p:nvPr/>
        </p:nvCxnSpPr>
        <p:spPr>
          <a:xfrm flipV="1">
            <a:off x="9987533" y="3919538"/>
            <a:ext cx="361831" cy="783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36"/>
          <p:cNvCxnSpPr/>
          <p:nvPr/>
        </p:nvCxnSpPr>
        <p:spPr>
          <a:xfrm>
            <a:off x="9616356" y="6226729"/>
            <a:ext cx="1008530" cy="1344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Conector recto 37"/>
          <p:cNvCxnSpPr/>
          <p:nvPr/>
        </p:nvCxnSpPr>
        <p:spPr>
          <a:xfrm>
            <a:off x="10120621" y="6067452"/>
            <a:ext cx="0" cy="159277"/>
          </a:xfrm>
          <a:prstGeom prst="line">
            <a:avLst/>
          </a:prstGeom>
          <a:ln>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Conector recto 40"/>
          <p:cNvCxnSpPr/>
          <p:nvPr/>
        </p:nvCxnSpPr>
        <p:spPr>
          <a:xfrm>
            <a:off x="9750357" y="5050135"/>
            <a:ext cx="0" cy="42500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Conector recto 43"/>
          <p:cNvCxnSpPr/>
          <p:nvPr/>
        </p:nvCxnSpPr>
        <p:spPr>
          <a:xfrm flipH="1">
            <a:off x="9750357" y="5262639"/>
            <a:ext cx="237176" cy="0"/>
          </a:xfrm>
          <a:prstGeom prst="line">
            <a:avLst/>
          </a:prstGeom>
          <a:ln>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Elipse 46"/>
          <p:cNvSpPr/>
          <p:nvPr/>
        </p:nvSpPr>
        <p:spPr>
          <a:xfrm>
            <a:off x="209550" y="3542679"/>
            <a:ext cx="215444" cy="2190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Elipse 47"/>
          <p:cNvSpPr/>
          <p:nvPr/>
        </p:nvSpPr>
        <p:spPr>
          <a:xfrm>
            <a:off x="5448148" y="3942730"/>
            <a:ext cx="215444" cy="2190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p:cNvSpPr/>
          <p:nvPr/>
        </p:nvSpPr>
        <p:spPr>
          <a:xfrm>
            <a:off x="9987533" y="4451982"/>
            <a:ext cx="215444" cy="2190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Marcador de posición de número de diapositiva 5">
            <a:extLst>
              <a:ext uri="{FF2B5EF4-FFF2-40B4-BE49-F238E27FC236}">
                <a16:creationId xmlns:a16="http://schemas.microsoft.com/office/drawing/2014/main" id="{6C16874E-6EF7-E3A8-EB1D-213F4AADED52}"/>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10</a:t>
            </a:fld>
            <a:endParaRPr lang="es-MX" noProof="0">
              <a:latin typeface="+mn-lt"/>
            </a:endParaRPr>
          </a:p>
        </p:txBody>
      </p:sp>
    </p:spTree>
    <p:extLst>
      <p:ext uri="{BB962C8B-B14F-4D97-AF65-F5344CB8AC3E}">
        <p14:creationId xmlns:p14="http://schemas.microsoft.com/office/powerpoint/2010/main" val="634938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65FECD-AA6B-4D74-4640-A416DB71C505}"/>
              </a:ext>
            </a:extLst>
          </p:cNvPr>
          <p:cNvSpPr>
            <a:spLocks noGrp="1"/>
          </p:cNvSpPr>
          <p:nvPr>
            <p:ph type="title"/>
          </p:nvPr>
        </p:nvSpPr>
        <p:spPr/>
        <p:txBody>
          <a:bodyPr/>
          <a:lstStyle/>
          <a:p>
            <a:r>
              <a:rPr lang="en-US" dirty="0" err="1"/>
              <a:t>Lectura</a:t>
            </a:r>
            <a:r>
              <a:rPr lang="en-US" dirty="0"/>
              <a:t> de </a:t>
            </a:r>
            <a:r>
              <a:rPr lang="en-US" dirty="0" err="1"/>
              <a:t>una</a:t>
            </a:r>
            <a:r>
              <a:rPr lang="en-US" dirty="0"/>
              <a:t> </a:t>
            </a:r>
            <a:r>
              <a:rPr lang="en-US" dirty="0" err="1"/>
              <a:t>salida</a:t>
            </a:r>
            <a:r>
              <a:rPr lang="en-US" dirty="0"/>
              <a:t> de software</a:t>
            </a:r>
          </a:p>
        </p:txBody>
      </p:sp>
      <p:sp>
        <p:nvSpPr>
          <p:cNvPr id="3" name="Marcador de contenido 2"/>
          <p:cNvSpPr>
            <a:spLocks noGrp="1"/>
          </p:cNvSpPr>
          <p:nvPr>
            <p:ph idx="4294967295"/>
          </p:nvPr>
        </p:nvSpPr>
        <p:spPr>
          <a:xfrm>
            <a:off x="838200" y="1690688"/>
            <a:ext cx="10515600" cy="4351337"/>
          </a:xfrm>
        </p:spPr>
        <p:txBody>
          <a:bodyPr>
            <a:noAutofit/>
          </a:bodyPr>
          <a:lstStyle/>
          <a:p>
            <a:r>
              <a:rPr lang="es-MX" sz="2000" dirty="0"/>
              <a:t>En los software de optimización podemos encontrar la respuesta.</a:t>
            </a:r>
          </a:p>
          <a:p>
            <a:r>
              <a:rPr lang="es-MX" sz="2000" dirty="0"/>
              <a:t>En LINGO podemos obtener el siguiente análisis.</a:t>
            </a:r>
          </a:p>
          <a:p>
            <a:endParaRPr lang="es-MX" sz="2000" dirty="0"/>
          </a:p>
          <a:p>
            <a:endParaRPr lang="es-MX" sz="2000" dirty="0"/>
          </a:p>
          <a:p>
            <a:endParaRPr lang="es-MX" sz="2000" dirty="0"/>
          </a:p>
          <a:p>
            <a:endParaRPr lang="es-MX" sz="2000" dirty="0"/>
          </a:p>
          <a:p>
            <a:endParaRPr lang="es-MX" sz="2000" dirty="0"/>
          </a:p>
          <a:p>
            <a:pPr algn="just"/>
            <a:r>
              <a:rPr lang="es-MX" sz="2000" dirty="0" err="1"/>
              <a:t>X1</a:t>
            </a:r>
            <a:r>
              <a:rPr lang="es-MX" sz="2000" dirty="0"/>
              <a:t>: Para este problema podemos aumentar hasta en $10 la utilidad  de los audífonos (utilidad ≤ $60) sin que cambie la solución. Si disminuimos la utilidad incluso hasta $0, la solución actual se mantiene igual.</a:t>
            </a:r>
          </a:p>
          <a:p>
            <a:pPr algn="just"/>
            <a:r>
              <a:rPr lang="es-MX" sz="2000" dirty="0" err="1"/>
              <a:t>X2</a:t>
            </a:r>
            <a:r>
              <a:rPr lang="es-MX" sz="2000" dirty="0"/>
              <a:t>: Se puede aumentar la utilidad de los altavoces hasta el infinito sin que la solución cambie, pero si disminuimos la utilidad en mas de $20 (utilidad &lt;$100), la solución puede cambiar. </a:t>
            </a:r>
          </a:p>
          <a:p>
            <a:endParaRPr lang="es-MX" sz="2000" dirty="0"/>
          </a:p>
        </p:txBody>
      </p:sp>
      <p:pic>
        <p:nvPicPr>
          <p:cNvPr id="5" name="Imagen 4"/>
          <p:cNvPicPr>
            <a:picLocks noChangeAspect="1"/>
          </p:cNvPicPr>
          <p:nvPr/>
        </p:nvPicPr>
        <p:blipFill rotWithShape="1">
          <a:blip r:embed="rId2"/>
          <a:srcRect l="13917" t="20672" r="54250" b="65662"/>
          <a:stretch/>
        </p:blipFill>
        <p:spPr>
          <a:xfrm>
            <a:off x="2279160" y="2764105"/>
            <a:ext cx="7326158" cy="1706881"/>
          </a:xfrm>
          <a:prstGeom prst="rect">
            <a:avLst/>
          </a:prstGeom>
        </p:spPr>
      </p:pic>
      <p:sp>
        <p:nvSpPr>
          <p:cNvPr id="6" name="Marcador de posición de número de diapositiva 5">
            <a:extLst>
              <a:ext uri="{FF2B5EF4-FFF2-40B4-BE49-F238E27FC236}">
                <a16:creationId xmlns:a16="http://schemas.microsoft.com/office/drawing/2014/main" id="{305CC9B8-9F07-37D7-DCED-D025A901D6F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11</a:t>
            </a:fld>
            <a:endParaRPr lang="es-MX" noProof="0">
              <a:latin typeface="+mn-lt"/>
            </a:endParaRPr>
          </a:p>
        </p:txBody>
      </p:sp>
    </p:spTree>
    <p:extLst>
      <p:ext uri="{BB962C8B-B14F-4D97-AF65-F5344CB8AC3E}">
        <p14:creationId xmlns:p14="http://schemas.microsoft.com/office/powerpoint/2010/main" val="84296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Cambios en los coeficientes tecnológicos</a:t>
            </a:r>
          </a:p>
        </p:txBody>
      </p:sp>
      <p:sp>
        <p:nvSpPr>
          <p:cNvPr id="3" name="Marcador de contenido 2"/>
          <p:cNvSpPr>
            <a:spLocks noGrp="1"/>
          </p:cNvSpPr>
          <p:nvPr>
            <p:ph idx="4294967295"/>
          </p:nvPr>
        </p:nvSpPr>
        <p:spPr>
          <a:xfrm>
            <a:off x="1168400" y="2362199"/>
            <a:ext cx="9855200" cy="4259263"/>
          </a:xfrm>
        </p:spPr>
        <p:txBody>
          <a:bodyPr>
            <a:normAutofit/>
          </a:bodyPr>
          <a:lstStyle/>
          <a:p>
            <a:pPr algn="just"/>
            <a:r>
              <a:rPr lang="es-MX" sz="2400" dirty="0"/>
              <a:t>Los cambios en estos coeficientes generalmente están asociados en cambios tecnológicos. Por ejemplo, producir audífonos o altavoces con menos tiempo debido a una nueva herramienta disponible.</a:t>
            </a:r>
          </a:p>
          <a:p>
            <a:pPr algn="just"/>
            <a:r>
              <a:rPr lang="es-MX" sz="2400" dirty="0"/>
              <a:t>Estos cambios </a:t>
            </a:r>
            <a:r>
              <a:rPr lang="es-MX" sz="2400" b="1" dirty="0">
                <a:solidFill>
                  <a:srgbClr val="FF0000"/>
                </a:solidFill>
              </a:rPr>
              <a:t>influyen</a:t>
            </a:r>
            <a:r>
              <a:rPr lang="es-MX" sz="2400" dirty="0"/>
              <a:t> directamente en la </a:t>
            </a:r>
            <a:r>
              <a:rPr lang="es-MX" sz="2400" b="1" dirty="0">
                <a:solidFill>
                  <a:srgbClr val="FF0000"/>
                </a:solidFill>
              </a:rPr>
              <a:t>región factible </a:t>
            </a:r>
            <a:r>
              <a:rPr lang="es-MX" sz="2400" dirty="0"/>
              <a:t>por lo que la utilidad o costos puede no ser la misma.</a:t>
            </a:r>
          </a:p>
          <a:p>
            <a:pPr algn="just"/>
            <a:r>
              <a:rPr lang="es-MX" sz="2400" dirty="0"/>
              <a:t>Cuando estos cambios suceden es necesario resolver el problema nuevamente.</a:t>
            </a:r>
          </a:p>
        </p:txBody>
      </p:sp>
      <p:sp>
        <p:nvSpPr>
          <p:cNvPr id="4" name="Marcador de posición de número de diapositiva 5">
            <a:extLst>
              <a:ext uri="{FF2B5EF4-FFF2-40B4-BE49-F238E27FC236}">
                <a16:creationId xmlns:a16="http://schemas.microsoft.com/office/drawing/2014/main" id="{1AC31AF8-5FD2-9EF0-2F07-A00E0BD9080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12</a:t>
            </a:fld>
            <a:endParaRPr lang="es-MX" noProof="0">
              <a:latin typeface="+mn-lt"/>
            </a:endParaRPr>
          </a:p>
        </p:txBody>
      </p:sp>
    </p:spTree>
    <p:extLst>
      <p:ext uri="{BB962C8B-B14F-4D97-AF65-F5344CB8AC3E}">
        <p14:creationId xmlns:p14="http://schemas.microsoft.com/office/powerpoint/2010/main" val="1610642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l="27667" t="31881" r="36499" b="12227"/>
          <a:stretch/>
        </p:blipFill>
        <p:spPr>
          <a:xfrm>
            <a:off x="84855" y="1649413"/>
            <a:ext cx="3676183" cy="3111933"/>
          </a:xfrm>
          <a:prstGeom prst="rect">
            <a:avLst/>
          </a:prstGeom>
        </p:spPr>
      </p:pic>
      <p:pic>
        <p:nvPicPr>
          <p:cNvPr id="6" name="Imagen 5"/>
          <p:cNvPicPr>
            <a:picLocks noChangeAspect="1"/>
          </p:cNvPicPr>
          <p:nvPr/>
        </p:nvPicPr>
        <p:blipFill rotWithShape="1">
          <a:blip r:embed="rId3">
            <a:clrChange>
              <a:clrFrom>
                <a:srgbClr val="FAFAFA"/>
              </a:clrFrom>
              <a:clrTo>
                <a:srgbClr val="FAFAFA">
                  <a:alpha val="0"/>
                </a:srgbClr>
              </a:clrTo>
            </a:clrChange>
          </a:blip>
          <a:srcRect l="28667" t="31882" r="34833" b="11612"/>
          <a:stretch/>
        </p:blipFill>
        <p:spPr>
          <a:xfrm>
            <a:off x="7825041" y="1649413"/>
            <a:ext cx="3747051" cy="3148207"/>
          </a:xfrm>
          <a:prstGeom prst="rect">
            <a:avLst/>
          </a:prstGeom>
        </p:spPr>
      </p:pic>
      <p:pic>
        <p:nvPicPr>
          <p:cNvPr id="7" name="Imagen 6"/>
          <p:cNvPicPr>
            <a:picLocks noChangeAspect="1"/>
          </p:cNvPicPr>
          <p:nvPr/>
        </p:nvPicPr>
        <p:blipFill rotWithShape="1">
          <a:blip r:embed="rId4"/>
          <a:srcRect l="28205" t="41200" r="36795" b="2105"/>
          <a:stretch/>
        </p:blipFill>
        <p:spPr>
          <a:xfrm>
            <a:off x="3879567" y="1649413"/>
            <a:ext cx="3589904" cy="3155960"/>
          </a:xfrm>
          <a:prstGeom prst="rect">
            <a:avLst/>
          </a:prstGeom>
        </p:spPr>
      </p:pic>
      <p:sp>
        <p:nvSpPr>
          <p:cNvPr id="8" name="Rectángulo 7"/>
          <p:cNvSpPr/>
          <p:nvPr/>
        </p:nvSpPr>
        <p:spPr>
          <a:xfrm>
            <a:off x="653782" y="4761346"/>
            <a:ext cx="3000774" cy="1200329"/>
          </a:xfrm>
          <a:prstGeom prst="rect">
            <a:avLst/>
          </a:prstGeom>
        </p:spPr>
        <p:txBody>
          <a:bodyPr wrap="square">
            <a:spAutoFit/>
          </a:bodyPr>
          <a:lstStyle/>
          <a:p>
            <a:r>
              <a:rPr lang="es-MX" dirty="0">
                <a:solidFill>
                  <a:schemeClr val="bg1"/>
                </a:solidFill>
              </a:rPr>
              <a:t>Maximizar  Z= 50 </a:t>
            </a:r>
            <a:r>
              <a:rPr lang="es-MX" dirty="0" err="1">
                <a:solidFill>
                  <a:schemeClr val="bg1"/>
                </a:solidFill>
              </a:rPr>
              <a:t>X1</a:t>
            </a:r>
            <a:r>
              <a:rPr lang="es-MX" dirty="0">
                <a:solidFill>
                  <a:schemeClr val="bg1"/>
                </a:solidFill>
              </a:rPr>
              <a:t> + 120 </a:t>
            </a:r>
            <a:r>
              <a:rPr lang="es-MX" dirty="0" err="1">
                <a:solidFill>
                  <a:schemeClr val="bg1"/>
                </a:solidFill>
              </a:rPr>
              <a:t>X2</a:t>
            </a:r>
            <a:r>
              <a:rPr lang="es-MX" dirty="0">
                <a:solidFill>
                  <a:schemeClr val="bg1"/>
                </a:solidFill>
              </a:rPr>
              <a:t> </a:t>
            </a:r>
          </a:p>
          <a:p>
            <a:r>
              <a:rPr lang="es-MX" dirty="0">
                <a:solidFill>
                  <a:schemeClr val="bg1"/>
                </a:solidFill>
              </a:rPr>
              <a:t>Sujeto a:      2 </a:t>
            </a:r>
            <a:r>
              <a:rPr lang="es-MX" dirty="0" err="1">
                <a:solidFill>
                  <a:schemeClr val="bg1"/>
                </a:solidFill>
              </a:rPr>
              <a:t>X1</a:t>
            </a:r>
            <a:r>
              <a:rPr lang="es-MX" dirty="0">
                <a:solidFill>
                  <a:schemeClr val="bg1"/>
                </a:solidFill>
              </a:rPr>
              <a:t> +   4 </a:t>
            </a:r>
            <a:r>
              <a:rPr lang="es-MX" dirty="0" err="1">
                <a:solidFill>
                  <a:schemeClr val="bg1"/>
                </a:solidFill>
              </a:rPr>
              <a:t>X2</a:t>
            </a:r>
            <a:r>
              <a:rPr lang="es-MX" dirty="0">
                <a:solidFill>
                  <a:schemeClr val="bg1"/>
                </a:solidFill>
              </a:rPr>
              <a:t> ≤ 80</a:t>
            </a:r>
          </a:p>
          <a:p>
            <a:r>
              <a:rPr lang="es-MX" dirty="0">
                <a:solidFill>
                  <a:schemeClr val="bg1"/>
                </a:solidFill>
              </a:rPr>
              <a:t>                      3 </a:t>
            </a:r>
            <a:r>
              <a:rPr lang="es-MX" dirty="0" err="1">
                <a:solidFill>
                  <a:schemeClr val="bg1"/>
                </a:solidFill>
              </a:rPr>
              <a:t>X1</a:t>
            </a:r>
            <a:r>
              <a:rPr lang="es-MX" dirty="0">
                <a:solidFill>
                  <a:schemeClr val="bg1"/>
                </a:solidFill>
              </a:rPr>
              <a:t> +   1 </a:t>
            </a:r>
            <a:r>
              <a:rPr lang="es-MX" dirty="0" err="1">
                <a:solidFill>
                  <a:schemeClr val="bg1"/>
                </a:solidFill>
              </a:rPr>
              <a:t>X2</a:t>
            </a:r>
            <a:r>
              <a:rPr lang="es-MX" dirty="0">
                <a:solidFill>
                  <a:schemeClr val="bg1"/>
                </a:solidFill>
              </a:rPr>
              <a:t> ≤ 60</a:t>
            </a:r>
          </a:p>
          <a:p>
            <a:r>
              <a:rPr lang="es-MX" dirty="0">
                <a:solidFill>
                  <a:schemeClr val="bg1"/>
                </a:solidFill>
              </a:rPr>
              <a:t>                          </a:t>
            </a:r>
            <a:r>
              <a:rPr lang="es-MX" dirty="0" err="1">
                <a:solidFill>
                  <a:schemeClr val="bg1"/>
                </a:solidFill>
              </a:rPr>
              <a:t>X1</a:t>
            </a:r>
            <a:r>
              <a:rPr lang="es-MX" dirty="0">
                <a:solidFill>
                  <a:schemeClr val="bg1"/>
                </a:solidFill>
              </a:rPr>
              <a:t>, </a:t>
            </a:r>
            <a:r>
              <a:rPr lang="es-MX" dirty="0" err="1">
                <a:solidFill>
                  <a:schemeClr val="bg1"/>
                </a:solidFill>
              </a:rPr>
              <a:t>X2</a:t>
            </a:r>
            <a:r>
              <a:rPr lang="es-MX" dirty="0">
                <a:solidFill>
                  <a:schemeClr val="bg1"/>
                </a:solidFill>
              </a:rPr>
              <a:t> ≥ 0</a:t>
            </a:r>
          </a:p>
        </p:txBody>
      </p:sp>
      <p:sp>
        <p:nvSpPr>
          <p:cNvPr id="9" name="Rectángulo 8"/>
          <p:cNvSpPr/>
          <p:nvPr/>
        </p:nvSpPr>
        <p:spPr>
          <a:xfrm>
            <a:off x="4365459" y="4749557"/>
            <a:ext cx="3000774" cy="1200329"/>
          </a:xfrm>
          <a:prstGeom prst="rect">
            <a:avLst/>
          </a:prstGeom>
        </p:spPr>
        <p:txBody>
          <a:bodyPr wrap="square">
            <a:spAutoFit/>
          </a:bodyPr>
          <a:lstStyle/>
          <a:p>
            <a:r>
              <a:rPr lang="es-MX" dirty="0">
                <a:solidFill>
                  <a:schemeClr val="bg1"/>
                </a:solidFill>
              </a:rPr>
              <a:t>Maximizar  Z= 50 </a:t>
            </a:r>
            <a:r>
              <a:rPr lang="es-MX" dirty="0" err="1">
                <a:solidFill>
                  <a:schemeClr val="bg1"/>
                </a:solidFill>
              </a:rPr>
              <a:t>X1</a:t>
            </a:r>
            <a:r>
              <a:rPr lang="es-MX" dirty="0">
                <a:solidFill>
                  <a:schemeClr val="bg1"/>
                </a:solidFill>
              </a:rPr>
              <a:t> + 120 </a:t>
            </a:r>
            <a:r>
              <a:rPr lang="es-MX" dirty="0" err="1">
                <a:solidFill>
                  <a:schemeClr val="bg1"/>
                </a:solidFill>
              </a:rPr>
              <a:t>X2</a:t>
            </a:r>
            <a:r>
              <a:rPr lang="es-MX" dirty="0">
                <a:solidFill>
                  <a:schemeClr val="bg1"/>
                </a:solidFill>
              </a:rPr>
              <a:t> </a:t>
            </a:r>
          </a:p>
          <a:p>
            <a:r>
              <a:rPr lang="es-MX" dirty="0">
                <a:solidFill>
                  <a:schemeClr val="bg1"/>
                </a:solidFill>
              </a:rPr>
              <a:t>Sujeto a:      2 </a:t>
            </a:r>
            <a:r>
              <a:rPr lang="es-MX" dirty="0" err="1">
                <a:solidFill>
                  <a:schemeClr val="bg1"/>
                </a:solidFill>
              </a:rPr>
              <a:t>X1</a:t>
            </a:r>
            <a:r>
              <a:rPr lang="es-MX" dirty="0">
                <a:solidFill>
                  <a:schemeClr val="bg1"/>
                </a:solidFill>
              </a:rPr>
              <a:t> +   4 </a:t>
            </a:r>
            <a:r>
              <a:rPr lang="es-MX" dirty="0" err="1">
                <a:solidFill>
                  <a:schemeClr val="bg1"/>
                </a:solidFill>
              </a:rPr>
              <a:t>X2</a:t>
            </a:r>
            <a:r>
              <a:rPr lang="es-MX" dirty="0">
                <a:solidFill>
                  <a:schemeClr val="bg1"/>
                </a:solidFill>
              </a:rPr>
              <a:t> ≤ 80</a:t>
            </a:r>
          </a:p>
          <a:p>
            <a:r>
              <a:rPr lang="es-MX" dirty="0">
                <a:solidFill>
                  <a:schemeClr val="bg1"/>
                </a:solidFill>
              </a:rPr>
              <a:t>                      </a:t>
            </a:r>
            <a:r>
              <a:rPr lang="es-MX" b="1" dirty="0">
                <a:solidFill>
                  <a:srgbClr val="FF0000"/>
                </a:solidFill>
              </a:rPr>
              <a:t>2 </a:t>
            </a:r>
            <a:r>
              <a:rPr lang="es-MX" dirty="0" err="1">
                <a:solidFill>
                  <a:schemeClr val="bg1"/>
                </a:solidFill>
              </a:rPr>
              <a:t>X1</a:t>
            </a:r>
            <a:r>
              <a:rPr lang="es-MX" dirty="0">
                <a:solidFill>
                  <a:schemeClr val="bg1"/>
                </a:solidFill>
              </a:rPr>
              <a:t> +   1 </a:t>
            </a:r>
            <a:r>
              <a:rPr lang="es-MX" dirty="0" err="1">
                <a:solidFill>
                  <a:schemeClr val="bg1"/>
                </a:solidFill>
              </a:rPr>
              <a:t>X2</a:t>
            </a:r>
            <a:r>
              <a:rPr lang="es-MX" dirty="0">
                <a:solidFill>
                  <a:schemeClr val="bg1"/>
                </a:solidFill>
              </a:rPr>
              <a:t> ≤ 60</a:t>
            </a:r>
          </a:p>
          <a:p>
            <a:r>
              <a:rPr lang="es-MX" dirty="0">
                <a:solidFill>
                  <a:schemeClr val="bg1"/>
                </a:solidFill>
              </a:rPr>
              <a:t>                          </a:t>
            </a:r>
            <a:r>
              <a:rPr lang="es-MX" dirty="0" err="1">
                <a:solidFill>
                  <a:schemeClr val="bg1"/>
                </a:solidFill>
              </a:rPr>
              <a:t>X1</a:t>
            </a:r>
            <a:r>
              <a:rPr lang="es-MX" dirty="0">
                <a:solidFill>
                  <a:schemeClr val="bg1"/>
                </a:solidFill>
              </a:rPr>
              <a:t>, </a:t>
            </a:r>
            <a:r>
              <a:rPr lang="es-MX" dirty="0" err="1">
                <a:solidFill>
                  <a:schemeClr val="bg1"/>
                </a:solidFill>
              </a:rPr>
              <a:t>X2</a:t>
            </a:r>
            <a:r>
              <a:rPr lang="es-MX" dirty="0">
                <a:solidFill>
                  <a:schemeClr val="bg1"/>
                </a:solidFill>
              </a:rPr>
              <a:t> ≥ 0</a:t>
            </a:r>
          </a:p>
        </p:txBody>
      </p:sp>
      <p:sp>
        <p:nvSpPr>
          <p:cNvPr id="10" name="Rectángulo 9"/>
          <p:cNvSpPr/>
          <p:nvPr/>
        </p:nvSpPr>
        <p:spPr>
          <a:xfrm>
            <a:off x="8441836" y="4749557"/>
            <a:ext cx="3000774" cy="1200329"/>
          </a:xfrm>
          <a:prstGeom prst="rect">
            <a:avLst/>
          </a:prstGeom>
        </p:spPr>
        <p:txBody>
          <a:bodyPr wrap="square">
            <a:spAutoFit/>
          </a:bodyPr>
          <a:lstStyle/>
          <a:p>
            <a:r>
              <a:rPr lang="es-MX" dirty="0">
                <a:solidFill>
                  <a:schemeClr val="bg1"/>
                </a:solidFill>
              </a:rPr>
              <a:t>Maximizar  Z= 50 </a:t>
            </a:r>
            <a:r>
              <a:rPr lang="es-MX" dirty="0" err="1">
                <a:solidFill>
                  <a:schemeClr val="bg1"/>
                </a:solidFill>
              </a:rPr>
              <a:t>X1</a:t>
            </a:r>
            <a:r>
              <a:rPr lang="es-MX" dirty="0">
                <a:solidFill>
                  <a:schemeClr val="bg1"/>
                </a:solidFill>
              </a:rPr>
              <a:t> + 120 </a:t>
            </a:r>
            <a:r>
              <a:rPr lang="es-MX" dirty="0" err="1">
                <a:solidFill>
                  <a:schemeClr val="bg1"/>
                </a:solidFill>
              </a:rPr>
              <a:t>X2</a:t>
            </a:r>
            <a:r>
              <a:rPr lang="es-MX" dirty="0">
                <a:solidFill>
                  <a:schemeClr val="bg1"/>
                </a:solidFill>
              </a:rPr>
              <a:t> </a:t>
            </a:r>
          </a:p>
          <a:p>
            <a:r>
              <a:rPr lang="es-MX" dirty="0">
                <a:solidFill>
                  <a:schemeClr val="bg1"/>
                </a:solidFill>
              </a:rPr>
              <a:t>Sujeto a:      2 </a:t>
            </a:r>
            <a:r>
              <a:rPr lang="es-MX" dirty="0" err="1">
                <a:solidFill>
                  <a:schemeClr val="bg1"/>
                </a:solidFill>
              </a:rPr>
              <a:t>X1</a:t>
            </a:r>
            <a:r>
              <a:rPr lang="es-MX" dirty="0">
                <a:solidFill>
                  <a:schemeClr val="bg1"/>
                </a:solidFill>
              </a:rPr>
              <a:t> +   </a:t>
            </a:r>
            <a:r>
              <a:rPr lang="es-MX" b="1" dirty="0">
                <a:solidFill>
                  <a:srgbClr val="FF0000"/>
                </a:solidFill>
              </a:rPr>
              <a:t>5</a:t>
            </a:r>
            <a:r>
              <a:rPr lang="es-MX" dirty="0">
                <a:solidFill>
                  <a:schemeClr val="bg1"/>
                </a:solidFill>
              </a:rPr>
              <a:t> </a:t>
            </a:r>
            <a:r>
              <a:rPr lang="es-MX" dirty="0" err="1">
                <a:solidFill>
                  <a:schemeClr val="bg1"/>
                </a:solidFill>
              </a:rPr>
              <a:t>X2</a:t>
            </a:r>
            <a:r>
              <a:rPr lang="es-MX" dirty="0">
                <a:solidFill>
                  <a:schemeClr val="bg1"/>
                </a:solidFill>
              </a:rPr>
              <a:t> ≤ 80</a:t>
            </a:r>
          </a:p>
          <a:p>
            <a:r>
              <a:rPr lang="es-MX" dirty="0">
                <a:solidFill>
                  <a:schemeClr val="bg1"/>
                </a:solidFill>
              </a:rPr>
              <a:t>                      3 </a:t>
            </a:r>
            <a:r>
              <a:rPr lang="es-MX" dirty="0" err="1">
                <a:solidFill>
                  <a:schemeClr val="bg1"/>
                </a:solidFill>
              </a:rPr>
              <a:t>X1</a:t>
            </a:r>
            <a:r>
              <a:rPr lang="es-MX" dirty="0">
                <a:solidFill>
                  <a:schemeClr val="bg1"/>
                </a:solidFill>
              </a:rPr>
              <a:t> +   1 </a:t>
            </a:r>
            <a:r>
              <a:rPr lang="es-MX" dirty="0" err="1">
                <a:solidFill>
                  <a:schemeClr val="bg1"/>
                </a:solidFill>
              </a:rPr>
              <a:t>X2</a:t>
            </a:r>
            <a:r>
              <a:rPr lang="es-MX" dirty="0">
                <a:solidFill>
                  <a:schemeClr val="bg1"/>
                </a:solidFill>
              </a:rPr>
              <a:t> ≤ 60</a:t>
            </a:r>
          </a:p>
          <a:p>
            <a:r>
              <a:rPr lang="es-MX" dirty="0">
                <a:solidFill>
                  <a:schemeClr val="bg1"/>
                </a:solidFill>
              </a:rPr>
              <a:t>                          </a:t>
            </a:r>
            <a:r>
              <a:rPr lang="es-MX" dirty="0" err="1">
                <a:solidFill>
                  <a:schemeClr val="bg1"/>
                </a:solidFill>
              </a:rPr>
              <a:t>X1</a:t>
            </a:r>
            <a:r>
              <a:rPr lang="es-MX" dirty="0">
                <a:solidFill>
                  <a:schemeClr val="bg1"/>
                </a:solidFill>
              </a:rPr>
              <a:t>, </a:t>
            </a:r>
            <a:r>
              <a:rPr lang="es-MX" dirty="0" err="1">
                <a:solidFill>
                  <a:schemeClr val="bg1"/>
                </a:solidFill>
              </a:rPr>
              <a:t>X2</a:t>
            </a:r>
            <a:r>
              <a:rPr lang="es-MX" dirty="0">
                <a:solidFill>
                  <a:schemeClr val="bg1"/>
                </a:solidFill>
              </a:rPr>
              <a:t> ≥ 0</a:t>
            </a:r>
          </a:p>
        </p:txBody>
      </p:sp>
      <p:sp>
        <p:nvSpPr>
          <p:cNvPr id="11" name="Elipse 10"/>
          <p:cNvSpPr/>
          <p:nvPr/>
        </p:nvSpPr>
        <p:spPr>
          <a:xfrm>
            <a:off x="180819" y="3424952"/>
            <a:ext cx="406217" cy="3707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Elipse 11"/>
          <p:cNvSpPr/>
          <p:nvPr/>
        </p:nvSpPr>
        <p:spPr>
          <a:xfrm>
            <a:off x="3913499" y="3424952"/>
            <a:ext cx="406217" cy="3707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Elipse 12"/>
          <p:cNvSpPr/>
          <p:nvPr/>
        </p:nvSpPr>
        <p:spPr>
          <a:xfrm>
            <a:off x="9079859" y="3851672"/>
            <a:ext cx="406217" cy="3707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CuadroTexto 13"/>
          <p:cNvSpPr txBox="1"/>
          <p:nvPr/>
        </p:nvSpPr>
        <p:spPr>
          <a:xfrm>
            <a:off x="6110761" y="3874295"/>
            <a:ext cx="1255472" cy="246221"/>
          </a:xfrm>
          <a:prstGeom prst="rect">
            <a:avLst/>
          </a:prstGeom>
          <a:noFill/>
          <a:effectLst/>
        </p:spPr>
        <p:txBody>
          <a:bodyPr wrap="none" rtlCol="0">
            <a:spAutoFit/>
          </a:bodyPr>
          <a:lstStyle/>
          <a:p>
            <a:r>
              <a:rPr lang="es-MX" sz="1000" dirty="0">
                <a:solidFill>
                  <a:schemeClr val="bg1"/>
                </a:solidFill>
              </a:rPr>
              <a:t>(26.7,6.7) Z=2133.3</a:t>
            </a:r>
          </a:p>
        </p:txBody>
      </p:sp>
      <p:sp>
        <p:nvSpPr>
          <p:cNvPr id="15" name="CuadroTexto 14"/>
          <p:cNvSpPr txBox="1"/>
          <p:nvPr/>
        </p:nvSpPr>
        <p:spPr>
          <a:xfrm>
            <a:off x="6367578" y="4222434"/>
            <a:ext cx="88517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(30, 0) Z=1500</a:t>
            </a:r>
          </a:p>
        </p:txBody>
      </p:sp>
      <p:sp>
        <p:nvSpPr>
          <p:cNvPr id="16" name="CuadroTexto 15"/>
          <p:cNvSpPr txBox="1"/>
          <p:nvPr/>
        </p:nvSpPr>
        <p:spPr>
          <a:xfrm>
            <a:off x="4248726" y="3379501"/>
            <a:ext cx="85311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(0, 20) Z=2400</a:t>
            </a:r>
          </a:p>
        </p:txBody>
      </p:sp>
      <p:sp>
        <p:nvSpPr>
          <p:cNvPr id="17" name="CuadroTexto 16"/>
          <p:cNvSpPr txBox="1"/>
          <p:nvPr/>
        </p:nvSpPr>
        <p:spPr>
          <a:xfrm>
            <a:off x="454090" y="3379501"/>
            <a:ext cx="85311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(0, 20) Z=2400</a:t>
            </a:r>
          </a:p>
        </p:txBody>
      </p:sp>
      <p:sp>
        <p:nvSpPr>
          <p:cNvPr id="18" name="CuadroTexto 17"/>
          <p:cNvSpPr txBox="1"/>
          <p:nvPr/>
        </p:nvSpPr>
        <p:spPr>
          <a:xfrm>
            <a:off x="1533871" y="3707359"/>
            <a:ext cx="910827"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(16, 12) Z=2240</a:t>
            </a:r>
          </a:p>
        </p:txBody>
      </p:sp>
      <p:sp>
        <p:nvSpPr>
          <p:cNvPr id="19" name="CuadroTexto 18"/>
          <p:cNvSpPr txBox="1"/>
          <p:nvPr/>
        </p:nvSpPr>
        <p:spPr>
          <a:xfrm>
            <a:off x="1853911" y="4207584"/>
            <a:ext cx="88517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(20, 0) Z=1000</a:t>
            </a:r>
          </a:p>
        </p:txBody>
      </p:sp>
      <p:sp>
        <p:nvSpPr>
          <p:cNvPr id="20" name="CuadroTexto 19"/>
          <p:cNvSpPr txBox="1"/>
          <p:nvPr/>
        </p:nvSpPr>
        <p:spPr>
          <a:xfrm>
            <a:off x="7979478" y="3494917"/>
            <a:ext cx="85311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(0, 16) Z=1920</a:t>
            </a:r>
          </a:p>
        </p:txBody>
      </p:sp>
      <p:sp>
        <p:nvSpPr>
          <p:cNvPr id="21" name="CuadroTexto 20"/>
          <p:cNvSpPr txBox="1"/>
          <p:nvPr/>
        </p:nvSpPr>
        <p:spPr>
          <a:xfrm>
            <a:off x="9363270" y="3822775"/>
            <a:ext cx="102944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(16.9, 9.2) Z=1954</a:t>
            </a:r>
          </a:p>
        </p:txBody>
      </p:sp>
      <p:sp>
        <p:nvSpPr>
          <p:cNvPr id="22" name="CuadroTexto 21"/>
          <p:cNvSpPr txBox="1"/>
          <p:nvPr/>
        </p:nvSpPr>
        <p:spPr>
          <a:xfrm>
            <a:off x="9499634" y="4230444"/>
            <a:ext cx="885179" cy="230832"/>
          </a:xfrm>
          <a:prstGeom prst="rect">
            <a:avLst/>
          </a:prstGeom>
          <a:noFill/>
          <a:effectLst/>
        </p:spPr>
        <p:txBody>
          <a:bodyPr wrap="none" rtlCol="0">
            <a:spAutoFit/>
          </a:bodyPr>
          <a:lstStyle>
            <a:defPPr rtl="0">
              <a:defRPr lang="es-mx"/>
            </a:defPPr>
            <a:lvl1pPr>
              <a:defRPr sz="1000">
                <a:solidFill>
                  <a:schemeClr val="bg1"/>
                </a:solidFill>
              </a:defRPr>
            </a:lvl1pPr>
          </a:lstStyle>
          <a:p>
            <a:r>
              <a:rPr lang="es-MX" dirty="0"/>
              <a:t>(20, 0) Z=1000</a:t>
            </a:r>
          </a:p>
        </p:txBody>
      </p:sp>
      <p:sp>
        <p:nvSpPr>
          <p:cNvPr id="23" name="CuadroTexto 22"/>
          <p:cNvSpPr txBox="1"/>
          <p:nvPr/>
        </p:nvSpPr>
        <p:spPr>
          <a:xfrm>
            <a:off x="4064536" y="5921170"/>
            <a:ext cx="3741728" cy="830997"/>
          </a:xfrm>
          <a:prstGeom prst="rect">
            <a:avLst/>
          </a:prstGeom>
          <a:noFill/>
        </p:spPr>
        <p:txBody>
          <a:bodyPr wrap="square" rtlCol="0">
            <a:spAutoFit/>
          </a:bodyPr>
          <a:lstStyle/>
          <a:p>
            <a:pPr algn="just"/>
            <a:r>
              <a:rPr lang="es-MX" sz="1200" dirty="0">
                <a:solidFill>
                  <a:schemeClr val="bg1"/>
                </a:solidFill>
              </a:rPr>
              <a:t>Una disminución en el tiempo de producción de los audífonos no influyo en la solución, ni la utilidad debido a que en la solución optima se recomienda no producir audífonos.</a:t>
            </a:r>
          </a:p>
        </p:txBody>
      </p:sp>
      <p:sp>
        <p:nvSpPr>
          <p:cNvPr id="24" name="CuadroTexto 23"/>
          <p:cNvSpPr txBox="1"/>
          <p:nvPr/>
        </p:nvSpPr>
        <p:spPr>
          <a:xfrm>
            <a:off x="8107187" y="5921169"/>
            <a:ext cx="3939066" cy="830997"/>
          </a:xfrm>
          <a:prstGeom prst="rect">
            <a:avLst/>
          </a:prstGeom>
          <a:noFill/>
        </p:spPr>
        <p:txBody>
          <a:bodyPr wrap="square" rtlCol="0">
            <a:spAutoFit/>
          </a:bodyPr>
          <a:lstStyle/>
          <a:p>
            <a:r>
              <a:rPr lang="es-MX" sz="1200" dirty="0">
                <a:solidFill>
                  <a:schemeClr val="bg1"/>
                </a:solidFill>
              </a:rPr>
              <a:t>Una aumento en el tiempo de producción de los electricistas para los altavoces, si genera un cambio en la solución ya que  al aumentar 1 hora de fabricación por cada pieza, se puede producir menos piezas.</a:t>
            </a:r>
          </a:p>
        </p:txBody>
      </p:sp>
      <p:cxnSp>
        <p:nvCxnSpPr>
          <p:cNvPr id="25" name="Conector recto 24"/>
          <p:cNvCxnSpPr/>
          <p:nvPr/>
        </p:nvCxnSpPr>
        <p:spPr>
          <a:xfrm>
            <a:off x="4142640" y="1894524"/>
            <a:ext cx="2305500" cy="2543892"/>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27" name="Conector recto 26"/>
          <p:cNvCxnSpPr/>
          <p:nvPr/>
        </p:nvCxnSpPr>
        <p:spPr>
          <a:xfrm>
            <a:off x="7916003" y="3740406"/>
            <a:ext cx="3305718" cy="745907"/>
          </a:xfrm>
          <a:prstGeom prst="line">
            <a:avLst/>
          </a:prstGeom>
          <a:noFill/>
          <a:effectLst/>
        </p:spPr>
      </p:cxnSp>
      <p:sp>
        <p:nvSpPr>
          <p:cNvPr id="29" name="CuadroTexto 28"/>
          <p:cNvSpPr txBox="1"/>
          <p:nvPr/>
        </p:nvSpPr>
        <p:spPr>
          <a:xfrm>
            <a:off x="7834077" y="3656499"/>
            <a:ext cx="163853" cy="138499"/>
          </a:xfrm>
          <a:prstGeom prst="rect">
            <a:avLst/>
          </a:prstGeom>
          <a:solidFill>
            <a:srgbClr val="FAFAFA"/>
          </a:solidFill>
        </p:spPr>
        <p:txBody>
          <a:bodyPr wrap="square" lIns="0" tIns="0" rIns="0" bIns="0" rtlCol="0">
            <a:spAutoFit/>
          </a:bodyPr>
          <a:lstStyle/>
          <a:p>
            <a:r>
              <a:rPr lang="es-MX" sz="900" b="1" dirty="0">
                <a:solidFill>
                  <a:srgbClr val="CC00CC"/>
                </a:solidFill>
              </a:rPr>
              <a:t>16</a:t>
            </a:r>
          </a:p>
        </p:txBody>
      </p:sp>
      <p:sp>
        <p:nvSpPr>
          <p:cNvPr id="30" name="CuadroTexto 29"/>
          <p:cNvSpPr txBox="1"/>
          <p:nvPr/>
        </p:nvSpPr>
        <p:spPr>
          <a:xfrm>
            <a:off x="6301714" y="4500090"/>
            <a:ext cx="316675" cy="230832"/>
          </a:xfrm>
          <a:prstGeom prst="rect">
            <a:avLst/>
          </a:prstGeom>
          <a:solidFill>
            <a:srgbClr val="FAFAFA"/>
          </a:solidFill>
        </p:spPr>
        <p:txBody>
          <a:bodyPr wrap="square" rtlCol="0">
            <a:spAutoFit/>
          </a:bodyPr>
          <a:lstStyle/>
          <a:p>
            <a:r>
              <a:rPr lang="es-MX" sz="900" b="1" dirty="0">
                <a:solidFill>
                  <a:schemeClr val="bg1"/>
                </a:solidFill>
              </a:rPr>
              <a:t>30</a:t>
            </a:r>
          </a:p>
        </p:txBody>
      </p:sp>
      <p:sp>
        <p:nvSpPr>
          <p:cNvPr id="36" name="CuadroTexto 35"/>
          <p:cNvSpPr txBox="1"/>
          <p:nvPr/>
        </p:nvSpPr>
        <p:spPr>
          <a:xfrm>
            <a:off x="1880922" y="4507563"/>
            <a:ext cx="163853" cy="138499"/>
          </a:xfrm>
          <a:prstGeom prst="rect">
            <a:avLst/>
          </a:prstGeom>
          <a:solidFill>
            <a:srgbClr val="FAFAFA"/>
          </a:solidFill>
        </p:spPr>
        <p:txBody>
          <a:bodyPr wrap="square" lIns="0" tIns="0" rIns="0" bIns="0" rtlCol="0">
            <a:spAutoFit/>
          </a:bodyPr>
          <a:lstStyle/>
          <a:p>
            <a:r>
              <a:rPr lang="es-MX" sz="900" b="1" dirty="0">
                <a:solidFill>
                  <a:schemeClr val="bg1"/>
                </a:solidFill>
              </a:rPr>
              <a:t>20</a:t>
            </a:r>
          </a:p>
        </p:txBody>
      </p:sp>
      <p:sp>
        <p:nvSpPr>
          <p:cNvPr id="37" name="CuadroTexto 36"/>
          <p:cNvSpPr txBox="1"/>
          <p:nvPr/>
        </p:nvSpPr>
        <p:spPr>
          <a:xfrm>
            <a:off x="0" y="3494917"/>
            <a:ext cx="163853" cy="138499"/>
          </a:xfrm>
          <a:prstGeom prst="rect">
            <a:avLst/>
          </a:prstGeom>
          <a:solidFill>
            <a:srgbClr val="FAFAFA"/>
          </a:solidFill>
        </p:spPr>
        <p:txBody>
          <a:bodyPr wrap="square" lIns="0" tIns="0" rIns="0" bIns="0" rtlCol="0">
            <a:spAutoFit/>
          </a:bodyPr>
          <a:lstStyle/>
          <a:p>
            <a:r>
              <a:rPr lang="es-MX" sz="900" b="1" dirty="0">
                <a:solidFill>
                  <a:srgbClr val="CC00CC"/>
                </a:solidFill>
              </a:rPr>
              <a:t>20</a:t>
            </a:r>
          </a:p>
        </p:txBody>
      </p:sp>
      <p:sp>
        <p:nvSpPr>
          <p:cNvPr id="38" name="CuadroTexto 37"/>
          <p:cNvSpPr txBox="1"/>
          <p:nvPr/>
        </p:nvSpPr>
        <p:spPr>
          <a:xfrm>
            <a:off x="1640910" y="2092127"/>
            <a:ext cx="2724549" cy="646331"/>
          </a:xfrm>
          <a:prstGeom prst="rect">
            <a:avLst/>
          </a:prstGeom>
          <a:noFill/>
        </p:spPr>
        <p:txBody>
          <a:bodyPr wrap="square" rtlCol="0">
            <a:spAutoFit/>
          </a:bodyPr>
          <a:lstStyle/>
          <a:p>
            <a:r>
              <a:rPr lang="es-MX" dirty="0">
                <a:solidFill>
                  <a:srgbClr val="FF0000"/>
                </a:solidFill>
              </a:rPr>
              <a:t>Solución:</a:t>
            </a:r>
          </a:p>
          <a:p>
            <a:r>
              <a:rPr lang="es-MX" dirty="0">
                <a:solidFill>
                  <a:srgbClr val="FF0000"/>
                </a:solidFill>
              </a:rPr>
              <a:t>(0, 20) Z=2400</a:t>
            </a:r>
          </a:p>
        </p:txBody>
      </p:sp>
      <p:sp>
        <p:nvSpPr>
          <p:cNvPr id="39" name="CuadroTexto 38"/>
          <p:cNvSpPr txBox="1"/>
          <p:nvPr/>
        </p:nvSpPr>
        <p:spPr>
          <a:xfrm>
            <a:off x="5491696" y="2092127"/>
            <a:ext cx="2724549" cy="646331"/>
          </a:xfrm>
          <a:prstGeom prst="rect">
            <a:avLst/>
          </a:prstGeom>
          <a:noFill/>
        </p:spPr>
        <p:txBody>
          <a:bodyPr wrap="square" rtlCol="0">
            <a:spAutoFit/>
          </a:bodyPr>
          <a:lstStyle/>
          <a:p>
            <a:r>
              <a:rPr lang="es-MX" dirty="0">
                <a:solidFill>
                  <a:srgbClr val="FF0000"/>
                </a:solidFill>
              </a:rPr>
              <a:t>Solución:</a:t>
            </a:r>
          </a:p>
          <a:p>
            <a:r>
              <a:rPr lang="es-MX" dirty="0">
                <a:solidFill>
                  <a:srgbClr val="FF0000"/>
                </a:solidFill>
              </a:rPr>
              <a:t>(0, 20) Z=2400</a:t>
            </a:r>
          </a:p>
        </p:txBody>
      </p:sp>
      <p:sp>
        <p:nvSpPr>
          <p:cNvPr id="40" name="CuadroTexto 39"/>
          <p:cNvSpPr txBox="1"/>
          <p:nvPr/>
        </p:nvSpPr>
        <p:spPr>
          <a:xfrm>
            <a:off x="8990478" y="2092127"/>
            <a:ext cx="2724549" cy="646331"/>
          </a:xfrm>
          <a:prstGeom prst="rect">
            <a:avLst/>
          </a:prstGeom>
          <a:noFill/>
        </p:spPr>
        <p:txBody>
          <a:bodyPr wrap="square" rtlCol="0">
            <a:spAutoFit/>
          </a:bodyPr>
          <a:lstStyle/>
          <a:p>
            <a:r>
              <a:rPr lang="es-MX" dirty="0">
                <a:solidFill>
                  <a:srgbClr val="FF0000"/>
                </a:solidFill>
              </a:rPr>
              <a:t>Solución:</a:t>
            </a:r>
          </a:p>
          <a:p>
            <a:r>
              <a:rPr lang="es-MX" dirty="0">
                <a:solidFill>
                  <a:srgbClr val="FF0000"/>
                </a:solidFill>
              </a:rPr>
              <a:t>(16.9, 9.2) Z=1954</a:t>
            </a:r>
          </a:p>
        </p:txBody>
      </p:sp>
      <p:pic>
        <p:nvPicPr>
          <p:cNvPr id="41" name="Imagen 40"/>
          <p:cNvPicPr>
            <a:picLocks noChangeAspect="1"/>
          </p:cNvPicPr>
          <p:nvPr/>
        </p:nvPicPr>
        <p:blipFill>
          <a:blip r:embed="rId5"/>
          <a:stretch>
            <a:fillRect/>
          </a:stretch>
        </p:blipFill>
        <p:spPr>
          <a:xfrm>
            <a:off x="-3542701" y="2561645"/>
            <a:ext cx="2568968" cy="1901102"/>
          </a:xfrm>
          <a:prstGeom prst="rect">
            <a:avLst/>
          </a:prstGeom>
        </p:spPr>
      </p:pic>
      <p:sp>
        <p:nvSpPr>
          <p:cNvPr id="26" name="Título 1">
            <a:extLst>
              <a:ext uri="{FF2B5EF4-FFF2-40B4-BE49-F238E27FC236}">
                <a16:creationId xmlns:a16="http://schemas.microsoft.com/office/drawing/2014/main" id="{9C81D44F-E4C1-3904-6BF2-60FDF44A63BD}"/>
              </a:ext>
            </a:extLst>
          </p:cNvPr>
          <p:cNvSpPr txBox="1">
            <a:spLocks/>
          </p:cNvSpPr>
          <p:nvPr/>
        </p:nvSpPr>
        <p:spPr>
          <a:xfrm>
            <a:off x="952500" y="365125"/>
            <a:ext cx="844461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a:t>Cambios en los coeficientes tecnológicos</a:t>
            </a:r>
            <a:endParaRPr lang="es-MX" dirty="0"/>
          </a:p>
        </p:txBody>
      </p:sp>
      <p:sp>
        <p:nvSpPr>
          <p:cNvPr id="28" name="Marcador de posición de número de diapositiva 5">
            <a:extLst>
              <a:ext uri="{FF2B5EF4-FFF2-40B4-BE49-F238E27FC236}">
                <a16:creationId xmlns:a16="http://schemas.microsoft.com/office/drawing/2014/main" id="{31A90489-C574-E50A-6A78-16DA579068D6}"/>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13</a:t>
            </a:fld>
            <a:endParaRPr lang="es-MX" noProof="0">
              <a:latin typeface="+mn-lt"/>
            </a:endParaRPr>
          </a:p>
        </p:txBody>
      </p:sp>
    </p:spTree>
    <p:extLst>
      <p:ext uri="{BB962C8B-B14F-4D97-AF65-F5344CB8AC3E}">
        <p14:creationId xmlns:p14="http://schemas.microsoft.com/office/powerpoint/2010/main" val="4107791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Cambios en los recursos o valores del lado derecho</a:t>
            </a:r>
          </a:p>
        </p:txBody>
      </p:sp>
      <p:sp>
        <p:nvSpPr>
          <p:cNvPr id="3" name="Marcador de contenido 2"/>
          <p:cNvSpPr>
            <a:spLocks noGrp="1"/>
          </p:cNvSpPr>
          <p:nvPr>
            <p:ph idx="4294967295"/>
          </p:nvPr>
        </p:nvSpPr>
        <p:spPr>
          <a:xfrm>
            <a:off x="1809750" y="2145323"/>
            <a:ext cx="8717573" cy="4031640"/>
          </a:xfrm>
        </p:spPr>
        <p:txBody>
          <a:bodyPr>
            <a:normAutofit/>
          </a:bodyPr>
          <a:lstStyle/>
          <a:p>
            <a:r>
              <a:rPr lang="es-MX" sz="2000" dirty="0"/>
              <a:t>Estos cambios representan el cambio en los recursos disponibles de la empresa. Por ejemplo, el aumento de horas de trabajo o tiempo de máquina. </a:t>
            </a:r>
          </a:p>
          <a:p>
            <a:r>
              <a:rPr lang="es-MX" sz="2000" dirty="0"/>
              <a:t>En el ejemplo visto previamente los recursos son el tiempo de mano de obra de los electricistas y de los técnicos.</a:t>
            </a:r>
          </a:p>
          <a:p>
            <a:r>
              <a:rPr lang="es-MX" sz="2000" dirty="0"/>
              <a:t>¿Cuánto debería la empresa estar dispuesta a pagar por horas adicionales? ¿ Es rentable tener electricistas o técnicos que trabajen horas extra?</a:t>
            </a:r>
          </a:p>
        </p:txBody>
      </p:sp>
      <p:sp>
        <p:nvSpPr>
          <p:cNvPr id="4" name="Marcador de posición de número de diapositiva 5">
            <a:extLst>
              <a:ext uri="{FF2B5EF4-FFF2-40B4-BE49-F238E27FC236}">
                <a16:creationId xmlns:a16="http://schemas.microsoft.com/office/drawing/2014/main" id="{C07F80DC-AD60-130E-0979-550D50E414F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14</a:t>
            </a:fld>
            <a:endParaRPr lang="es-MX" noProof="0">
              <a:latin typeface="+mn-lt"/>
            </a:endParaRPr>
          </a:p>
        </p:txBody>
      </p:sp>
    </p:spTree>
    <p:extLst>
      <p:ext uri="{BB962C8B-B14F-4D97-AF65-F5344CB8AC3E}">
        <p14:creationId xmlns:p14="http://schemas.microsoft.com/office/powerpoint/2010/main" val="3860673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p:cNvPicPr>
            <a:picLocks noChangeAspect="1"/>
          </p:cNvPicPr>
          <p:nvPr/>
        </p:nvPicPr>
        <p:blipFill rotWithShape="1">
          <a:blip r:embed="rId2">
            <a:clrChange>
              <a:clrFrom>
                <a:srgbClr val="FAFAFA"/>
              </a:clrFrom>
              <a:clrTo>
                <a:srgbClr val="FAFAFA">
                  <a:alpha val="0"/>
                </a:srgbClr>
              </a:clrTo>
            </a:clrChange>
          </a:blip>
          <a:srcRect l="26016" t="20629" r="30255" b="8344"/>
          <a:stretch/>
        </p:blipFill>
        <p:spPr>
          <a:xfrm>
            <a:off x="5914898" y="1876171"/>
            <a:ext cx="5689600" cy="4992914"/>
          </a:xfrm>
          <a:prstGeom prst="rect">
            <a:avLst/>
          </a:prstGeom>
        </p:spPr>
      </p:pic>
      <p:sp>
        <p:nvSpPr>
          <p:cNvPr id="32" name="Forma libre 31"/>
          <p:cNvSpPr/>
          <p:nvPr/>
        </p:nvSpPr>
        <p:spPr>
          <a:xfrm>
            <a:off x="6244662" y="4558528"/>
            <a:ext cx="4663440" cy="1805940"/>
          </a:xfrm>
          <a:custGeom>
            <a:avLst/>
            <a:gdLst>
              <a:gd name="connsiteX0" fmla="*/ 1844040 w 4663440"/>
              <a:gd name="connsiteY0" fmla="*/ 1805940 h 1805940"/>
              <a:gd name="connsiteX1" fmla="*/ 4663440 w 4663440"/>
              <a:gd name="connsiteY1" fmla="*/ 1790700 h 1805940"/>
              <a:gd name="connsiteX2" fmla="*/ 0 w 4663440"/>
              <a:gd name="connsiteY2" fmla="*/ 0 h 1805940"/>
              <a:gd name="connsiteX3" fmla="*/ 0 w 4663440"/>
              <a:gd name="connsiteY3" fmla="*/ 373380 h 1805940"/>
              <a:gd name="connsiteX4" fmla="*/ 1485900 w 4663440"/>
              <a:gd name="connsiteY4" fmla="*/ 944880 h 1805940"/>
              <a:gd name="connsiteX5" fmla="*/ 1844040 w 4663440"/>
              <a:gd name="connsiteY5" fmla="*/ 1805940 h 180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3440" h="1805940">
                <a:moveTo>
                  <a:pt x="1844040" y="1805940"/>
                </a:moveTo>
                <a:lnTo>
                  <a:pt x="4663440" y="1790700"/>
                </a:lnTo>
                <a:lnTo>
                  <a:pt x="0" y="0"/>
                </a:lnTo>
                <a:lnTo>
                  <a:pt x="0" y="373380"/>
                </a:lnTo>
                <a:lnTo>
                  <a:pt x="1485900" y="944880"/>
                </a:lnTo>
                <a:lnTo>
                  <a:pt x="1844040" y="1805940"/>
                </a:lnTo>
                <a:close/>
              </a:path>
            </a:pathLst>
          </a:custGeom>
          <a:solidFill>
            <a:schemeClr val="accent6">
              <a:lumMod val="40000"/>
              <a:lumOff val="60000"/>
              <a:alpha val="3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5" name="Title 4">
            <a:extLst>
              <a:ext uri="{FF2B5EF4-FFF2-40B4-BE49-F238E27FC236}">
                <a16:creationId xmlns:a16="http://schemas.microsoft.com/office/drawing/2014/main" id="{FDA89BC1-6C4E-AADC-AFAA-CBACAC249E7F}"/>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3" name="Marcador de contenido 2"/>
          <p:cNvSpPr>
            <a:spLocks noGrp="1"/>
          </p:cNvSpPr>
          <p:nvPr>
            <p:ph idx="4294967295"/>
          </p:nvPr>
        </p:nvSpPr>
        <p:spPr>
          <a:xfrm>
            <a:off x="984445" y="1397317"/>
            <a:ext cx="4711317" cy="3737392"/>
          </a:xfrm>
        </p:spPr>
        <p:txBody>
          <a:bodyPr>
            <a:normAutofit/>
          </a:bodyPr>
          <a:lstStyle/>
          <a:p>
            <a:pPr marL="0" indent="0" algn="just">
              <a:buNone/>
            </a:pPr>
            <a:r>
              <a:rPr lang="es-MX" sz="1600" dirty="0"/>
              <a:t>Suponga que se pudieran incrementar a 100 horas (20 horas extra) el tiempo de los electricistas:</a:t>
            </a:r>
          </a:p>
          <a:p>
            <a:pPr marL="0" indent="0" algn="just">
              <a:buNone/>
            </a:pPr>
            <a:endParaRPr lang="es-MX" sz="1600" dirty="0"/>
          </a:p>
          <a:p>
            <a:pPr marL="0" indent="0" algn="just">
              <a:buNone/>
            </a:pPr>
            <a:endParaRPr lang="es-MX" sz="1600" dirty="0"/>
          </a:p>
          <a:p>
            <a:pPr algn="just"/>
            <a:r>
              <a:rPr lang="es-MX" sz="1600" dirty="0"/>
              <a:t>La nueva solución con 100 horas seria (0, 25) con una utilidad de $3,000.</a:t>
            </a:r>
          </a:p>
          <a:p>
            <a:pPr algn="just"/>
            <a:r>
              <a:rPr lang="es-MX" sz="1600" dirty="0"/>
              <a:t>Anteriormente con 80 horas la solución era (0,20) y se obtenía una utilidad de $2,400.</a:t>
            </a:r>
          </a:p>
          <a:p>
            <a:pPr algn="just"/>
            <a:r>
              <a:rPr lang="es-MX" sz="1600" dirty="0"/>
              <a:t>Por lo que las 20 horas extra produjeron una utilidad extra de $600.</a:t>
            </a:r>
          </a:p>
          <a:p>
            <a:pPr algn="just"/>
            <a:r>
              <a:rPr lang="es-MX" sz="1600" dirty="0"/>
              <a:t>Por cada hora extra se obtuvo una utilidad adicional de $30.</a:t>
            </a:r>
          </a:p>
          <a:p>
            <a:pPr marL="0" indent="0" algn="just">
              <a:buNone/>
            </a:pPr>
            <a:endParaRPr lang="es-MX" sz="1600" dirty="0"/>
          </a:p>
          <a:p>
            <a:pPr algn="just"/>
            <a:endParaRPr lang="es-MX" sz="1600" dirty="0"/>
          </a:p>
          <a:p>
            <a:pPr algn="just"/>
            <a:endParaRPr lang="es-MX" sz="1600" dirty="0"/>
          </a:p>
          <a:p>
            <a:pPr algn="just"/>
            <a:endParaRPr lang="es-MX" sz="1600" dirty="0"/>
          </a:p>
        </p:txBody>
      </p:sp>
      <p:sp>
        <p:nvSpPr>
          <p:cNvPr id="4" name="Rectángulo 3"/>
          <p:cNvSpPr/>
          <p:nvPr/>
        </p:nvSpPr>
        <p:spPr>
          <a:xfrm>
            <a:off x="1709320" y="2272236"/>
            <a:ext cx="2561920" cy="400110"/>
          </a:xfrm>
          <a:prstGeom prst="rect">
            <a:avLst/>
          </a:prstGeom>
        </p:spPr>
        <p:txBody>
          <a:bodyPr wrap="none">
            <a:spAutoFit/>
          </a:bodyPr>
          <a:lstStyle/>
          <a:p>
            <a:r>
              <a:rPr lang="es-MX" sz="2000" dirty="0">
                <a:solidFill>
                  <a:schemeClr val="tx2"/>
                </a:solidFill>
              </a:rPr>
              <a:t>2 </a:t>
            </a:r>
            <a:r>
              <a:rPr lang="es-MX" sz="2000" dirty="0" err="1">
                <a:solidFill>
                  <a:schemeClr val="tx2"/>
                </a:solidFill>
              </a:rPr>
              <a:t>X1</a:t>
            </a:r>
            <a:r>
              <a:rPr lang="es-MX" sz="2000" dirty="0">
                <a:solidFill>
                  <a:schemeClr val="tx2"/>
                </a:solidFill>
              </a:rPr>
              <a:t> +   4 </a:t>
            </a:r>
            <a:r>
              <a:rPr lang="es-MX" sz="2000" dirty="0" err="1">
                <a:solidFill>
                  <a:schemeClr val="tx2"/>
                </a:solidFill>
              </a:rPr>
              <a:t>X2</a:t>
            </a:r>
            <a:r>
              <a:rPr lang="es-MX" sz="2000" dirty="0">
                <a:solidFill>
                  <a:schemeClr val="tx2"/>
                </a:solidFill>
              </a:rPr>
              <a:t> ≤ </a:t>
            </a:r>
            <a:r>
              <a:rPr lang="es-MX" sz="2000" b="1" dirty="0">
                <a:solidFill>
                  <a:srgbClr val="FF0000"/>
                </a:solidFill>
              </a:rPr>
              <a:t>100</a:t>
            </a:r>
            <a:r>
              <a:rPr lang="es-MX" sz="2000" dirty="0">
                <a:solidFill>
                  <a:schemeClr val="tx2"/>
                </a:solidFill>
              </a:rPr>
              <a:t> (</a:t>
            </a:r>
            <a:r>
              <a:rPr lang="es-MX" sz="2000" dirty="0" err="1">
                <a:solidFill>
                  <a:schemeClr val="tx2"/>
                </a:solidFill>
              </a:rPr>
              <a:t>R1</a:t>
            </a:r>
            <a:r>
              <a:rPr lang="es-MX" sz="2000" dirty="0">
                <a:solidFill>
                  <a:schemeClr val="tx2"/>
                </a:solidFill>
              </a:rPr>
              <a:t>)</a:t>
            </a:r>
          </a:p>
        </p:txBody>
      </p:sp>
      <p:sp>
        <p:nvSpPr>
          <p:cNvPr id="6" name="CuadroTexto 5"/>
          <p:cNvSpPr txBox="1"/>
          <p:nvPr/>
        </p:nvSpPr>
        <p:spPr>
          <a:xfrm rot="3968325">
            <a:off x="6423185" y="2597453"/>
            <a:ext cx="571500" cy="369332"/>
          </a:xfrm>
          <a:prstGeom prst="rect">
            <a:avLst/>
          </a:prstGeom>
          <a:noFill/>
        </p:spPr>
        <p:txBody>
          <a:bodyPr wrap="square" rtlCol="0">
            <a:spAutoFit/>
          </a:bodyPr>
          <a:lstStyle/>
          <a:p>
            <a:r>
              <a:rPr lang="es-MX" dirty="0" err="1">
                <a:solidFill>
                  <a:schemeClr val="bg1"/>
                </a:solidFill>
              </a:rPr>
              <a:t>R2</a:t>
            </a:r>
            <a:endParaRPr lang="es-MX" dirty="0">
              <a:solidFill>
                <a:schemeClr val="bg1"/>
              </a:solidFill>
            </a:endParaRPr>
          </a:p>
        </p:txBody>
      </p:sp>
      <p:sp>
        <p:nvSpPr>
          <p:cNvPr id="11" name="CuadroTexto 10"/>
          <p:cNvSpPr txBox="1"/>
          <p:nvPr/>
        </p:nvSpPr>
        <p:spPr>
          <a:xfrm>
            <a:off x="6564719" y="5274325"/>
            <a:ext cx="1058707" cy="646331"/>
          </a:xfrm>
          <a:prstGeom prst="rect">
            <a:avLst/>
          </a:prstGeom>
          <a:noFill/>
        </p:spPr>
        <p:txBody>
          <a:bodyPr wrap="square" rtlCol="0">
            <a:spAutoFit/>
          </a:bodyPr>
          <a:lstStyle/>
          <a:p>
            <a:r>
              <a:rPr lang="es-MX" dirty="0">
                <a:solidFill>
                  <a:schemeClr val="bg1"/>
                </a:solidFill>
              </a:rPr>
              <a:t>Región Factible</a:t>
            </a:r>
          </a:p>
        </p:txBody>
      </p:sp>
      <p:sp>
        <p:nvSpPr>
          <p:cNvPr id="15" name="CuadroTexto 14"/>
          <p:cNvSpPr txBox="1"/>
          <p:nvPr/>
        </p:nvSpPr>
        <p:spPr>
          <a:xfrm>
            <a:off x="11713698" y="6134074"/>
            <a:ext cx="571500" cy="369332"/>
          </a:xfrm>
          <a:prstGeom prst="rect">
            <a:avLst/>
          </a:prstGeom>
          <a:noFill/>
        </p:spPr>
        <p:txBody>
          <a:bodyPr wrap="square" rtlCol="0">
            <a:spAutoFit/>
          </a:bodyPr>
          <a:lstStyle/>
          <a:p>
            <a:r>
              <a:rPr lang="es-MX" dirty="0" err="1">
                <a:solidFill>
                  <a:schemeClr val="bg1"/>
                </a:solidFill>
              </a:rPr>
              <a:t>X1</a:t>
            </a:r>
            <a:endParaRPr lang="es-MX" dirty="0">
              <a:solidFill>
                <a:schemeClr val="bg1"/>
              </a:solidFill>
            </a:endParaRPr>
          </a:p>
        </p:txBody>
      </p:sp>
      <p:sp>
        <p:nvSpPr>
          <p:cNvPr id="16" name="CuadroTexto 15"/>
          <p:cNvSpPr txBox="1"/>
          <p:nvPr/>
        </p:nvSpPr>
        <p:spPr>
          <a:xfrm>
            <a:off x="6062538" y="1435302"/>
            <a:ext cx="571500" cy="369332"/>
          </a:xfrm>
          <a:prstGeom prst="rect">
            <a:avLst/>
          </a:prstGeom>
          <a:noFill/>
        </p:spPr>
        <p:txBody>
          <a:bodyPr wrap="square" rtlCol="0">
            <a:spAutoFit/>
          </a:bodyPr>
          <a:lstStyle/>
          <a:p>
            <a:r>
              <a:rPr lang="es-MX" dirty="0" err="1">
                <a:solidFill>
                  <a:schemeClr val="bg1"/>
                </a:solidFill>
              </a:rPr>
              <a:t>X2</a:t>
            </a:r>
            <a:endParaRPr lang="es-MX" dirty="0">
              <a:solidFill>
                <a:schemeClr val="bg1"/>
              </a:solidFill>
            </a:endParaRPr>
          </a:p>
        </p:txBody>
      </p:sp>
      <p:sp>
        <p:nvSpPr>
          <p:cNvPr id="19" name="CuadroTexto 18"/>
          <p:cNvSpPr txBox="1"/>
          <p:nvPr/>
        </p:nvSpPr>
        <p:spPr>
          <a:xfrm rot="1349365">
            <a:off x="6157454" y="4999294"/>
            <a:ext cx="2256558" cy="369332"/>
          </a:xfrm>
          <a:prstGeom prst="rect">
            <a:avLst/>
          </a:prstGeom>
          <a:noFill/>
        </p:spPr>
        <p:txBody>
          <a:bodyPr wrap="square" rtlCol="0">
            <a:spAutoFit/>
          </a:bodyPr>
          <a:lstStyle/>
          <a:p>
            <a:r>
              <a:rPr lang="es-MX" dirty="0" err="1">
                <a:solidFill>
                  <a:schemeClr val="bg1"/>
                </a:solidFill>
              </a:rPr>
              <a:t>R1</a:t>
            </a:r>
            <a:r>
              <a:rPr lang="es-MX" dirty="0">
                <a:solidFill>
                  <a:schemeClr val="bg1"/>
                </a:solidFill>
              </a:rPr>
              <a:t>  </a:t>
            </a:r>
            <a:r>
              <a:rPr lang="es-MX" sz="1400" dirty="0">
                <a:solidFill>
                  <a:schemeClr val="bg1"/>
                </a:solidFill>
              </a:rPr>
              <a:t>Restricción activa</a:t>
            </a:r>
          </a:p>
        </p:txBody>
      </p:sp>
      <p:sp>
        <p:nvSpPr>
          <p:cNvPr id="20" name="CuadroTexto 19"/>
          <p:cNvSpPr txBox="1"/>
          <p:nvPr/>
        </p:nvSpPr>
        <p:spPr>
          <a:xfrm rot="3886484">
            <a:off x="6198359" y="3535565"/>
            <a:ext cx="1762129" cy="307777"/>
          </a:xfrm>
          <a:prstGeom prst="rect">
            <a:avLst/>
          </a:prstGeom>
          <a:noFill/>
        </p:spPr>
        <p:txBody>
          <a:bodyPr wrap="square" rtlCol="0">
            <a:spAutoFit/>
          </a:bodyPr>
          <a:lstStyle/>
          <a:p>
            <a:r>
              <a:rPr lang="es-MX" sz="1400" dirty="0">
                <a:solidFill>
                  <a:schemeClr val="bg1"/>
                </a:solidFill>
              </a:rPr>
              <a:t>Restricción inactiva</a:t>
            </a:r>
          </a:p>
        </p:txBody>
      </p:sp>
      <p:sp>
        <p:nvSpPr>
          <p:cNvPr id="24" name="Rectángulo 23"/>
          <p:cNvSpPr/>
          <p:nvPr/>
        </p:nvSpPr>
        <p:spPr>
          <a:xfrm>
            <a:off x="1006595" y="5219199"/>
            <a:ext cx="4711318" cy="1569660"/>
          </a:xfrm>
          <a:prstGeom prst="rect">
            <a:avLst/>
          </a:prstGeom>
        </p:spPr>
        <p:txBody>
          <a:bodyPr wrap="square">
            <a:spAutoFit/>
          </a:bodyPr>
          <a:lstStyle/>
          <a:p>
            <a:pPr algn="just"/>
            <a:r>
              <a:rPr lang="es-MX" sz="1600" dirty="0">
                <a:solidFill>
                  <a:schemeClr val="bg1"/>
                </a:solidFill>
              </a:rPr>
              <a:t>Los </a:t>
            </a:r>
            <a:r>
              <a:rPr lang="es-MX" sz="1600" b="1" dirty="0">
                <a:solidFill>
                  <a:schemeClr val="bg1"/>
                </a:solidFill>
              </a:rPr>
              <a:t>$30 </a:t>
            </a:r>
            <a:r>
              <a:rPr lang="es-MX" sz="1600" dirty="0">
                <a:solidFill>
                  <a:schemeClr val="bg1"/>
                </a:solidFill>
              </a:rPr>
              <a:t>que se generan en la utilidad por cada hora extra se le llama </a:t>
            </a:r>
            <a:r>
              <a:rPr lang="es-MX" sz="1600" b="1" dirty="0">
                <a:solidFill>
                  <a:schemeClr val="bg1"/>
                </a:solidFill>
              </a:rPr>
              <a:t>precio dual o precio sombra</a:t>
            </a:r>
            <a:r>
              <a:rPr lang="es-MX" sz="1600" dirty="0">
                <a:solidFill>
                  <a:schemeClr val="bg1"/>
                </a:solidFill>
              </a:rPr>
              <a:t>.</a:t>
            </a:r>
          </a:p>
          <a:p>
            <a:pPr algn="just"/>
            <a:r>
              <a:rPr lang="es-MX" sz="1600" dirty="0">
                <a:solidFill>
                  <a:schemeClr val="bg1"/>
                </a:solidFill>
              </a:rPr>
              <a:t>El </a:t>
            </a:r>
            <a:r>
              <a:rPr lang="es-MX" sz="1600" b="1" dirty="0">
                <a:solidFill>
                  <a:schemeClr val="bg1"/>
                </a:solidFill>
              </a:rPr>
              <a:t>precio dual o precio sombra </a:t>
            </a:r>
            <a:r>
              <a:rPr lang="es-MX" sz="1600" dirty="0">
                <a:solidFill>
                  <a:schemeClr val="bg1"/>
                </a:solidFill>
              </a:rPr>
              <a:t>para una restricción es la mejora en el valor de la función objetivo que resulta de un aumento de una unidad en el lado derecho de la restricción.</a:t>
            </a:r>
          </a:p>
        </p:txBody>
      </p:sp>
      <p:cxnSp>
        <p:nvCxnSpPr>
          <p:cNvPr id="27" name="Conector recto 26"/>
          <p:cNvCxnSpPr>
            <a:cxnSpLocks/>
          </p:cNvCxnSpPr>
          <p:nvPr/>
        </p:nvCxnSpPr>
        <p:spPr>
          <a:xfrm flipH="1" flipV="1">
            <a:off x="6252696" y="4552083"/>
            <a:ext cx="4678266" cy="1797145"/>
          </a:xfrm>
          <a:prstGeom prst="line">
            <a:avLst/>
          </a:prstGeom>
          <a:ln>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212659" y="4917132"/>
            <a:ext cx="46800" cy="46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33" name="Elipse 32"/>
          <p:cNvSpPr/>
          <p:nvPr/>
        </p:nvSpPr>
        <p:spPr>
          <a:xfrm>
            <a:off x="6235519" y="4528512"/>
            <a:ext cx="46800" cy="468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35" name="Rectángulo 34"/>
          <p:cNvSpPr/>
          <p:nvPr/>
        </p:nvSpPr>
        <p:spPr>
          <a:xfrm rot="1362994">
            <a:off x="7818522" y="5181879"/>
            <a:ext cx="1580882" cy="307777"/>
          </a:xfrm>
          <a:prstGeom prst="rect">
            <a:avLst/>
          </a:prstGeom>
        </p:spPr>
        <p:txBody>
          <a:bodyPr wrap="square">
            <a:spAutoFit/>
          </a:bodyPr>
          <a:lstStyle/>
          <a:p>
            <a:r>
              <a:rPr lang="es-MX" sz="1400" dirty="0">
                <a:solidFill>
                  <a:schemeClr val="bg1"/>
                </a:solidFill>
              </a:rPr>
              <a:t>2 </a:t>
            </a:r>
            <a:r>
              <a:rPr lang="es-MX" sz="1400" dirty="0" err="1">
                <a:solidFill>
                  <a:schemeClr val="bg1"/>
                </a:solidFill>
              </a:rPr>
              <a:t>X1</a:t>
            </a:r>
            <a:r>
              <a:rPr lang="es-MX" sz="1400" dirty="0">
                <a:solidFill>
                  <a:schemeClr val="bg1"/>
                </a:solidFill>
              </a:rPr>
              <a:t> +   4 </a:t>
            </a:r>
            <a:r>
              <a:rPr lang="es-MX" sz="1400" dirty="0" err="1">
                <a:solidFill>
                  <a:schemeClr val="bg1"/>
                </a:solidFill>
              </a:rPr>
              <a:t>X2</a:t>
            </a:r>
            <a:r>
              <a:rPr lang="es-MX" sz="1400" dirty="0">
                <a:solidFill>
                  <a:schemeClr val="bg1"/>
                </a:solidFill>
              </a:rPr>
              <a:t> ≤ </a:t>
            </a:r>
            <a:r>
              <a:rPr lang="es-MX" sz="1400" b="1" dirty="0">
                <a:solidFill>
                  <a:schemeClr val="bg1"/>
                </a:solidFill>
              </a:rPr>
              <a:t>100</a:t>
            </a:r>
            <a:r>
              <a:rPr lang="es-MX" sz="1400" dirty="0">
                <a:solidFill>
                  <a:schemeClr val="bg1"/>
                </a:solidFill>
              </a:rPr>
              <a:t> </a:t>
            </a:r>
          </a:p>
        </p:txBody>
      </p:sp>
      <p:sp>
        <p:nvSpPr>
          <p:cNvPr id="36" name="Rectángulo 35"/>
          <p:cNvSpPr/>
          <p:nvPr/>
        </p:nvSpPr>
        <p:spPr>
          <a:xfrm rot="1362994">
            <a:off x="8229374" y="5738083"/>
            <a:ext cx="1484702" cy="307777"/>
          </a:xfrm>
          <a:prstGeom prst="rect">
            <a:avLst/>
          </a:prstGeom>
        </p:spPr>
        <p:txBody>
          <a:bodyPr wrap="square">
            <a:spAutoFit/>
          </a:bodyPr>
          <a:lstStyle/>
          <a:p>
            <a:r>
              <a:rPr lang="es-MX" sz="1400" dirty="0">
                <a:solidFill>
                  <a:schemeClr val="bg1"/>
                </a:solidFill>
              </a:rPr>
              <a:t>2 </a:t>
            </a:r>
            <a:r>
              <a:rPr lang="es-MX" sz="1400" dirty="0" err="1">
                <a:solidFill>
                  <a:schemeClr val="bg1"/>
                </a:solidFill>
              </a:rPr>
              <a:t>X1</a:t>
            </a:r>
            <a:r>
              <a:rPr lang="es-MX" sz="1400" dirty="0">
                <a:solidFill>
                  <a:schemeClr val="bg1"/>
                </a:solidFill>
              </a:rPr>
              <a:t> +   4 </a:t>
            </a:r>
            <a:r>
              <a:rPr lang="es-MX" sz="1400" dirty="0" err="1">
                <a:solidFill>
                  <a:schemeClr val="bg1"/>
                </a:solidFill>
              </a:rPr>
              <a:t>X2</a:t>
            </a:r>
            <a:r>
              <a:rPr lang="es-MX" sz="1400" dirty="0">
                <a:solidFill>
                  <a:schemeClr val="bg1"/>
                </a:solidFill>
              </a:rPr>
              <a:t> ≤ </a:t>
            </a:r>
            <a:r>
              <a:rPr lang="es-MX" sz="1400" b="1" dirty="0">
                <a:solidFill>
                  <a:schemeClr val="bg1"/>
                </a:solidFill>
              </a:rPr>
              <a:t>80</a:t>
            </a:r>
            <a:r>
              <a:rPr lang="es-MX" sz="1400" dirty="0">
                <a:solidFill>
                  <a:schemeClr val="bg1"/>
                </a:solidFill>
              </a:rPr>
              <a:t> </a:t>
            </a:r>
          </a:p>
        </p:txBody>
      </p:sp>
      <p:sp>
        <p:nvSpPr>
          <p:cNvPr id="37" name="CuadroTexto 36"/>
          <p:cNvSpPr txBox="1"/>
          <p:nvPr/>
        </p:nvSpPr>
        <p:spPr>
          <a:xfrm>
            <a:off x="8951210" y="3734258"/>
            <a:ext cx="2724549" cy="923330"/>
          </a:xfrm>
          <a:prstGeom prst="rect">
            <a:avLst/>
          </a:prstGeom>
          <a:noFill/>
        </p:spPr>
        <p:txBody>
          <a:bodyPr wrap="square" rtlCol="0">
            <a:spAutoFit/>
          </a:bodyPr>
          <a:lstStyle/>
          <a:p>
            <a:r>
              <a:rPr lang="es-MX" dirty="0">
                <a:solidFill>
                  <a:schemeClr val="bg1"/>
                </a:solidFill>
              </a:rPr>
              <a:t>Solución:</a:t>
            </a:r>
          </a:p>
          <a:p>
            <a:r>
              <a:rPr lang="es-MX" dirty="0">
                <a:solidFill>
                  <a:schemeClr val="bg1"/>
                </a:solidFill>
              </a:rPr>
              <a:t>Actual: (0, 20) Z=2400</a:t>
            </a:r>
          </a:p>
          <a:p>
            <a:r>
              <a:rPr lang="es-MX" dirty="0">
                <a:solidFill>
                  <a:schemeClr val="bg1"/>
                </a:solidFill>
              </a:rPr>
              <a:t>Nueva: (0,25) Z=3000</a:t>
            </a:r>
          </a:p>
        </p:txBody>
      </p:sp>
      <p:pic>
        <p:nvPicPr>
          <p:cNvPr id="38" name="Imagen 37"/>
          <p:cNvPicPr>
            <a:picLocks noChangeAspect="1"/>
          </p:cNvPicPr>
          <p:nvPr/>
        </p:nvPicPr>
        <p:blipFill>
          <a:blip r:embed="rId3"/>
          <a:stretch>
            <a:fillRect/>
          </a:stretch>
        </p:blipFill>
        <p:spPr>
          <a:xfrm>
            <a:off x="6725033" y="1823980"/>
            <a:ext cx="3049342" cy="1402109"/>
          </a:xfrm>
          <a:prstGeom prst="rect">
            <a:avLst/>
          </a:prstGeom>
        </p:spPr>
      </p:pic>
      <p:sp>
        <p:nvSpPr>
          <p:cNvPr id="8" name="Marcador de posición de número de diapositiva 5">
            <a:extLst>
              <a:ext uri="{FF2B5EF4-FFF2-40B4-BE49-F238E27FC236}">
                <a16:creationId xmlns:a16="http://schemas.microsoft.com/office/drawing/2014/main" id="{69504F3F-AB8D-30CF-1F4B-F3C0A36223BC}"/>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15</a:t>
            </a:fld>
            <a:endParaRPr lang="es-MX" noProof="0">
              <a:latin typeface="+mn-lt"/>
            </a:endParaRPr>
          </a:p>
        </p:txBody>
      </p:sp>
    </p:spTree>
    <p:extLst>
      <p:ext uri="{BB962C8B-B14F-4D97-AF65-F5344CB8AC3E}">
        <p14:creationId xmlns:p14="http://schemas.microsoft.com/office/powerpoint/2010/main" val="2589396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4B1CAD-37C9-7306-C2FD-3814F004D5E5}"/>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3" name="Marcador de contenido 2"/>
          <p:cNvSpPr>
            <a:spLocks noGrp="1"/>
          </p:cNvSpPr>
          <p:nvPr>
            <p:ph idx="4294967295"/>
          </p:nvPr>
        </p:nvSpPr>
        <p:spPr>
          <a:xfrm>
            <a:off x="952500" y="1690688"/>
            <a:ext cx="9270023" cy="4651497"/>
          </a:xfrm>
        </p:spPr>
        <p:txBody>
          <a:bodyPr>
            <a:normAutofit/>
          </a:bodyPr>
          <a:lstStyle/>
          <a:p>
            <a:r>
              <a:rPr lang="es-MX" sz="2000" dirty="0"/>
              <a:t>LINGO también nos proporciona el precio dual de cada una de las restricciones al momento de resolver el modelo.</a:t>
            </a:r>
          </a:p>
          <a:p>
            <a:endParaRPr lang="es-MX" sz="2000" dirty="0"/>
          </a:p>
          <a:p>
            <a:endParaRPr lang="es-MX" sz="2000" dirty="0"/>
          </a:p>
          <a:p>
            <a:endParaRPr lang="es-MX" sz="2000" dirty="0"/>
          </a:p>
          <a:p>
            <a:endParaRPr lang="es-MX" sz="2000" dirty="0"/>
          </a:p>
          <a:p>
            <a:r>
              <a:rPr lang="es-MX" sz="2000" dirty="0"/>
              <a:t>En esta caso el precio dual de R2 es de $0 porque en la solución optima sólo se utilizan 20 horas de las 60 disponibles, por lo que conviene mejor reducir hasta 40 horas el tiempo de técnicos.</a:t>
            </a:r>
          </a:p>
          <a:p>
            <a:endParaRPr lang="es-MX" sz="2000" dirty="0"/>
          </a:p>
          <a:p>
            <a:r>
              <a:rPr lang="es-MX" sz="2000" dirty="0"/>
              <a:t>Desafortunadamente no se pueden incrementar la capacidad de manera indefinida generando siempre un incremento en la utilidad, llega un punto en el que aumentar las horas ya no produce un incremento en la utilidad.</a:t>
            </a:r>
          </a:p>
        </p:txBody>
      </p:sp>
      <p:pic>
        <p:nvPicPr>
          <p:cNvPr id="4" name="Imagen 3"/>
          <p:cNvPicPr>
            <a:picLocks noChangeAspect="1"/>
          </p:cNvPicPr>
          <p:nvPr/>
        </p:nvPicPr>
        <p:blipFill rotWithShape="1">
          <a:blip r:embed="rId2"/>
          <a:srcRect l="14750" t="48160" r="46333" b="42014"/>
          <a:stretch/>
        </p:blipFill>
        <p:spPr>
          <a:xfrm>
            <a:off x="1329955" y="2275999"/>
            <a:ext cx="8413313" cy="1153001"/>
          </a:xfrm>
          <a:prstGeom prst="rect">
            <a:avLst/>
          </a:prstGeom>
        </p:spPr>
      </p:pic>
      <p:sp>
        <p:nvSpPr>
          <p:cNvPr id="5" name="Rectángulo 4"/>
          <p:cNvSpPr/>
          <p:nvPr/>
        </p:nvSpPr>
        <p:spPr>
          <a:xfrm>
            <a:off x="7669796" y="2773680"/>
            <a:ext cx="1645920" cy="5791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7" name="Conector recto de flecha 6"/>
          <p:cNvCxnSpPr/>
          <p:nvPr/>
        </p:nvCxnSpPr>
        <p:spPr>
          <a:xfrm flipV="1">
            <a:off x="6008636" y="3352800"/>
            <a:ext cx="30480" cy="304800"/>
          </a:xfrm>
          <a:prstGeom prst="straightConnector1">
            <a:avLst/>
          </a:prstGeom>
          <a:ln>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 name="Conector recto de flecha 5"/>
          <p:cNvCxnSpPr/>
          <p:nvPr/>
        </p:nvCxnSpPr>
        <p:spPr>
          <a:xfrm flipH="1" flipV="1">
            <a:off x="2164768" y="2894065"/>
            <a:ext cx="324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p:cNvCxnSpPr/>
          <p:nvPr/>
        </p:nvCxnSpPr>
        <p:spPr>
          <a:xfrm flipH="1" flipV="1">
            <a:off x="2164768" y="3156531"/>
            <a:ext cx="3240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p:cNvSpPr txBox="1"/>
          <p:nvPr/>
        </p:nvSpPr>
        <p:spPr>
          <a:xfrm>
            <a:off x="201282" y="2725253"/>
            <a:ext cx="1963486" cy="369332"/>
          </a:xfrm>
          <a:prstGeom prst="rect">
            <a:avLst/>
          </a:prstGeom>
          <a:noFill/>
        </p:spPr>
        <p:txBody>
          <a:bodyPr wrap="none" rtlCol="0">
            <a:spAutoFit/>
          </a:bodyPr>
          <a:lstStyle/>
          <a:p>
            <a:r>
              <a:rPr lang="es-MX" dirty="0">
                <a:solidFill>
                  <a:schemeClr val="bg1"/>
                </a:solidFill>
              </a:rPr>
              <a:t>Restricción activa</a:t>
            </a:r>
          </a:p>
        </p:txBody>
      </p:sp>
      <p:sp>
        <p:nvSpPr>
          <p:cNvPr id="11" name="CuadroTexto 10"/>
          <p:cNvSpPr txBox="1"/>
          <p:nvPr/>
        </p:nvSpPr>
        <p:spPr>
          <a:xfrm>
            <a:off x="16970" y="2953174"/>
            <a:ext cx="2144626" cy="369332"/>
          </a:xfrm>
          <a:prstGeom prst="rect">
            <a:avLst/>
          </a:prstGeom>
          <a:noFill/>
        </p:spPr>
        <p:txBody>
          <a:bodyPr wrap="none" rtlCol="0">
            <a:spAutoFit/>
          </a:bodyPr>
          <a:lstStyle/>
          <a:p>
            <a:r>
              <a:rPr lang="es-MX" dirty="0">
                <a:solidFill>
                  <a:schemeClr val="bg1"/>
                </a:solidFill>
              </a:rPr>
              <a:t>Restricción inactiva</a:t>
            </a:r>
          </a:p>
        </p:txBody>
      </p:sp>
      <p:sp>
        <p:nvSpPr>
          <p:cNvPr id="14" name="Marcador de posición de número de diapositiva 5">
            <a:extLst>
              <a:ext uri="{FF2B5EF4-FFF2-40B4-BE49-F238E27FC236}">
                <a16:creationId xmlns:a16="http://schemas.microsoft.com/office/drawing/2014/main" id="{73FD0328-B3D6-702D-AD04-CC889DAF9F9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16</a:t>
            </a:fld>
            <a:endParaRPr lang="es-MX" noProof="0">
              <a:latin typeface="+mn-lt"/>
            </a:endParaRPr>
          </a:p>
        </p:txBody>
      </p:sp>
    </p:spTree>
    <p:extLst>
      <p:ext uri="{BB962C8B-B14F-4D97-AF65-F5344CB8AC3E}">
        <p14:creationId xmlns:p14="http://schemas.microsoft.com/office/powerpoint/2010/main" val="4050741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441DCD8-5799-F7C6-FA42-A6570864835A}"/>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3" name="Marcador de contenido 2"/>
          <p:cNvSpPr>
            <a:spLocks noGrp="1"/>
          </p:cNvSpPr>
          <p:nvPr>
            <p:ph idx="4294967295"/>
          </p:nvPr>
        </p:nvSpPr>
        <p:spPr>
          <a:xfrm>
            <a:off x="952500" y="1463039"/>
            <a:ext cx="9586546" cy="5029836"/>
          </a:xfrm>
        </p:spPr>
        <p:txBody>
          <a:bodyPr>
            <a:normAutofit fontScale="92500" lnSpcReduction="20000"/>
          </a:bodyPr>
          <a:lstStyle/>
          <a:p>
            <a:r>
              <a:rPr lang="es-MX" sz="2400" dirty="0"/>
              <a:t>LINGO también nos proporciona esta información en el análisis de sensibilidad.</a:t>
            </a:r>
          </a:p>
          <a:p>
            <a:endParaRPr lang="es-MX" sz="2400" dirty="0"/>
          </a:p>
          <a:p>
            <a:endParaRPr lang="es-MX" sz="2400" dirty="0"/>
          </a:p>
          <a:p>
            <a:endParaRPr lang="es-MX" sz="2400" dirty="0"/>
          </a:p>
          <a:p>
            <a:endParaRPr lang="es-MX" sz="2400" dirty="0"/>
          </a:p>
          <a:p>
            <a:endParaRPr lang="es-MX" sz="2400" dirty="0"/>
          </a:p>
          <a:p>
            <a:endParaRPr lang="es-MX" sz="2400" dirty="0"/>
          </a:p>
          <a:p>
            <a:endParaRPr lang="es-MX" sz="2400" dirty="0"/>
          </a:p>
          <a:p>
            <a:endParaRPr lang="es-MX" sz="2400" dirty="0"/>
          </a:p>
          <a:p>
            <a:endParaRPr lang="es-MX" sz="2400" dirty="0"/>
          </a:p>
          <a:p>
            <a:endParaRPr lang="es-MX" sz="2400" dirty="0"/>
          </a:p>
          <a:p>
            <a:r>
              <a:rPr lang="es-MX" sz="2400" dirty="0"/>
              <a:t>En este caso sólo se puede incrementar la capacidad del tiempo de electricistas hasta 160 horas más (total de 240 horas), si se aumentara más la capacidad, la utilidad ya no podría mejorar.</a:t>
            </a:r>
          </a:p>
          <a:p>
            <a:endParaRPr lang="es-MX" sz="2400" dirty="0"/>
          </a:p>
          <a:p>
            <a:endParaRPr lang="es-MX" sz="2400" dirty="0"/>
          </a:p>
        </p:txBody>
      </p:sp>
      <p:pic>
        <p:nvPicPr>
          <p:cNvPr id="4" name="Imagen 3"/>
          <p:cNvPicPr>
            <a:picLocks noChangeAspect="1"/>
          </p:cNvPicPr>
          <p:nvPr/>
        </p:nvPicPr>
        <p:blipFill rotWithShape="1">
          <a:blip r:embed="rId2"/>
          <a:srcRect l="10833" t="57985" r="44500" b="11151"/>
          <a:stretch/>
        </p:blipFill>
        <p:spPr>
          <a:xfrm>
            <a:off x="871532" y="2189871"/>
            <a:ext cx="8168640" cy="3063240"/>
          </a:xfrm>
          <a:prstGeom prst="rect">
            <a:avLst/>
          </a:prstGeom>
        </p:spPr>
      </p:pic>
      <p:sp>
        <p:nvSpPr>
          <p:cNvPr id="5" name="Rectángulo 4"/>
          <p:cNvSpPr/>
          <p:nvPr/>
        </p:nvSpPr>
        <p:spPr>
          <a:xfrm>
            <a:off x="6162513" y="4673990"/>
            <a:ext cx="902826" cy="20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cxnSp>
        <p:nvCxnSpPr>
          <p:cNvPr id="6" name="Conector recto de flecha 5"/>
          <p:cNvCxnSpPr/>
          <p:nvPr/>
        </p:nvCxnSpPr>
        <p:spPr>
          <a:xfrm flipV="1">
            <a:off x="8627920" y="4766396"/>
            <a:ext cx="32409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p:cNvCxnSpPr/>
          <p:nvPr/>
        </p:nvCxnSpPr>
        <p:spPr>
          <a:xfrm flipV="1">
            <a:off x="8630170" y="4976346"/>
            <a:ext cx="32409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a:off x="8952011" y="4512810"/>
            <a:ext cx="3141116" cy="369332"/>
          </a:xfrm>
          <a:prstGeom prst="rect">
            <a:avLst/>
          </a:prstGeom>
          <a:noFill/>
        </p:spPr>
        <p:txBody>
          <a:bodyPr wrap="none" rtlCol="0">
            <a:spAutoFit/>
          </a:bodyPr>
          <a:lstStyle/>
          <a:p>
            <a:r>
              <a:rPr lang="es-MX" dirty="0">
                <a:solidFill>
                  <a:schemeClr val="bg1"/>
                </a:solidFill>
              </a:rPr>
              <a:t>Mejora o disminuye la utilidad</a:t>
            </a:r>
          </a:p>
        </p:txBody>
      </p:sp>
      <p:sp>
        <p:nvSpPr>
          <p:cNvPr id="9" name="CuadroTexto 8"/>
          <p:cNvSpPr txBox="1"/>
          <p:nvPr/>
        </p:nvSpPr>
        <p:spPr>
          <a:xfrm>
            <a:off x="8952010" y="4802451"/>
            <a:ext cx="3239990" cy="369332"/>
          </a:xfrm>
          <a:prstGeom prst="rect">
            <a:avLst/>
          </a:prstGeom>
          <a:noFill/>
        </p:spPr>
        <p:txBody>
          <a:bodyPr wrap="none" rtlCol="0">
            <a:spAutoFit/>
          </a:bodyPr>
          <a:lstStyle/>
          <a:p>
            <a:r>
              <a:rPr lang="es-MX" dirty="0">
                <a:solidFill>
                  <a:schemeClr val="bg1"/>
                </a:solidFill>
              </a:rPr>
              <a:t>Se mantiene la solución actual</a:t>
            </a:r>
          </a:p>
        </p:txBody>
      </p:sp>
      <p:sp>
        <p:nvSpPr>
          <p:cNvPr id="2" name="CuadroTexto 1"/>
          <p:cNvSpPr txBox="1"/>
          <p:nvPr/>
        </p:nvSpPr>
        <p:spPr>
          <a:xfrm>
            <a:off x="2852" y="4254891"/>
            <a:ext cx="1976310" cy="369332"/>
          </a:xfrm>
          <a:prstGeom prst="rect">
            <a:avLst/>
          </a:prstGeom>
          <a:noFill/>
        </p:spPr>
        <p:txBody>
          <a:bodyPr wrap="none" rtlCol="0">
            <a:spAutoFit/>
          </a:bodyPr>
          <a:lstStyle/>
          <a:p>
            <a:r>
              <a:rPr lang="es-MX" dirty="0">
                <a:solidFill>
                  <a:schemeClr val="bg1"/>
                </a:solidFill>
              </a:rPr>
              <a:t>Restricción Activa</a:t>
            </a:r>
          </a:p>
        </p:txBody>
      </p:sp>
      <p:sp>
        <p:nvSpPr>
          <p:cNvPr id="10" name="CuadroTexto 9"/>
          <p:cNvSpPr txBox="1"/>
          <p:nvPr/>
        </p:nvSpPr>
        <p:spPr>
          <a:xfrm>
            <a:off x="2852" y="4882142"/>
            <a:ext cx="2149435" cy="369332"/>
          </a:xfrm>
          <a:prstGeom prst="rect">
            <a:avLst/>
          </a:prstGeom>
          <a:noFill/>
        </p:spPr>
        <p:txBody>
          <a:bodyPr wrap="none" rtlCol="0">
            <a:spAutoFit/>
          </a:bodyPr>
          <a:lstStyle/>
          <a:p>
            <a:r>
              <a:rPr lang="es-MX" dirty="0">
                <a:solidFill>
                  <a:schemeClr val="bg1"/>
                </a:solidFill>
              </a:rPr>
              <a:t>Restricción Inactiva</a:t>
            </a:r>
          </a:p>
        </p:txBody>
      </p:sp>
      <p:cxnSp>
        <p:nvCxnSpPr>
          <p:cNvPr id="12" name="Conector recto de flecha 11"/>
          <p:cNvCxnSpPr>
            <a:stCxn id="2" idx="3"/>
          </p:cNvCxnSpPr>
          <p:nvPr/>
        </p:nvCxnSpPr>
        <p:spPr>
          <a:xfrm>
            <a:off x="1979162" y="4439557"/>
            <a:ext cx="318482" cy="2579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a:stCxn id="10" idx="3"/>
          </p:cNvCxnSpPr>
          <p:nvPr/>
        </p:nvCxnSpPr>
        <p:spPr>
          <a:xfrm flipV="1">
            <a:off x="2152287" y="4987118"/>
            <a:ext cx="75019" cy="796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Marcador de posición de número de diapositiva 5">
            <a:extLst>
              <a:ext uri="{FF2B5EF4-FFF2-40B4-BE49-F238E27FC236}">
                <a16:creationId xmlns:a16="http://schemas.microsoft.com/office/drawing/2014/main" id="{6D138710-A395-A9AF-0E76-B536A43A5AD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17</a:t>
            </a:fld>
            <a:endParaRPr lang="es-MX" noProof="0">
              <a:latin typeface="+mn-lt"/>
            </a:endParaRPr>
          </a:p>
        </p:txBody>
      </p:sp>
    </p:spTree>
    <p:extLst>
      <p:ext uri="{BB962C8B-B14F-4D97-AF65-F5344CB8AC3E}">
        <p14:creationId xmlns:p14="http://schemas.microsoft.com/office/powerpoint/2010/main" val="2958506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p:cNvSpPr/>
          <p:nvPr/>
        </p:nvSpPr>
        <p:spPr>
          <a:xfrm>
            <a:off x="20062" y="4828589"/>
            <a:ext cx="3000774" cy="1077218"/>
          </a:xfrm>
          <a:prstGeom prst="rect">
            <a:avLst/>
          </a:prstGeom>
        </p:spPr>
        <p:txBody>
          <a:bodyPr wrap="square">
            <a:spAutoFit/>
          </a:bodyPr>
          <a:lstStyle/>
          <a:p>
            <a:r>
              <a:rPr lang="es-MX" sz="1600" dirty="0">
                <a:solidFill>
                  <a:schemeClr val="bg1"/>
                </a:solidFill>
              </a:rPr>
              <a:t>Maximizar  Z= 50 </a:t>
            </a:r>
            <a:r>
              <a:rPr lang="es-MX" sz="1600" dirty="0" err="1">
                <a:solidFill>
                  <a:schemeClr val="bg1"/>
                </a:solidFill>
              </a:rPr>
              <a:t>X1</a:t>
            </a:r>
            <a:r>
              <a:rPr lang="es-MX" sz="1600" dirty="0">
                <a:solidFill>
                  <a:schemeClr val="bg1"/>
                </a:solidFill>
              </a:rPr>
              <a:t> + 120 </a:t>
            </a:r>
            <a:r>
              <a:rPr lang="es-MX" sz="1600" dirty="0" err="1">
                <a:solidFill>
                  <a:schemeClr val="bg1"/>
                </a:solidFill>
              </a:rPr>
              <a:t>X2</a:t>
            </a:r>
            <a:r>
              <a:rPr lang="es-MX" sz="1600" dirty="0">
                <a:solidFill>
                  <a:schemeClr val="bg1"/>
                </a:solidFill>
              </a:rPr>
              <a:t> </a:t>
            </a:r>
          </a:p>
          <a:p>
            <a:r>
              <a:rPr lang="es-MX" sz="1600" dirty="0">
                <a:solidFill>
                  <a:schemeClr val="bg1"/>
                </a:solidFill>
              </a:rPr>
              <a:t>Sujeto a:      2 </a:t>
            </a:r>
            <a:r>
              <a:rPr lang="es-MX" sz="1600" dirty="0" err="1">
                <a:solidFill>
                  <a:schemeClr val="bg1"/>
                </a:solidFill>
              </a:rPr>
              <a:t>X1</a:t>
            </a:r>
            <a:r>
              <a:rPr lang="es-MX" sz="1600" dirty="0">
                <a:solidFill>
                  <a:schemeClr val="bg1"/>
                </a:solidFill>
              </a:rPr>
              <a:t> +   4 </a:t>
            </a:r>
            <a:r>
              <a:rPr lang="es-MX" sz="1600" dirty="0" err="1">
                <a:solidFill>
                  <a:schemeClr val="bg1"/>
                </a:solidFill>
              </a:rPr>
              <a:t>X2</a:t>
            </a:r>
            <a:r>
              <a:rPr lang="es-MX" sz="1600" dirty="0">
                <a:solidFill>
                  <a:schemeClr val="bg1"/>
                </a:solidFill>
              </a:rPr>
              <a:t> ≤ 80</a:t>
            </a:r>
          </a:p>
          <a:p>
            <a:r>
              <a:rPr lang="es-MX" sz="1600" dirty="0">
                <a:solidFill>
                  <a:schemeClr val="bg1"/>
                </a:solidFill>
              </a:rPr>
              <a:t>                      3 </a:t>
            </a:r>
            <a:r>
              <a:rPr lang="es-MX" sz="1600" dirty="0" err="1">
                <a:solidFill>
                  <a:schemeClr val="bg1"/>
                </a:solidFill>
              </a:rPr>
              <a:t>X1</a:t>
            </a:r>
            <a:r>
              <a:rPr lang="es-MX" sz="1600" dirty="0">
                <a:solidFill>
                  <a:schemeClr val="bg1"/>
                </a:solidFill>
              </a:rPr>
              <a:t> +   1 </a:t>
            </a:r>
            <a:r>
              <a:rPr lang="es-MX" sz="1600" dirty="0" err="1">
                <a:solidFill>
                  <a:schemeClr val="bg1"/>
                </a:solidFill>
              </a:rPr>
              <a:t>X2</a:t>
            </a:r>
            <a:r>
              <a:rPr lang="es-MX" sz="1600" dirty="0">
                <a:solidFill>
                  <a:schemeClr val="bg1"/>
                </a:solidFill>
              </a:rPr>
              <a:t> ≤ 60</a:t>
            </a:r>
          </a:p>
          <a:p>
            <a:r>
              <a:rPr lang="es-MX" sz="1600" dirty="0">
                <a:solidFill>
                  <a:schemeClr val="bg1"/>
                </a:solidFill>
              </a:rPr>
              <a:t>                          </a:t>
            </a:r>
            <a:r>
              <a:rPr lang="es-MX" sz="1600" dirty="0" err="1">
                <a:solidFill>
                  <a:schemeClr val="bg1"/>
                </a:solidFill>
              </a:rPr>
              <a:t>X1</a:t>
            </a:r>
            <a:r>
              <a:rPr lang="es-MX" sz="1600" dirty="0">
                <a:solidFill>
                  <a:schemeClr val="bg1"/>
                </a:solidFill>
              </a:rPr>
              <a:t>, </a:t>
            </a:r>
            <a:r>
              <a:rPr lang="es-MX" sz="1600" dirty="0" err="1">
                <a:solidFill>
                  <a:schemeClr val="bg1"/>
                </a:solidFill>
              </a:rPr>
              <a:t>X2</a:t>
            </a:r>
            <a:r>
              <a:rPr lang="es-MX" sz="1600" dirty="0">
                <a:solidFill>
                  <a:schemeClr val="bg1"/>
                </a:solidFill>
              </a:rPr>
              <a:t> ≥ 0</a:t>
            </a:r>
          </a:p>
        </p:txBody>
      </p:sp>
      <p:sp>
        <p:nvSpPr>
          <p:cNvPr id="9" name="Rectángulo 8"/>
          <p:cNvSpPr/>
          <p:nvPr/>
        </p:nvSpPr>
        <p:spPr>
          <a:xfrm>
            <a:off x="4050942" y="4828589"/>
            <a:ext cx="3167242" cy="1077218"/>
          </a:xfrm>
          <a:prstGeom prst="rect">
            <a:avLst/>
          </a:prstGeom>
        </p:spPr>
        <p:txBody>
          <a:bodyPr wrap="square">
            <a:spAutoFit/>
          </a:bodyPr>
          <a:lstStyle/>
          <a:p>
            <a:r>
              <a:rPr lang="es-MX" sz="1600" dirty="0">
                <a:solidFill>
                  <a:schemeClr val="bg1"/>
                </a:solidFill>
              </a:rPr>
              <a:t>Maximizar  Z= 50 </a:t>
            </a:r>
            <a:r>
              <a:rPr lang="es-MX" sz="1600" dirty="0" err="1">
                <a:solidFill>
                  <a:schemeClr val="bg1"/>
                </a:solidFill>
              </a:rPr>
              <a:t>X1</a:t>
            </a:r>
            <a:r>
              <a:rPr lang="es-MX" sz="1600" dirty="0">
                <a:solidFill>
                  <a:schemeClr val="bg1"/>
                </a:solidFill>
              </a:rPr>
              <a:t> + 120 </a:t>
            </a:r>
            <a:r>
              <a:rPr lang="es-MX" sz="1600" dirty="0" err="1">
                <a:solidFill>
                  <a:schemeClr val="bg1"/>
                </a:solidFill>
              </a:rPr>
              <a:t>X2</a:t>
            </a:r>
            <a:r>
              <a:rPr lang="es-MX" sz="1600" dirty="0">
                <a:solidFill>
                  <a:schemeClr val="bg1"/>
                </a:solidFill>
              </a:rPr>
              <a:t> </a:t>
            </a:r>
          </a:p>
          <a:p>
            <a:r>
              <a:rPr lang="es-MX" sz="1600" dirty="0">
                <a:solidFill>
                  <a:schemeClr val="bg1"/>
                </a:solidFill>
              </a:rPr>
              <a:t>Sujeto a:      2 </a:t>
            </a:r>
            <a:r>
              <a:rPr lang="es-MX" sz="1600" dirty="0" err="1">
                <a:solidFill>
                  <a:schemeClr val="bg1"/>
                </a:solidFill>
              </a:rPr>
              <a:t>X1</a:t>
            </a:r>
            <a:r>
              <a:rPr lang="es-MX" sz="1600" dirty="0">
                <a:solidFill>
                  <a:schemeClr val="bg1"/>
                </a:solidFill>
              </a:rPr>
              <a:t> +   4 </a:t>
            </a:r>
            <a:r>
              <a:rPr lang="es-MX" sz="1600" dirty="0" err="1">
                <a:solidFill>
                  <a:schemeClr val="bg1"/>
                </a:solidFill>
              </a:rPr>
              <a:t>X2</a:t>
            </a:r>
            <a:r>
              <a:rPr lang="es-MX" sz="1600" dirty="0">
                <a:solidFill>
                  <a:schemeClr val="bg1"/>
                </a:solidFill>
              </a:rPr>
              <a:t> ≤ </a:t>
            </a:r>
            <a:r>
              <a:rPr lang="es-MX" sz="1600" b="1" dirty="0">
                <a:solidFill>
                  <a:schemeClr val="bg1"/>
                </a:solidFill>
              </a:rPr>
              <a:t>240</a:t>
            </a:r>
          </a:p>
          <a:p>
            <a:r>
              <a:rPr lang="es-MX" sz="1600" dirty="0">
                <a:solidFill>
                  <a:schemeClr val="bg1"/>
                </a:solidFill>
              </a:rPr>
              <a:t>                      3 </a:t>
            </a:r>
            <a:r>
              <a:rPr lang="es-MX" sz="1600" dirty="0" err="1">
                <a:solidFill>
                  <a:schemeClr val="bg1"/>
                </a:solidFill>
              </a:rPr>
              <a:t>X1</a:t>
            </a:r>
            <a:r>
              <a:rPr lang="es-MX" sz="1600" dirty="0">
                <a:solidFill>
                  <a:schemeClr val="bg1"/>
                </a:solidFill>
              </a:rPr>
              <a:t> +   1 </a:t>
            </a:r>
            <a:r>
              <a:rPr lang="es-MX" sz="1600" dirty="0" err="1">
                <a:solidFill>
                  <a:schemeClr val="bg1"/>
                </a:solidFill>
              </a:rPr>
              <a:t>X2</a:t>
            </a:r>
            <a:r>
              <a:rPr lang="es-MX" sz="1600" dirty="0">
                <a:solidFill>
                  <a:schemeClr val="bg1"/>
                </a:solidFill>
              </a:rPr>
              <a:t> ≤ 60</a:t>
            </a:r>
          </a:p>
          <a:p>
            <a:r>
              <a:rPr lang="es-MX" sz="1600" dirty="0">
                <a:solidFill>
                  <a:schemeClr val="bg1"/>
                </a:solidFill>
              </a:rPr>
              <a:t>                          </a:t>
            </a:r>
            <a:r>
              <a:rPr lang="es-MX" sz="1600" dirty="0" err="1">
                <a:solidFill>
                  <a:schemeClr val="bg1"/>
                </a:solidFill>
              </a:rPr>
              <a:t>X1</a:t>
            </a:r>
            <a:r>
              <a:rPr lang="es-MX" sz="1600" dirty="0">
                <a:solidFill>
                  <a:schemeClr val="bg1"/>
                </a:solidFill>
              </a:rPr>
              <a:t>, </a:t>
            </a:r>
            <a:r>
              <a:rPr lang="es-MX" sz="1600" dirty="0" err="1">
                <a:solidFill>
                  <a:schemeClr val="bg1"/>
                </a:solidFill>
              </a:rPr>
              <a:t>X2</a:t>
            </a:r>
            <a:r>
              <a:rPr lang="es-MX" sz="1600" dirty="0">
                <a:solidFill>
                  <a:schemeClr val="bg1"/>
                </a:solidFill>
              </a:rPr>
              <a:t> ≥ 0</a:t>
            </a:r>
          </a:p>
        </p:txBody>
      </p:sp>
      <p:sp>
        <p:nvSpPr>
          <p:cNvPr id="10" name="Rectángulo 9"/>
          <p:cNvSpPr/>
          <p:nvPr/>
        </p:nvSpPr>
        <p:spPr>
          <a:xfrm>
            <a:off x="8120551" y="4828588"/>
            <a:ext cx="3101006" cy="1077218"/>
          </a:xfrm>
          <a:prstGeom prst="rect">
            <a:avLst/>
          </a:prstGeom>
        </p:spPr>
        <p:txBody>
          <a:bodyPr wrap="square">
            <a:spAutoFit/>
          </a:bodyPr>
          <a:lstStyle/>
          <a:p>
            <a:r>
              <a:rPr lang="es-MX" sz="1600" dirty="0">
                <a:solidFill>
                  <a:schemeClr val="bg1"/>
                </a:solidFill>
              </a:rPr>
              <a:t>Maximizar  Z= 50 </a:t>
            </a:r>
            <a:r>
              <a:rPr lang="es-MX" sz="1600" dirty="0" err="1">
                <a:solidFill>
                  <a:schemeClr val="bg1"/>
                </a:solidFill>
              </a:rPr>
              <a:t>X1</a:t>
            </a:r>
            <a:r>
              <a:rPr lang="es-MX" sz="1600" dirty="0">
                <a:solidFill>
                  <a:schemeClr val="bg1"/>
                </a:solidFill>
              </a:rPr>
              <a:t> + 120 </a:t>
            </a:r>
            <a:r>
              <a:rPr lang="es-MX" sz="1600" dirty="0" err="1">
                <a:solidFill>
                  <a:schemeClr val="bg1"/>
                </a:solidFill>
              </a:rPr>
              <a:t>X2</a:t>
            </a:r>
            <a:r>
              <a:rPr lang="es-MX" sz="1600" dirty="0">
                <a:solidFill>
                  <a:schemeClr val="bg1"/>
                </a:solidFill>
              </a:rPr>
              <a:t> </a:t>
            </a:r>
          </a:p>
          <a:p>
            <a:r>
              <a:rPr lang="es-MX" sz="1600" dirty="0">
                <a:solidFill>
                  <a:schemeClr val="bg1"/>
                </a:solidFill>
              </a:rPr>
              <a:t>Sujeto a:      2 </a:t>
            </a:r>
            <a:r>
              <a:rPr lang="es-MX" sz="1600" dirty="0" err="1">
                <a:solidFill>
                  <a:schemeClr val="bg1"/>
                </a:solidFill>
              </a:rPr>
              <a:t>X1</a:t>
            </a:r>
            <a:r>
              <a:rPr lang="es-MX" sz="1600" dirty="0">
                <a:solidFill>
                  <a:schemeClr val="bg1"/>
                </a:solidFill>
              </a:rPr>
              <a:t> +   4 </a:t>
            </a:r>
            <a:r>
              <a:rPr lang="es-MX" sz="1600" dirty="0" err="1">
                <a:solidFill>
                  <a:schemeClr val="bg1"/>
                </a:solidFill>
              </a:rPr>
              <a:t>X2</a:t>
            </a:r>
            <a:r>
              <a:rPr lang="es-MX" sz="1600" dirty="0">
                <a:solidFill>
                  <a:schemeClr val="bg1"/>
                </a:solidFill>
              </a:rPr>
              <a:t> ≤ </a:t>
            </a:r>
            <a:r>
              <a:rPr lang="es-MX" sz="1600" b="1" dirty="0">
                <a:solidFill>
                  <a:schemeClr val="bg1"/>
                </a:solidFill>
              </a:rPr>
              <a:t>300</a:t>
            </a:r>
          </a:p>
          <a:p>
            <a:r>
              <a:rPr lang="es-MX" sz="1600" dirty="0">
                <a:solidFill>
                  <a:schemeClr val="bg1"/>
                </a:solidFill>
              </a:rPr>
              <a:t>                      3 </a:t>
            </a:r>
            <a:r>
              <a:rPr lang="es-MX" sz="1600" dirty="0" err="1">
                <a:solidFill>
                  <a:schemeClr val="bg1"/>
                </a:solidFill>
              </a:rPr>
              <a:t>X1</a:t>
            </a:r>
            <a:r>
              <a:rPr lang="es-MX" sz="1600" dirty="0">
                <a:solidFill>
                  <a:schemeClr val="bg1"/>
                </a:solidFill>
              </a:rPr>
              <a:t> +   1 </a:t>
            </a:r>
            <a:r>
              <a:rPr lang="es-MX" sz="1600" dirty="0" err="1">
                <a:solidFill>
                  <a:schemeClr val="bg1"/>
                </a:solidFill>
              </a:rPr>
              <a:t>X2</a:t>
            </a:r>
            <a:r>
              <a:rPr lang="es-MX" sz="1600" dirty="0">
                <a:solidFill>
                  <a:schemeClr val="bg1"/>
                </a:solidFill>
              </a:rPr>
              <a:t> ≤ 60</a:t>
            </a:r>
          </a:p>
          <a:p>
            <a:r>
              <a:rPr lang="es-MX" sz="1600" dirty="0">
                <a:solidFill>
                  <a:schemeClr val="bg1"/>
                </a:solidFill>
              </a:rPr>
              <a:t>                          </a:t>
            </a:r>
            <a:r>
              <a:rPr lang="es-MX" sz="1600" dirty="0" err="1">
                <a:solidFill>
                  <a:schemeClr val="bg1"/>
                </a:solidFill>
              </a:rPr>
              <a:t>X1</a:t>
            </a:r>
            <a:r>
              <a:rPr lang="es-MX" sz="1600" dirty="0">
                <a:solidFill>
                  <a:schemeClr val="bg1"/>
                </a:solidFill>
              </a:rPr>
              <a:t>, </a:t>
            </a:r>
            <a:r>
              <a:rPr lang="es-MX" sz="1600" dirty="0" err="1">
                <a:solidFill>
                  <a:schemeClr val="bg1"/>
                </a:solidFill>
              </a:rPr>
              <a:t>X2</a:t>
            </a:r>
            <a:r>
              <a:rPr lang="es-MX" sz="1600" dirty="0">
                <a:solidFill>
                  <a:schemeClr val="bg1"/>
                </a:solidFill>
              </a:rPr>
              <a:t> ≥ 0</a:t>
            </a:r>
          </a:p>
        </p:txBody>
      </p:sp>
      <p:sp>
        <p:nvSpPr>
          <p:cNvPr id="12" name="CuadroTexto 11"/>
          <p:cNvSpPr txBox="1"/>
          <p:nvPr/>
        </p:nvSpPr>
        <p:spPr>
          <a:xfrm>
            <a:off x="1076615" y="5959543"/>
            <a:ext cx="10131255" cy="646331"/>
          </a:xfrm>
          <a:prstGeom prst="rect">
            <a:avLst/>
          </a:prstGeom>
          <a:noFill/>
        </p:spPr>
        <p:txBody>
          <a:bodyPr wrap="square" rtlCol="0">
            <a:spAutoFit/>
          </a:bodyPr>
          <a:lstStyle/>
          <a:p>
            <a:r>
              <a:rPr lang="es-MX" dirty="0">
                <a:solidFill>
                  <a:schemeClr val="bg1"/>
                </a:solidFill>
              </a:rPr>
              <a:t>Se observa que al aumentar a 240 horas la utilidad fue de 7,200 y al aumentar mas horas ya no se generó mayor utilidad. </a:t>
            </a:r>
          </a:p>
        </p:txBody>
      </p:sp>
      <p:sp>
        <p:nvSpPr>
          <p:cNvPr id="13" name="CuadroTexto 12"/>
          <p:cNvSpPr txBox="1"/>
          <p:nvPr/>
        </p:nvSpPr>
        <p:spPr>
          <a:xfrm>
            <a:off x="159126" y="1671400"/>
            <a:ext cx="10724731" cy="369332"/>
          </a:xfrm>
          <a:prstGeom prst="rect">
            <a:avLst/>
          </a:prstGeom>
          <a:noFill/>
        </p:spPr>
        <p:txBody>
          <a:bodyPr wrap="none" rtlCol="0">
            <a:spAutoFit/>
          </a:bodyPr>
          <a:lstStyle/>
          <a:p>
            <a:r>
              <a:rPr lang="es-MX" dirty="0">
                <a:solidFill>
                  <a:schemeClr val="bg1"/>
                </a:solidFill>
              </a:rPr>
              <a:t>Cambiando el lado derecho de la restricción 1 (</a:t>
            </a:r>
            <a:r>
              <a:rPr lang="es-MX" dirty="0" err="1">
                <a:solidFill>
                  <a:schemeClr val="bg1"/>
                </a:solidFill>
              </a:rPr>
              <a:t>R1</a:t>
            </a:r>
            <a:r>
              <a:rPr lang="es-MX" dirty="0">
                <a:solidFill>
                  <a:schemeClr val="bg1"/>
                </a:solidFill>
              </a:rPr>
              <a:t>) a 240 y 300 horas de tiempo de electricistas disponible.</a:t>
            </a:r>
          </a:p>
        </p:txBody>
      </p:sp>
      <p:pic>
        <p:nvPicPr>
          <p:cNvPr id="3" name="Imagen 2"/>
          <p:cNvPicPr>
            <a:picLocks noChangeAspect="1"/>
          </p:cNvPicPr>
          <p:nvPr/>
        </p:nvPicPr>
        <p:blipFill rotWithShape="1">
          <a:blip r:embed="rId2">
            <a:clrChange>
              <a:clrFrom>
                <a:srgbClr val="FAFAFA"/>
              </a:clrFrom>
              <a:clrTo>
                <a:srgbClr val="FAFAFA">
                  <a:alpha val="0"/>
                </a:srgbClr>
              </a:clrTo>
            </a:clrChange>
          </a:blip>
          <a:srcRect l="25347" t="18770" r="30478" b="12059"/>
          <a:stretch/>
        </p:blipFill>
        <p:spPr>
          <a:xfrm>
            <a:off x="8120551" y="1984911"/>
            <a:ext cx="3737088" cy="2688563"/>
          </a:xfrm>
          <a:prstGeom prst="rect">
            <a:avLst/>
          </a:prstGeom>
        </p:spPr>
      </p:pic>
      <p:sp>
        <p:nvSpPr>
          <p:cNvPr id="5" name="CuadroTexto 4"/>
          <p:cNvSpPr txBox="1"/>
          <p:nvPr/>
        </p:nvSpPr>
        <p:spPr>
          <a:xfrm>
            <a:off x="9989095" y="2235100"/>
            <a:ext cx="1537600" cy="369332"/>
          </a:xfrm>
          <a:prstGeom prst="rect">
            <a:avLst/>
          </a:prstGeom>
          <a:noFill/>
        </p:spPr>
        <p:txBody>
          <a:bodyPr wrap="none" rtlCol="0">
            <a:spAutoFit/>
          </a:bodyPr>
          <a:lstStyle/>
          <a:p>
            <a:r>
              <a:rPr lang="es-MX" dirty="0">
                <a:solidFill>
                  <a:schemeClr val="bg1"/>
                </a:solidFill>
              </a:rPr>
              <a:t>(0,60) Z=7200</a:t>
            </a:r>
          </a:p>
        </p:txBody>
      </p:sp>
      <p:pic>
        <p:nvPicPr>
          <p:cNvPr id="6" name="Imagen 5"/>
          <p:cNvPicPr>
            <a:picLocks noChangeAspect="1"/>
          </p:cNvPicPr>
          <p:nvPr/>
        </p:nvPicPr>
        <p:blipFill rotWithShape="1">
          <a:blip r:embed="rId3"/>
          <a:srcRect l="25682" t="32433" r="30032" b="10202"/>
          <a:stretch/>
        </p:blipFill>
        <p:spPr>
          <a:xfrm>
            <a:off x="4182902" y="2060445"/>
            <a:ext cx="3733942" cy="2613030"/>
          </a:xfrm>
          <a:prstGeom prst="rect">
            <a:avLst/>
          </a:prstGeom>
        </p:spPr>
      </p:pic>
      <p:sp>
        <p:nvSpPr>
          <p:cNvPr id="14" name="CuadroTexto 13"/>
          <p:cNvSpPr txBox="1"/>
          <p:nvPr/>
        </p:nvSpPr>
        <p:spPr>
          <a:xfrm>
            <a:off x="6239867" y="2244091"/>
            <a:ext cx="1537600" cy="369332"/>
          </a:xfrm>
          <a:prstGeom prst="rect">
            <a:avLst/>
          </a:prstGeom>
          <a:noFill/>
        </p:spPr>
        <p:txBody>
          <a:bodyPr wrap="none" rtlCol="0">
            <a:spAutoFit/>
          </a:bodyPr>
          <a:lstStyle/>
          <a:p>
            <a:r>
              <a:rPr lang="es-MX" dirty="0">
                <a:solidFill>
                  <a:schemeClr val="bg1"/>
                </a:solidFill>
              </a:rPr>
              <a:t>(0,60) Z=7200</a:t>
            </a:r>
          </a:p>
        </p:txBody>
      </p:sp>
      <p:pic>
        <p:nvPicPr>
          <p:cNvPr id="15" name="Imagen 14"/>
          <p:cNvPicPr>
            <a:picLocks noChangeAspect="1"/>
          </p:cNvPicPr>
          <p:nvPr/>
        </p:nvPicPr>
        <p:blipFill rotWithShape="1">
          <a:blip r:embed="rId4"/>
          <a:srcRect l="25549" t="34022" r="29942" b="9621"/>
          <a:stretch/>
        </p:blipFill>
        <p:spPr>
          <a:xfrm>
            <a:off x="271191" y="2060445"/>
            <a:ext cx="3809858" cy="2606241"/>
          </a:xfrm>
          <a:prstGeom prst="rect">
            <a:avLst/>
          </a:prstGeom>
        </p:spPr>
      </p:pic>
      <p:sp>
        <p:nvSpPr>
          <p:cNvPr id="16" name="CuadroTexto 15"/>
          <p:cNvSpPr txBox="1"/>
          <p:nvPr/>
        </p:nvSpPr>
        <p:spPr>
          <a:xfrm>
            <a:off x="2142227" y="2244091"/>
            <a:ext cx="1537600" cy="369332"/>
          </a:xfrm>
          <a:prstGeom prst="rect">
            <a:avLst/>
          </a:prstGeom>
          <a:noFill/>
        </p:spPr>
        <p:txBody>
          <a:bodyPr wrap="none" rtlCol="0">
            <a:spAutoFit/>
          </a:bodyPr>
          <a:lstStyle/>
          <a:p>
            <a:r>
              <a:rPr lang="es-MX" dirty="0">
                <a:solidFill>
                  <a:schemeClr val="bg1"/>
                </a:solidFill>
              </a:rPr>
              <a:t>(0,40) Z=4800</a:t>
            </a:r>
          </a:p>
        </p:txBody>
      </p:sp>
      <p:sp>
        <p:nvSpPr>
          <p:cNvPr id="17" name="CuadroTexto 16"/>
          <p:cNvSpPr txBox="1"/>
          <p:nvPr/>
        </p:nvSpPr>
        <p:spPr>
          <a:xfrm>
            <a:off x="2807207" y="5122812"/>
            <a:ext cx="1147430" cy="523220"/>
          </a:xfrm>
          <a:prstGeom prst="rect">
            <a:avLst/>
          </a:prstGeom>
          <a:noFill/>
        </p:spPr>
        <p:txBody>
          <a:bodyPr wrap="none" rtlCol="0">
            <a:spAutoFit/>
          </a:bodyPr>
          <a:lstStyle/>
          <a:p>
            <a:r>
              <a:rPr lang="es-MX" sz="1400" dirty="0">
                <a:solidFill>
                  <a:schemeClr val="bg1"/>
                </a:solidFill>
              </a:rPr>
              <a:t>(</a:t>
            </a:r>
            <a:r>
              <a:rPr lang="es-MX" sz="1400" dirty="0" err="1">
                <a:solidFill>
                  <a:schemeClr val="bg1"/>
                </a:solidFill>
              </a:rPr>
              <a:t>R1</a:t>
            </a:r>
            <a:r>
              <a:rPr lang="es-MX" sz="1400" dirty="0">
                <a:solidFill>
                  <a:schemeClr val="bg1"/>
                </a:solidFill>
              </a:rPr>
              <a:t>) </a:t>
            </a:r>
            <a:r>
              <a:rPr lang="es-MX" sz="1400" b="1" dirty="0">
                <a:solidFill>
                  <a:schemeClr val="bg1"/>
                </a:solidFill>
              </a:rPr>
              <a:t>Activa</a:t>
            </a:r>
          </a:p>
          <a:p>
            <a:r>
              <a:rPr lang="es-MX" sz="1400" dirty="0">
                <a:solidFill>
                  <a:schemeClr val="bg1"/>
                </a:solidFill>
              </a:rPr>
              <a:t>(</a:t>
            </a:r>
            <a:r>
              <a:rPr lang="es-MX" sz="1400" dirty="0" err="1">
                <a:solidFill>
                  <a:schemeClr val="bg1"/>
                </a:solidFill>
              </a:rPr>
              <a:t>R2</a:t>
            </a:r>
            <a:r>
              <a:rPr lang="es-MX" sz="1400" dirty="0">
                <a:solidFill>
                  <a:schemeClr val="bg1"/>
                </a:solidFill>
              </a:rPr>
              <a:t>) Inactiva</a:t>
            </a:r>
          </a:p>
        </p:txBody>
      </p:sp>
      <p:sp>
        <p:nvSpPr>
          <p:cNvPr id="18" name="Rectángulo 17"/>
          <p:cNvSpPr/>
          <p:nvPr/>
        </p:nvSpPr>
        <p:spPr>
          <a:xfrm rot="2857202">
            <a:off x="581816" y="3852251"/>
            <a:ext cx="373820" cy="261610"/>
          </a:xfrm>
          <a:prstGeom prst="rect">
            <a:avLst/>
          </a:prstGeom>
        </p:spPr>
        <p:txBody>
          <a:bodyPr wrap="none">
            <a:spAutoFit/>
          </a:bodyPr>
          <a:lstStyle/>
          <a:p>
            <a:r>
              <a:rPr lang="es-MX" sz="1100" dirty="0" err="1">
                <a:solidFill>
                  <a:schemeClr val="bg1"/>
                </a:solidFill>
              </a:rPr>
              <a:t>R1</a:t>
            </a:r>
            <a:r>
              <a:rPr lang="es-MX" sz="1100" dirty="0">
                <a:solidFill>
                  <a:schemeClr val="bg1"/>
                </a:solidFill>
              </a:rPr>
              <a:t> </a:t>
            </a:r>
          </a:p>
        </p:txBody>
      </p:sp>
      <p:sp>
        <p:nvSpPr>
          <p:cNvPr id="19" name="Rectángulo 18"/>
          <p:cNvSpPr/>
          <p:nvPr/>
        </p:nvSpPr>
        <p:spPr>
          <a:xfrm rot="3402429">
            <a:off x="581816" y="3380056"/>
            <a:ext cx="373820" cy="261610"/>
          </a:xfrm>
          <a:prstGeom prst="rect">
            <a:avLst/>
          </a:prstGeom>
        </p:spPr>
        <p:txBody>
          <a:bodyPr wrap="none">
            <a:spAutoFit/>
          </a:bodyPr>
          <a:lstStyle/>
          <a:p>
            <a:r>
              <a:rPr lang="es-MX" sz="1100" dirty="0" err="1">
                <a:solidFill>
                  <a:schemeClr val="bg1"/>
                </a:solidFill>
              </a:rPr>
              <a:t>R2</a:t>
            </a:r>
            <a:r>
              <a:rPr lang="es-MX" sz="1100" dirty="0">
                <a:solidFill>
                  <a:schemeClr val="bg1"/>
                </a:solidFill>
              </a:rPr>
              <a:t> </a:t>
            </a:r>
          </a:p>
        </p:txBody>
      </p:sp>
      <p:sp>
        <p:nvSpPr>
          <p:cNvPr id="20" name="Rectángulo 19"/>
          <p:cNvSpPr/>
          <p:nvPr/>
        </p:nvSpPr>
        <p:spPr>
          <a:xfrm rot="3402429">
            <a:off x="4577692" y="3556704"/>
            <a:ext cx="344966" cy="261610"/>
          </a:xfrm>
          <a:prstGeom prst="rect">
            <a:avLst/>
          </a:prstGeom>
        </p:spPr>
        <p:txBody>
          <a:bodyPr wrap="none">
            <a:spAutoFit/>
          </a:bodyPr>
          <a:lstStyle/>
          <a:p>
            <a:r>
              <a:rPr lang="es-MX" sz="1100" dirty="0" err="1">
                <a:solidFill>
                  <a:schemeClr val="bg1"/>
                </a:solidFill>
              </a:rPr>
              <a:t>R2</a:t>
            </a:r>
            <a:endParaRPr lang="es-MX" sz="1100" dirty="0">
              <a:solidFill>
                <a:schemeClr val="bg1"/>
              </a:solidFill>
            </a:endParaRPr>
          </a:p>
        </p:txBody>
      </p:sp>
      <p:sp>
        <p:nvSpPr>
          <p:cNvPr id="21" name="Rectángulo 20"/>
          <p:cNvSpPr/>
          <p:nvPr/>
        </p:nvSpPr>
        <p:spPr>
          <a:xfrm rot="2857202">
            <a:off x="4754754" y="2419166"/>
            <a:ext cx="344966" cy="261610"/>
          </a:xfrm>
          <a:prstGeom prst="rect">
            <a:avLst/>
          </a:prstGeom>
        </p:spPr>
        <p:txBody>
          <a:bodyPr wrap="none">
            <a:spAutoFit/>
          </a:bodyPr>
          <a:lstStyle/>
          <a:p>
            <a:r>
              <a:rPr lang="es-MX" sz="1100" dirty="0" err="1">
                <a:solidFill>
                  <a:schemeClr val="bg1"/>
                </a:solidFill>
              </a:rPr>
              <a:t>R1</a:t>
            </a:r>
            <a:endParaRPr lang="es-MX" sz="1100" dirty="0">
              <a:solidFill>
                <a:schemeClr val="bg1"/>
              </a:solidFill>
            </a:endParaRPr>
          </a:p>
        </p:txBody>
      </p:sp>
      <p:sp>
        <p:nvSpPr>
          <p:cNvPr id="22" name="Rectángulo 21"/>
          <p:cNvSpPr/>
          <p:nvPr/>
        </p:nvSpPr>
        <p:spPr>
          <a:xfrm rot="3402429">
            <a:off x="8735460" y="3781958"/>
            <a:ext cx="344966" cy="261610"/>
          </a:xfrm>
          <a:prstGeom prst="rect">
            <a:avLst/>
          </a:prstGeom>
        </p:spPr>
        <p:txBody>
          <a:bodyPr wrap="none">
            <a:spAutoFit/>
          </a:bodyPr>
          <a:lstStyle/>
          <a:p>
            <a:r>
              <a:rPr lang="es-MX" sz="1100" dirty="0" err="1">
                <a:solidFill>
                  <a:schemeClr val="bg1"/>
                </a:solidFill>
              </a:rPr>
              <a:t>R2</a:t>
            </a:r>
            <a:endParaRPr lang="es-MX" sz="1100" dirty="0">
              <a:solidFill>
                <a:schemeClr val="bg1"/>
              </a:solidFill>
            </a:endParaRPr>
          </a:p>
        </p:txBody>
      </p:sp>
      <p:sp>
        <p:nvSpPr>
          <p:cNvPr id="23" name="Rectángulo 22"/>
          <p:cNvSpPr/>
          <p:nvPr/>
        </p:nvSpPr>
        <p:spPr>
          <a:xfrm rot="2857202">
            <a:off x="9212465" y="2434345"/>
            <a:ext cx="344966" cy="261610"/>
          </a:xfrm>
          <a:prstGeom prst="rect">
            <a:avLst/>
          </a:prstGeom>
        </p:spPr>
        <p:txBody>
          <a:bodyPr wrap="none">
            <a:spAutoFit/>
          </a:bodyPr>
          <a:lstStyle/>
          <a:p>
            <a:r>
              <a:rPr lang="es-MX" sz="1100" dirty="0" err="1">
                <a:solidFill>
                  <a:schemeClr val="bg1"/>
                </a:solidFill>
              </a:rPr>
              <a:t>R1</a:t>
            </a:r>
            <a:endParaRPr lang="es-MX" sz="1100" dirty="0">
              <a:solidFill>
                <a:schemeClr val="bg1"/>
              </a:solidFill>
            </a:endParaRPr>
          </a:p>
        </p:txBody>
      </p:sp>
      <p:sp>
        <p:nvSpPr>
          <p:cNvPr id="24" name="CuadroTexto 23"/>
          <p:cNvSpPr txBox="1"/>
          <p:nvPr/>
        </p:nvSpPr>
        <p:spPr>
          <a:xfrm>
            <a:off x="6961744" y="5122812"/>
            <a:ext cx="1147430" cy="523220"/>
          </a:xfrm>
          <a:prstGeom prst="rect">
            <a:avLst/>
          </a:prstGeom>
          <a:noFill/>
        </p:spPr>
        <p:txBody>
          <a:bodyPr wrap="none" rtlCol="0">
            <a:spAutoFit/>
          </a:bodyPr>
          <a:lstStyle/>
          <a:p>
            <a:r>
              <a:rPr lang="es-MX" sz="1400" dirty="0">
                <a:solidFill>
                  <a:schemeClr val="bg1"/>
                </a:solidFill>
              </a:rPr>
              <a:t>(</a:t>
            </a:r>
            <a:r>
              <a:rPr lang="es-MX" sz="1400" dirty="0" err="1">
                <a:solidFill>
                  <a:schemeClr val="bg1"/>
                </a:solidFill>
              </a:rPr>
              <a:t>R1</a:t>
            </a:r>
            <a:r>
              <a:rPr lang="es-MX" sz="1400" dirty="0">
                <a:solidFill>
                  <a:schemeClr val="bg1"/>
                </a:solidFill>
              </a:rPr>
              <a:t>) Inactiva</a:t>
            </a:r>
          </a:p>
          <a:p>
            <a:r>
              <a:rPr lang="es-MX" sz="1400" dirty="0">
                <a:solidFill>
                  <a:schemeClr val="bg1"/>
                </a:solidFill>
              </a:rPr>
              <a:t>(</a:t>
            </a:r>
            <a:r>
              <a:rPr lang="es-MX" sz="1400" dirty="0" err="1">
                <a:solidFill>
                  <a:schemeClr val="bg1"/>
                </a:solidFill>
              </a:rPr>
              <a:t>R2</a:t>
            </a:r>
            <a:r>
              <a:rPr lang="es-MX" sz="1400" dirty="0">
                <a:solidFill>
                  <a:schemeClr val="bg1"/>
                </a:solidFill>
              </a:rPr>
              <a:t>) </a:t>
            </a:r>
            <a:r>
              <a:rPr lang="es-MX" sz="1400" b="1" dirty="0">
                <a:solidFill>
                  <a:schemeClr val="bg1"/>
                </a:solidFill>
              </a:rPr>
              <a:t>Activa</a:t>
            </a:r>
          </a:p>
        </p:txBody>
      </p:sp>
      <p:sp>
        <p:nvSpPr>
          <p:cNvPr id="25" name="CuadroTexto 24"/>
          <p:cNvSpPr txBox="1"/>
          <p:nvPr/>
        </p:nvSpPr>
        <p:spPr>
          <a:xfrm>
            <a:off x="11056293" y="5122812"/>
            <a:ext cx="1147430" cy="523220"/>
          </a:xfrm>
          <a:prstGeom prst="rect">
            <a:avLst/>
          </a:prstGeom>
          <a:noFill/>
        </p:spPr>
        <p:txBody>
          <a:bodyPr wrap="none" rtlCol="0">
            <a:spAutoFit/>
          </a:bodyPr>
          <a:lstStyle/>
          <a:p>
            <a:r>
              <a:rPr lang="es-MX" sz="1400" dirty="0">
                <a:solidFill>
                  <a:schemeClr val="bg1"/>
                </a:solidFill>
              </a:rPr>
              <a:t>(</a:t>
            </a:r>
            <a:r>
              <a:rPr lang="es-MX" sz="1400" dirty="0" err="1">
                <a:solidFill>
                  <a:schemeClr val="bg1"/>
                </a:solidFill>
              </a:rPr>
              <a:t>R1</a:t>
            </a:r>
            <a:r>
              <a:rPr lang="es-MX" sz="1400" dirty="0">
                <a:solidFill>
                  <a:schemeClr val="bg1"/>
                </a:solidFill>
              </a:rPr>
              <a:t>) Inactiva</a:t>
            </a:r>
          </a:p>
          <a:p>
            <a:r>
              <a:rPr lang="es-MX" sz="1400" dirty="0">
                <a:solidFill>
                  <a:schemeClr val="bg1"/>
                </a:solidFill>
              </a:rPr>
              <a:t>(</a:t>
            </a:r>
            <a:r>
              <a:rPr lang="es-MX" sz="1400" dirty="0" err="1">
                <a:solidFill>
                  <a:schemeClr val="bg1"/>
                </a:solidFill>
              </a:rPr>
              <a:t>R2</a:t>
            </a:r>
            <a:r>
              <a:rPr lang="es-MX" sz="1400" dirty="0">
                <a:solidFill>
                  <a:schemeClr val="bg1"/>
                </a:solidFill>
              </a:rPr>
              <a:t>) </a:t>
            </a:r>
            <a:r>
              <a:rPr lang="es-MX" sz="1400" b="1" dirty="0">
                <a:solidFill>
                  <a:schemeClr val="bg1"/>
                </a:solidFill>
              </a:rPr>
              <a:t>Activa</a:t>
            </a:r>
          </a:p>
        </p:txBody>
      </p:sp>
      <p:sp>
        <p:nvSpPr>
          <p:cNvPr id="7" name="Title 6">
            <a:extLst>
              <a:ext uri="{FF2B5EF4-FFF2-40B4-BE49-F238E27FC236}">
                <a16:creationId xmlns:a16="http://schemas.microsoft.com/office/drawing/2014/main" id="{554B1A5A-C9FB-840D-5347-CF6A95CF53A3}"/>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11" name="Marcador de posición de número de diapositiva 5">
            <a:extLst>
              <a:ext uri="{FF2B5EF4-FFF2-40B4-BE49-F238E27FC236}">
                <a16:creationId xmlns:a16="http://schemas.microsoft.com/office/drawing/2014/main" id="{13A9CB88-1917-3F27-E5FA-B524FCB4750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18</a:t>
            </a:fld>
            <a:endParaRPr lang="es-MX" noProof="0">
              <a:latin typeface="+mn-lt"/>
            </a:endParaRPr>
          </a:p>
        </p:txBody>
      </p:sp>
    </p:spTree>
    <p:extLst>
      <p:ext uri="{BB962C8B-B14F-4D97-AF65-F5344CB8AC3E}">
        <p14:creationId xmlns:p14="http://schemas.microsoft.com/office/powerpoint/2010/main" val="453704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00789A-5377-0456-00DB-5959BB79972E}"/>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3" name="Marcador de contenido 2"/>
          <p:cNvSpPr>
            <a:spLocks noGrp="1"/>
          </p:cNvSpPr>
          <p:nvPr>
            <p:ph idx="4294967295"/>
          </p:nvPr>
        </p:nvSpPr>
        <p:spPr>
          <a:xfrm>
            <a:off x="952500" y="1418491"/>
            <a:ext cx="9563100" cy="4758471"/>
          </a:xfrm>
        </p:spPr>
        <p:txBody>
          <a:bodyPr>
            <a:normAutofit/>
          </a:bodyPr>
          <a:lstStyle/>
          <a:p>
            <a:pPr marL="0" indent="0">
              <a:buNone/>
            </a:pPr>
            <a:r>
              <a:rPr lang="es-MX" sz="2000" dirty="0"/>
              <a:t>Por ejemplo, si cambiáramos </a:t>
            </a:r>
            <a:r>
              <a:rPr lang="es-MX" sz="2000" dirty="0" err="1"/>
              <a:t>R1</a:t>
            </a:r>
            <a:r>
              <a:rPr lang="es-MX" sz="2000" dirty="0"/>
              <a:t>:</a:t>
            </a:r>
          </a:p>
        </p:txBody>
      </p:sp>
      <p:sp>
        <p:nvSpPr>
          <p:cNvPr id="4" name="Rectángulo 3"/>
          <p:cNvSpPr/>
          <p:nvPr/>
        </p:nvSpPr>
        <p:spPr>
          <a:xfrm>
            <a:off x="1513927" y="1852838"/>
            <a:ext cx="2561920" cy="400110"/>
          </a:xfrm>
          <a:prstGeom prst="rect">
            <a:avLst/>
          </a:prstGeom>
        </p:spPr>
        <p:txBody>
          <a:bodyPr wrap="none">
            <a:spAutoFit/>
          </a:bodyPr>
          <a:lstStyle/>
          <a:p>
            <a:r>
              <a:rPr lang="es-MX" sz="2000" dirty="0">
                <a:solidFill>
                  <a:schemeClr val="tx2"/>
                </a:solidFill>
              </a:rPr>
              <a:t>2 </a:t>
            </a:r>
            <a:r>
              <a:rPr lang="es-MX" sz="2000" dirty="0" err="1">
                <a:solidFill>
                  <a:schemeClr val="tx2"/>
                </a:solidFill>
              </a:rPr>
              <a:t>X1</a:t>
            </a:r>
            <a:r>
              <a:rPr lang="es-MX" sz="2000" dirty="0">
                <a:solidFill>
                  <a:schemeClr val="tx2"/>
                </a:solidFill>
              </a:rPr>
              <a:t> +   4 </a:t>
            </a:r>
            <a:r>
              <a:rPr lang="es-MX" sz="2000" dirty="0" err="1">
                <a:solidFill>
                  <a:schemeClr val="tx2"/>
                </a:solidFill>
              </a:rPr>
              <a:t>X2</a:t>
            </a:r>
            <a:r>
              <a:rPr lang="es-MX" sz="2000" dirty="0">
                <a:solidFill>
                  <a:schemeClr val="tx2"/>
                </a:solidFill>
              </a:rPr>
              <a:t> ≤ </a:t>
            </a:r>
            <a:r>
              <a:rPr lang="es-MX" sz="2000" b="1" dirty="0">
                <a:solidFill>
                  <a:srgbClr val="FF0000"/>
                </a:solidFill>
              </a:rPr>
              <a:t>240 </a:t>
            </a:r>
            <a:r>
              <a:rPr lang="es-MX" sz="2000" dirty="0">
                <a:solidFill>
                  <a:schemeClr val="tx2"/>
                </a:solidFill>
              </a:rPr>
              <a:t>(</a:t>
            </a:r>
            <a:r>
              <a:rPr lang="es-MX" sz="2000" dirty="0" err="1">
                <a:solidFill>
                  <a:schemeClr val="tx2"/>
                </a:solidFill>
              </a:rPr>
              <a:t>R1</a:t>
            </a:r>
            <a:r>
              <a:rPr lang="es-MX" sz="2000" dirty="0">
                <a:solidFill>
                  <a:schemeClr val="tx2"/>
                </a:solidFill>
              </a:rPr>
              <a:t>)</a:t>
            </a:r>
          </a:p>
        </p:txBody>
      </p:sp>
      <p:sp>
        <p:nvSpPr>
          <p:cNvPr id="5" name="Rectángulo 4"/>
          <p:cNvSpPr/>
          <p:nvPr/>
        </p:nvSpPr>
        <p:spPr>
          <a:xfrm>
            <a:off x="7226010" y="1878064"/>
            <a:ext cx="2561920" cy="400110"/>
          </a:xfrm>
          <a:prstGeom prst="rect">
            <a:avLst/>
          </a:prstGeom>
        </p:spPr>
        <p:txBody>
          <a:bodyPr wrap="none">
            <a:spAutoFit/>
          </a:bodyPr>
          <a:lstStyle/>
          <a:p>
            <a:r>
              <a:rPr lang="es-MX" sz="2000" dirty="0">
                <a:solidFill>
                  <a:schemeClr val="tx2"/>
                </a:solidFill>
              </a:rPr>
              <a:t>2 </a:t>
            </a:r>
            <a:r>
              <a:rPr lang="es-MX" sz="2000" dirty="0" err="1">
                <a:solidFill>
                  <a:schemeClr val="tx2"/>
                </a:solidFill>
              </a:rPr>
              <a:t>X1</a:t>
            </a:r>
            <a:r>
              <a:rPr lang="es-MX" sz="2000" dirty="0">
                <a:solidFill>
                  <a:schemeClr val="tx2"/>
                </a:solidFill>
              </a:rPr>
              <a:t> +   4 </a:t>
            </a:r>
            <a:r>
              <a:rPr lang="es-MX" sz="2000" dirty="0" err="1">
                <a:solidFill>
                  <a:schemeClr val="tx2"/>
                </a:solidFill>
              </a:rPr>
              <a:t>X2</a:t>
            </a:r>
            <a:r>
              <a:rPr lang="es-MX" sz="2000" dirty="0">
                <a:solidFill>
                  <a:schemeClr val="tx2"/>
                </a:solidFill>
              </a:rPr>
              <a:t> ≤ </a:t>
            </a:r>
            <a:r>
              <a:rPr lang="es-MX" sz="2000" b="1" dirty="0">
                <a:solidFill>
                  <a:srgbClr val="FF0000"/>
                </a:solidFill>
              </a:rPr>
              <a:t>300 </a:t>
            </a:r>
            <a:r>
              <a:rPr lang="es-MX" sz="2000" dirty="0">
                <a:solidFill>
                  <a:schemeClr val="tx2"/>
                </a:solidFill>
              </a:rPr>
              <a:t>(</a:t>
            </a:r>
            <a:r>
              <a:rPr lang="es-MX" sz="2000" dirty="0" err="1">
                <a:solidFill>
                  <a:schemeClr val="tx2"/>
                </a:solidFill>
              </a:rPr>
              <a:t>R1</a:t>
            </a:r>
            <a:r>
              <a:rPr lang="es-MX" sz="2000" dirty="0">
                <a:solidFill>
                  <a:schemeClr val="tx2"/>
                </a:solidFill>
              </a:rPr>
              <a:t>)</a:t>
            </a:r>
          </a:p>
        </p:txBody>
      </p:sp>
      <p:pic>
        <p:nvPicPr>
          <p:cNvPr id="7" name="Imagen 6"/>
          <p:cNvPicPr>
            <a:picLocks noChangeAspect="1"/>
          </p:cNvPicPr>
          <p:nvPr/>
        </p:nvPicPr>
        <p:blipFill rotWithShape="1">
          <a:blip r:embed="rId2"/>
          <a:srcRect l="18250" t="14991" r="49333" b="62131"/>
          <a:stretch/>
        </p:blipFill>
        <p:spPr>
          <a:xfrm>
            <a:off x="6468643" y="2384753"/>
            <a:ext cx="4408293" cy="1688524"/>
          </a:xfrm>
          <a:prstGeom prst="rect">
            <a:avLst/>
          </a:prstGeom>
        </p:spPr>
      </p:pic>
      <p:pic>
        <p:nvPicPr>
          <p:cNvPr id="8" name="Imagen 7"/>
          <p:cNvPicPr>
            <a:picLocks noChangeAspect="1"/>
          </p:cNvPicPr>
          <p:nvPr/>
        </p:nvPicPr>
        <p:blipFill rotWithShape="1">
          <a:blip r:embed="rId3"/>
          <a:srcRect l="13750" t="63512" r="45833" b="7774"/>
          <a:stretch/>
        </p:blipFill>
        <p:spPr>
          <a:xfrm>
            <a:off x="5750956" y="4003524"/>
            <a:ext cx="5250426" cy="2024392"/>
          </a:xfrm>
          <a:prstGeom prst="rect">
            <a:avLst/>
          </a:prstGeom>
        </p:spPr>
      </p:pic>
      <p:pic>
        <p:nvPicPr>
          <p:cNvPr id="9" name="Imagen 8"/>
          <p:cNvPicPr>
            <a:picLocks noChangeAspect="1"/>
          </p:cNvPicPr>
          <p:nvPr/>
        </p:nvPicPr>
        <p:blipFill rotWithShape="1">
          <a:blip r:embed="rId4"/>
          <a:srcRect l="18000" t="27735" r="49667" b="48311"/>
          <a:stretch/>
        </p:blipFill>
        <p:spPr>
          <a:xfrm>
            <a:off x="457651" y="2344405"/>
            <a:ext cx="4396986" cy="1767860"/>
          </a:xfrm>
          <a:prstGeom prst="rect">
            <a:avLst/>
          </a:prstGeom>
        </p:spPr>
      </p:pic>
      <p:pic>
        <p:nvPicPr>
          <p:cNvPr id="10" name="Imagen 9"/>
          <p:cNvPicPr>
            <a:picLocks noChangeAspect="1"/>
          </p:cNvPicPr>
          <p:nvPr/>
        </p:nvPicPr>
        <p:blipFill rotWithShape="1">
          <a:blip r:embed="rId5"/>
          <a:srcRect l="15334" t="35873" r="45917" b="36795"/>
          <a:stretch/>
        </p:blipFill>
        <p:spPr>
          <a:xfrm>
            <a:off x="200154" y="3971456"/>
            <a:ext cx="5189466" cy="1986506"/>
          </a:xfrm>
          <a:prstGeom prst="rect">
            <a:avLst/>
          </a:prstGeom>
        </p:spPr>
      </p:pic>
      <p:sp>
        <p:nvSpPr>
          <p:cNvPr id="11" name="Rectángulo 10"/>
          <p:cNvSpPr/>
          <p:nvPr/>
        </p:nvSpPr>
        <p:spPr>
          <a:xfrm>
            <a:off x="2242854" y="2403185"/>
            <a:ext cx="826580" cy="1976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2" name="Rectángulo 11"/>
          <p:cNvSpPr/>
          <p:nvPr/>
        </p:nvSpPr>
        <p:spPr>
          <a:xfrm>
            <a:off x="7962879" y="2459328"/>
            <a:ext cx="826580" cy="1976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cxnSp>
        <p:nvCxnSpPr>
          <p:cNvPr id="14" name="Conector recto 13"/>
          <p:cNvCxnSpPr/>
          <p:nvPr/>
        </p:nvCxnSpPr>
        <p:spPr>
          <a:xfrm>
            <a:off x="5938684" y="1199376"/>
            <a:ext cx="0" cy="4090680"/>
          </a:xfrm>
          <a:prstGeom prst="line">
            <a:avLst/>
          </a:prstGeom>
        </p:spPr>
        <p:style>
          <a:lnRef idx="1">
            <a:schemeClr val="accent1"/>
          </a:lnRef>
          <a:fillRef idx="0">
            <a:schemeClr val="accent1"/>
          </a:fillRef>
          <a:effectRef idx="0">
            <a:schemeClr val="accent1"/>
          </a:effectRef>
          <a:fontRef idx="minor">
            <a:schemeClr val="tx1"/>
          </a:fontRef>
        </p:style>
      </p:cxnSp>
      <p:sp>
        <p:nvSpPr>
          <p:cNvPr id="15" name="CuadroTexto 14"/>
          <p:cNvSpPr txBox="1"/>
          <p:nvPr/>
        </p:nvSpPr>
        <p:spPr>
          <a:xfrm>
            <a:off x="748000" y="5957962"/>
            <a:ext cx="10793660" cy="861774"/>
          </a:xfrm>
          <a:prstGeom prst="rect">
            <a:avLst/>
          </a:prstGeom>
          <a:noFill/>
        </p:spPr>
        <p:txBody>
          <a:bodyPr wrap="none" rtlCol="0">
            <a:spAutoFit/>
          </a:bodyPr>
          <a:lstStyle/>
          <a:p>
            <a:r>
              <a:rPr lang="es-MX" sz="1600" dirty="0">
                <a:solidFill>
                  <a:schemeClr val="bg1"/>
                </a:solidFill>
              </a:rPr>
              <a:t>La función objetivo ya no mejoró al aumentar la capacidad mas allá de 240 para </a:t>
            </a:r>
            <a:r>
              <a:rPr lang="es-MX" sz="1600" dirty="0" err="1">
                <a:solidFill>
                  <a:schemeClr val="bg1"/>
                </a:solidFill>
              </a:rPr>
              <a:t>R1</a:t>
            </a:r>
            <a:r>
              <a:rPr lang="es-MX" sz="1600" dirty="0">
                <a:solidFill>
                  <a:schemeClr val="bg1"/>
                </a:solidFill>
              </a:rPr>
              <a:t>, en el caso de aumentar a 300 horas, </a:t>
            </a:r>
          </a:p>
          <a:p>
            <a:r>
              <a:rPr lang="es-MX" sz="1600" dirty="0">
                <a:solidFill>
                  <a:schemeClr val="bg1"/>
                </a:solidFill>
              </a:rPr>
              <a:t>ya no se pueden producir mas receptores porque el tiempo de los técnicos se ocupa en su totalidad y ahora si se</a:t>
            </a:r>
          </a:p>
          <a:p>
            <a:r>
              <a:rPr lang="es-MX" sz="1600" dirty="0">
                <a:solidFill>
                  <a:schemeClr val="bg1"/>
                </a:solidFill>
              </a:rPr>
              <a:t>aumentaran las horas de técnicos se lograría un aumento en la utilidad de $120.</a:t>
            </a:r>
          </a:p>
        </p:txBody>
      </p:sp>
      <p:sp>
        <p:nvSpPr>
          <p:cNvPr id="16" name="Rectángulo 15"/>
          <p:cNvSpPr/>
          <p:nvPr/>
        </p:nvSpPr>
        <p:spPr>
          <a:xfrm>
            <a:off x="8506970" y="3406001"/>
            <a:ext cx="2199444" cy="3878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sp>
        <p:nvSpPr>
          <p:cNvPr id="13" name="Marcador de posición de número de diapositiva 5">
            <a:extLst>
              <a:ext uri="{FF2B5EF4-FFF2-40B4-BE49-F238E27FC236}">
                <a16:creationId xmlns:a16="http://schemas.microsoft.com/office/drawing/2014/main" id="{45E00FF6-9D37-EF89-7E6D-9888B6B01E7F}"/>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19</a:t>
            </a:fld>
            <a:endParaRPr lang="es-MX" noProof="0">
              <a:latin typeface="+mn-lt"/>
            </a:endParaRPr>
          </a:p>
        </p:txBody>
      </p:sp>
    </p:spTree>
    <p:extLst>
      <p:ext uri="{BB962C8B-B14F-4D97-AF65-F5344CB8AC3E}">
        <p14:creationId xmlns:p14="http://schemas.microsoft.com/office/powerpoint/2010/main" val="2055634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rotWithShape="1">
          <a:blip r:embed="rId2"/>
          <a:srcRect l="34237" t="30909" r="37686" b="11687"/>
          <a:stretch/>
        </p:blipFill>
        <p:spPr>
          <a:xfrm>
            <a:off x="2386807" y="1838793"/>
            <a:ext cx="3000774" cy="3239654"/>
          </a:xfrm>
          <a:prstGeom prst="rect">
            <a:avLst/>
          </a:prstGeom>
        </p:spPr>
      </p:pic>
      <p:pic>
        <p:nvPicPr>
          <p:cNvPr id="9" name="Imagen 8"/>
          <p:cNvPicPr>
            <a:picLocks noChangeAspect="1"/>
          </p:cNvPicPr>
          <p:nvPr/>
        </p:nvPicPr>
        <p:blipFill rotWithShape="1">
          <a:blip r:embed="rId3"/>
          <a:srcRect l="33205" t="33877" r="37820" b="8954"/>
          <a:stretch/>
        </p:blipFill>
        <p:spPr>
          <a:xfrm>
            <a:off x="5552488" y="1838793"/>
            <a:ext cx="3022631" cy="3236623"/>
          </a:xfrm>
          <a:prstGeom prst="rect">
            <a:avLst/>
          </a:prstGeom>
        </p:spPr>
      </p:pic>
      <p:pic>
        <p:nvPicPr>
          <p:cNvPr id="10" name="Imagen 9"/>
          <p:cNvPicPr>
            <a:picLocks noChangeAspect="1"/>
          </p:cNvPicPr>
          <p:nvPr/>
        </p:nvPicPr>
        <p:blipFill rotWithShape="1">
          <a:blip r:embed="rId4"/>
          <a:srcRect l="33846" t="32696" r="37949" b="10372"/>
          <a:stretch/>
        </p:blipFill>
        <p:spPr>
          <a:xfrm>
            <a:off x="8810982" y="1825771"/>
            <a:ext cx="2871264" cy="3145340"/>
          </a:xfrm>
          <a:prstGeom prst="rect">
            <a:avLst/>
          </a:prstGeom>
        </p:spPr>
      </p:pic>
      <p:sp>
        <p:nvSpPr>
          <p:cNvPr id="11" name="Rectángulo 10"/>
          <p:cNvSpPr/>
          <p:nvPr/>
        </p:nvSpPr>
        <p:spPr>
          <a:xfrm>
            <a:off x="2386807" y="5165389"/>
            <a:ext cx="3000774" cy="1077218"/>
          </a:xfrm>
          <a:prstGeom prst="rect">
            <a:avLst/>
          </a:prstGeom>
        </p:spPr>
        <p:txBody>
          <a:bodyPr wrap="square">
            <a:spAutoFit/>
          </a:bodyPr>
          <a:lstStyle/>
          <a:p>
            <a:r>
              <a:rPr lang="es-MX" sz="1600" dirty="0">
                <a:solidFill>
                  <a:schemeClr val="tx2"/>
                </a:solidFill>
              </a:rPr>
              <a:t>Maximizar  Z= 50 </a:t>
            </a:r>
            <a:r>
              <a:rPr lang="es-MX" sz="1600" dirty="0" err="1">
                <a:solidFill>
                  <a:schemeClr val="tx2"/>
                </a:solidFill>
              </a:rPr>
              <a:t>X1</a:t>
            </a:r>
            <a:r>
              <a:rPr lang="es-MX" sz="1600" dirty="0">
                <a:solidFill>
                  <a:schemeClr val="tx2"/>
                </a:solidFill>
              </a:rPr>
              <a:t> + 120 </a:t>
            </a:r>
            <a:r>
              <a:rPr lang="es-MX" sz="1600" dirty="0" err="1">
                <a:solidFill>
                  <a:schemeClr val="tx2"/>
                </a:solidFill>
              </a:rPr>
              <a:t>X2</a:t>
            </a:r>
            <a:r>
              <a:rPr lang="es-MX" sz="1600" dirty="0">
                <a:solidFill>
                  <a:schemeClr val="tx2"/>
                </a:solidFill>
              </a:rPr>
              <a:t> </a:t>
            </a:r>
          </a:p>
          <a:p>
            <a:r>
              <a:rPr lang="es-MX" sz="1600" dirty="0">
                <a:solidFill>
                  <a:schemeClr val="tx2"/>
                </a:solidFill>
              </a:rPr>
              <a:t>Sujeto a:      2 </a:t>
            </a:r>
            <a:r>
              <a:rPr lang="es-MX" sz="1600" dirty="0" err="1">
                <a:solidFill>
                  <a:schemeClr val="tx2"/>
                </a:solidFill>
              </a:rPr>
              <a:t>X1</a:t>
            </a:r>
            <a:r>
              <a:rPr lang="es-MX" sz="1600" dirty="0">
                <a:solidFill>
                  <a:schemeClr val="tx2"/>
                </a:solidFill>
              </a:rPr>
              <a:t> +   4 </a:t>
            </a:r>
            <a:r>
              <a:rPr lang="es-MX" sz="1600" dirty="0" err="1">
                <a:solidFill>
                  <a:schemeClr val="tx2"/>
                </a:solidFill>
              </a:rPr>
              <a:t>X2</a:t>
            </a:r>
            <a:r>
              <a:rPr lang="es-MX" sz="1600" dirty="0">
                <a:solidFill>
                  <a:schemeClr val="tx2"/>
                </a:solidFill>
              </a:rPr>
              <a:t> ≤ 80</a:t>
            </a:r>
          </a:p>
          <a:p>
            <a:r>
              <a:rPr lang="es-MX" sz="1600" dirty="0">
                <a:solidFill>
                  <a:schemeClr val="tx2"/>
                </a:solidFill>
              </a:rPr>
              <a:t>                      3 </a:t>
            </a:r>
            <a:r>
              <a:rPr lang="es-MX" sz="1600" dirty="0" err="1">
                <a:solidFill>
                  <a:schemeClr val="tx2"/>
                </a:solidFill>
              </a:rPr>
              <a:t>X1</a:t>
            </a:r>
            <a:r>
              <a:rPr lang="es-MX" sz="1600" dirty="0">
                <a:solidFill>
                  <a:schemeClr val="tx2"/>
                </a:solidFill>
              </a:rPr>
              <a:t> +   1 </a:t>
            </a:r>
            <a:r>
              <a:rPr lang="es-MX" sz="1600" dirty="0" err="1">
                <a:solidFill>
                  <a:schemeClr val="tx2"/>
                </a:solidFill>
              </a:rPr>
              <a:t>X2</a:t>
            </a:r>
            <a:r>
              <a:rPr lang="es-MX" sz="1600" dirty="0">
                <a:solidFill>
                  <a:schemeClr val="tx2"/>
                </a:solidFill>
              </a:rPr>
              <a:t> ≤ 60</a:t>
            </a:r>
          </a:p>
          <a:p>
            <a:r>
              <a:rPr lang="es-MX" sz="1600" dirty="0">
                <a:solidFill>
                  <a:schemeClr val="tx2"/>
                </a:solidFill>
              </a:rPr>
              <a:t>                          </a:t>
            </a:r>
            <a:r>
              <a:rPr lang="es-MX" sz="1600" dirty="0" err="1">
                <a:solidFill>
                  <a:schemeClr val="tx2"/>
                </a:solidFill>
              </a:rPr>
              <a:t>X1</a:t>
            </a:r>
            <a:r>
              <a:rPr lang="es-MX" sz="1600" dirty="0">
                <a:solidFill>
                  <a:schemeClr val="tx2"/>
                </a:solidFill>
              </a:rPr>
              <a:t>, </a:t>
            </a:r>
            <a:r>
              <a:rPr lang="es-MX" sz="1600" dirty="0" err="1">
                <a:solidFill>
                  <a:schemeClr val="tx2"/>
                </a:solidFill>
              </a:rPr>
              <a:t>X2</a:t>
            </a:r>
            <a:r>
              <a:rPr lang="es-MX" sz="1600" dirty="0">
                <a:solidFill>
                  <a:schemeClr val="tx2"/>
                </a:solidFill>
              </a:rPr>
              <a:t> ≥ 0</a:t>
            </a:r>
          </a:p>
        </p:txBody>
      </p:sp>
      <p:sp>
        <p:nvSpPr>
          <p:cNvPr id="12" name="Rectángulo 11"/>
          <p:cNvSpPr/>
          <p:nvPr/>
        </p:nvSpPr>
        <p:spPr>
          <a:xfrm>
            <a:off x="5778242" y="5137283"/>
            <a:ext cx="3000774" cy="1077218"/>
          </a:xfrm>
          <a:prstGeom prst="rect">
            <a:avLst/>
          </a:prstGeom>
        </p:spPr>
        <p:txBody>
          <a:bodyPr wrap="square">
            <a:spAutoFit/>
          </a:bodyPr>
          <a:lstStyle/>
          <a:p>
            <a:r>
              <a:rPr lang="es-MX" sz="1600" dirty="0">
                <a:solidFill>
                  <a:schemeClr val="tx2"/>
                </a:solidFill>
              </a:rPr>
              <a:t>Maximizar  Z= 50 </a:t>
            </a:r>
            <a:r>
              <a:rPr lang="es-MX" sz="1600" dirty="0" err="1">
                <a:solidFill>
                  <a:schemeClr val="tx2"/>
                </a:solidFill>
              </a:rPr>
              <a:t>X1</a:t>
            </a:r>
            <a:r>
              <a:rPr lang="es-MX" sz="1600" dirty="0">
                <a:solidFill>
                  <a:schemeClr val="tx2"/>
                </a:solidFill>
              </a:rPr>
              <a:t> + 120 </a:t>
            </a:r>
            <a:r>
              <a:rPr lang="es-MX" sz="1600" dirty="0" err="1">
                <a:solidFill>
                  <a:schemeClr val="tx2"/>
                </a:solidFill>
              </a:rPr>
              <a:t>X2</a:t>
            </a:r>
            <a:r>
              <a:rPr lang="es-MX" sz="1600" dirty="0">
                <a:solidFill>
                  <a:schemeClr val="tx2"/>
                </a:solidFill>
              </a:rPr>
              <a:t> </a:t>
            </a:r>
          </a:p>
          <a:p>
            <a:r>
              <a:rPr lang="es-MX" sz="1600" dirty="0">
                <a:solidFill>
                  <a:schemeClr val="tx2"/>
                </a:solidFill>
              </a:rPr>
              <a:t>Sujeto a:      2 </a:t>
            </a:r>
            <a:r>
              <a:rPr lang="es-MX" sz="1600" dirty="0" err="1">
                <a:solidFill>
                  <a:schemeClr val="tx2"/>
                </a:solidFill>
              </a:rPr>
              <a:t>X1</a:t>
            </a:r>
            <a:r>
              <a:rPr lang="es-MX" sz="1600" dirty="0">
                <a:solidFill>
                  <a:schemeClr val="tx2"/>
                </a:solidFill>
              </a:rPr>
              <a:t> +   4 </a:t>
            </a:r>
            <a:r>
              <a:rPr lang="es-MX" sz="1600" dirty="0" err="1">
                <a:solidFill>
                  <a:schemeClr val="tx2"/>
                </a:solidFill>
              </a:rPr>
              <a:t>X2</a:t>
            </a:r>
            <a:r>
              <a:rPr lang="es-MX" sz="1600" dirty="0">
                <a:solidFill>
                  <a:schemeClr val="tx2"/>
                </a:solidFill>
              </a:rPr>
              <a:t> ≤ 80</a:t>
            </a:r>
          </a:p>
          <a:p>
            <a:r>
              <a:rPr lang="es-MX" sz="1600" dirty="0">
                <a:solidFill>
                  <a:schemeClr val="tx2"/>
                </a:solidFill>
              </a:rPr>
              <a:t>                      3 </a:t>
            </a:r>
            <a:r>
              <a:rPr lang="es-MX" sz="1600" dirty="0" err="1">
                <a:solidFill>
                  <a:schemeClr val="tx2"/>
                </a:solidFill>
              </a:rPr>
              <a:t>X1</a:t>
            </a:r>
            <a:r>
              <a:rPr lang="es-MX" sz="1600" dirty="0">
                <a:solidFill>
                  <a:schemeClr val="tx2"/>
                </a:solidFill>
              </a:rPr>
              <a:t> +   1 </a:t>
            </a:r>
            <a:r>
              <a:rPr lang="es-MX" sz="1600" dirty="0" err="1">
                <a:solidFill>
                  <a:schemeClr val="tx2"/>
                </a:solidFill>
              </a:rPr>
              <a:t>X2</a:t>
            </a:r>
            <a:r>
              <a:rPr lang="es-MX" sz="1600" dirty="0">
                <a:solidFill>
                  <a:schemeClr val="tx2"/>
                </a:solidFill>
              </a:rPr>
              <a:t> ≤ </a:t>
            </a:r>
            <a:r>
              <a:rPr lang="es-MX" sz="1600" b="1" dirty="0">
                <a:solidFill>
                  <a:srgbClr val="FF0000"/>
                </a:solidFill>
              </a:rPr>
              <a:t>20</a:t>
            </a:r>
          </a:p>
          <a:p>
            <a:r>
              <a:rPr lang="es-MX" sz="1600" dirty="0">
                <a:solidFill>
                  <a:schemeClr val="tx2"/>
                </a:solidFill>
              </a:rPr>
              <a:t>                          </a:t>
            </a:r>
            <a:r>
              <a:rPr lang="es-MX" sz="1600" dirty="0" err="1">
                <a:solidFill>
                  <a:schemeClr val="tx2"/>
                </a:solidFill>
              </a:rPr>
              <a:t>X1</a:t>
            </a:r>
            <a:r>
              <a:rPr lang="es-MX" sz="1600" dirty="0">
                <a:solidFill>
                  <a:schemeClr val="tx2"/>
                </a:solidFill>
              </a:rPr>
              <a:t>, </a:t>
            </a:r>
            <a:r>
              <a:rPr lang="es-MX" sz="1600" dirty="0" err="1">
                <a:solidFill>
                  <a:schemeClr val="tx2"/>
                </a:solidFill>
              </a:rPr>
              <a:t>X2</a:t>
            </a:r>
            <a:r>
              <a:rPr lang="es-MX" sz="1600" dirty="0">
                <a:solidFill>
                  <a:schemeClr val="tx2"/>
                </a:solidFill>
              </a:rPr>
              <a:t> ≥ 0</a:t>
            </a:r>
          </a:p>
        </p:txBody>
      </p:sp>
      <p:sp>
        <p:nvSpPr>
          <p:cNvPr id="13" name="Rectángulo 12"/>
          <p:cNvSpPr/>
          <p:nvPr/>
        </p:nvSpPr>
        <p:spPr>
          <a:xfrm>
            <a:off x="8943923" y="5137283"/>
            <a:ext cx="3000774" cy="1077218"/>
          </a:xfrm>
          <a:prstGeom prst="rect">
            <a:avLst/>
          </a:prstGeom>
        </p:spPr>
        <p:txBody>
          <a:bodyPr wrap="square">
            <a:spAutoFit/>
          </a:bodyPr>
          <a:lstStyle/>
          <a:p>
            <a:r>
              <a:rPr lang="es-MX" sz="1600" dirty="0">
                <a:solidFill>
                  <a:schemeClr val="tx2"/>
                </a:solidFill>
              </a:rPr>
              <a:t>Maximizar  Z= 50 </a:t>
            </a:r>
            <a:r>
              <a:rPr lang="es-MX" sz="1600" dirty="0" err="1">
                <a:solidFill>
                  <a:schemeClr val="tx2"/>
                </a:solidFill>
              </a:rPr>
              <a:t>X1</a:t>
            </a:r>
            <a:r>
              <a:rPr lang="es-MX" sz="1600" dirty="0">
                <a:solidFill>
                  <a:schemeClr val="tx2"/>
                </a:solidFill>
              </a:rPr>
              <a:t> + 120 </a:t>
            </a:r>
            <a:r>
              <a:rPr lang="es-MX" sz="1600" dirty="0" err="1">
                <a:solidFill>
                  <a:schemeClr val="tx2"/>
                </a:solidFill>
              </a:rPr>
              <a:t>X2</a:t>
            </a:r>
            <a:r>
              <a:rPr lang="es-MX" sz="1600" dirty="0">
                <a:solidFill>
                  <a:schemeClr val="tx2"/>
                </a:solidFill>
              </a:rPr>
              <a:t> </a:t>
            </a:r>
          </a:p>
          <a:p>
            <a:r>
              <a:rPr lang="es-MX" sz="1600" dirty="0">
                <a:solidFill>
                  <a:schemeClr val="tx2"/>
                </a:solidFill>
              </a:rPr>
              <a:t>Sujeto a:      2 </a:t>
            </a:r>
            <a:r>
              <a:rPr lang="es-MX" sz="1600" dirty="0" err="1">
                <a:solidFill>
                  <a:schemeClr val="tx2"/>
                </a:solidFill>
              </a:rPr>
              <a:t>X1</a:t>
            </a:r>
            <a:r>
              <a:rPr lang="es-MX" sz="1600" dirty="0">
                <a:solidFill>
                  <a:schemeClr val="tx2"/>
                </a:solidFill>
              </a:rPr>
              <a:t> +   4 </a:t>
            </a:r>
            <a:r>
              <a:rPr lang="es-MX" sz="1600" dirty="0" err="1">
                <a:solidFill>
                  <a:schemeClr val="tx2"/>
                </a:solidFill>
              </a:rPr>
              <a:t>X2</a:t>
            </a:r>
            <a:r>
              <a:rPr lang="es-MX" sz="1600" dirty="0">
                <a:solidFill>
                  <a:schemeClr val="tx2"/>
                </a:solidFill>
              </a:rPr>
              <a:t> ≤ 80</a:t>
            </a:r>
          </a:p>
          <a:p>
            <a:r>
              <a:rPr lang="es-MX" sz="1600" dirty="0">
                <a:solidFill>
                  <a:schemeClr val="tx2"/>
                </a:solidFill>
              </a:rPr>
              <a:t>                      3 </a:t>
            </a:r>
            <a:r>
              <a:rPr lang="es-MX" sz="1600" dirty="0" err="1">
                <a:solidFill>
                  <a:schemeClr val="tx2"/>
                </a:solidFill>
              </a:rPr>
              <a:t>X1</a:t>
            </a:r>
            <a:r>
              <a:rPr lang="es-MX" sz="1600" dirty="0">
                <a:solidFill>
                  <a:schemeClr val="tx2"/>
                </a:solidFill>
              </a:rPr>
              <a:t> +   1 </a:t>
            </a:r>
            <a:r>
              <a:rPr lang="es-MX" sz="1600" dirty="0" err="1">
                <a:solidFill>
                  <a:schemeClr val="tx2"/>
                </a:solidFill>
              </a:rPr>
              <a:t>X2</a:t>
            </a:r>
            <a:r>
              <a:rPr lang="es-MX" sz="1600" dirty="0">
                <a:solidFill>
                  <a:schemeClr val="tx2"/>
                </a:solidFill>
              </a:rPr>
              <a:t> ≤ </a:t>
            </a:r>
            <a:r>
              <a:rPr lang="es-MX" sz="1600" b="1" dirty="0">
                <a:solidFill>
                  <a:srgbClr val="FF0000"/>
                </a:solidFill>
              </a:rPr>
              <a:t>10</a:t>
            </a:r>
          </a:p>
          <a:p>
            <a:r>
              <a:rPr lang="es-MX" sz="1600" dirty="0">
                <a:solidFill>
                  <a:schemeClr val="tx2"/>
                </a:solidFill>
              </a:rPr>
              <a:t>                          </a:t>
            </a:r>
            <a:r>
              <a:rPr lang="es-MX" sz="1600" dirty="0" err="1">
                <a:solidFill>
                  <a:schemeClr val="tx2"/>
                </a:solidFill>
              </a:rPr>
              <a:t>X1</a:t>
            </a:r>
            <a:r>
              <a:rPr lang="es-MX" sz="1600" dirty="0">
                <a:solidFill>
                  <a:schemeClr val="tx2"/>
                </a:solidFill>
              </a:rPr>
              <a:t>, </a:t>
            </a:r>
            <a:r>
              <a:rPr lang="es-MX" sz="1600" dirty="0" err="1">
                <a:solidFill>
                  <a:schemeClr val="tx2"/>
                </a:solidFill>
              </a:rPr>
              <a:t>X2</a:t>
            </a:r>
            <a:r>
              <a:rPr lang="es-MX" sz="1600" dirty="0">
                <a:solidFill>
                  <a:schemeClr val="tx2"/>
                </a:solidFill>
              </a:rPr>
              <a:t> ≥ 0</a:t>
            </a:r>
          </a:p>
        </p:txBody>
      </p:sp>
      <p:sp>
        <p:nvSpPr>
          <p:cNvPr id="14" name="CuadroTexto 13"/>
          <p:cNvSpPr txBox="1"/>
          <p:nvPr/>
        </p:nvSpPr>
        <p:spPr>
          <a:xfrm>
            <a:off x="3378032" y="6242607"/>
            <a:ext cx="6937686" cy="584775"/>
          </a:xfrm>
          <a:prstGeom prst="rect">
            <a:avLst/>
          </a:prstGeom>
          <a:noFill/>
        </p:spPr>
        <p:txBody>
          <a:bodyPr wrap="square" rtlCol="0">
            <a:spAutoFit/>
          </a:bodyPr>
          <a:lstStyle/>
          <a:p>
            <a:r>
              <a:rPr lang="es-MX" sz="1600" dirty="0">
                <a:solidFill>
                  <a:schemeClr val="bg1"/>
                </a:solidFill>
              </a:rPr>
              <a:t>Se observa que al disminuir hasta 20 horas, la solución no cambia; pero si se disminuye a menos de 20 horas la solución cambia y tiene menor utilidad.</a:t>
            </a:r>
          </a:p>
        </p:txBody>
      </p:sp>
      <p:sp>
        <p:nvSpPr>
          <p:cNvPr id="15" name="CuadroTexto 14"/>
          <p:cNvSpPr txBox="1"/>
          <p:nvPr/>
        </p:nvSpPr>
        <p:spPr>
          <a:xfrm>
            <a:off x="426493" y="2098974"/>
            <a:ext cx="1795407" cy="1815882"/>
          </a:xfrm>
          <a:prstGeom prst="rect">
            <a:avLst/>
          </a:prstGeom>
          <a:noFill/>
        </p:spPr>
        <p:txBody>
          <a:bodyPr wrap="square" rtlCol="0">
            <a:spAutoFit/>
          </a:bodyPr>
          <a:lstStyle/>
          <a:p>
            <a:r>
              <a:rPr lang="es-MX" sz="1600" dirty="0">
                <a:solidFill>
                  <a:schemeClr val="bg1"/>
                </a:solidFill>
              </a:rPr>
              <a:t>Cambiando el lado derecho de la restricción 1 (</a:t>
            </a:r>
            <a:r>
              <a:rPr lang="es-MX" sz="1600" dirty="0" err="1">
                <a:solidFill>
                  <a:schemeClr val="bg1"/>
                </a:solidFill>
              </a:rPr>
              <a:t>R2</a:t>
            </a:r>
            <a:r>
              <a:rPr lang="es-MX" sz="1600" dirty="0">
                <a:solidFill>
                  <a:schemeClr val="bg1"/>
                </a:solidFill>
              </a:rPr>
              <a:t>) a 20 y 10 horas de tiempo de técnicos de audio.</a:t>
            </a:r>
          </a:p>
        </p:txBody>
      </p:sp>
      <p:grpSp>
        <p:nvGrpSpPr>
          <p:cNvPr id="6" name="Group 5">
            <a:extLst>
              <a:ext uri="{FF2B5EF4-FFF2-40B4-BE49-F238E27FC236}">
                <a16:creationId xmlns:a16="http://schemas.microsoft.com/office/drawing/2014/main" id="{5A8C4AAC-FC2E-C149-BA82-2078288F076B}"/>
              </a:ext>
            </a:extLst>
          </p:cNvPr>
          <p:cNvGrpSpPr/>
          <p:nvPr/>
        </p:nvGrpSpPr>
        <p:grpSpPr>
          <a:xfrm>
            <a:off x="3426879" y="1916349"/>
            <a:ext cx="4107572" cy="560160"/>
            <a:chOff x="1681480" y="643498"/>
            <a:chExt cx="8168640" cy="970280"/>
          </a:xfrm>
        </p:grpSpPr>
        <p:pic>
          <p:nvPicPr>
            <p:cNvPr id="16" name="Imagen 15"/>
            <p:cNvPicPr>
              <a:picLocks noChangeAspect="1"/>
            </p:cNvPicPr>
            <p:nvPr/>
          </p:nvPicPr>
          <p:blipFill rotWithShape="1">
            <a:blip r:embed="rId5"/>
            <a:srcRect l="10833" t="79073" r="44500" b="11151"/>
            <a:stretch/>
          </p:blipFill>
          <p:spPr>
            <a:xfrm>
              <a:off x="1681480" y="643498"/>
              <a:ext cx="8168640" cy="970280"/>
            </a:xfrm>
            <a:prstGeom prst="rect">
              <a:avLst/>
            </a:prstGeom>
            <a:ln>
              <a:noFill/>
            </a:ln>
            <a:effectLst>
              <a:outerShdw blurRad="292100" dist="139700" dir="2700000" algn="tl" rotWithShape="0">
                <a:srgbClr val="333333">
                  <a:alpha val="65000"/>
                </a:srgbClr>
              </a:outerShdw>
            </a:effectLst>
          </p:spPr>
        </p:pic>
        <p:sp>
          <p:nvSpPr>
            <p:cNvPr id="2" name="Rectángulo 1"/>
            <p:cNvSpPr/>
            <p:nvPr/>
          </p:nvSpPr>
          <p:spPr>
            <a:xfrm>
              <a:off x="8399637" y="1257826"/>
              <a:ext cx="1088572" cy="2612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bg1"/>
                </a:solidFill>
              </a:endParaRPr>
            </a:p>
          </p:txBody>
        </p:sp>
      </p:grpSp>
      <p:sp>
        <p:nvSpPr>
          <p:cNvPr id="5" name="Title 4">
            <a:extLst>
              <a:ext uri="{FF2B5EF4-FFF2-40B4-BE49-F238E27FC236}">
                <a16:creationId xmlns:a16="http://schemas.microsoft.com/office/drawing/2014/main" id="{70BAFCBD-C50E-6FA2-F419-F0AA7B7D13EF}"/>
              </a:ext>
            </a:extLst>
          </p:cNvPr>
          <p:cNvSpPr>
            <a:spLocks noGrp="1"/>
          </p:cNvSpPr>
          <p:nvPr>
            <p:ph type="title"/>
          </p:nvPr>
        </p:nvSpPr>
        <p:spPr/>
        <p:txBody>
          <a:bodyPr/>
          <a:lstStyle/>
          <a:p>
            <a:r>
              <a:rPr lang="en-US" dirty="0" err="1"/>
              <a:t>Cambios</a:t>
            </a:r>
            <a:r>
              <a:rPr lang="en-US" dirty="0"/>
              <a:t> </a:t>
            </a:r>
            <a:r>
              <a:rPr lang="en-US" dirty="0" err="1"/>
              <a:t>en</a:t>
            </a:r>
            <a:r>
              <a:rPr lang="en-US" dirty="0"/>
              <a:t> </a:t>
            </a:r>
            <a:r>
              <a:rPr lang="en-US" dirty="0" err="1"/>
              <a:t>el</a:t>
            </a:r>
            <a:r>
              <a:rPr lang="en-US" dirty="0"/>
              <a:t> </a:t>
            </a:r>
            <a:r>
              <a:rPr lang="en-US" dirty="0" err="1"/>
              <a:t>lado</a:t>
            </a:r>
            <a:r>
              <a:rPr lang="en-US" dirty="0"/>
              <a:t> derecho</a:t>
            </a:r>
          </a:p>
        </p:txBody>
      </p:sp>
      <p:sp>
        <p:nvSpPr>
          <p:cNvPr id="18" name="Marcador de posición de número de diapositiva 5">
            <a:extLst>
              <a:ext uri="{FF2B5EF4-FFF2-40B4-BE49-F238E27FC236}">
                <a16:creationId xmlns:a16="http://schemas.microsoft.com/office/drawing/2014/main" id="{CD691DF4-A380-9A80-5962-F780252F4EDC}"/>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20</a:t>
            </a:fld>
            <a:endParaRPr lang="es-MX" noProof="0">
              <a:latin typeface="+mn-lt"/>
            </a:endParaRPr>
          </a:p>
        </p:txBody>
      </p:sp>
    </p:spTree>
    <p:extLst>
      <p:ext uri="{BB962C8B-B14F-4D97-AF65-F5344CB8AC3E}">
        <p14:creationId xmlns:p14="http://schemas.microsoft.com/office/powerpoint/2010/main" val="2111365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Análisis de Sensibilidad Gráfico</a:t>
            </a:r>
          </a:p>
        </p:txBody>
      </p:sp>
      <p:sp>
        <p:nvSpPr>
          <p:cNvPr id="3" name="2 Marcador de contenido"/>
          <p:cNvSpPr>
            <a:spLocks noGrp="1"/>
          </p:cNvSpPr>
          <p:nvPr>
            <p:ph idx="4294967295"/>
          </p:nvPr>
        </p:nvSpPr>
        <p:spPr>
          <a:xfrm>
            <a:off x="1420202" y="1884119"/>
            <a:ext cx="8931275" cy="4043362"/>
          </a:xfrm>
        </p:spPr>
        <p:txBody>
          <a:bodyPr>
            <a:noAutofit/>
          </a:bodyPr>
          <a:lstStyle/>
          <a:p>
            <a:pPr>
              <a:spcBef>
                <a:spcPts val="600"/>
              </a:spcBef>
              <a:buNone/>
            </a:pPr>
            <a:r>
              <a:rPr lang="es-MX" sz="2200" b="1" dirty="0">
                <a:solidFill>
                  <a:srgbClr val="00B050"/>
                </a:solidFill>
                <a:effectLst>
                  <a:outerShdw blurRad="38100" dist="38100" dir="2700000" algn="tl">
                    <a:srgbClr val="000000">
                      <a:alpha val="43137"/>
                    </a:srgbClr>
                  </a:outerShdw>
                </a:effectLst>
                <a:latin typeface="+mn-lt"/>
              </a:rPr>
              <a:t>Ejercicio:</a:t>
            </a:r>
          </a:p>
          <a:p>
            <a:pPr>
              <a:spcBef>
                <a:spcPts val="600"/>
              </a:spcBef>
              <a:buNone/>
            </a:pPr>
            <a:r>
              <a:rPr lang="es-MX" sz="2200" dirty="0">
                <a:latin typeface="+mn-lt"/>
              </a:rPr>
              <a:t>	TOYCO produce dos artículos en dos máquinas. Una unidad del artículo 1 requiere 2 horas en la máquina 1 y 1 hora en la máquina 2. El artículo 2 requiere 1 hora en la máquina 1 y 3 horas en la máquina 2. Las ganancias por unidad de artículos 1 y 2 son $30 y $20, respectivamente. El tiempo diario total de procesamiento disponible por cada máquina es 8 horas.</a:t>
            </a:r>
          </a:p>
          <a:p>
            <a:pPr>
              <a:spcBef>
                <a:spcPts val="600"/>
              </a:spcBef>
              <a:buNone/>
            </a:pPr>
            <a:r>
              <a:rPr lang="es-MX" sz="2200" dirty="0">
                <a:latin typeface="+mn-lt"/>
              </a:rPr>
              <a:t>	Sea x1 y x2 las variables que representan el número diario de unidades de artículos 1 y 2 a producir, respectivamente.</a:t>
            </a:r>
          </a:p>
        </p:txBody>
      </p:sp>
      <p:sp>
        <p:nvSpPr>
          <p:cNvPr id="6" name="Marcador de posición de número de diapositiva 5">
            <a:extLst>
              <a:ext uri="{FF2B5EF4-FFF2-40B4-BE49-F238E27FC236}">
                <a16:creationId xmlns:a16="http://schemas.microsoft.com/office/drawing/2014/main" id="{18322AF4-E8CD-74CF-E14D-C2F6FE2EFD4F}"/>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21</a:t>
            </a:fld>
            <a:endParaRPr lang="es-MX" noProof="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Análisis de Sensibilidad Gráfico</a:t>
            </a:r>
          </a:p>
        </p:txBody>
      </p:sp>
      <p:sp>
        <p:nvSpPr>
          <p:cNvPr id="3" name="2 Marcador de contenido"/>
          <p:cNvSpPr>
            <a:spLocks noGrp="1"/>
          </p:cNvSpPr>
          <p:nvPr>
            <p:ph idx="4294967295"/>
          </p:nvPr>
        </p:nvSpPr>
        <p:spPr>
          <a:xfrm>
            <a:off x="1512278" y="1785938"/>
            <a:ext cx="7884836" cy="4643437"/>
          </a:xfrm>
        </p:spPr>
        <p:txBody>
          <a:bodyPr>
            <a:noAutofit/>
          </a:bodyPr>
          <a:lstStyle/>
          <a:p>
            <a:pPr>
              <a:buNone/>
            </a:pPr>
            <a:r>
              <a:rPr lang="es-MX" sz="2200" b="1" dirty="0">
                <a:solidFill>
                  <a:srgbClr val="00B050"/>
                </a:solidFill>
                <a:latin typeface="+mn-lt"/>
              </a:rPr>
              <a:t>Cambios en el Lado Derecho </a:t>
            </a:r>
          </a:p>
          <a:p>
            <a:pPr>
              <a:buNone/>
            </a:pPr>
            <a:r>
              <a:rPr lang="es-MX" sz="2200" b="1" dirty="0">
                <a:solidFill>
                  <a:schemeClr val="accent3"/>
                </a:solidFill>
                <a:latin typeface="+mn-lt"/>
              </a:rPr>
              <a:t>Concepto de rangos de factibilidad</a:t>
            </a:r>
          </a:p>
          <a:p>
            <a:pPr>
              <a:buNone/>
            </a:pPr>
            <a:endParaRPr lang="es-MX" sz="2200" b="1" dirty="0">
              <a:solidFill>
                <a:srgbClr val="00B050"/>
              </a:solidFill>
              <a:latin typeface="+mn-lt"/>
            </a:endParaRPr>
          </a:p>
          <a:p>
            <a:pPr>
              <a:spcBef>
                <a:spcPts val="600"/>
              </a:spcBef>
            </a:pPr>
            <a:r>
              <a:rPr lang="es-MX" sz="2000" dirty="0">
                <a:solidFill>
                  <a:srgbClr val="0070C0"/>
                </a:solidFill>
                <a:latin typeface="+mn-lt"/>
              </a:rPr>
              <a:t>Q1: Si TOYCO puede incrementar la capacidad de ambas máquinas, cuál máquina debería recibir mayor prioridad?</a:t>
            </a:r>
          </a:p>
          <a:p>
            <a:pPr>
              <a:spcBef>
                <a:spcPts val="600"/>
              </a:spcBef>
            </a:pPr>
            <a:r>
              <a:rPr lang="es-MX" sz="2000" dirty="0">
                <a:solidFill>
                  <a:schemeClr val="accent4">
                    <a:lumMod val="50000"/>
                  </a:schemeClr>
                </a:solidFill>
                <a:latin typeface="+mn-lt"/>
              </a:rPr>
              <a:t>Q2: Se sugirió incrementar las capacidades de las máquinas 1 y 2 a un costo adicional de $10/h. Es esto recomendable?</a:t>
            </a:r>
          </a:p>
          <a:p>
            <a:pPr>
              <a:spcBef>
                <a:spcPts val="600"/>
              </a:spcBef>
            </a:pPr>
            <a:r>
              <a:rPr lang="es-MX" sz="2000" dirty="0">
                <a:solidFill>
                  <a:srgbClr val="0070C0"/>
                </a:solidFill>
                <a:latin typeface="+mn-lt"/>
              </a:rPr>
              <a:t>Q3: Si la capacidad de la máquina 1 se incrementa de 8 a 13 horas, en cuánto impactará este cambio en la ganancia óptima?</a:t>
            </a:r>
          </a:p>
          <a:p>
            <a:pPr>
              <a:spcBef>
                <a:spcPts val="600"/>
              </a:spcBef>
            </a:pPr>
            <a:r>
              <a:rPr lang="es-MX" sz="2000" dirty="0">
                <a:solidFill>
                  <a:schemeClr val="accent4">
                    <a:lumMod val="50000"/>
                  </a:schemeClr>
                </a:solidFill>
                <a:latin typeface="+mn-lt"/>
              </a:rPr>
              <a:t>Q4: Suponga que la capacidad de la máquina 1 se incrementa a 20 horas. Cuál es el impacto en el incremento de la ganancia óptima?</a:t>
            </a:r>
          </a:p>
        </p:txBody>
      </p:sp>
      <p:sp>
        <p:nvSpPr>
          <p:cNvPr id="6" name="Marcador de posición de número de diapositiva 5">
            <a:extLst>
              <a:ext uri="{FF2B5EF4-FFF2-40B4-BE49-F238E27FC236}">
                <a16:creationId xmlns:a16="http://schemas.microsoft.com/office/drawing/2014/main" id="{66858BE9-ECEE-1577-276D-A9D3F029CCD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22</a:t>
            </a:fld>
            <a:endParaRPr lang="es-MX" noProof="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17CBF-BDAF-2F97-34A0-AA3823F75893}"/>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599C7111-01DB-6BD6-0E15-CA3B8D59F25B}"/>
              </a:ext>
            </a:extLst>
          </p:cNvPr>
          <p:cNvSpPr>
            <a:spLocks noGrp="1"/>
          </p:cNvSpPr>
          <p:nvPr>
            <p:ph type="title"/>
          </p:nvPr>
        </p:nvSpPr>
        <p:spPr/>
        <p:txBody>
          <a:bodyPr/>
          <a:lstStyle/>
          <a:p>
            <a:r>
              <a:rPr lang="es-MX" dirty="0"/>
              <a:t>Análisis gráfico</a:t>
            </a:r>
          </a:p>
        </p:txBody>
      </p:sp>
      <p:graphicFrame>
        <p:nvGraphicFramePr>
          <p:cNvPr id="5" name="14 Gráfico">
            <a:extLst>
              <a:ext uri="{FF2B5EF4-FFF2-40B4-BE49-F238E27FC236}">
                <a16:creationId xmlns:a16="http://schemas.microsoft.com/office/drawing/2014/main" id="{13AEF2E7-6F91-3876-BC83-AA13698F7309}"/>
              </a:ext>
            </a:extLst>
          </p:cNvPr>
          <p:cNvGraphicFramePr/>
          <p:nvPr/>
        </p:nvGraphicFramePr>
        <p:xfrm>
          <a:off x="2711624" y="1643050"/>
          <a:ext cx="7599218" cy="4018198"/>
        </p:xfrm>
        <a:graphic>
          <a:graphicData uri="http://schemas.openxmlformats.org/drawingml/2006/chart">
            <c:chart xmlns:c="http://schemas.openxmlformats.org/drawingml/2006/chart" xmlns:r="http://schemas.openxmlformats.org/officeDocument/2006/relationships" r:id="rId2"/>
          </a:graphicData>
        </a:graphic>
      </p:graphicFrame>
      <p:sp>
        <p:nvSpPr>
          <p:cNvPr id="6" name="5 CuadroTexto">
            <a:extLst>
              <a:ext uri="{FF2B5EF4-FFF2-40B4-BE49-F238E27FC236}">
                <a16:creationId xmlns:a16="http://schemas.microsoft.com/office/drawing/2014/main" id="{12ECD376-B198-6E8B-6D2A-8233DFDA9B76}"/>
              </a:ext>
            </a:extLst>
          </p:cNvPr>
          <p:cNvSpPr txBox="1"/>
          <p:nvPr/>
        </p:nvSpPr>
        <p:spPr>
          <a:xfrm>
            <a:off x="5810248" y="2428869"/>
            <a:ext cx="1367682"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s-MX" dirty="0">
                <a:solidFill>
                  <a:schemeClr val="bg1"/>
                </a:solidFill>
              </a:rPr>
              <a:t>X*=(3.2,1.6)</a:t>
            </a:r>
          </a:p>
          <a:p>
            <a:r>
              <a:rPr lang="es-MX" dirty="0">
                <a:solidFill>
                  <a:schemeClr val="bg1"/>
                </a:solidFill>
              </a:rPr>
              <a:t>Z*=128</a:t>
            </a:r>
          </a:p>
        </p:txBody>
      </p:sp>
      <p:sp>
        <p:nvSpPr>
          <p:cNvPr id="8" name="7 Forma libre">
            <a:extLst>
              <a:ext uri="{FF2B5EF4-FFF2-40B4-BE49-F238E27FC236}">
                <a16:creationId xmlns:a16="http://schemas.microsoft.com/office/drawing/2014/main" id="{34106F20-A76F-A564-CF12-6077989063C9}"/>
              </a:ext>
            </a:extLst>
          </p:cNvPr>
          <p:cNvSpPr/>
          <p:nvPr/>
        </p:nvSpPr>
        <p:spPr>
          <a:xfrm>
            <a:off x="5447928" y="2712720"/>
            <a:ext cx="251832" cy="1868408"/>
          </a:xfrm>
          <a:custGeom>
            <a:avLst/>
            <a:gdLst>
              <a:gd name="connsiteX0" fmla="*/ 762000 w 762000"/>
              <a:gd name="connsiteY0" fmla="*/ 0 h 2514600"/>
              <a:gd name="connsiteX1" fmla="*/ 152400 w 762000"/>
              <a:gd name="connsiteY1" fmla="*/ 883920 h 2514600"/>
              <a:gd name="connsiteX2" fmla="*/ 0 w 762000"/>
              <a:gd name="connsiteY2" fmla="*/ 2514600 h 2514600"/>
            </a:gdLst>
            <a:ahLst/>
            <a:cxnLst>
              <a:cxn ang="0">
                <a:pos x="connsiteX0" y="connsiteY0"/>
              </a:cxn>
              <a:cxn ang="0">
                <a:pos x="connsiteX1" y="connsiteY1"/>
              </a:cxn>
              <a:cxn ang="0">
                <a:pos x="connsiteX2" y="connsiteY2"/>
              </a:cxn>
            </a:cxnLst>
            <a:rect l="l" t="t" r="r" b="b"/>
            <a:pathLst>
              <a:path w="762000" h="2514600">
                <a:moveTo>
                  <a:pt x="762000" y="0"/>
                </a:moveTo>
                <a:cubicBezTo>
                  <a:pt x="520700" y="232410"/>
                  <a:pt x="279400" y="464820"/>
                  <a:pt x="152400" y="883920"/>
                </a:cubicBezTo>
                <a:cubicBezTo>
                  <a:pt x="25400" y="1303020"/>
                  <a:pt x="12700" y="1908810"/>
                  <a:pt x="0" y="2514600"/>
                </a:cubicBezTo>
              </a:path>
            </a:pathLst>
          </a:custGeom>
          <a:ln>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solidFill>
                <a:schemeClr val="bg1"/>
              </a:solidFill>
            </a:endParaRPr>
          </a:p>
        </p:txBody>
      </p:sp>
      <p:sp>
        <p:nvSpPr>
          <p:cNvPr id="3" name="Freeform: Shape 2">
            <a:extLst>
              <a:ext uri="{FF2B5EF4-FFF2-40B4-BE49-F238E27FC236}">
                <a16:creationId xmlns:a16="http://schemas.microsoft.com/office/drawing/2014/main" id="{8C476198-3FEA-B9F3-314F-7DE5C8BA0425}"/>
              </a:ext>
            </a:extLst>
          </p:cNvPr>
          <p:cNvSpPr/>
          <p:nvPr/>
        </p:nvSpPr>
        <p:spPr>
          <a:xfrm>
            <a:off x="3376246" y="1641231"/>
            <a:ext cx="5955323" cy="3563816"/>
          </a:xfrm>
          <a:custGeom>
            <a:avLst/>
            <a:gdLst>
              <a:gd name="connsiteX0" fmla="*/ 0 w 5955323"/>
              <a:gd name="connsiteY0" fmla="*/ 0 h 3563816"/>
              <a:gd name="connsiteX1" fmla="*/ 0 w 5955323"/>
              <a:gd name="connsiteY1" fmla="*/ 3552093 h 3563816"/>
              <a:gd name="connsiteX2" fmla="*/ 5955323 w 5955323"/>
              <a:gd name="connsiteY2" fmla="*/ 3563816 h 3563816"/>
              <a:gd name="connsiteX3" fmla="*/ 5931877 w 5955323"/>
              <a:gd name="connsiteY3" fmla="*/ 3563816 h 3563816"/>
            </a:gdLst>
            <a:ahLst/>
            <a:cxnLst>
              <a:cxn ang="0">
                <a:pos x="connsiteX0" y="connsiteY0"/>
              </a:cxn>
              <a:cxn ang="0">
                <a:pos x="connsiteX1" y="connsiteY1"/>
              </a:cxn>
              <a:cxn ang="0">
                <a:pos x="connsiteX2" y="connsiteY2"/>
              </a:cxn>
              <a:cxn ang="0">
                <a:pos x="connsiteX3" y="connsiteY3"/>
              </a:cxn>
            </a:cxnLst>
            <a:rect l="l" t="t" r="r" b="b"/>
            <a:pathLst>
              <a:path w="5955323" h="3563816">
                <a:moveTo>
                  <a:pt x="0" y="0"/>
                </a:moveTo>
                <a:lnTo>
                  <a:pt x="0" y="3552093"/>
                </a:lnTo>
                <a:lnTo>
                  <a:pt x="5955323" y="3563816"/>
                </a:lnTo>
                <a:lnTo>
                  <a:pt x="5931877" y="356381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D23C451-992F-7603-37EA-86A9CBBBDF7C}"/>
              </a:ext>
            </a:extLst>
          </p:cNvPr>
          <p:cNvSpPr/>
          <p:nvPr/>
        </p:nvSpPr>
        <p:spPr>
          <a:xfrm>
            <a:off x="3376246" y="4208585"/>
            <a:ext cx="2532185" cy="1008184"/>
          </a:xfrm>
          <a:custGeom>
            <a:avLst/>
            <a:gdLst>
              <a:gd name="connsiteX0" fmla="*/ 0 w 2508739"/>
              <a:gd name="connsiteY0" fmla="*/ 0 h 1008184"/>
              <a:gd name="connsiteX1" fmla="*/ 0 w 2508739"/>
              <a:gd name="connsiteY1" fmla="*/ 996461 h 1008184"/>
              <a:gd name="connsiteX2" fmla="*/ 2508739 w 2508739"/>
              <a:gd name="connsiteY2" fmla="*/ 1008184 h 1008184"/>
              <a:gd name="connsiteX3" fmla="*/ 2028092 w 2508739"/>
              <a:gd name="connsiteY3" fmla="*/ 410307 h 1008184"/>
              <a:gd name="connsiteX4" fmla="*/ 0 w 2508739"/>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028092 w 2532185"/>
              <a:gd name="connsiteY3" fmla="*/ 410307 h 1008184"/>
              <a:gd name="connsiteX4" fmla="*/ 0 w 2532185"/>
              <a:gd name="connsiteY4" fmla="*/ 0 h 1008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185" h="1008184">
                <a:moveTo>
                  <a:pt x="0" y="0"/>
                </a:moveTo>
                <a:lnTo>
                  <a:pt x="0" y="996461"/>
                </a:lnTo>
                <a:lnTo>
                  <a:pt x="2532185" y="1008184"/>
                </a:lnTo>
                <a:lnTo>
                  <a:pt x="2028092" y="410307"/>
                </a:lnTo>
                <a:lnTo>
                  <a:pt x="0" y="0"/>
                </a:lnTo>
                <a:close/>
              </a:path>
            </a:pathLst>
          </a:cu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D2A88D1-3051-08D6-7E1B-34FD9F96FD90}"/>
              </a:ext>
            </a:extLst>
          </p:cNvPr>
          <p:cNvCxnSpPr/>
          <p:nvPr/>
        </p:nvCxnSpPr>
        <p:spPr>
          <a:xfrm>
            <a:off x="3656609" y="3024680"/>
            <a:ext cx="3224962" cy="2948528"/>
          </a:xfrm>
          <a:prstGeom prst="line">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03523091-9181-8188-D6F5-6D3E12BE7628}"/>
              </a:ext>
            </a:extLst>
          </p:cNvPr>
          <p:cNvCxnSpPr/>
          <p:nvPr/>
        </p:nvCxnSpPr>
        <p:spPr>
          <a:xfrm flipV="1">
            <a:off x="4083841" y="3178173"/>
            <a:ext cx="236857" cy="21101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16" name="Marcador de posición de número de diapositiva 5">
            <a:extLst>
              <a:ext uri="{FF2B5EF4-FFF2-40B4-BE49-F238E27FC236}">
                <a16:creationId xmlns:a16="http://schemas.microsoft.com/office/drawing/2014/main" id="{6FB69E20-B1E7-43C5-02E6-8FC43B791CBD}"/>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23</a:t>
            </a:fld>
            <a:endParaRPr lang="es-MX" noProof="0">
              <a:latin typeface="+mn-lt"/>
            </a:endParaRPr>
          </a:p>
        </p:txBody>
      </p:sp>
    </p:spTree>
    <p:extLst>
      <p:ext uri="{BB962C8B-B14F-4D97-AF65-F5344CB8AC3E}">
        <p14:creationId xmlns:p14="http://schemas.microsoft.com/office/powerpoint/2010/main" val="2310356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Análisis gráfico</a:t>
            </a:r>
          </a:p>
        </p:txBody>
      </p:sp>
      <p:graphicFrame>
        <p:nvGraphicFramePr>
          <p:cNvPr id="5" name="14 Gráfico"/>
          <p:cNvGraphicFramePr/>
          <p:nvPr>
            <p:extLst>
              <p:ext uri="{D42A27DB-BD31-4B8C-83A1-F6EECF244321}">
                <p14:modId xmlns:p14="http://schemas.microsoft.com/office/powerpoint/2010/main" val="4201965294"/>
              </p:ext>
            </p:extLst>
          </p:nvPr>
        </p:nvGraphicFramePr>
        <p:xfrm>
          <a:off x="2718614" y="1641231"/>
          <a:ext cx="7599218" cy="4018198"/>
        </p:xfrm>
        <a:graphic>
          <a:graphicData uri="http://schemas.openxmlformats.org/drawingml/2006/chart">
            <c:chart xmlns:c="http://schemas.openxmlformats.org/drawingml/2006/chart" xmlns:r="http://schemas.openxmlformats.org/officeDocument/2006/relationships" r:id="rId2"/>
          </a:graphicData>
        </a:graphic>
      </p:graphicFrame>
      <p:sp>
        <p:nvSpPr>
          <p:cNvPr id="6" name="5 CuadroTexto"/>
          <p:cNvSpPr txBox="1"/>
          <p:nvPr/>
        </p:nvSpPr>
        <p:spPr>
          <a:xfrm>
            <a:off x="5883810" y="2250085"/>
            <a:ext cx="1367682"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s-MX" dirty="0">
                <a:solidFill>
                  <a:schemeClr val="bg1"/>
                </a:solidFill>
              </a:rPr>
              <a:t>X*=(3.2,1.6)</a:t>
            </a:r>
          </a:p>
          <a:p>
            <a:r>
              <a:rPr lang="es-MX" dirty="0">
                <a:solidFill>
                  <a:schemeClr val="bg1"/>
                </a:solidFill>
              </a:rPr>
              <a:t>Z*=128</a:t>
            </a:r>
          </a:p>
        </p:txBody>
      </p:sp>
      <p:sp>
        <p:nvSpPr>
          <p:cNvPr id="8" name="7 Forma libre"/>
          <p:cNvSpPr/>
          <p:nvPr/>
        </p:nvSpPr>
        <p:spPr>
          <a:xfrm>
            <a:off x="5447927" y="2712720"/>
            <a:ext cx="418587" cy="1868408"/>
          </a:xfrm>
          <a:custGeom>
            <a:avLst/>
            <a:gdLst>
              <a:gd name="connsiteX0" fmla="*/ 762000 w 762000"/>
              <a:gd name="connsiteY0" fmla="*/ 0 h 2514600"/>
              <a:gd name="connsiteX1" fmla="*/ 152400 w 762000"/>
              <a:gd name="connsiteY1" fmla="*/ 883920 h 2514600"/>
              <a:gd name="connsiteX2" fmla="*/ 0 w 762000"/>
              <a:gd name="connsiteY2" fmla="*/ 2514600 h 2514600"/>
            </a:gdLst>
            <a:ahLst/>
            <a:cxnLst>
              <a:cxn ang="0">
                <a:pos x="connsiteX0" y="connsiteY0"/>
              </a:cxn>
              <a:cxn ang="0">
                <a:pos x="connsiteX1" y="connsiteY1"/>
              </a:cxn>
              <a:cxn ang="0">
                <a:pos x="connsiteX2" y="connsiteY2"/>
              </a:cxn>
            </a:cxnLst>
            <a:rect l="l" t="t" r="r" b="b"/>
            <a:pathLst>
              <a:path w="762000" h="2514600">
                <a:moveTo>
                  <a:pt x="762000" y="0"/>
                </a:moveTo>
                <a:cubicBezTo>
                  <a:pt x="520700" y="232410"/>
                  <a:pt x="279400" y="464820"/>
                  <a:pt x="152400" y="883920"/>
                </a:cubicBezTo>
                <a:cubicBezTo>
                  <a:pt x="25400" y="1303020"/>
                  <a:pt x="12700" y="1908810"/>
                  <a:pt x="0" y="2514600"/>
                </a:cubicBezTo>
              </a:path>
            </a:pathLst>
          </a:custGeom>
          <a:ln>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solidFill>
                <a:schemeClr val="bg1"/>
              </a:solidFill>
            </a:endParaRPr>
          </a:p>
        </p:txBody>
      </p:sp>
      <p:cxnSp>
        <p:nvCxnSpPr>
          <p:cNvPr id="4" name="Straight Connector 3"/>
          <p:cNvCxnSpPr/>
          <p:nvPr/>
        </p:nvCxnSpPr>
        <p:spPr>
          <a:xfrm>
            <a:off x="6553392" y="2966794"/>
            <a:ext cx="1954833" cy="2359149"/>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2659564" y="3325831"/>
            <a:ext cx="1954833" cy="2359149"/>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3" name="Freeform: Shape 2">
            <a:extLst>
              <a:ext uri="{FF2B5EF4-FFF2-40B4-BE49-F238E27FC236}">
                <a16:creationId xmlns:a16="http://schemas.microsoft.com/office/drawing/2014/main" id="{18D5268A-AF9E-8C9A-DC9D-4F4998BF2E3E}"/>
              </a:ext>
            </a:extLst>
          </p:cNvPr>
          <p:cNvSpPr/>
          <p:nvPr/>
        </p:nvSpPr>
        <p:spPr>
          <a:xfrm>
            <a:off x="3376246" y="1641231"/>
            <a:ext cx="5955323" cy="3563816"/>
          </a:xfrm>
          <a:custGeom>
            <a:avLst/>
            <a:gdLst>
              <a:gd name="connsiteX0" fmla="*/ 0 w 5955323"/>
              <a:gd name="connsiteY0" fmla="*/ 0 h 3563816"/>
              <a:gd name="connsiteX1" fmla="*/ 0 w 5955323"/>
              <a:gd name="connsiteY1" fmla="*/ 3552093 h 3563816"/>
              <a:gd name="connsiteX2" fmla="*/ 5955323 w 5955323"/>
              <a:gd name="connsiteY2" fmla="*/ 3563816 h 3563816"/>
              <a:gd name="connsiteX3" fmla="*/ 5931877 w 5955323"/>
              <a:gd name="connsiteY3" fmla="*/ 3563816 h 3563816"/>
            </a:gdLst>
            <a:ahLst/>
            <a:cxnLst>
              <a:cxn ang="0">
                <a:pos x="connsiteX0" y="connsiteY0"/>
              </a:cxn>
              <a:cxn ang="0">
                <a:pos x="connsiteX1" y="connsiteY1"/>
              </a:cxn>
              <a:cxn ang="0">
                <a:pos x="connsiteX2" y="connsiteY2"/>
              </a:cxn>
              <a:cxn ang="0">
                <a:pos x="connsiteX3" y="connsiteY3"/>
              </a:cxn>
            </a:cxnLst>
            <a:rect l="l" t="t" r="r" b="b"/>
            <a:pathLst>
              <a:path w="5955323" h="3563816">
                <a:moveTo>
                  <a:pt x="0" y="0"/>
                </a:moveTo>
                <a:lnTo>
                  <a:pt x="0" y="3552093"/>
                </a:lnTo>
                <a:lnTo>
                  <a:pt x="5955323" y="3563816"/>
                </a:lnTo>
                <a:lnTo>
                  <a:pt x="5931877" y="356381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A45ACA2-9087-291B-BFA9-79B30DCC2321}"/>
              </a:ext>
            </a:extLst>
          </p:cNvPr>
          <p:cNvSpPr/>
          <p:nvPr/>
        </p:nvSpPr>
        <p:spPr>
          <a:xfrm>
            <a:off x="3376246" y="4208585"/>
            <a:ext cx="2532185" cy="1008184"/>
          </a:xfrm>
          <a:custGeom>
            <a:avLst/>
            <a:gdLst>
              <a:gd name="connsiteX0" fmla="*/ 0 w 2508739"/>
              <a:gd name="connsiteY0" fmla="*/ 0 h 1008184"/>
              <a:gd name="connsiteX1" fmla="*/ 0 w 2508739"/>
              <a:gd name="connsiteY1" fmla="*/ 996461 h 1008184"/>
              <a:gd name="connsiteX2" fmla="*/ 2508739 w 2508739"/>
              <a:gd name="connsiteY2" fmla="*/ 1008184 h 1008184"/>
              <a:gd name="connsiteX3" fmla="*/ 2028092 w 2508739"/>
              <a:gd name="connsiteY3" fmla="*/ 410307 h 1008184"/>
              <a:gd name="connsiteX4" fmla="*/ 0 w 2508739"/>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028092 w 2532185"/>
              <a:gd name="connsiteY3" fmla="*/ 410307 h 1008184"/>
              <a:gd name="connsiteX4" fmla="*/ 0 w 2532185"/>
              <a:gd name="connsiteY4" fmla="*/ 0 h 1008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185" h="1008184">
                <a:moveTo>
                  <a:pt x="0" y="0"/>
                </a:moveTo>
                <a:lnTo>
                  <a:pt x="0" y="996461"/>
                </a:lnTo>
                <a:lnTo>
                  <a:pt x="2532185" y="1008184"/>
                </a:lnTo>
                <a:lnTo>
                  <a:pt x="2028092" y="410307"/>
                </a:lnTo>
                <a:lnTo>
                  <a:pt x="0" y="0"/>
                </a:lnTo>
                <a:close/>
              </a:path>
            </a:pathLst>
          </a:cu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D5C4B46-112F-FC87-6E38-AF3C53454A59}"/>
              </a:ext>
            </a:extLst>
          </p:cNvPr>
          <p:cNvSpPr/>
          <p:nvPr/>
        </p:nvSpPr>
        <p:spPr>
          <a:xfrm>
            <a:off x="3413913" y="4230409"/>
            <a:ext cx="4768582" cy="974637"/>
          </a:xfrm>
          <a:custGeom>
            <a:avLst/>
            <a:gdLst>
              <a:gd name="connsiteX0" fmla="*/ 0 w 2508739"/>
              <a:gd name="connsiteY0" fmla="*/ 0 h 1008184"/>
              <a:gd name="connsiteX1" fmla="*/ 0 w 2508739"/>
              <a:gd name="connsiteY1" fmla="*/ 996461 h 1008184"/>
              <a:gd name="connsiteX2" fmla="*/ 2508739 w 2508739"/>
              <a:gd name="connsiteY2" fmla="*/ 1008184 h 1008184"/>
              <a:gd name="connsiteX3" fmla="*/ 2028092 w 2508739"/>
              <a:gd name="connsiteY3" fmla="*/ 410307 h 1008184"/>
              <a:gd name="connsiteX4" fmla="*/ 0 w 2508739"/>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028092 w 2532185"/>
              <a:gd name="connsiteY3" fmla="*/ 410307 h 1008184"/>
              <a:gd name="connsiteX4" fmla="*/ 0 w 2532185"/>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256560 w 2532185"/>
              <a:gd name="connsiteY3" fmla="*/ 550984 h 1008184"/>
              <a:gd name="connsiteX4" fmla="*/ 0 w 2532185"/>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256560 w 2532185"/>
              <a:gd name="connsiteY3" fmla="*/ 550984 h 1008184"/>
              <a:gd name="connsiteX4" fmla="*/ 0 w 2532185"/>
              <a:gd name="connsiteY4" fmla="*/ 0 h 1008184"/>
              <a:gd name="connsiteX0" fmla="*/ 0 w 2536212"/>
              <a:gd name="connsiteY0" fmla="*/ 0 h 1008184"/>
              <a:gd name="connsiteX1" fmla="*/ 0 w 2536212"/>
              <a:gd name="connsiteY1" fmla="*/ 996461 h 1008184"/>
              <a:gd name="connsiteX2" fmla="*/ 2532185 w 2536212"/>
              <a:gd name="connsiteY2" fmla="*/ 1008184 h 1008184"/>
              <a:gd name="connsiteX3" fmla="*/ 2536212 w 2536212"/>
              <a:gd name="connsiteY3" fmla="*/ 984738 h 1008184"/>
              <a:gd name="connsiteX4" fmla="*/ 0 w 2536212"/>
              <a:gd name="connsiteY4" fmla="*/ 0 h 1008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212" h="1008184">
                <a:moveTo>
                  <a:pt x="0" y="0"/>
                </a:moveTo>
                <a:lnTo>
                  <a:pt x="0" y="996461"/>
                </a:lnTo>
                <a:lnTo>
                  <a:pt x="2532185" y="1008184"/>
                </a:lnTo>
                <a:lnTo>
                  <a:pt x="2536212" y="984738"/>
                </a:lnTo>
                <a:cubicBezTo>
                  <a:pt x="2517026" y="976923"/>
                  <a:pt x="752187" y="183661"/>
                  <a:pt x="0" y="0"/>
                </a:cubicBezTo>
                <a:close/>
              </a:path>
            </a:pathLst>
          </a:cu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0D43EA5-E908-E3D2-8A88-4518BB121FAE}"/>
              </a:ext>
            </a:extLst>
          </p:cNvPr>
          <p:cNvSpPr/>
          <p:nvPr/>
        </p:nvSpPr>
        <p:spPr>
          <a:xfrm>
            <a:off x="3402189" y="4230409"/>
            <a:ext cx="794653" cy="974635"/>
          </a:xfrm>
          <a:custGeom>
            <a:avLst/>
            <a:gdLst>
              <a:gd name="connsiteX0" fmla="*/ 0 w 2508739"/>
              <a:gd name="connsiteY0" fmla="*/ 0 h 1008184"/>
              <a:gd name="connsiteX1" fmla="*/ 0 w 2508739"/>
              <a:gd name="connsiteY1" fmla="*/ 996461 h 1008184"/>
              <a:gd name="connsiteX2" fmla="*/ 2508739 w 2508739"/>
              <a:gd name="connsiteY2" fmla="*/ 1008184 h 1008184"/>
              <a:gd name="connsiteX3" fmla="*/ 2028092 w 2508739"/>
              <a:gd name="connsiteY3" fmla="*/ 410307 h 1008184"/>
              <a:gd name="connsiteX4" fmla="*/ 0 w 2508739"/>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028092 w 2532185"/>
              <a:gd name="connsiteY3" fmla="*/ 410307 h 1008184"/>
              <a:gd name="connsiteX4" fmla="*/ 0 w 2532185"/>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256560 w 2532185"/>
              <a:gd name="connsiteY3" fmla="*/ 550984 h 1008184"/>
              <a:gd name="connsiteX4" fmla="*/ 0 w 2532185"/>
              <a:gd name="connsiteY4" fmla="*/ 0 h 1008184"/>
              <a:gd name="connsiteX0" fmla="*/ 0 w 2532185"/>
              <a:gd name="connsiteY0" fmla="*/ 0 h 1008184"/>
              <a:gd name="connsiteX1" fmla="*/ 0 w 2532185"/>
              <a:gd name="connsiteY1" fmla="*/ 996461 h 1008184"/>
              <a:gd name="connsiteX2" fmla="*/ 2532185 w 2532185"/>
              <a:gd name="connsiteY2" fmla="*/ 1008184 h 1008184"/>
              <a:gd name="connsiteX3" fmla="*/ 2256560 w 2532185"/>
              <a:gd name="connsiteY3" fmla="*/ 550984 h 1008184"/>
              <a:gd name="connsiteX4" fmla="*/ 0 w 2532185"/>
              <a:gd name="connsiteY4" fmla="*/ 0 h 1008184"/>
              <a:gd name="connsiteX0" fmla="*/ 0 w 2536212"/>
              <a:gd name="connsiteY0" fmla="*/ 0 h 1008184"/>
              <a:gd name="connsiteX1" fmla="*/ 0 w 2536212"/>
              <a:gd name="connsiteY1" fmla="*/ 996461 h 1008184"/>
              <a:gd name="connsiteX2" fmla="*/ 2532185 w 2536212"/>
              <a:gd name="connsiteY2" fmla="*/ 1008184 h 1008184"/>
              <a:gd name="connsiteX3" fmla="*/ 2536212 w 2536212"/>
              <a:gd name="connsiteY3" fmla="*/ 984738 h 1008184"/>
              <a:gd name="connsiteX4" fmla="*/ 0 w 2536212"/>
              <a:gd name="connsiteY4" fmla="*/ 0 h 1008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212" h="1008184">
                <a:moveTo>
                  <a:pt x="0" y="0"/>
                </a:moveTo>
                <a:lnTo>
                  <a:pt x="0" y="996461"/>
                </a:lnTo>
                <a:lnTo>
                  <a:pt x="2532185" y="1008184"/>
                </a:lnTo>
                <a:lnTo>
                  <a:pt x="2536212" y="984738"/>
                </a:lnTo>
                <a:cubicBezTo>
                  <a:pt x="2517026" y="976923"/>
                  <a:pt x="752187" y="183661"/>
                  <a:pt x="0" y="0"/>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7 Forma libre">
            <a:extLst>
              <a:ext uri="{FF2B5EF4-FFF2-40B4-BE49-F238E27FC236}">
                <a16:creationId xmlns:a16="http://schemas.microsoft.com/office/drawing/2014/main" id="{87FA1574-AAF7-1AC9-E717-F4F001435061}"/>
              </a:ext>
            </a:extLst>
          </p:cNvPr>
          <p:cNvSpPr/>
          <p:nvPr/>
        </p:nvSpPr>
        <p:spPr>
          <a:xfrm>
            <a:off x="8359458" y="3212164"/>
            <a:ext cx="418587" cy="1868408"/>
          </a:xfrm>
          <a:custGeom>
            <a:avLst/>
            <a:gdLst>
              <a:gd name="connsiteX0" fmla="*/ 762000 w 762000"/>
              <a:gd name="connsiteY0" fmla="*/ 0 h 2514600"/>
              <a:gd name="connsiteX1" fmla="*/ 152400 w 762000"/>
              <a:gd name="connsiteY1" fmla="*/ 883920 h 2514600"/>
              <a:gd name="connsiteX2" fmla="*/ 0 w 762000"/>
              <a:gd name="connsiteY2" fmla="*/ 2514600 h 2514600"/>
            </a:gdLst>
            <a:ahLst/>
            <a:cxnLst>
              <a:cxn ang="0">
                <a:pos x="connsiteX0" y="connsiteY0"/>
              </a:cxn>
              <a:cxn ang="0">
                <a:pos x="connsiteX1" y="connsiteY1"/>
              </a:cxn>
              <a:cxn ang="0">
                <a:pos x="connsiteX2" y="connsiteY2"/>
              </a:cxn>
            </a:cxnLst>
            <a:rect l="l" t="t" r="r" b="b"/>
            <a:pathLst>
              <a:path w="762000" h="2514600">
                <a:moveTo>
                  <a:pt x="762000" y="0"/>
                </a:moveTo>
                <a:cubicBezTo>
                  <a:pt x="520700" y="232410"/>
                  <a:pt x="279400" y="464820"/>
                  <a:pt x="152400" y="883920"/>
                </a:cubicBezTo>
                <a:cubicBezTo>
                  <a:pt x="25400" y="1303020"/>
                  <a:pt x="12700" y="1908810"/>
                  <a:pt x="0" y="2514600"/>
                </a:cubicBezTo>
              </a:path>
            </a:pathLst>
          </a:custGeom>
          <a:ln>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solidFill>
                <a:schemeClr val="bg1"/>
              </a:solidFill>
            </a:endParaRPr>
          </a:p>
        </p:txBody>
      </p:sp>
      <p:sp>
        <p:nvSpPr>
          <p:cNvPr id="17" name="7 Forma libre">
            <a:extLst>
              <a:ext uri="{FF2B5EF4-FFF2-40B4-BE49-F238E27FC236}">
                <a16:creationId xmlns:a16="http://schemas.microsoft.com/office/drawing/2014/main" id="{83D2EF6B-5086-99C6-725C-E5FDD51DF4F8}"/>
              </a:ext>
            </a:extLst>
          </p:cNvPr>
          <p:cNvSpPr/>
          <p:nvPr/>
        </p:nvSpPr>
        <p:spPr>
          <a:xfrm>
            <a:off x="3385147" y="2314626"/>
            <a:ext cx="418587" cy="1868408"/>
          </a:xfrm>
          <a:custGeom>
            <a:avLst/>
            <a:gdLst>
              <a:gd name="connsiteX0" fmla="*/ 762000 w 762000"/>
              <a:gd name="connsiteY0" fmla="*/ 0 h 2514600"/>
              <a:gd name="connsiteX1" fmla="*/ 152400 w 762000"/>
              <a:gd name="connsiteY1" fmla="*/ 883920 h 2514600"/>
              <a:gd name="connsiteX2" fmla="*/ 0 w 762000"/>
              <a:gd name="connsiteY2" fmla="*/ 2514600 h 2514600"/>
            </a:gdLst>
            <a:ahLst/>
            <a:cxnLst>
              <a:cxn ang="0">
                <a:pos x="connsiteX0" y="connsiteY0"/>
              </a:cxn>
              <a:cxn ang="0">
                <a:pos x="connsiteX1" y="connsiteY1"/>
              </a:cxn>
              <a:cxn ang="0">
                <a:pos x="connsiteX2" y="connsiteY2"/>
              </a:cxn>
            </a:cxnLst>
            <a:rect l="l" t="t" r="r" b="b"/>
            <a:pathLst>
              <a:path w="762000" h="2514600">
                <a:moveTo>
                  <a:pt x="762000" y="0"/>
                </a:moveTo>
                <a:cubicBezTo>
                  <a:pt x="520700" y="232410"/>
                  <a:pt x="279400" y="464820"/>
                  <a:pt x="152400" y="883920"/>
                </a:cubicBezTo>
                <a:cubicBezTo>
                  <a:pt x="25400" y="1303020"/>
                  <a:pt x="12700" y="1908810"/>
                  <a:pt x="0" y="2514600"/>
                </a:cubicBezTo>
              </a:path>
            </a:pathLst>
          </a:custGeom>
          <a:ln>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solidFill>
                <a:schemeClr val="bg1"/>
              </a:solidFill>
            </a:endParaRPr>
          </a:p>
        </p:txBody>
      </p:sp>
      <p:cxnSp>
        <p:nvCxnSpPr>
          <p:cNvPr id="18" name="Straight Connector 17">
            <a:extLst>
              <a:ext uri="{FF2B5EF4-FFF2-40B4-BE49-F238E27FC236}">
                <a16:creationId xmlns:a16="http://schemas.microsoft.com/office/drawing/2014/main" id="{310D09DF-AD70-6099-B775-6DFDD9DB96B5}"/>
              </a:ext>
            </a:extLst>
          </p:cNvPr>
          <p:cNvCxnSpPr/>
          <p:nvPr/>
        </p:nvCxnSpPr>
        <p:spPr>
          <a:xfrm>
            <a:off x="6283571" y="3248830"/>
            <a:ext cx="3224962" cy="2948528"/>
          </a:xfrm>
          <a:prstGeom prst="line">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63768B73-31F0-E949-CBE6-D4FDC8970102}"/>
              </a:ext>
            </a:extLst>
          </p:cNvPr>
          <p:cNvCxnSpPr/>
          <p:nvPr/>
        </p:nvCxnSpPr>
        <p:spPr>
          <a:xfrm>
            <a:off x="2881645" y="3718934"/>
            <a:ext cx="3224962" cy="2948528"/>
          </a:xfrm>
          <a:prstGeom prst="line">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Straight Arrow Connector 20">
            <a:extLst>
              <a:ext uri="{FF2B5EF4-FFF2-40B4-BE49-F238E27FC236}">
                <a16:creationId xmlns:a16="http://schemas.microsoft.com/office/drawing/2014/main" id="{0A69492C-DCF5-3627-2E3E-CD2605E8F212}"/>
              </a:ext>
            </a:extLst>
          </p:cNvPr>
          <p:cNvCxnSpPr/>
          <p:nvPr/>
        </p:nvCxnSpPr>
        <p:spPr>
          <a:xfrm flipV="1">
            <a:off x="4614397" y="3248830"/>
            <a:ext cx="356188" cy="32670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91CD835-3744-BC76-BF1C-C20B3FB01E2B}"/>
              </a:ext>
            </a:extLst>
          </p:cNvPr>
          <p:cNvCxnSpPr>
            <a:cxnSpLocks/>
          </p:cNvCxnSpPr>
          <p:nvPr/>
        </p:nvCxnSpPr>
        <p:spPr>
          <a:xfrm flipH="1">
            <a:off x="3831393" y="3224644"/>
            <a:ext cx="356188" cy="32670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3" name="5 CuadroTexto">
            <a:extLst>
              <a:ext uri="{FF2B5EF4-FFF2-40B4-BE49-F238E27FC236}">
                <a16:creationId xmlns:a16="http://schemas.microsoft.com/office/drawing/2014/main" id="{5BA21FA5-4066-BF91-EA5D-4FBF4A2CEAC5}"/>
              </a:ext>
            </a:extLst>
          </p:cNvPr>
          <p:cNvSpPr txBox="1"/>
          <p:nvPr/>
        </p:nvSpPr>
        <p:spPr>
          <a:xfrm>
            <a:off x="7994175" y="2509738"/>
            <a:ext cx="1035861"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s-MX" dirty="0">
                <a:solidFill>
                  <a:schemeClr val="bg1"/>
                </a:solidFill>
              </a:rPr>
              <a:t>X*=(8, 0)</a:t>
            </a:r>
          </a:p>
          <a:p>
            <a:r>
              <a:rPr lang="es-MX" dirty="0">
                <a:solidFill>
                  <a:schemeClr val="bg1"/>
                </a:solidFill>
              </a:rPr>
              <a:t>Z*=240</a:t>
            </a:r>
          </a:p>
        </p:txBody>
      </p:sp>
      <p:sp>
        <p:nvSpPr>
          <p:cNvPr id="24" name="5 CuadroTexto">
            <a:extLst>
              <a:ext uri="{FF2B5EF4-FFF2-40B4-BE49-F238E27FC236}">
                <a16:creationId xmlns:a16="http://schemas.microsoft.com/office/drawing/2014/main" id="{2CFBB8AF-D992-C179-98C2-78918FD14D17}"/>
              </a:ext>
            </a:extLst>
          </p:cNvPr>
          <p:cNvSpPr txBox="1"/>
          <p:nvPr/>
        </p:nvSpPr>
        <p:spPr>
          <a:xfrm>
            <a:off x="3842452" y="1811334"/>
            <a:ext cx="1237839"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s-MX" dirty="0">
                <a:solidFill>
                  <a:schemeClr val="bg1"/>
                </a:solidFill>
              </a:rPr>
              <a:t>X*=(0, 8/3)</a:t>
            </a:r>
          </a:p>
          <a:p>
            <a:r>
              <a:rPr lang="es-MX" dirty="0">
                <a:solidFill>
                  <a:schemeClr val="bg1"/>
                </a:solidFill>
              </a:rPr>
              <a:t>Z*=53.3</a:t>
            </a:r>
          </a:p>
        </p:txBody>
      </p:sp>
      <p:sp>
        <p:nvSpPr>
          <p:cNvPr id="26" name="TextBox 25">
            <a:extLst>
              <a:ext uri="{FF2B5EF4-FFF2-40B4-BE49-F238E27FC236}">
                <a16:creationId xmlns:a16="http://schemas.microsoft.com/office/drawing/2014/main" id="{6E6EFFCE-9C85-A91C-84EE-A78674E5E04F}"/>
              </a:ext>
            </a:extLst>
          </p:cNvPr>
          <p:cNvSpPr txBox="1"/>
          <p:nvPr/>
        </p:nvSpPr>
        <p:spPr>
          <a:xfrm>
            <a:off x="550182" y="2149273"/>
            <a:ext cx="1939695" cy="3139321"/>
          </a:xfrm>
          <a:prstGeom prst="rect">
            <a:avLst/>
          </a:prstGeom>
          <a:noFill/>
        </p:spPr>
        <p:txBody>
          <a:bodyPr wrap="square">
            <a:spAutoFit/>
          </a:bodyPr>
          <a:lstStyle/>
          <a:p>
            <a:r>
              <a:rPr lang="es-MX" sz="1800" dirty="0">
                <a:solidFill>
                  <a:srgbClr val="0070C0"/>
                </a:solidFill>
                <a:latin typeface="+mn-lt"/>
              </a:rPr>
              <a:t>Cambio de la región factible y de la solución cuando se cambia el lado derecho de la restricción 1: </a:t>
            </a:r>
          </a:p>
          <a:p>
            <a:r>
              <a:rPr lang="es-MX" dirty="0">
                <a:solidFill>
                  <a:srgbClr val="0070C0"/>
                </a:solidFill>
              </a:rPr>
              <a:t>Si el tiempo disponible de la máquina 1 cambia.</a:t>
            </a:r>
            <a:endParaRPr lang="en-US" dirty="0"/>
          </a:p>
        </p:txBody>
      </p:sp>
      <p:sp>
        <p:nvSpPr>
          <p:cNvPr id="27" name="TextBox 26">
            <a:extLst>
              <a:ext uri="{FF2B5EF4-FFF2-40B4-BE49-F238E27FC236}">
                <a16:creationId xmlns:a16="http://schemas.microsoft.com/office/drawing/2014/main" id="{B0F4070E-A1BD-C282-82ED-72946352C834}"/>
              </a:ext>
            </a:extLst>
          </p:cNvPr>
          <p:cNvSpPr txBox="1"/>
          <p:nvPr/>
        </p:nvSpPr>
        <p:spPr>
          <a:xfrm>
            <a:off x="1090980" y="5769083"/>
            <a:ext cx="3989312" cy="923330"/>
          </a:xfrm>
          <a:prstGeom prst="rect">
            <a:avLst/>
          </a:prstGeom>
          <a:noFill/>
        </p:spPr>
        <p:txBody>
          <a:bodyPr wrap="square">
            <a:spAutoFit/>
          </a:bodyPr>
          <a:lstStyle/>
          <a:p>
            <a:r>
              <a:rPr lang="es-MX" sz="1800" dirty="0">
                <a:solidFill>
                  <a:srgbClr val="00B050"/>
                </a:solidFill>
                <a:latin typeface="+mn-lt"/>
              </a:rPr>
              <a:t>En qué rango de horas disponibles debe tener la máquina 1 para seguir produciendo ambos productos?</a:t>
            </a:r>
            <a:endParaRPr lang="en-US" dirty="0">
              <a:solidFill>
                <a:srgbClr val="00B050"/>
              </a:solidFill>
            </a:endParaRPr>
          </a:p>
        </p:txBody>
      </p:sp>
      <p:sp>
        <p:nvSpPr>
          <p:cNvPr id="28" name="Marcador de posición de número de diapositiva 5">
            <a:extLst>
              <a:ext uri="{FF2B5EF4-FFF2-40B4-BE49-F238E27FC236}">
                <a16:creationId xmlns:a16="http://schemas.microsoft.com/office/drawing/2014/main" id="{B9A350D3-3464-C676-6449-7CEF638581FC}"/>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24</a:t>
            </a:fld>
            <a:endParaRPr lang="es-MX" noProof="0">
              <a:latin typeface="+mn-lt"/>
            </a:endParaRPr>
          </a:p>
        </p:txBody>
      </p:sp>
    </p:spTree>
    <p:extLst>
      <p:ext uri="{BB962C8B-B14F-4D97-AF65-F5344CB8AC3E}">
        <p14:creationId xmlns:p14="http://schemas.microsoft.com/office/powerpoint/2010/main" val="210551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0" nodeType="clickEffect">
                                  <p:stCondLst>
                                    <p:cond delay="0"/>
                                  </p:stCondLst>
                                  <p:childTnLst>
                                    <p:animEffect transition="out" filter="fad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4"/>
                                        </p:tgtEl>
                                      </p:cBhvr>
                                    </p:animEffect>
                                    <p:set>
                                      <p:cBhvr>
                                        <p:cTn id="38" dur="1" fill="hold">
                                          <p:stCondLst>
                                            <p:cond delay="499"/>
                                          </p:stCondLst>
                                        </p:cTn>
                                        <p:tgtEl>
                                          <p:spTgt spid="4"/>
                                        </p:tgtEl>
                                        <p:attrNameLst>
                                          <p:attrName>style.visibility</p:attrName>
                                        </p:attrNameLst>
                                      </p:cBhvr>
                                      <p:to>
                                        <p:strVal val="hidden"/>
                                      </p:to>
                                    </p:set>
                                  </p:childTnLst>
                                </p:cTn>
                              </p:par>
                            </p:childTnLst>
                          </p:cTn>
                        </p:par>
                        <p:par>
                          <p:cTn id="39" fill="hold">
                            <p:stCondLst>
                              <p:cond delay="500"/>
                            </p:stCondLst>
                            <p:childTnLst>
                              <p:par>
                                <p:cTn id="40" presetID="10" presetClass="exit" presetSubtype="0" fill="hold" grpId="1" nodeType="after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21"/>
                                        </p:tgtEl>
                                      </p:cBhvr>
                                    </p:animEffect>
                                    <p:set>
                                      <p:cBhvr>
                                        <p:cTn id="47" dur="1" fill="hold">
                                          <p:stCondLst>
                                            <p:cond delay="499"/>
                                          </p:stCondLst>
                                        </p:cTn>
                                        <p:tgtEl>
                                          <p:spTgt spid="21"/>
                                        </p:tgtEl>
                                        <p:attrNameLst>
                                          <p:attrName>style.visibility</p:attrName>
                                        </p:attrNameLst>
                                      </p:cBhvr>
                                      <p:to>
                                        <p:strVal val="hidden"/>
                                      </p:to>
                                    </p:se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animBg="1"/>
      <p:bldP spid="12" grpId="1" animBg="1"/>
      <p:bldP spid="15" grpId="0" animBg="1"/>
      <p:bldP spid="16" grpId="0" animBg="1"/>
      <p:bldP spid="17" grpId="0" animBg="1"/>
      <p:bldP spid="23" grpId="0" animBg="1"/>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0DEAE-5A70-3489-6115-A35A562150D5}"/>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72CB80D5-8625-F630-3DD4-314E4F18D814}"/>
              </a:ext>
            </a:extLst>
          </p:cNvPr>
          <p:cNvSpPr>
            <a:spLocks noGrp="1"/>
          </p:cNvSpPr>
          <p:nvPr>
            <p:ph type="title"/>
          </p:nvPr>
        </p:nvSpPr>
        <p:spPr/>
        <p:txBody>
          <a:bodyPr/>
          <a:lstStyle/>
          <a:p>
            <a:r>
              <a:rPr lang="es-MX" dirty="0"/>
              <a:t>Análisis gráfico</a:t>
            </a:r>
          </a:p>
        </p:txBody>
      </p:sp>
      <p:graphicFrame>
        <p:nvGraphicFramePr>
          <p:cNvPr id="5" name="14 Gráfico">
            <a:extLst>
              <a:ext uri="{FF2B5EF4-FFF2-40B4-BE49-F238E27FC236}">
                <a16:creationId xmlns:a16="http://schemas.microsoft.com/office/drawing/2014/main" id="{05E74EF4-1CAC-82DE-E87D-59CFEBB800A6}"/>
              </a:ext>
            </a:extLst>
          </p:cNvPr>
          <p:cNvGraphicFramePr/>
          <p:nvPr>
            <p:extLst>
              <p:ext uri="{D42A27DB-BD31-4B8C-83A1-F6EECF244321}">
                <p14:modId xmlns:p14="http://schemas.microsoft.com/office/powerpoint/2010/main" val="2769599367"/>
              </p:ext>
            </p:extLst>
          </p:nvPr>
        </p:nvGraphicFramePr>
        <p:xfrm>
          <a:off x="2711624" y="1643050"/>
          <a:ext cx="7599218" cy="4018198"/>
        </p:xfrm>
        <a:graphic>
          <a:graphicData uri="http://schemas.openxmlformats.org/drawingml/2006/chart">
            <c:chart xmlns:c="http://schemas.openxmlformats.org/drawingml/2006/chart" xmlns:r="http://schemas.openxmlformats.org/officeDocument/2006/relationships" r:id="rId2"/>
          </a:graphicData>
        </a:graphic>
      </p:graphicFrame>
      <p:sp>
        <p:nvSpPr>
          <p:cNvPr id="6" name="5 CuadroTexto">
            <a:extLst>
              <a:ext uri="{FF2B5EF4-FFF2-40B4-BE49-F238E27FC236}">
                <a16:creationId xmlns:a16="http://schemas.microsoft.com/office/drawing/2014/main" id="{6F37ADCD-3E9F-F6AF-6DA6-112AA5636D92}"/>
              </a:ext>
            </a:extLst>
          </p:cNvPr>
          <p:cNvSpPr txBox="1"/>
          <p:nvPr/>
        </p:nvSpPr>
        <p:spPr>
          <a:xfrm>
            <a:off x="5997818" y="2065480"/>
            <a:ext cx="1367682"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r>
              <a:rPr lang="es-MX" dirty="0">
                <a:solidFill>
                  <a:schemeClr val="bg1"/>
                </a:solidFill>
              </a:rPr>
              <a:t>X*=(3.2,1.6)</a:t>
            </a:r>
          </a:p>
          <a:p>
            <a:r>
              <a:rPr lang="es-MX" dirty="0">
                <a:solidFill>
                  <a:schemeClr val="bg1"/>
                </a:solidFill>
              </a:rPr>
              <a:t>Z*=128</a:t>
            </a:r>
          </a:p>
        </p:txBody>
      </p:sp>
      <p:sp>
        <p:nvSpPr>
          <p:cNvPr id="8" name="7 Forma libre">
            <a:extLst>
              <a:ext uri="{FF2B5EF4-FFF2-40B4-BE49-F238E27FC236}">
                <a16:creationId xmlns:a16="http://schemas.microsoft.com/office/drawing/2014/main" id="{335EDB1A-9053-AD72-CEAF-EF6C86D122AA}"/>
              </a:ext>
            </a:extLst>
          </p:cNvPr>
          <p:cNvSpPr/>
          <p:nvPr/>
        </p:nvSpPr>
        <p:spPr>
          <a:xfrm>
            <a:off x="5447927" y="2712720"/>
            <a:ext cx="378441" cy="1868408"/>
          </a:xfrm>
          <a:custGeom>
            <a:avLst/>
            <a:gdLst>
              <a:gd name="connsiteX0" fmla="*/ 762000 w 762000"/>
              <a:gd name="connsiteY0" fmla="*/ 0 h 2514600"/>
              <a:gd name="connsiteX1" fmla="*/ 152400 w 762000"/>
              <a:gd name="connsiteY1" fmla="*/ 883920 h 2514600"/>
              <a:gd name="connsiteX2" fmla="*/ 0 w 762000"/>
              <a:gd name="connsiteY2" fmla="*/ 2514600 h 2514600"/>
            </a:gdLst>
            <a:ahLst/>
            <a:cxnLst>
              <a:cxn ang="0">
                <a:pos x="connsiteX0" y="connsiteY0"/>
              </a:cxn>
              <a:cxn ang="0">
                <a:pos x="connsiteX1" y="connsiteY1"/>
              </a:cxn>
              <a:cxn ang="0">
                <a:pos x="connsiteX2" y="connsiteY2"/>
              </a:cxn>
            </a:cxnLst>
            <a:rect l="l" t="t" r="r" b="b"/>
            <a:pathLst>
              <a:path w="762000" h="2514600">
                <a:moveTo>
                  <a:pt x="762000" y="0"/>
                </a:moveTo>
                <a:cubicBezTo>
                  <a:pt x="520700" y="232410"/>
                  <a:pt x="279400" y="464820"/>
                  <a:pt x="152400" y="883920"/>
                </a:cubicBezTo>
                <a:cubicBezTo>
                  <a:pt x="25400" y="1303020"/>
                  <a:pt x="12700" y="1908810"/>
                  <a:pt x="0" y="2514600"/>
                </a:cubicBezTo>
              </a:path>
            </a:pathLst>
          </a:custGeom>
          <a:ln>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solidFill>
                <a:schemeClr val="bg1"/>
              </a:solidFill>
            </a:endParaRPr>
          </a:p>
        </p:txBody>
      </p:sp>
      <p:cxnSp>
        <p:nvCxnSpPr>
          <p:cNvPr id="10" name="Straight Connector 11">
            <a:extLst>
              <a:ext uri="{FF2B5EF4-FFF2-40B4-BE49-F238E27FC236}">
                <a16:creationId xmlns:a16="http://schemas.microsoft.com/office/drawing/2014/main" id="{56CA0379-D012-1621-537A-CDE2A122CFAF}"/>
              </a:ext>
            </a:extLst>
          </p:cNvPr>
          <p:cNvCxnSpPr/>
          <p:nvPr/>
        </p:nvCxnSpPr>
        <p:spPr>
          <a:xfrm>
            <a:off x="3376246" y="2183002"/>
            <a:ext cx="5047843" cy="1057618"/>
          </a:xfrm>
          <a:prstGeom prst="line">
            <a:avLst/>
          </a:prstGeom>
        </p:spPr>
        <p:style>
          <a:lnRef idx="1">
            <a:schemeClr val="accent3"/>
          </a:lnRef>
          <a:fillRef idx="0">
            <a:schemeClr val="accent3"/>
          </a:fillRef>
          <a:effectRef idx="0">
            <a:schemeClr val="accent3"/>
          </a:effectRef>
          <a:fontRef idx="minor">
            <a:schemeClr val="tx1"/>
          </a:fontRef>
        </p:style>
      </p:cxnSp>
      <p:sp>
        <p:nvSpPr>
          <p:cNvPr id="3" name="Freeform: Shape 2">
            <a:extLst>
              <a:ext uri="{FF2B5EF4-FFF2-40B4-BE49-F238E27FC236}">
                <a16:creationId xmlns:a16="http://schemas.microsoft.com/office/drawing/2014/main" id="{3ADCA336-B6B7-1411-8444-1BB338C26977}"/>
              </a:ext>
            </a:extLst>
          </p:cNvPr>
          <p:cNvSpPr/>
          <p:nvPr/>
        </p:nvSpPr>
        <p:spPr>
          <a:xfrm>
            <a:off x="3376246" y="1641231"/>
            <a:ext cx="5955323" cy="3563816"/>
          </a:xfrm>
          <a:custGeom>
            <a:avLst/>
            <a:gdLst>
              <a:gd name="connsiteX0" fmla="*/ 0 w 5955323"/>
              <a:gd name="connsiteY0" fmla="*/ 0 h 3563816"/>
              <a:gd name="connsiteX1" fmla="*/ 0 w 5955323"/>
              <a:gd name="connsiteY1" fmla="*/ 3552093 h 3563816"/>
              <a:gd name="connsiteX2" fmla="*/ 5955323 w 5955323"/>
              <a:gd name="connsiteY2" fmla="*/ 3563816 h 3563816"/>
              <a:gd name="connsiteX3" fmla="*/ 5931877 w 5955323"/>
              <a:gd name="connsiteY3" fmla="*/ 3563816 h 3563816"/>
            </a:gdLst>
            <a:ahLst/>
            <a:cxnLst>
              <a:cxn ang="0">
                <a:pos x="connsiteX0" y="connsiteY0"/>
              </a:cxn>
              <a:cxn ang="0">
                <a:pos x="connsiteX1" y="connsiteY1"/>
              </a:cxn>
              <a:cxn ang="0">
                <a:pos x="connsiteX2" y="connsiteY2"/>
              </a:cxn>
              <a:cxn ang="0">
                <a:pos x="connsiteX3" y="connsiteY3"/>
              </a:cxn>
            </a:cxnLst>
            <a:rect l="l" t="t" r="r" b="b"/>
            <a:pathLst>
              <a:path w="5955323" h="3563816">
                <a:moveTo>
                  <a:pt x="0" y="0"/>
                </a:moveTo>
                <a:lnTo>
                  <a:pt x="0" y="3552093"/>
                </a:lnTo>
                <a:lnTo>
                  <a:pt x="5955323" y="3563816"/>
                </a:lnTo>
                <a:lnTo>
                  <a:pt x="5931877" y="3563816"/>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013E34A8-794A-3ED8-966D-3532B4C8B616}"/>
              </a:ext>
            </a:extLst>
          </p:cNvPr>
          <p:cNvCxnSpPr>
            <a:cxnSpLocks/>
          </p:cNvCxnSpPr>
          <p:nvPr/>
        </p:nvCxnSpPr>
        <p:spPr>
          <a:xfrm>
            <a:off x="3016313" y="4615299"/>
            <a:ext cx="5115061" cy="1040402"/>
          </a:xfrm>
          <a:prstGeom prst="line">
            <a:avLst/>
          </a:prstGeom>
        </p:spPr>
        <p:style>
          <a:lnRef idx="1">
            <a:schemeClr val="accent3"/>
          </a:lnRef>
          <a:fillRef idx="0">
            <a:schemeClr val="accent3"/>
          </a:fillRef>
          <a:effectRef idx="0">
            <a:schemeClr val="accent3"/>
          </a:effectRef>
          <a:fontRef idx="minor">
            <a:schemeClr val="tx1"/>
          </a:fontRef>
        </p:style>
      </p:cxnSp>
      <p:sp>
        <p:nvSpPr>
          <p:cNvPr id="13" name="TextBox 12">
            <a:extLst>
              <a:ext uri="{FF2B5EF4-FFF2-40B4-BE49-F238E27FC236}">
                <a16:creationId xmlns:a16="http://schemas.microsoft.com/office/drawing/2014/main" id="{B17CF517-262A-D203-44E9-65275E474D28}"/>
              </a:ext>
            </a:extLst>
          </p:cNvPr>
          <p:cNvSpPr txBox="1"/>
          <p:nvPr/>
        </p:nvSpPr>
        <p:spPr>
          <a:xfrm>
            <a:off x="550182" y="2149273"/>
            <a:ext cx="1939695" cy="3416320"/>
          </a:xfrm>
          <a:prstGeom prst="rect">
            <a:avLst/>
          </a:prstGeom>
          <a:noFill/>
        </p:spPr>
        <p:txBody>
          <a:bodyPr wrap="square">
            <a:spAutoFit/>
          </a:bodyPr>
          <a:lstStyle/>
          <a:p>
            <a:r>
              <a:rPr lang="es-MX" sz="1800" dirty="0">
                <a:solidFill>
                  <a:srgbClr val="0070C0"/>
                </a:solidFill>
                <a:latin typeface="+mn-lt"/>
              </a:rPr>
              <a:t>Ahora, ¿cómo cambia la región factible y la solución cuando se cambia el lado derecho de la restricción 2: </a:t>
            </a:r>
          </a:p>
          <a:p>
            <a:r>
              <a:rPr lang="es-MX" dirty="0">
                <a:solidFill>
                  <a:srgbClr val="0070C0"/>
                </a:solidFill>
              </a:rPr>
              <a:t>Es decir, si el tiempo disponible de la máquina 2 cambia.</a:t>
            </a:r>
            <a:endParaRPr lang="en-US" dirty="0"/>
          </a:p>
        </p:txBody>
      </p:sp>
      <p:sp>
        <p:nvSpPr>
          <p:cNvPr id="14" name="TextBox 13">
            <a:extLst>
              <a:ext uri="{FF2B5EF4-FFF2-40B4-BE49-F238E27FC236}">
                <a16:creationId xmlns:a16="http://schemas.microsoft.com/office/drawing/2014/main" id="{2FEDE1A1-F273-1DDE-D699-3A4C6961BBF3}"/>
              </a:ext>
            </a:extLst>
          </p:cNvPr>
          <p:cNvSpPr txBox="1"/>
          <p:nvPr/>
        </p:nvSpPr>
        <p:spPr>
          <a:xfrm>
            <a:off x="1090980" y="5769083"/>
            <a:ext cx="3989312" cy="923330"/>
          </a:xfrm>
          <a:prstGeom prst="rect">
            <a:avLst/>
          </a:prstGeom>
          <a:noFill/>
        </p:spPr>
        <p:txBody>
          <a:bodyPr wrap="square">
            <a:spAutoFit/>
          </a:bodyPr>
          <a:lstStyle/>
          <a:p>
            <a:r>
              <a:rPr lang="es-MX" sz="1800" dirty="0">
                <a:solidFill>
                  <a:srgbClr val="00B050"/>
                </a:solidFill>
                <a:latin typeface="+mn-lt"/>
              </a:rPr>
              <a:t>En qué rango de horas disponibles debe tener la máquina 2 para seguir produciendo ambos productos?</a:t>
            </a:r>
            <a:endParaRPr lang="en-US" dirty="0">
              <a:solidFill>
                <a:srgbClr val="00B050"/>
              </a:solidFill>
            </a:endParaRPr>
          </a:p>
        </p:txBody>
      </p:sp>
      <p:sp>
        <p:nvSpPr>
          <p:cNvPr id="15" name="Marcador de posición de número de diapositiva 5">
            <a:extLst>
              <a:ext uri="{FF2B5EF4-FFF2-40B4-BE49-F238E27FC236}">
                <a16:creationId xmlns:a16="http://schemas.microsoft.com/office/drawing/2014/main" id="{029875B2-8DA8-1A6E-5D6B-20225AD623FB}"/>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25</a:t>
            </a:fld>
            <a:endParaRPr lang="es-MX" noProof="0">
              <a:latin typeface="+mn-lt"/>
            </a:endParaRPr>
          </a:p>
        </p:txBody>
      </p:sp>
    </p:spTree>
    <p:extLst>
      <p:ext uri="{BB962C8B-B14F-4D97-AF65-F5344CB8AC3E}">
        <p14:creationId xmlns:p14="http://schemas.microsoft.com/office/powerpoint/2010/main" val="1145962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Análisis de Sensibilidad Gráfico</a:t>
            </a:r>
          </a:p>
        </p:txBody>
      </p:sp>
      <p:sp>
        <p:nvSpPr>
          <p:cNvPr id="3" name="2 Marcador de contenido"/>
          <p:cNvSpPr>
            <a:spLocks noGrp="1"/>
          </p:cNvSpPr>
          <p:nvPr>
            <p:ph idx="4294967295"/>
          </p:nvPr>
        </p:nvSpPr>
        <p:spPr>
          <a:xfrm>
            <a:off x="1467551" y="1985963"/>
            <a:ext cx="7929562" cy="4329112"/>
          </a:xfrm>
        </p:spPr>
        <p:txBody>
          <a:bodyPr>
            <a:noAutofit/>
          </a:bodyPr>
          <a:lstStyle/>
          <a:p>
            <a:pPr>
              <a:buNone/>
            </a:pPr>
            <a:r>
              <a:rPr lang="es-MX" sz="2200" b="1" dirty="0">
                <a:solidFill>
                  <a:srgbClr val="00B050"/>
                </a:solidFill>
                <a:latin typeface="+mn-lt"/>
              </a:rPr>
              <a:t>Cambios en los coeficientes de la función objetivo</a:t>
            </a:r>
          </a:p>
          <a:p>
            <a:pPr>
              <a:buNone/>
            </a:pPr>
            <a:r>
              <a:rPr lang="es-MX" sz="2200" b="1" dirty="0">
                <a:solidFill>
                  <a:schemeClr val="accent3"/>
                </a:solidFill>
                <a:latin typeface="+mn-lt"/>
              </a:rPr>
              <a:t>Concepto de rangos de </a:t>
            </a:r>
            <a:r>
              <a:rPr lang="es-MX" sz="2200" b="1" dirty="0" err="1">
                <a:solidFill>
                  <a:schemeClr val="accent3"/>
                </a:solidFill>
                <a:latin typeface="+mn-lt"/>
              </a:rPr>
              <a:t>optimalidad</a:t>
            </a:r>
            <a:endParaRPr lang="es-MX" sz="2200" b="1" dirty="0">
              <a:solidFill>
                <a:schemeClr val="accent3"/>
              </a:solidFill>
              <a:latin typeface="+mn-lt"/>
            </a:endParaRPr>
          </a:p>
          <a:p>
            <a:pPr>
              <a:buNone/>
            </a:pPr>
            <a:endParaRPr lang="es-MX" sz="2200" b="1" dirty="0">
              <a:solidFill>
                <a:srgbClr val="00B050"/>
              </a:solidFill>
              <a:latin typeface="+mn-lt"/>
            </a:endParaRPr>
          </a:p>
          <a:p>
            <a:pPr>
              <a:spcBef>
                <a:spcPts val="600"/>
              </a:spcBef>
            </a:pPr>
            <a:r>
              <a:rPr lang="es-MX" sz="2000" dirty="0">
                <a:solidFill>
                  <a:srgbClr val="0070C0"/>
                </a:solidFill>
                <a:latin typeface="+mn-lt"/>
              </a:rPr>
              <a:t>Q1: Suponga que las ganancias unitarios de los artículos 1 y 2 se cambian a $35 y $25 respectivamente. Se mantendrá el óptimo actual?</a:t>
            </a:r>
          </a:p>
          <a:p>
            <a:pPr>
              <a:spcBef>
                <a:spcPts val="600"/>
              </a:spcBef>
            </a:pPr>
            <a:r>
              <a:rPr lang="es-MX" sz="2000" dirty="0">
                <a:solidFill>
                  <a:schemeClr val="accent4">
                    <a:lumMod val="50000"/>
                  </a:schemeClr>
                </a:solidFill>
                <a:latin typeface="+mn-lt"/>
              </a:rPr>
              <a:t>Q2: Suponga que la ganancia unitaria del artículo 2 se fija a su valor actual de $20. Cuál es el rango asociado a c1, la ganancia unitario del artículo 1, que mantendrá el óptimo sin cambio?</a:t>
            </a:r>
          </a:p>
        </p:txBody>
      </p:sp>
      <p:sp>
        <p:nvSpPr>
          <p:cNvPr id="6" name="Marcador de posición de número de diapositiva 5">
            <a:extLst>
              <a:ext uri="{FF2B5EF4-FFF2-40B4-BE49-F238E27FC236}">
                <a16:creationId xmlns:a16="http://schemas.microsoft.com/office/drawing/2014/main" id="{DC0D67E1-FA77-D341-DE38-61790246D1A0}"/>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26</a:t>
            </a:fld>
            <a:endParaRPr lang="es-MX" noProof="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198B9-0F8C-C106-6EC7-9C705AFA86E3}"/>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1257280C-821A-659B-2208-EB7AC28C22B8}"/>
              </a:ext>
            </a:extLst>
          </p:cNvPr>
          <p:cNvSpPr>
            <a:spLocks noGrp="1"/>
          </p:cNvSpPr>
          <p:nvPr>
            <p:ph type="title"/>
          </p:nvPr>
        </p:nvSpPr>
        <p:spPr/>
        <p:txBody>
          <a:bodyPr>
            <a:normAutofit/>
          </a:bodyPr>
          <a:lstStyle/>
          <a:p>
            <a:r>
              <a:rPr lang="es-MX" dirty="0"/>
              <a:t>Análisis de Sensibilidad…</a:t>
            </a:r>
          </a:p>
        </p:txBody>
      </p:sp>
      <p:sp>
        <p:nvSpPr>
          <p:cNvPr id="4" name="3 Marcador de texto">
            <a:extLst>
              <a:ext uri="{FF2B5EF4-FFF2-40B4-BE49-F238E27FC236}">
                <a16:creationId xmlns:a16="http://schemas.microsoft.com/office/drawing/2014/main" id="{0422F6A7-4C1B-1D64-CDCB-E525882BD388}"/>
              </a:ext>
            </a:extLst>
          </p:cNvPr>
          <p:cNvSpPr>
            <a:spLocks noGrp="1"/>
          </p:cNvSpPr>
          <p:nvPr>
            <p:ph type="body" idx="4294967295"/>
          </p:nvPr>
        </p:nvSpPr>
        <p:spPr>
          <a:xfrm rot="16200000">
            <a:off x="80965" y="3509962"/>
            <a:ext cx="4040188" cy="877889"/>
          </a:xfrm>
          <a:ln>
            <a:solidFill>
              <a:srgbClr val="C00000"/>
            </a:solidFill>
          </a:ln>
          <a:effectLst>
            <a:outerShdw blurRad="50800" dist="38100" dir="2700000" algn="t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a:normAutofit fontScale="92500" lnSpcReduction="10000"/>
          </a:bodyPr>
          <a:lstStyle/>
          <a:p>
            <a:pPr marL="0" indent="0">
              <a:buNone/>
            </a:pPr>
            <a:r>
              <a:rPr lang="es-MX" dirty="0">
                <a:solidFill>
                  <a:schemeClr val="bg1"/>
                </a:solidFill>
              </a:rPr>
              <a:t>Impacto de la solución </a:t>
            </a:r>
          </a:p>
          <a:p>
            <a:pPr marL="0" indent="0">
              <a:buNone/>
            </a:pPr>
            <a:r>
              <a:rPr lang="es-MX" dirty="0">
                <a:solidFill>
                  <a:schemeClr val="bg1"/>
                </a:solidFill>
              </a:rPr>
              <a:t>ante cambios que afecten:</a:t>
            </a:r>
          </a:p>
        </p:txBody>
      </p:sp>
      <p:graphicFrame>
        <p:nvGraphicFramePr>
          <p:cNvPr id="14" name="13 Marcador de contenido">
            <a:extLst>
              <a:ext uri="{FF2B5EF4-FFF2-40B4-BE49-F238E27FC236}">
                <a16:creationId xmlns:a16="http://schemas.microsoft.com/office/drawing/2014/main" id="{198454CE-4A4C-C0AD-5986-813BE3C1979B}"/>
              </a:ext>
            </a:extLst>
          </p:cNvPr>
          <p:cNvGraphicFramePr>
            <a:graphicFrameLocks noGrp="1"/>
          </p:cNvGraphicFramePr>
          <p:nvPr>
            <p:ph sz="half" idx="4294967295"/>
          </p:nvPr>
        </p:nvGraphicFramePr>
        <p:xfrm>
          <a:off x="3299009" y="1690688"/>
          <a:ext cx="7940491" cy="4929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posición de número de diapositiva 5">
            <a:extLst>
              <a:ext uri="{FF2B5EF4-FFF2-40B4-BE49-F238E27FC236}">
                <a16:creationId xmlns:a16="http://schemas.microsoft.com/office/drawing/2014/main" id="{78E792D0-F543-ABD9-D463-82E8ADEF9FF8}"/>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27</a:t>
            </a:fld>
            <a:endParaRPr lang="es-MX" noProof="0">
              <a:latin typeface="+mn-lt"/>
            </a:endParaRPr>
          </a:p>
        </p:txBody>
      </p:sp>
    </p:spTree>
    <p:extLst>
      <p:ext uri="{BB962C8B-B14F-4D97-AF65-F5344CB8AC3E}">
        <p14:creationId xmlns:p14="http://schemas.microsoft.com/office/powerpoint/2010/main" val="481477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factibilidad de </a:t>
            </a:r>
            <a:r>
              <a:rPr lang="es-MX" dirty="0" err="1"/>
              <a:t>Xb</a:t>
            </a:r>
            <a:r>
              <a:rPr lang="es-MX" dirty="0"/>
              <a:t>*</a:t>
            </a:r>
          </a:p>
        </p:txBody>
      </p:sp>
      <p:sp>
        <p:nvSpPr>
          <p:cNvPr id="3" name="2 Marcador de contenido"/>
          <p:cNvSpPr>
            <a:spLocks noGrp="1"/>
          </p:cNvSpPr>
          <p:nvPr>
            <p:ph idx="4294967295"/>
          </p:nvPr>
        </p:nvSpPr>
        <p:spPr>
          <a:xfrm>
            <a:off x="1809750" y="1825625"/>
            <a:ext cx="10382250" cy="4351338"/>
          </a:xfrm>
        </p:spPr>
        <p:txBody>
          <a:bodyPr>
            <a:normAutofit lnSpcReduction="10000"/>
          </a:bodyPr>
          <a:lstStyle/>
          <a:p>
            <a:r>
              <a:rPr lang="es-MX" dirty="0"/>
              <a:t>Cambios en el lado derecho</a:t>
            </a:r>
          </a:p>
          <a:p>
            <a:endParaRPr lang="es-MX" dirty="0"/>
          </a:p>
          <a:p>
            <a:endParaRPr lang="es-MX" dirty="0"/>
          </a:p>
          <a:p>
            <a:endParaRPr lang="es-MX" dirty="0"/>
          </a:p>
          <a:p>
            <a:r>
              <a:rPr lang="es-MX" dirty="0"/>
              <a:t>Rango de factibilidad de los recursos (lado derecho)</a:t>
            </a:r>
          </a:p>
          <a:p>
            <a:endParaRPr lang="es-MX" dirty="0"/>
          </a:p>
          <a:p>
            <a:endParaRPr lang="es-MX" dirty="0"/>
          </a:p>
          <a:p>
            <a:endParaRPr lang="es-MX" dirty="0"/>
          </a:p>
          <a:p>
            <a:r>
              <a:rPr lang="es-MX" dirty="0"/>
              <a:t>Cambio en Z por cambio en los recursos (LD)</a:t>
            </a:r>
          </a:p>
          <a:p>
            <a:endParaRPr lang="es-MX" dirty="0"/>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70661" name="Object 5"/>
          <p:cNvGraphicFramePr>
            <a:graphicFrameLocks noChangeAspect="1"/>
          </p:cNvGraphicFramePr>
          <p:nvPr/>
        </p:nvGraphicFramePr>
        <p:xfrm>
          <a:off x="4595803" y="4071943"/>
          <a:ext cx="3032125" cy="1146175"/>
        </p:xfrm>
        <a:graphic>
          <a:graphicData uri="http://schemas.openxmlformats.org/presentationml/2006/ole">
            <mc:AlternateContent xmlns:mc="http://schemas.openxmlformats.org/markup-compatibility/2006">
              <mc:Choice xmlns:v="urn:schemas-microsoft-com:vml" Requires="v">
                <p:oleObj name="Ecuación" r:id="rId2" imgW="1143000" imgH="431640" progId="Equation.3">
                  <p:embed/>
                </p:oleObj>
              </mc:Choice>
              <mc:Fallback>
                <p:oleObj name="Ecuación" r:id="rId2" imgW="1143000" imgH="431640" progId="Equation.3">
                  <p:embed/>
                  <p:pic>
                    <p:nvPicPr>
                      <p:cNvPr id="7066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5803" y="4071943"/>
                        <a:ext cx="3032125" cy="114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3" name="Object 7"/>
          <p:cNvGraphicFramePr>
            <a:graphicFrameLocks noChangeAspect="1"/>
          </p:cNvGraphicFramePr>
          <p:nvPr/>
        </p:nvGraphicFramePr>
        <p:xfrm>
          <a:off x="3738547" y="2320926"/>
          <a:ext cx="3806825" cy="1179513"/>
        </p:xfrm>
        <a:graphic>
          <a:graphicData uri="http://schemas.openxmlformats.org/presentationml/2006/ole">
            <mc:AlternateContent xmlns:mc="http://schemas.openxmlformats.org/markup-compatibility/2006">
              <mc:Choice xmlns:v="urn:schemas-microsoft-com:vml" Requires="v">
                <p:oleObj name="Ecuación" r:id="rId4" imgW="1434960" imgH="444240" progId="Equation.3">
                  <p:embed/>
                </p:oleObj>
              </mc:Choice>
              <mc:Fallback>
                <p:oleObj name="Ecuación" r:id="rId4" imgW="1434960" imgH="444240" progId="Equation.3">
                  <p:embed/>
                  <p:pic>
                    <p:nvPicPr>
                      <p:cNvPr id="7066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8547" y="2320926"/>
                        <a:ext cx="3806825" cy="1179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4" name="Object 8"/>
          <p:cNvGraphicFramePr>
            <a:graphicFrameLocks noChangeAspect="1"/>
          </p:cNvGraphicFramePr>
          <p:nvPr/>
        </p:nvGraphicFramePr>
        <p:xfrm>
          <a:off x="3238480" y="5857892"/>
          <a:ext cx="2324100" cy="539750"/>
        </p:xfrm>
        <a:graphic>
          <a:graphicData uri="http://schemas.openxmlformats.org/presentationml/2006/ole">
            <mc:AlternateContent xmlns:mc="http://schemas.openxmlformats.org/markup-compatibility/2006">
              <mc:Choice xmlns:v="urn:schemas-microsoft-com:vml" Requires="v">
                <p:oleObj name="Ecuación" r:id="rId6" imgW="876240" imgH="203040" progId="Equation.3">
                  <p:embed/>
                </p:oleObj>
              </mc:Choice>
              <mc:Fallback>
                <p:oleObj name="Ecuación" r:id="rId6" imgW="876240" imgH="203040" progId="Equation.3">
                  <p:embed/>
                  <p:pic>
                    <p:nvPicPr>
                      <p:cNvPr id="7066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8480" y="5857892"/>
                        <a:ext cx="232410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5" name="Object 9"/>
          <p:cNvGraphicFramePr>
            <a:graphicFrameLocks noChangeAspect="1"/>
          </p:cNvGraphicFramePr>
          <p:nvPr/>
        </p:nvGraphicFramePr>
        <p:xfrm>
          <a:off x="6453190" y="5715017"/>
          <a:ext cx="2895600" cy="911225"/>
        </p:xfrm>
        <a:graphic>
          <a:graphicData uri="http://schemas.openxmlformats.org/presentationml/2006/ole">
            <mc:AlternateContent xmlns:mc="http://schemas.openxmlformats.org/markup-compatibility/2006">
              <mc:Choice xmlns:v="urn:schemas-microsoft-com:vml" Requires="v">
                <p:oleObj name="Ecuación" r:id="rId8" imgW="1091880" imgH="342720" progId="Equation.3">
                  <p:embed/>
                </p:oleObj>
              </mc:Choice>
              <mc:Fallback>
                <p:oleObj name="Ecuación" r:id="rId8" imgW="1091880" imgH="342720" progId="Equation.3">
                  <p:embed/>
                  <p:pic>
                    <p:nvPicPr>
                      <p:cNvPr id="7066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53190" y="5715017"/>
                        <a:ext cx="2895600"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Marcador de posición de número de diapositiva 5">
            <a:extLst>
              <a:ext uri="{FF2B5EF4-FFF2-40B4-BE49-F238E27FC236}">
                <a16:creationId xmlns:a16="http://schemas.microsoft.com/office/drawing/2014/main" id="{A51D90FC-8B21-E58C-8E25-AB40B9C50F3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28</a:t>
            </a:fld>
            <a:endParaRPr lang="es-MX" noProof="0">
              <a:latin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factibilidad de </a:t>
            </a:r>
            <a:r>
              <a:rPr lang="es-MX" dirty="0" err="1"/>
              <a:t>Xb</a:t>
            </a:r>
            <a:r>
              <a:rPr lang="es-MX" dirty="0"/>
              <a:t>*</a:t>
            </a:r>
          </a:p>
        </p:txBody>
      </p:sp>
      <p:sp>
        <p:nvSpPr>
          <p:cNvPr id="3" name="2 Marcador de contenido"/>
          <p:cNvSpPr>
            <a:spLocks noGrp="1"/>
          </p:cNvSpPr>
          <p:nvPr>
            <p:ph idx="4294967295"/>
          </p:nvPr>
        </p:nvSpPr>
        <p:spPr>
          <a:xfrm>
            <a:off x="952500" y="1849304"/>
            <a:ext cx="8229600" cy="4868863"/>
          </a:xfrm>
        </p:spPr>
        <p:txBody>
          <a:bodyPr>
            <a:normAutofit lnSpcReduction="10000"/>
          </a:bodyPr>
          <a:lstStyle/>
          <a:p>
            <a:r>
              <a:rPr lang="es-MX" dirty="0"/>
              <a:t>Adición de una nueva restricción:</a:t>
            </a:r>
          </a:p>
          <a:p>
            <a:pPr lvl="1"/>
            <a:r>
              <a:rPr lang="es-MX" dirty="0"/>
              <a:t>Reemplazar valores de X* en la nueva restricción. </a:t>
            </a:r>
          </a:p>
          <a:p>
            <a:pPr lvl="1"/>
            <a:r>
              <a:rPr lang="es-MX" dirty="0"/>
              <a:t>Si se satisface, X* permanece óptima.  La restricción es redundante en X*.</a:t>
            </a:r>
          </a:p>
          <a:p>
            <a:pPr lvl="1"/>
            <a:r>
              <a:rPr lang="es-MX" dirty="0"/>
              <a:t>Si no, el nuevo problema es </a:t>
            </a:r>
            <a:r>
              <a:rPr lang="es-MX" dirty="0" err="1"/>
              <a:t>infactible</a:t>
            </a:r>
            <a:r>
              <a:rPr lang="es-MX" dirty="0"/>
              <a:t>.</a:t>
            </a:r>
          </a:p>
          <a:p>
            <a:pPr lvl="1"/>
            <a:r>
              <a:rPr lang="es-MX" dirty="0">
                <a:solidFill>
                  <a:srgbClr val="C00000"/>
                </a:solidFill>
              </a:rPr>
              <a:t>Acciones</a:t>
            </a:r>
          </a:p>
          <a:p>
            <a:pPr lvl="2"/>
            <a:r>
              <a:rPr lang="es-MX" dirty="0"/>
              <a:t>Aplicar el simplex dual al nuevo problema (óptimo </a:t>
            </a:r>
            <a:r>
              <a:rPr lang="es-MX" dirty="0" err="1"/>
              <a:t>infactible</a:t>
            </a:r>
            <a:r>
              <a:rPr lang="es-MX" dirty="0"/>
              <a:t>).</a:t>
            </a:r>
          </a:p>
          <a:p>
            <a:pPr lvl="3"/>
            <a:r>
              <a:rPr lang="es-MX" dirty="0"/>
              <a:t>La base cambia de tamaño. (por qué?).</a:t>
            </a:r>
          </a:p>
          <a:p>
            <a:pPr lvl="3"/>
            <a:r>
              <a:rPr lang="es-MX" dirty="0"/>
              <a:t>La nueva variable básica= la holgura asociada a la nueva restricción es negativa. (por qué?)</a:t>
            </a:r>
          </a:p>
          <a:p>
            <a:pPr lvl="3"/>
            <a:r>
              <a:rPr lang="es-MX" dirty="0"/>
              <a:t>El nuevo tablero tiene la forma:</a:t>
            </a:r>
          </a:p>
          <a:p>
            <a:pPr lvl="3"/>
            <a:endParaRPr lang="es-MX" dirty="0"/>
          </a:p>
          <a:p>
            <a:pPr lvl="2"/>
            <a:r>
              <a:rPr lang="es-MX" dirty="0"/>
              <a:t>Otra opción es calcular el dual</a:t>
            </a:r>
          </a:p>
          <a:p>
            <a:pPr lvl="2">
              <a:buNone/>
            </a:pPr>
            <a:r>
              <a:rPr lang="es-MX" dirty="0"/>
              <a:t>	y </a:t>
            </a:r>
            <a:r>
              <a:rPr lang="es-MX" dirty="0" err="1"/>
              <a:t>reoptimizar</a:t>
            </a:r>
            <a:r>
              <a:rPr lang="es-MX" dirty="0"/>
              <a:t> con simplex. </a:t>
            </a:r>
          </a:p>
          <a:p>
            <a:pPr lvl="2"/>
            <a:endParaRPr lang="es-MX" dirty="0"/>
          </a:p>
          <a:p>
            <a:endParaRPr lang="es-MX" dirty="0"/>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16" name="15 Tabla"/>
          <p:cNvGraphicFramePr>
            <a:graphicFrameLocks noGrp="1"/>
          </p:cNvGraphicFramePr>
          <p:nvPr/>
        </p:nvGraphicFramePr>
        <p:xfrm>
          <a:off x="7024694" y="4929199"/>
          <a:ext cx="3429024" cy="1113335"/>
        </p:xfrm>
        <a:graphic>
          <a:graphicData uri="http://schemas.openxmlformats.org/drawingml/2006/table">
            <a:tbl>
              <a:tblPr firstRow="1" bandRow="1">
                <a:tableStyleId>{5C22544A-7EE6-4342-B048-85BDC9FD1C3A}</a:tableStyleId>
              </a:tblPr>
              <a:tblGrid>
                <a:gridCol w="2428115">
                  <a:extLst>
                    <a:ext uri="{9D8B030D-6E8A-4147-A177-3AD203B41FA5}">
                      <a16:colId xmlns:a16="http://schemas.microsoft.com/office/drawing/2014/main" val="20000"/>
                    </a:ext>
                  </a:extLst>
                </a:gridCol>
                <a:gridCol w="1000909">
                  <a:extLst>
                    <a:ext uri="{9D8B030D-6E8A-4147-A177-3AD203B41FA5}">
                      <a16:colId xmlns:a16="http://schemas.microsoft.com/office/drawing/2014/main" val="20001"/>
                    </a:ext>
                  </a:extLst>
                </a:gridCol>
              </a:tblGrid>
              <a:tr h="317504">
                <a:tc>
                  <a:txBody>
                    <a:bodyPr/>
                    <a:lstStyle/>
                    <a:p>
                      <a:endParaRPr lang="es-MX" dirty="0"/>
                    </a:p>
                  </a:txBody>
                  <a:tcPr/>
                </a:tc>
                <a:tc>
                  <a:txBody>
                    <a:bodyPr/>
                    <a:lstStyle/>
                    <a:p>
                      <a:endParaRPr lang="es-MX" dirty="0"/>
                    </a:p>
                  </a:txBody>
                  <a:tcPr/>
                </a:tc>
                <a:extLst>
                  <a:ext uri="{0D108BD9-81ED-4DB2-BD59-A6C34878D82A}">
                    <a16:rowId xmlns:a16="http://schemas.microsoft.com/office/drawing/2014/main" val="10000"/>
                  </a:ext>
                </a:extLst>
              </a:tr>
              <a:tr h="747575">
                <a:tc>
                  <a:txBody>
                    <a:bodyPr/>
                    <a:lstStyle/>
                    <a:p>
                      <a:endParaRPr lang="es-MX" dirty="0"/>
                    </a:p>
                    <a:p>
                      <a:endParaRPr lang="es-MX" dirty="0"/>
                    </a:p>
                  </a:txBody>
                  <a:tcPr/>
                </a:tc>
                <a:tc>
                  <a:txBody>
                    <a:bodyPr/>
                    <a:lstStyle/>
                    <a:p>
                      <a:endParaRPr lang="es-MX" dirty="0"/>
                    </a:p>
                  </a:txBody>
                  <a:tcPr/>
                </a:tc>
                <a:extLst>
                  <a:ext uri="{0D108BD9-81ED-4DB2-BD59-A6C34878D82A}">
                    <a16:rowId xmlns:a16="http://schemas.microsoft.com/office/drawing/2014/main" val="10001"/>
                  </a:ext>
                </a:extLst>
              </a:tr>
            </a:tbl>
          </a:graphicData>
        </a:graphic>
      </p:graphicFrame>
      <p:graphicFrame>
        <p:nvGraphicFramePr>
          <p:cNvPr id="17" name="16 Objeto"/>
          <p:cNvGraphicFramePr>
            <a:graphicFrameLocks noChangeAspect="1"/>
          </p:cNvGraphicFramePr>
          <p:nvPr/>
        </p:nvGraphicFramePr>
        <p:xfrm>
          <a:off x="7313613" y="5286375"/>
          <a:ext cx="1973262" cy="793750"/>
        </p:xfrm>
        <a:graphic>
          <a:graphicData uri="http://schemas.openxmlformats.org/presentationml/2006/ole">
            <mc:AlternateContent xmlns:mc="http://schemas.openxmlformats.org/markup-compatibility/2006">
              <mc:Choice xmlns:v="urn:schemas-microsoft-com:vml" Requires="v">
                <p:oleObj name="Ecuación" r:id="rId3" imgW="1104840" imgH="444240" progId="Equation.3">
                  <p:embed/>
                </p:oleObj>
              </mc:Choice>
              <mc:Fallback>
                <p:oleObj name="Ecuación" r:id="rId3" imgW="1104840" imgH="444240" progId="Equation.3">
                  <p:embed/>
                  <p:pic>
                    <p:nvPicPr>
                      <p:cNvPr id="17" name="16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3613" y="5286375"/>
                        <a:ext cx="1973262"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71" name="Object 15"/>
          <p:cNvGraphicFramePr>
            <a:graphicFrameLocks noChangeAspect="1"/>
          </p:cNvGraphicFramePr>
          <p:nvPr>
            <p:extLst>
              <p:ext uri="{D42A27DB-BD31-4B8C-83A1-F6EECF244321}">
                <p14:modId xmlns:p14="http://schemas.microsoft.com/office/powerpoint/2010/main" val="861258769"/>
              </p:ext>
            </p:extLst>
          </p:nvPr>
        </p:nvGraphicFramePr>
        <p:xfrm>
          <a:off x="7960276" y="1755136"/>
          <a:ext cx="1436837" cy="500055"/>
        </p:xfrm>
        <a:graphic>
          <a:graphicData uri="http://schemas.openxmlformats.org/presentationml/2006/ole">
            <mc:AlternateContent xmlns:mc="http://schemas.openxmlformats.org/markup-compatibility/2006">
              <mc:Choice xmlns:v="urn:schemas-microsoft-com:vml" Requires="v">
                <p:oleObj name="Ecuación" r:id="rId5" imgW="583920" imgH="203040" progId="Equation.3">
                  <p:embed/>
                </p:oleObj>
              </mc:Choice>
              <mc:Fallback>
                <p:oleObj name="Ecuación" r:id="rId5" imgW="583920" imgH="203040" progId="Equation.3">
                  <p:embed/>
                  <p:pic>
                    <p:nvPicPr>
                      <p:cNvPr id="70671"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0276" y="1755136"/>
                        <a:ext cx="1436837" cy="5000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a:t>
            </a:r>
            <a:r>
              <a:rPr lang="es-MX" dirty="0" err="1"/>
              <a:t>optimalidad</a:t>
            </a:r>
            <a:r>
              <a:rPr lang="es-MX" dirty="0"/>
              <a:t> de </a:t>
            </a:r>
            <a:r>
              <a:rPr lang="es-MX" dirty="0" err="1"/>
              <a:t>Xb</a:t>
            </a:r>
            <a:r>
              <a:rPr lang="es-MX" dirty="0"/>
              <a:t>*</a:t>
            </a:r>
          </a:p>
        </p:txBody>
      </p:sp>
      <p:sp>
        <p:nvSpPr>
          <p:cNvPr id="3" name="2 Marcador de contenido"/>
          <p:cNvSpPr>
            <a:spLocks noGrp="1"/>
          </p:cNvSpPr>
          <p:nvPr>
            <p:ph idx="4294967295"/>
          </p:nvPr>
        </p:nvSpPr>
        <p:spPr>
          <a:xfrm>
            <a:off x="1809750" y="1825625"/>
            <a:ext cx="10382250" cy="4351338"/>
          </a:xfrm>
        </p:spPr>
        <p:txBody>
          <a:bodyPr>
            <a:normAutofit/>
          </a:bodyPr>
          <a:lstStyle/>
          <a:p>
            <a:r>
              <a:rPr lang="es-MX" dirty="0"/>
              <a:t>Cambios en los coeficientes de la función objetivo:</a:t>
            </a:r>
          </a:p>
          <a:p>
            <a:pPr lvl="1"/>
            <a:r>
              <a:rPr lang="es-MX" sz="2200" dirty="0"/>
              <a:t>Coeficientes de </a:t>
            </a:r>
            <a:r>
              <a:rPr lang="es-MX" sz="2200" dirty="0">
                <a:solidFill>
                  <a:srgbClr val="C00000"/>
                </a:solidFill>
                <a:effectLst>
                  <a:outerShdw blurRad="38100" dist="38100" dir="2700000" algn="tl">
                    <a:srgbClr val="000000">
                      <a:alpha val="43137"/>
                    </a:srgbClr>
                  </a:outerShdw>
                </a:effectLst>
              </a:rPr>
              <a:t>variables no básicas</a:t>
            </a:r>
            <a:r>
              <a:rPr lang="es-MX" sz="2200" dirty="0"/>
              <a:t>: </a:t>
            </a:r>
          </a:p>
          <a:p>
            <a:pPr lvl="2"/>
            <a:r>
              <a:rPr lang="es-MX" sz="2200" dirty="0"/>
              <a:t>Revisar si la condición de </a:t>
            </a:r>
            <a:r>
              <a:rPr lang="es-MX" sz="2200" dirty="0" err="1"/>
              <a:t>optimalidad</a:t>
            </a:r>
            <a:r>
              <a:rPr lang="es-MX" sz="2200" dirty="0"/>
              <a:t> se cumple.</a:t>
            </a:r>
          </a:p>
          <a:p>
            <a:pPr lvl="2"/>
            <a:endParaRPr lang="es-MX" sz="2200" dirty="0"/>
          </a:p>
          <a:p>
            <a:pPr lvl="2"/>
            <a:endParaRPr lang="es-MX" sz="2200" dirty="0"/>
          </a:p>
          <a:p>
            <a:pPr lvl="2"/>
            <a:endParaRPr lang="es-MX" sz="2200" dirty="0"/>
          </a:p>
          <a:p>
            <a:pPr lvl="2"/>
            <a:endParaRPr lang="es-MX" sz="2200" dirty="0"/>
          </a:p>
          <a:p>
            <a:pPr lvl="2"/>
            <a:r>
              <a:rPr lang="es-MX" sz="2200" dirty="0"/>
              <a:t> Si no, la solución es factible pero ya no es óptima. </a:t>
            </a:r>
          </a:p>
          <a:p>
            <a:pPr lvl="2"/>
            <a:r>
              <a:rPr lang="es-MX" sz="2200" dirty="0"/>
              <a:t>Aplicar Simplex. La variable es candidata a entrar a la base.</a:t>
            </a:r>
          </a:p>
          <a:p>
            <a:pPr lvl="2"/>
            <a:endParaRPr lang="es-MX" sz="2200" dirty="0"/>
          </a:p>
          <a:p>
            <a:endParaRPr lang="es-MX" dirty="0"/>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70663" name="Object 7"/>
          <p:cNvGraphicFramePr>
            <a:graphicFrameLocks noChangeAspect="1"/>
          </p:cNvGraphicFramePr>
          <p:nvPr/>
        </p:nvGraphicFramePr>
        <p:xfrm>
          <a:off x="3881422" y="3143249"/>
          <a:ext cx="3840162" cy="1216025"/>
        </p:xfrm>
        <a:graphic>
          <a:graphicData uri="http://schemas.openxmlformats.org/presentationml/2006/ole">
            <mc:AlternateContent xmlns:mc="http://schemas.openxmlformats.org/markup-compatibility/2006">
              <mc:Choice xmlns:v="urn:schemas-microsoft-com:vml" Requires="v">
                <p:oleObj name="Ecuación" r:id="rId2" imgW="1447560" imgH="457200" progId="Equation.3">
                  <p:embed/>
                </p:oleObj>
              </mc:Choice>
              <mc:Fallback>
                <p:oleObj name="Ecuación" r:id="rId2" imgW="1447560" imgH="457200" progId="Equation.3">
                  <p:embed/>
                  <p:pic>
                    <p:nvPicPr>
                      <p:cNvPr id="70663"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422" y="3143249"/>
                        <a:ext cx="3840162" cy="1216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a:extLst>
              <a:ext uri="{FF2B5EF4-FFF2-40B4-BE49-F238E27FC236}">
                <a16:creationId xmlns:a16="http://schemas.microsoft.com/office/drawing/2014/main" id="{8CB2DE8D-6002-341C-E357-03A10F8846DD}"/>
              </a:ext>
            </a:extLst>
          </p:cNvPr>
          <p:cNvSpPr txBox="1"/>
          <p:nvPr/>
        </p:nvSpPr>
        <p:spPr>
          <a:xfrm>
            <a:off x="1919654" y="6417747"/>
            <a:ext cx="3414346" cy="369332"/>
          </a:xfrm>
          <a:prstGeom prst="rect">
            <a:avLst/>
          </a:prstGeom>
          <a:noFill/>
        </p:spPr>
        <p:txBody>
          <a:bodyPr wrap="square">
            <a:spAutoFit/>
          </a:bodyPr>
          <a:lstStyle/>
          <a:p>
            <a:pPr>
              <a:buNone/>
            </a:pPr>
            <a:r>
              <a:rPr lang="es-MX" dirty="0">
                <a:solidFill>
                  <a:schemeClr val="accent3"/>
                </a:solidFill>
              </a:rPr>
              <a:t>*</a:t>
            </a:r>
            <a:r>
              <a:rPr lang="es-MX" sz="1800" dirty="0">
                <a:solidFill>
                  <a:schemeClr val="accent3"/>
                </a:solidFill>
              </a:rPr>
              <a:t>Problema de maximización</a:t>
            </a:r>
          </a:p>
        </p:txBody>
      </p:sp>
      <p:sp>
        <p:nvSpPr>
          <p:cNvPr id="6" name="Marcador de posición de número de diapositiva 5">
            <a:extLst>
              <a:ext uri="{FF2B5EF4-FFF2-40B4-BE49-F238E27FC236}">
                <a16:creationId xmlns:a16="http://schemas.microsoft.com/office/drawing/2014/main" id="{1E6E2EA9-679B-5E2F-814A-423C1BDE5D75}"/>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30</a:t>
            </a:fld>
            <a:endParaRPr lang="es-MX" noProof="0">
              <a:latin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a:t>
            </a:r>
            <a:r>
              <a:rPr lang="es-MX" dirty="0" err="1"/>
              <a:t>optimalidad</a:t>
            </a:r>
            <a:r>
              <a:rPr lang="es-MX" dirty="0"/>
              <a:t> de </a:t>
            </a:r>
            <a:r>
              <a:rPr lang="es-MX" dirty="0" err="1"/>
              <a:t>Xb</a:t>
            </a:r>
            <a:r>
              <a:rPr lang="es-MX" dirty="0"/>
              <a:t>*</a:t>
            </a:r>
          </a:p>
        </p:txBody>
      </p:sp>
      <p:sp>
        <p:nvSpPr>
          <p:cNvPr id="3" name="2 Marcador de contenido"/>
          <p:cNvSpPr>
            <a:spLocks noGrp="1"/>
          </p:cNvSpPr>
          <p:nvPr>
            <p:ph idx="4294967295"/>
          </p:nvPr>
        </p:nvSpPr>
        <p:spPr>
          <a:xfrm>
            <a:off x="1106365" y="1871147"/>
            <a:ext cx="9280281" cy="4351338"/>
          </a:xfrm>
        </p:spPr>
        <p:txBody>
          <a:bodyPr>
            <a:normAutofit/>
          </a:bodyPr>
          <a:lstStyle/>
          <a:p>
            <a:r>
              <a:rPr lang="es-MX" dirty="0"/>
              <a:t>Cambios en los coeficientes básicos de la función objetivo:</a:t>
            </a:r>
          </a:p>
          <a:p>
            <a:endParaRPr lang="es-MX" dirty="0"/>
          </a:p>
          <a:p>
            <a:pPr lvl="1"/>
            <a:r>
              <a:rPr lang="es-MX" sz="2200" dirty="0"/>
              <a:t>Rangos de los coeficientes de </a:t>
            </a:r>
            <a:r>
              <a:rPr lang="es-MX" sz="2200" dirty="0">
                <a:solidFill>
                  <a:srgbClr val="C00000"/>
                </a:solidFill>
                <a:effectLst>
                  <a:outerShdw blurRad="38100" dist="38100" dir="2700000" algn="tl">
                    <a:srgbClr val="000000">
                      <a:alpha val="43137"/>
                    </a:srgbClr>
                  </a:outerShdw>
                </a:effectLst>
              </a:rPr>
              <a:t>variables básicas</a:t>
            </a:r>
            <a:r>
              <a:rPr lang="es-MX" sz="2200" dirty="0"/>
              <a:t>: </a:t>
            </a:r>
          </a:p>
          <a:p>
            <a:pPr lvl="2"/>
            <a:r>
              <a:rPr lang="es-MX" sz="2200" dirty="0"/>
              <a:t>Asegurar que la condición de </a:t>
            </a:r>
            <a:r>
              <a:rPr lang="es-MX" sz="2200" dirty="0" err="1"/>
              <a:t>optimalidad</a:t>
            </a:r>
            <a:r>
              <a:rPr lang="es-MX" sz="2200" dirty="0"/>
              <a:t> se mantiene para todas las variables no básicas. Por qué?</a:t>
            </a:r>
          </a:p>
          <a:p>
            <a:pPr lvl="2"/>
            <a:endParaRPr lang="es-MX" sz="2200" dirty="0"/>
          </a:p>
          <a:p>
            <a:pPr lvl="2"/>
            <a:endParaRPr lang="es-MX" sz="2200" dirty="0"/>
          </a:p>
          <a:p>
            <a:pPr lvl="2"/>
            <a:endParaRPr lang="es-MX" sz="2200" dirty="0"/>
          </a:p>
          <a:p>
            <a:pPr lvl="2"/>
            <a:endParaRPr lang="es-MX" sz="2200" dirty="0"/>
          </a:p>
          <a:p>
            <a:pPr lvl="2"/>
            <a:endParaRPr lang="es-MX" sz="2200" dirty="0"/>
          </a:p>
          <a:p>
            <a:pPr lvl="1">
              <a:buNone/>
            </a:pPr>
            <a:endParaRPr lang="es-MX" dirty="0"/>
          </a:p>
          <a:p>
            <a:pPr lvl="2"/>
            <a:endParaRPr lang="es-MX" sz="2200" dirty="0"/>
          </a:p>
          <a:p>
            <a:pPr lvl="2"/>
            <a:endParaRPr lang="es-MX" sz="2200" dirty="0"/>
          </a:p>
          <a:p>
            <a:pPr lvl="2"/>
            <a:endParaRPr lang="es-MX" sz="2200" dirty="0"/>
          </a:p>
          <a:p>
            <a:pPr lvl="2"/>
            <a:endParaRPr lang="es-MX" sz="2200" dirty="0"/>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70663" name="Object 7"/>
          <p:cNvGraphicFramePr>
            <a:graphicFrameLocks noChangeAspect="1"/>
          </p:cNvGraphicFramePr>
          <p:nvPr>
            <p:extLst>
              <p:ext uri="{D42A27DB-BD31-4B8C-83A1-F6EECF244321}">
                <p14:modId xmlns:p14="http://schemas.microsoft.com/office/powerpoint/2010/main" val="3909449794"/>
              </p:ext>
            </p:extLst>
          </p:nvPr>
        </p:nvGraphicFramePr>
        <p:xfrm>
          <a:off x="2990850" y="4498459"/>
          <a:ext cx="5221288" cy="1214438"/>
        </p:xfrm>
        <a:graphic>
          <a:graphicData uri="http://schemas.openxmlformats.org/presentationml/2006/ole">
            <mc:AlternateContent xmlns:mc="http://schemas.openxmlformats.org/markup-compatibility/2006">
              <mc:Choice xmlns:v="urn:schemas-microsoft-com:vml" Requires="v">
                <p:oleObj name="Ecuación" r:id="rId2" imgW="1968480" imgH="457200" progId="Equation.3">
                  <p:embed/>
                </p:oleObj>
              </mc:Choice>
              <mc:Fallback>
                <p:oleObj name="Ecuación" r:id="rId2" imgW="1968480" imgH="457200" progId="Equation.3">
                  <p:embed/>
                  <p:pic>
                    <p:nvPicPr>
                      <p:cNvPr id="70663"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4498459"/>
                        <a:ext cx="5221288" cy="1214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6803" name="Object 3"/>
          <p:cNvGraphicFramePr>
            <a:graphicFrameLocks noChangeAspect="1"/>
          </p:cNvGraphicFramePr>
          <p:nvPr>
            <p:extLst>
              <p:ext uri="{D42A27DB-BD31-4B8C-83A1-F6EECF244321}">
                <p14:modId xmlns:p14="http://schemas.microsoft.com/office/powerpoint/2010/main" val="698340886"/>
              </p:ext>
            </p:extLst>
          </p:nvPr>
        </p:nvGraphicFramePr>
        <p:xfrm>
          <a:off x="3295650" y="2216638"/>
          <a:ext cx="1516062" cy="539750"/>
        </p:xfrm>
        <a:graphic>
          <a:graphicData uri="http://schemas.openxmlformats.org/presentationml/2006/ole">
            <mc:AlternateContent xmlns:mc="http://schemas.openxmlformats.org/markup-compatibility/2006">
              <mc:Choice xmlns:v="urn:schemas-microsoft-com:vml" Requires="v">
                <p:oleObj name="Ecuación" r:id="rId4" imgW="571320" imgH="203040" progId="Equation.3">
                  <p:embed/>
                </p:oleObj>
              </mc:Choice>
              <mc:Fallback>
                <p:oleObj name="Ecuación" r:id="rId4" imgW="571320" imgH="203040" progId="Equation.3">
                  <p:embed/>
                  <p:pic>
                    <p:nvPicPr>
                      <p:cNvPr id="7680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5650" y="2216638"/>
                        <a:ext cx="1516062"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a:extLst>
              <a:ext uri="{FF2B5EF4-FFF2-40B4-BE49-F238E27FC236}">
                <a16:creationId xmlns:a16="http://schemas.microsoft.com/office/drawing/2014/main" id="{37A3B444-D38E-6F61-51E0-014DEAAFE233}"/>
              </a:ext>
            </a:extLst>
          </p:cNvPr>
          <p:cNvSpPr txBox="1"/>
          <p:nvPr/>
        </p:nvSpPr>
        <p:spPr>
          <a:xfrm>
            <a:off x="1919654" y="6417747"/>
            <a:ext cx="3414346" cy="369332"/>
          </a:xfrm>
          <a:prstGeom prst="rect">
            <a:avLst/>
          </a:prstGeom>
          <a:noFill/>
        </p:spPr>
        <p:txBody>
          <a:bodyPr wrap="square">
            <a:spAutoFit/>
          </a:bodyPr>
          <a:lstStyle/>
          <a:p>
            <a:pPr>
              <a:buNone/>
            </a:pPr>
            <a:r>
              <a:rPr lang="es-MX" dirty="0">
                <a:solidFill>
                  <a:schemeClr val="accent3"/>
                </a:solidFill>
              </a:rPr>
              <a:t>*</a:t>
            </a:r>
            <a:r>
              <a:rPr lang="es-MX" sz="1800" dirty="0">
                <a:solidFill>
                  <a:schemeClr val="accent3"/>
                </a:solidFill>
              </a:rPr>
              <a:t>Problema de maximización</a:t>
            </a:r>
          </a:p>
        </p:txBody>
      </p:sp>
      <p:sp>
        <p:nvSpPr>
          <p:cNvPr id="5" name="Marcador de posición de número de diapositiva 5">
            <a:extLst>
              <a:ext uri="{FF2B5EF4-FFF2-40B4-BE49-F238E27FC236}">
                <a16:creationId xmlns:a16="http://schemas.microsoft.com/office/drawing/2014/main" id="{D293950D-AB50-7B4F-463F-B09589306C97}"/>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31</a:t>
            </a:fld>
            <a:endParaRPr lang="es-MX" noProof="0">
              <a:latin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a:t>
            </a:r>
            <a:r>
              <a:rPr lang="es-MX" dirty="0" err="1"/>
              <a:t>optimalidad</a:t>
            </a:r>
            <a:r>
              <a:rPr lang="es-MX" dirty="0"/>
              <a:t> de </a:t>
            </a:r>
            <a:r>
              <a:rPr lang="es-MX" dirty="0" err="1"/>
              <a:t>Xb</a:t>
            </a:r>
            <a:r>
              <a:rPr lang="es-MX" dirty="0"/>
              <a:t>*</a:t>
            </a:r>
          </a:p>
        </p:txBody>
      </p:sp>
      <p:sp>
        <p:nvSpPr>
          <p:cNvPr id="3" name="2 Marcador de contenido"/>
          <p:cNvSpPr>
            <a:spLocks noGrp="1"/>
          </p:cNvSpPr>
          <p:nvPr>
            <p:ph idx="4294967295"/>
          </p:nvPr>
        </p:nvSpPr>
        <p:spPr>
          <a:xfrm>
            <a:off x="1060006" y="1857375"/>
            <a:ext cx="8869440" cy="4868863"/>
          </a:xfrm>
        </p:spPr>
        <p:txBody>
          <a:bodyPr>
            <a:normAutofit/>
          </a:bodyPr>
          <a:lstStyle/>
          <a:p>
            <a:r>
              <a:rPr lang="es-MX" dirty="0"/>
              <a:t>Adición de una nueva variable:</a:t>
            </a:r>
          </a:p>
          <a:p>
            <a:pPr lvl="1"/>
            <a:r>
              <a:rPr lang="es-MX" dirty="0"/>
              <a:t>X* actual ==                   , es decir,              es no básica</a:t>
            </a:r>
          </a:p>
          <a:p>
            <a:pPr lvl="1"/>
            <a:r>
              <a:rPr lang="es-MX" dirty="0">
                <a:solidFill>
                  <a:srgbClr val="C00000"/>
                </a:solidFill>
              </a:rPr>
              <a:t>Acciones</a:t>
            </a:r>
          </a:p>
          <a:p>
            <a:pPr lvl="2"/>
            <a:r>
              <a:rPr lang="es-MX" sz="2200" dirty="0"/>
              <a:t>Calcular el costo reducido de la nueva variable.</a:t>
            </a:r>
          </a:p>
          <a:p>
            <a:pPr lvl="2"/>
            <a:r>
              <a:rPr lang="es-MX" sz="2200" dirty="0"/>
              <a:t>La base no cambia (por qué?).</a:t>
            </a:r>
          </a:p>
          <a:p>
            <a:pPr lvl="3"/>
            <a:endParaRPr lang="es-MX" sz="2200" dirty="0"/>
          </a:p>
          <a:p>
            <a:pPr lvl="3"/>
            <a:endParaRPr lang="es-MX" sz="2200" dirty="0"/>
          </a:p>
          <a:p>
            <a:pPr lvl="2"/>
            <a:r>
              <a:rPr lang="es-MX" sz="2200" dirty="0"/>
              <a:t>Si                     . La solución actual es óptima.</a:t>
            </a:r>
          </a:p>
          <a:p>
            <a:pPr lvl="2"/>
            <a:r>
              <a:rPr lang="es-MX" sz="2200" dirty="0"/>
              <a:t>De lo contrario, la solución actual es factible pero no óptima. (por qué?) </a:t>
            </a:r>
          </a:p>
          <a:p>
            <a:pPr lvl="2"/>
            <a:r>
              <a:rPr lang="es-MX" sz="2200" dirty="0"/>
              <a:t>Aplique el Simplex. La nueva variable entra a la base.</a:t>
            </a:r>
            <a:endParaRPr lang="es-MX" dirty="0"/>
          </a:p>
          <a:p>
            <a:endParaRPr lang="es-MX" dirty="0"/>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70671" name="Object 15"/>
          <p:cNvGraphicFramePr>
            <a:graphicFrameLocks noChangeAspect="1"/>
          </p:cNvGraphicFramePr>
          <p:nvPr>
            <p:extLst>
              <p:ext uri="{D42A27DB-BD31-4B8C-83A1-F6EECF244321}">
                <p14:modId xmlns:p14="http://schemas.microsoft.com/office/powerpoint/2010/main" val="3739072936"/>
              </p:ext>
            </p:extLst>
          </p:nvPr>
        </p:nvGraphicFramePr>
        <p:xfrm>
          <a:off x="3409936" y="2300612"/>
          <a:ext cx="1157287" cy="428620"/>
        </p:xfrm>
        <a:graphic>
          <a:graphicData uri="http://schemas.openxmlformats.org/presentationml/2006/ole">
            <mc:AlternateContent xmlns:mc="http://schemas.openxmlformats.org/markup-compatibility/2006">
              <mc:Choice xmlns:v="urn:schemas-microsoft-com:vml" Requires="v">
                <p:oleObj name="Ecuación" r:id="rId3" imgW="469800" imgH="203040" progId="Equation.3">
                  <p:embed/>
                </p:oleObj>
              </mc:Choice>
              <mc:Fallback>
                <p:oleObj name="Ecuación" r:id="rId3" imgW="469800" imgH="203040" progId="Equation.3">
                  <p:embed/>
                  <p:pic>
                    <p:nvPicPr>
                      <p:cNvPr id="70671"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9936" y="2300612"/>
                        <a:ext cx="1157287" cy="4286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28" name="Object 4"/>
          <p:cNvGraphicFramePr>
            <a:graphicFrameLocks noChangeAspect="1"/>
          </p:cNvGraphicFramePr>
          <p:nvPr>
            <p:extLst>
              <p:ext uri="{D42A27DB-BD31-4B8C-83A1-F6EECF244321}">
                <p14:modId xmlns:p14="http://schemas.microsoft.com/office/powerpoint/2010/main" val="3031682609"/>
              </p:ext>
            </p:extLst>
          </p:nvPr>
        </p:nvGraphicFramePr>
        <p:xfrm>
          <a:off x="5990202" y="2203478"/>
          <a:ext cx="625475" cy="500063"/>
        </p:xfrm>
        <a:graphic>
          <a:graphicData uri="http://schemas.openxmlformats.org/presentationml/2006/ole">
            <mc:AlternateContent xmlns:mc="http://schemas.openxmlformats.org/markup-compatibility/2006">
              <mc:Choice xmlns:v="urn:schemas-microsoft-com:vml" Requires="v">
                <p:oleObj name="Ecuación" r:id="rId5" imgW="253800" imgH="203040" progId="Equation.3">
                  <p:embed/>
                </p:oleObj>
              </mc:Choice>
              <mc:Fallback>
                <p:oleObj name="Ecuación" r:id="rId5" imgW="253800" imgH="203040" progId="Equation.3">
                  <p:embed/>
                  <p:pic>
                    <p:nvPicPr>
                      <p:cNvPr id="77828"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0202" y="2203478"/>
                        <a:ext cx="62547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29" name="Object 5"/>
          <p:cNvGraphicFramePr>
            <a:graphicFrameLocks noChangeAspect="1"/>
          </p:cNvGraphicFramePr>
          <p:nvPr>
            <p:extLst>
              <p:ext uri="{D42A27DB-BD31-4B8C-83A1-F6EECF244321}">
                <p14:modId xmlns:p14="http://schemas.microsoft.com/office/powerpoint/2010/main" val="3564114686"/>
              </p:ext>
            </p:extLst>
          </p:nvPr>
        </p:nvGraphicFramePr>
        <p:xfrm>
          <a:off x="3268065" y="3802871"/>
          <a:ext cx="4784725" cy="608012"/>
        </p:xfrm>
        <a:graphic>
          <a:graphicData uri="http://schemas.openxmlformats.org/presentationml/2006/ole">
            <mc:AlternateContent xmlns:mc="http://schemas.openxmlformats.org/markup-compatibility/2006">
              <mc:Choice xmlns:v="urn:schemas-microsoft-com:vml" Requires="v">
                <p:oleObj name="Ecuación" r:id="rId7" imgW="1803240" imgH="228600" progId="Equation.3">
                  <p:embed/>
                </p:oleObj>
              </mc:Choice>
              <mc:Fallback>
                <p:oleObj name="Ecuación" r:id="rId7" imgW="1803240" imgH="228600" progId="Equation.3">
                  <p:embed/>
                  <p:pic>
                    <p:nvPicPr>
                      <p:cNvPr id="77829"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8065" y="3802871"/>
                        <a:ext cx="4784725"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30" name="Object 6"/>
          <p:cNvGraphicFramePr>
            <a:graphicFrameLocks noChangeAspect="1"/>
          </p:cNvGraphicFramePr>
          <p:nvPr>
            <p:extLst>
              <p:ext uri="{D42A27DB-BD31-4B8C-83A1-F6EECF244321}">
                <p14:modId xmlns:p14="http://schemas.microsoft.com/office/powerpoint/2010/main" val="2712891403"/>
              </p:ext>
            </p:extLst>
          </p:nvPr>
        </p:nvGraphicFramePr>
        <p:xfrm>
          <a:off x="2644775" y="4504452"/>
          <a:ext cx="1357322" cy="483235"/>
        </p:xfrm>
        <a:graphic>
          <a:graphicData uri="http://schemas.openxmlformats.org/presentationml/2006/ole">
            <mc:AlternateContent xmlns:mc="http://schemas.openxmlformats.org/markup-compatibility/2006">
              <mc:Choice xmlns:v="urn:schemas-microsoft-com:vml" Requires="v">
                <p:oleObj name="Ecuación" r:id="rId9" imgW="571320" imgH="203040" progId="Equation.3">
                  <p:embed/>
                </p:oleObj>
              </mc:Choice>
              <mc:Fallback>
                <p:oleObj name="Ecuación" r:id="rId9" imgW="571320" imgH="203040" progId="Equation.3">
                  <p:embed/>
                  <p:pic>
                    <p:nvPicPr>
                      <p:cNvPr id="7783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4775" y="4504452"/>
                        <a:ext cx="1357322" cy="483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Marcador de posición de número de diapositiva 5">
            <a:extLst>
              <a:ext uri="{FF2B5EF4-FFF2-40B4-BE49-F238E27FC236}">
                <a16:creationId xmlns:a16="http://schemas.microsoft.com/office/drawing/2014/main" id="{263C26AA-B907-49B1-6C20-8D8EADE90A37}"/>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32</a:t>
            </a:fld>
            <a:endParaRPr lang="es-MX" noProof="0">
              <a:latin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MX" dirty="0"/>
              <a:t>Cambios que afectan la </a:t>
            </a:r>
            <a:r>
              <a:rPr lang="es-MX" dirty="0" err="1"/>
              <a:t>optimalidad</a:t>
            </a:r>
            <a:r>
              <a:rPr lang="es-MX" dirty="0"/>
              <a:t> de </a:t>
            </a:r>
            <a:r>
              <a:rPr lang="es-MX" dirty="0" err="1"/>
              <a:t>Xb</a:t>
            </a:r>
            <a:r>
              <a:rPr lang="es-MX" dirty="0"/>
              <a:t>*</a:t>
            </a:r>
          </a:p>
        </p:txBody>
      </p:sp>
      <p:sp>
        <p:nvSpPr>
          <p:cNvPr id="3" name="2 Marcador de contenido"/>
          <p:cNvSpPr>
            <a:spLocks noGrp="1"/>
          </p:cNvSpPr>
          <p:nvPr>
            <p:ph idx="4294967295"/>
          </p:nvPr>
        </p:nvSpPr>
        <p:spPr>
          <a:xfrm>
            <a:off x="1306190" y="1857375"/>
            <a:ext cx="8229600" cy="4868863"/>
          </a:xfrm>
        </p:spPr>
        <p:txBody>
          <a:bodyPr>
            <a:normAutofit/>
          </a:bodyPr>
          <a:lstStyle/>
          <a:p>
            <a:r>
              <a:rPr lang="es-MX" sz="2400" dirty="0"/>
              <a:t>Cambios en una columna no básica de A</a:t>
            </a:r>
            <a:endParaRPr lang="es-MX" sz="1800" dirty="0"/>
          </a:p>
          <a:p>
            <a:endParaRPr lang="es-MX" sz="2400" dirty="0"/>
          </a:p>
          <a:p>
            <a:endParaRPr lang="es-MX" sz="2400" dirty="0"/>
          </a:p>
          <a:p>
            <a:endParaRPr lang="es-MX" sz="2400" dirty="0"/>
          </a:p>
          <a:p>
            <a:endParaRPr lang="es-MX" sz="2400" dirty="0"/>
          </a:p>
          <a:p>
            <a:endParaRPr lang="es-MX" sz="2400" dirty="0"/>
          </a:p>
          <a:p>
            <a:endParaRPr lang="es-MX" sz="2400" dirty="0"/>
          </a:p>
          <a:p>
            <a:endParaRPr lang="es-MX" sz="2400" dirty="0"/>
          </a:p>
          <a:p>
            <a:r>
              <a:rPr lang="es-MX" sz="2400" dirty="0"/>
              <a:t>Es</a:t>
            </a:r>
          </a:p>
        </p:txBody>
      </p:sp>
      <p:sp>
        <p:nvSpPr>
          <p:cNvPr id="70658"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0"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sp>
        <p:nvSpPr>
          <p:cNvPr id="70662"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MX"/>
          </a:p>
        </p:txBody>
      </p:sp>
      <p:graphicFrame>
        <p:nvGraphicFramePr>
          <p:cNvPr id="77829" name="Object 5"/>
          <p:cNvGraphicFramePr>
            <a:graphicFrameLocks noChangeAspect="1"/>
          </p:cNvGraphicFramePr>
          <p:nvPr>
            <p:extLst>
              <p:ext uri="{D42A27DB-BD31-4B8C-83A1-F6EECF244321}">
                <p14:modId xmlns:p14="http://schemas.microsoft.com/office/powerpoint/2010/main" val="868423473"/>
              </p:ext>
            </p:extLst>
          </p:nvPr>
        </p:nvGraphicFramePr>
        <p:xfrm>
          <a:off x="2107756" y="5418492"/>
          <a:ext cx="3067050" cy="608013"/>
        </p:xfrm>
        <a:graphic>
          <a:graphicData uri="http://schemas.openxmlformats.org/presentationml/2006/ole">
            <mc:AlternateContent xmlns:mc="http://schemas.openxmlformats.org/markup-compatibility/2006">
              <mc:Choice xmlns:v="urn:schemas-microsoft-com:vml" Requires="v">
                <p:oleObj name="Ecuación" r:id="rId3" imgW="1155600" imgH="228600" progId="Equation.3">
                  <p:embed/>
                </p:oleObj>
              </mc:Choice>
              <mc:Fallback>
                <p:oleObj name="Ecuación" r:id="rId3" imgW="1155600" imgH="228600" progId="Equation.3">
                  <p:embed/>
                  <p:pic>
                    <p:nvPicPr>
                      <p:cNvPr id="7782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7756" y="5418492"/>
                        <a:ext cx="3067050"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9878" name="Object 6"/>
          <p:cNvGraphicFramePr>
            <a:graphicFrameLocks noChangeAspect="1"/>
          </p:cNvGraphicFramePr>
          <p:nvPr/>
        </p:nvGraphicFramePr>
        <p:xfrm>
          <a:off x="3167043" y="2500307"/>
          <a:ext cx="3470275" cy="2797175"/>
        </p:xfrm>
        <a:graphic>
          <a:graphicData uri="http://schemas.openxmlformats.org/presentationml/2006/ole">
            <mc:AlternateContent xmlns:mc="http://schemas.openxmlformats.org/markup-compatibility/2006">
              <mc:Choice xmlns:v="urn:schemas-microsoft-com:vml" Requires="v">
                <p:oleObj name="Ecuación" r:id="rId5" imgW="1307880" imgH="1054080" progId="Equation.3">
                  <p:embed/>
                </p:oleObj>
              </mc:Choice>
              <mc:Fallback>
                <p:oleObj name="Ecuación" r:id="rId5" imgW="1307880" imgH="1054080" progId="Equation.3">
                  <p:embed/>
                  <p:pic>
                    <p:nvPicPr>
                      <p:cNvPr id="7987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7043" y="2500307"/>
                        <a:ext cx="3470275" cy="279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Marcador de posición de número de diapositiva 5">
            <a:extLst>
              <a:ext uri="{FF2B5EF4-FFF2-40B4-BE49-F238E27FC236}">
                <a16:creationId xmlns:a16="http://schemas.microsoft.com/office/drawing/2014/main" id="{E4DC8D9B-2CA5-F7F9-2502-F1A09E58E58B}"/>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33</a:t>
            </a:fld>
            <a:endParaRPr lang="es-MX" noProof="0">
              <a:latin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100" dirty="0"/>
              <a:t>Ejemplo 3</a:t>
            </a:r>
          </a:p>
        </p:txBody>
      </p:sp>
      <p:sp>
        <p:nvSpPr>
          <p:cNvPr id="2" name="Text Placeholder 1">
            <a:extLst>
              <a:ext uri="{FF2B5EF4-FFF2-40B4-BE49-F238E27FC236}">
                <a16:creationId xmlns:a16="http://schemas.microsoft.com/office/drawing/2014/main" id="{C0D3D6E1-9F0A-17F5-5873-8F0CB86D4302}"/>
              </a:ext>
            </a:extLst>
          </p:cNvPr>
          <p:cNvSpPr>
            <a:spLocks noGrp="1"/>
          </p:cNvSpPr>
          <p:nvPr>
            <p:ph type="body" idx="1"/>
          </p:nvPr>
        </p:nvSpPr>
        <p:spPr/>
        <p:txBody>
          <a:bodyPr>
            <a:normAutofit fontScale="92500"/>
          </a:bodyPr>
          <a:lstStyle/>
          <a:p>
            <a:r>
              <a:rPr lang="es-MX" sz="1800" dirty="0"/>
              <a:t>Cambios en coeficientes de LD de restricción</a:t>
            </a:r>
            <a:endParaRPr lang="en-US" dirty="0"/>
          </a:p>
        </p:txBody>
      </p:sp>
      <p:sp>
        <p:nvSpPr>
          <p:cNvPr id="4099" name="Rectangle 8"/>
          <p:cNvSpPr>
            <a:spLocks noGrp="1" noChangeArrowheads="1"/>
          </p:cNvSpPr>
          <p:nvPr>
            <p:ph sz="half" idx="2"/>
          </p:nvPr>
        </p:nvSpPr>
        <p:spPr>
          <a:xfrm>
            <a:off x="964022" y="2799146"/>
            <a:ext cx="8484777" cy="1942138"/>
          </a:xfrm>
        </p:spPr>
        <p:txBody>
          <a:bodyPr>
            <a:normAutofit/>
          </a:bodyPr>
          <a:lstStyle/>
          <a:p>
            <a:pPr>
              <a:spcBef>
                <a:spcPct val="35000"/>
              </a:spcBef>
            </a:pPr>
            <a:r>
              <a:rPr lang="es-ES" sz="1800" dirty="0"/>
              <a:t>El </a:t>
            </a:r>
            <a:r>
              <a:rPr lang="es-ES" sz="1800" dirty="0">
                <a:effectLst>
                  <a:outerShdw blurRad="38100" dist="38100" dir="2700000" algn="tl">
                    <a:srgbClr val="000000">
                      <a:alpha val="43137"/>
                    </a:srgbClr>
                  </a:outerShdw>
                </a:effectLst>
              </a:rPr>
              <a:t>rango de sensibilidad del valor del lado derecho de una restricción</a:t>
            </a:r>
            <a:r>
              <a:rPr lang="es-ES" sz="1800" dirty="0"/>
              <a:t> es el rango de valores sobre los que el valor de la cantidad puede cambiar </a:t>
            </a:r>
            <a:r>
              <a:rPr lang="es-ES" sz="1800" dirty="0">
                <a:effectLst>
                  <a:outerShdw blurRad="38100" dist="38100" dir="2700000" algn="tl">
                    <a:srgbClr val="000000">
                      <a:alpha val="43137"/>
                    </a:srgbClr>
                  </a:outerShdw>
                </a:effectLst>
              </a:rPr>
              <a:t>sin cambiar la mezcla de variables de solución</a:t>
            </a:r>
            <a:r>
              <a:rPr lang="es-ES" sz="1800" dirty="0"/>
              <a:t>, incluyendo las variables de holgura. </a:t>
            </a:r>
          </a:p>
          <a:p>
            <a:pPr>
              <a:spcBef>
                <a:spcPct val="35000"/>
              </a:spcBef>
            </a:pPr>
            <a:r>
              <a:rPr lang="es-ES" sz="1800" dirty="0"/>
              <a:t>Dichas variables de solución son aquellas que tienen valores diferentes de cero.</a:t>
            </a:r>
          </a:p>
          <a:p>
            <a:pPr>
              <a:spcBef>
                <a:spcPct val="35000"/>
              </a:spcBef>
            </a:pPr>
            <a:r>
              <a:rPr lang="es-MX" sz="1800" dirty="0"/>
              <a:t>El rango de sensibilidad para el coeficiente lado derecho de la restricción i es llamado </a:t>
            </a:r>
            <a:r>
              <a:rPr lang="es-MX" sz="1800" dirty="0" err="1"/>
              <a:t>q</a:t>
            </a:r>
            <a:r>
              <a:rPr lang="es-MX" sz="1800" baseline="-25000" dirty="0" err="1"/>
              <a:t>i</a:t>
            </a:r>
            <a:r>
              <a:rPr lang="es-MX" sz="1800" dirty="0"/>
              <a:t>. </a:t>
            </a:r>
          </a:p>
          <a:p>
            <a:pPr>
              <a:spcBef>
                <a:spcPct val="35000"/>
              </a:spcBef>
              <a:buNone/>
            </a:pPr>
            <a:endParaRPr lang="es-ES" sz="1800" dirty="0"/>
          </a:p>
          <a:p>
            <a:pPr>
              <a:spcBef>
                <a:spcPct val="35000"/>
              </a:spcBef>
            </a:pPr>
            <a:endParaRPr lang="es-MX" sz="1800" dirty="0"/>
          </a:p>
        </p:txBody>
      </p:sp>
      <p:sp>
        <p:nvSpPr>
          <p:cNvPr id="5" name="Footer Placeholder 4">
            <a:extLst>
              <a:ext uri="{FF2B5EF4-FFF2-40B4-BE49-F238E27FC236}">
                <a16:creationId xmlns:a16="http://schemas.microsoft.com/office/drawing/2014/main" id="{875FCB42-0171-1930-5A89-06FF357DF2E9}"/>
              </a:ext>
            </a:extLst>
          </p:cNvPr>
          <p:cNvSpPr>
            <a:spLocks noGrp="1"/>
          </p:cNvSpPr>
          <p:nvPr>
            <p:ph type="ftr" sz="quarter" idx="3"/>
          </p:nvPr>
        </p:nvSpPr>
        <p:spPr/>
        <p:txBody>
          <a:bodyPr/>
          <a:lstStyle/>
          <a:p>
            <a:r>
              <a:rPr lang="es-MX"/>
              <a:t>OPTIMIZACIÓN DE OPERACIONES</a:t>
            </a:r>
            <a:endParaRPr lang="es-MX" dirty="0"/>
          </a:p>
        </p:txBody>
      </p:sp>
      <p:sp>
        <p:nvSpPr>
          <p:cNvPr id="6" name="Slide Number Placeholder 5">
            <a:extLst>
              <a:ext uri="{FF2B5EF4-FFF2-40B4-BE49-F238E27FC236}">
                <a16:creationId xmlns:a16="http://schemas.microsoft.com/office/drawing/2014/main" id="{975F4211-C01E-4BB7-69B3-111D8115BE3F}"/>
              </a:ext>
            </a:extLst>
          </p:cNvPr>
          <p:cNvSpPr>
            <a:spLocks noGrp="1"/>
          </p:cNvSpPr>
          <p:nvPr>
            <p:ph type="sldNum" sz="quarter" idx="4"/>
          </p:nvPr>
        </p:nvSpPr>
        <p:spPr/>
        <p:txBody>
          <a:bodyPr/>
          <a:lstStyle/>
          <a:p>
            <a:pPr rtl="0"/>
            <a:fld id="{294A09A9-5501-47C1-A89A-A340965A2BE2}" type="slidenum">
              <a:rPr lang="es-MX" noProof="0" smtClean="0"/>
              <a:pPr rtl="0"/>
              <a:t>34</a:t>
            </a:fld>
            <a:endParaRPr lang="es-MX" noProof="0">
              <a:latin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noFill/>
        </p:spPr>
        <p:txBody>
          <a:bodyPr>
            <a:normAutofit fontScale="90000"/>
          </a:bodyPr>
          <a:lstStyle/>
          <a:p>
            <a:pPr eaLnBrk="1" hangingPunct="1"/>
            <a:r>
              <a:rPr lang="es-MX" sz="3100" dirty="0"/>
              <a:t>Cambios en coeficientes de LD de restricción</a:t>
            </a:r>
          </a:p>
        </p:txBody>
      </p:sp>
      <p:sp>
        <p:nvSpPr>
          <p:cNvPr id="2" name="Text Placeholder 1">
            <a:extLst>
              <a:ext uri="{FF2B5EF4-FFF2-40B4-BE49-F238E27FC236}">
                <a16:creationId xmlns:a16="http://schemas.microsoft.com/office/drawing/2014/main" id="{64B790BB-28FD-2DF0-9237-8ECA2033ACF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ACB394EE-3D2A-F5D4-D638-B95B44EDBD16}"/>
              </a:ext>
            </a:extLst>
          </p:cNvPr>
          <p:cNvSpPr>
            <a:spLocks noGrp="1"/>
          </p:cNvSpPr>
          <p:nvPr>
            <p:ph type="body" idx="10"/>
          </p:nvPr>
        </p:nvSpPr>
        <p:spPr/>
        <p:txBody>
          <a:bodyPr/>
          <a:lstStyle/>
          <a:p>
            <a:endParaRPr lang="en-US"/>
          </a:p>
        </p:txBody>
      </p:sp>
      <p:sp>
        <p:nvSpPr>
          <p:cNvPr id="24578" name="Rectangle 8"/>
          <p:cNvSpPr>
            <a:spLocks noGrp="1" noChangeArrowheads="1"/>
          </p:cNvSpPr>
          <p:nvPr>
            <p:ph sz="half" idx="2"/>
          </p:nvPr>
        </p:nvSpPr>
        <p:spPr>
          <a:xfrm>
            <a:off x="964023" y="2799145"/>
            <a:ext cx="4827178" cy="2628639"/>
          </a:xfrm>
        </p:spPr>
        <p:txBody>
          <a:bodyPr>
            <a:normAutofit/>
          </a:bodyPr>
          <a:lstStyle/>
          <a:p>
            <a:pPr>
              <a:buFont typeface="Wingdings" pitchFamily="2" charset="2"/>
              <a:buNone/>
            </a:pPr>
            <a:r>
              <a:rPr lang="es-MX" altLang="en-US" sz="1400" dirty="0"/>
              <a:t>Max Z = $ 40x</a:t>
            </a:r>
            <a:r>
              <a:rPr lang="es-MX" altLang="en-US" sz="1400" baseline="-25000" dirty="0"/>
              <a:t>1</a:t>
            </a:r>
            <a:r>
              <a:rPr lang="es-MX" altLang="en-US" sz="1400" dirty="0"/>
              <a:t> + $ 50x</a:t>
            </a:r>
            <a:r>
              <a:rPr lang="es-MX" altLang="en-US" sz="1400" baseline="-25000" dirty="0"/>
              <a:t>2</a:t>
            </a:r>
            <a:endParaRPr lang="es-MX" altLang="en-US" sz="1400" dirty="0"/>
          </a:p>
          <a:p>
            <a:pPr>
              <a:buFont typeface="Wingdings" pitchFamily="2" charset="2"/>
              <a:buNone/>
            </a:pPr>
            <a:r>
              <a:rPr lang="es-MX" altLang="en-US" sz="1400" dirty="0"/>
              <a:t>sujeto a:  1x</a:t>
            </a:r>
            <a:r>
              <a:rPr lang="es-MX" altLang="en-US" sz="1400" baseline="-25000" dirty="0"/>
              <a:t>1</a:t>
            </a:r>
            <a:r>
              <a:rPr lang="es-MX" altLang="en-US" sz="1400" dirty="0"/>
              <a:t> + 2x</a:t>
            </a:r>
            <a:r>
              <a:rPr lang="es-MX" altLang="en-US" sz="1400" baseline="-25000" dirty="0"/>
              <a:t>2</a:t>
            </a:r>
            <a:r>
              <a:rPr lang="es-MX" altLang="en-US" sz="1400" dirty="0">
                <a:latin typeface="Arial"/>
                <a:cs typeface="Arial"/>
                <a:sym typeface="Symbol" pitchFamily="18" charset="2"/>
              </a:rPr>
              <a:t>≤</a:t>
            </a:r>
            <a:r>
              <a:rPr lang="es-MX" altLang="en-US" sz="1400" dirty="0"/>
              <a:t> 40 </a:t>
            </a:r>
          </a:p>
          <a:p>
            <a:pPr>
              <a:buFont typeface="Wingdings" pitchFamily="2" charset="2"/>
              <a:buNone/>
            </a:pPr>
            <a:r>
              <a:rPr lang="es-MX" altLang="en-US" sz="1400" dirty="0"/>
              <a:t>		   4x</a:t>
            </a:r>
            <a:r>
              <a:rPr lang="es-MX" altLang="en-US" sz="1400" baseline="-25000" dirty="0"/>
              <a:t>1</a:t>
            </a:r>
            <a:r>
              <a:rPr lang="es-MX" altLang="en-US" sz="1400" dirty="0"/>
              <a:t> + 3x</a:t>
            </a:r>
            <a:r>
              <a:rPr lang="es-MX" altLang="en-US" sz="1400" baseline="-25000" dirty="0"/>
              <a:t>2</a:t>
            </a:r>
            <a:r>
              <a:rPr lang="es-MX" altLang="en-US" sz="1400" dirty="0">
                <a:sym typeface="Symbol" pitchFamily="18" charset="2"/>
              </a:rPr>
              <a:t>≤</a:t>
            </a:r>
            <a:r>
              <a:rPr lang="es-MX" altLang="en-US" sz="1400" dirty="0"/>
              <a:t> 120</a:t>
            </a:r>
          </a:p>
          <a:p>
            <a:pPr>
              <a:buFont typeface="Wingdings" pitchFamily="2" charset="2"/>
              <a:buNone/>
            </a:pPr>
            <a:r>
              <a:rPr lang="es-MX" altLang="en-US" sz="1400" dirty="0"/>
              <a:t>		   X</a:t>
            </a:r>
            <a:r>
              <a:rPr lang="es-MX" altLang="en-US" sz="1400" baseline="-25000" dirty="0"/>
              <a:t>1</a:t>
            </a:r>
            <a:r>
              <a:rPr lang="es-MX" altLang="en-US" sz="1400" dirty="0"/>
              <a:t>, X</a:t>
            </a:r>
            <a:r>
              <a:rPr lang="es-MX" altLang="en-US" sz="1400" baseline="-25000" dirty="0"/>
              <a:t>2</a:t>
            </a:r>
            <a:r>
              <a:rPr lang="es-MX" altLang="en-US" sz="1400" dirty="0">
                <a:latin typeface="Arial"/>
                <a:cs typeface="Arial"/>
                <a:sym typeface="Symbol" pitchFamily="18" charset="2"/>
              </a:rPr>
              <a:t>≥</a:t>
            </a:r>
            <a:r>
              <a:rPr lang="es-MX" altLang="en-US" sz="1400" dirty="0"/>
              <a:t> 0</a:t>
            </a:r>
          </a:p>
          <a:p>
            <a:pPr marL="342900" lvl="1" indent="-342900">
              <a:buClr>
                <a:schemeClr val="bg2"/>
              </a:buClr>
              <a:buSzPct val="75000"/>
            </a:pPr>
            <a:endParaRPr lang="es-MX" sz="1100" dirty="0"/>
          </a:p>
          <a:p>
            <a:pPr marL="342900" lvl="1" indent="-342900">
              <a:buClr>
                <a:schemeClr val="bg2"/>
              </a:buClr>
              <a:buSzPct val="75000"/>
            </a:pPr>
            <a:r>
              <a:rPr lang="es-MX" sz="1400" dirty="0"/>
              <a:t>Este es el resultado de un incremento en la restricción de mano de obra. </a:t>
            </a:r>
          </a:p>
          <a:p>
            <a:pPr marL="342900" lvl="1" indent="-342900">
              <a:buClr>
                <a:schemeClr val="bg2"/>
              </a:buClr>
              <a:buSzPct val="75000"/>
            </a:pPr>
            <a:r>
              <a:rPr lang="es-MX" sz="1400" dirty="0"/>
              <a:t>Los valores cambian, pero las variables con valores solución ó diferentes de cero son las mismas.</a:t>
            </a:r>
          </a:p>
        </p:txBody>
      </p:sp>
      <p:pic>
        <p:nvPicPr>
          <p:cNvPr id="7" name="Picture 4" descr="03-06"/>
          <p:cNvPicPr>
            <a:picLocks noGrp="1" noChangeAspect="1" noChangeArrowheads="1"/>
          </p:cNvPicPr>
          <p:nvPr>
            <p:ph sz="half" idx="13"/>
          </p:nvPr>
        </p:nvPicPr>
        <p:blipFill>
          <a:blip r:embed="rId2" cstate="print"/>
          <a:stretch>
            <a:fillRect/>
          </a:stretch>
        </p:blipFill>
        <p:spPr bwMode="auto">
          <a:xfrm>
            <a:off x="6216345" y="2705200"/>
            <a:ext cx="3965147" cy="3906837"/>
          </a:xfrm>
          <a:prstGeom prst="rect">
            <a:avLst/>
          </a:prstGeom>
          <a:noFill/>
          <a:ln w="9525">
            <a:noFill/>
            <a:miter lim="800000"/>
            <a:headEnd/>
            <a:tailEnd/>
          </a:ln>
        </p:spPr>
      </p:pic>
      <p:sp>
        <p:nvSpPr>
          <p:cNvPr id="24580" name="TextBox 10"/>
          <p:cNvSpPr txBox="1">
            <a:spLocks noChangeArrowheads="1"/>
          </p:cNvSpPr>
          <p:nvPr/>
        </p:nvSpPr>
        <p:spPr bwMode="auto">
          <a:xfrm>
            <a:off x="2543419" y="5655771"/>
            <a:ext cx="3137197" cy="646331"/>
          </a:xfrm>
          <a:prstGeom prst="rect">
            <a:avLst/>
          </a:prstGeom>
          <a:noFill/>
          <a:ln w="9525">
            <a:noFill/>
            <a:miter lim="800000"/>
            <a:headEnd/>
            <a:tailEnd/>
          </a:ln>
        </p:spPr>
        <p:txBody>
          <a:bodyPr wrap="square">
            <a:spAutoFit/>
          </a:bodyPr>
          <a:lstStyle/>
          <a:p>
            <a:r>
              <a:rPr lang="es-MX" dirty="0">
                <a:solidFill>
                  <a:schemeClr val="accent3"/>
                </a:solidFill>
              </a:rPr>
              <a:t>Incremento en la restricción de mano de obra</a:t>
            </a:r>
          </a:p>
        </p:txBody>
      </p:sp>
      <p:sp>
        <p:nvSpPr>
          <p:cNvPr id="6" name="TextBox 5"/>
          <p:cNvSpPr txBox="1"/>
          <p:nvPr/>
        </p:nvSpPr>
        <p:spPr>
          <a:xfrm>
            <a:off x="8493517" y="3384288"/>
            <a:ext cx="889987" cy="369332"/>
          </a:xfrm>
          <a:prstGeom prst="rect">
            <a:avLst/>
          </a:prstGeom>
          <a:solidFill>
            <a:schemeClr val="bg1"/>
          </a:solidFill>
        </p:spPr>
        <p:txBody>
          <a:bodyPr wrap="none" rtlCol="0">
            <a:spAutoFit/>
          </a:bodyPr>
          <a:lstStyle/>
          <a:p>
            <a:r>
              <a:rPr lang="es-MX" dirty="0">
                <a:latin typeface="Arial Unicode MS" pitchFamily="34" charset="-128"/>
                <a:ea typeface="Arial Unicode MS" pitchFamily="34" charset="-128"/>
                <a:cs typeface="Arial Unicode MS" pitchFamily="34" charset="-128"/>
              </a:rPr>
              <a:t>$1,680</a:t>
            </a:r>
          </a:p>
        </p:txBody>
      </p:sp>
      <p:sp>
        <p:nvSpPr>
          <p:cNvPr id="4" name="Footer Placeholder 3">
            <a:extLst>
              <a:ext uri="{FF2B5EF4-FFF2-40B4-BE49-F238E27FC236}">
                <a16:creationId xmlns:a16="http://schemas.microsoft.com/office/drawing/2014/main" id="{3E3C661A-A42B-A584-ABA4-76A63401F73C}"/>
              </a:ext>
            </a:extLst>
          </p:cNvPr>
          <p:cNvSpPr>
            <a:spLocks noGrp="1"/>
          </p:cNvSpPr>
          <p:nvPr>
            <p:ph type="ftr" sz="quarter" idx="3"/>
          </p:nvPr>
        </p:nvSpPr>
        <p:spPr/>
        <p:txBody>
          <a:bodyPr/>
          <a:lstStyle/>
          <a:p>
            <a:r>
              <a:rPr lang="es-MX"/>
              <a:t>OPTIMIZACIÓN DE OPERACIONES</a:t>
            </a:r>
            <a:endParaRPr lang="es-MX" dirty="0"/>
          </a:p>
        </p:txBody>
      </p:sp>
      <p:sp>
        <p:nvSpPr>
          <p:cNvPr id="5" name="Slide Number Placeholder 4">
            <a:extLst>
              <a:ext uri="{FF2B5EF4-FFF2-40B4-BE49-F238E27FC236}">
                <a16:creationId xmlns:a16="http://schemas.microsoft.com/office/drawing/2014/main" id="{3ECFD39F-304E-CA2C-9452-20A9FF0667B5}"/>
              </a:ext>
            </a:extLst>
          </p:cNvPr>
          <p:cNvSpPr>
            <a:spLocks noGrp="1"/>
          </p:cNvSpPr>
          <p:nvPr>
            <p:ph type="sldNum" sz="quarter" idx="4"/>
          </p:nvPr>
        </p:nvSpPr>
        <p:spPr/>
        <p:txBody>
          <a:bodyPr/>
          <a:lstStyle/>
          <a:p>
            <a:pPr rtl="0"/>
            <a:fld id="{294A09A9-5501-47C1-A89A-A340965A2BE2}" type="slidenum">
              <a:rPr lang="es-MX" noProof="0" smtClean="0"/>
              <a:pPr rtl="0"/>
              <a:t>35</a:t>
            </a:fld>
            <a:endParaRPr lang="es-MX" noProof="0">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03-07"/>
          <p:cNvPicPr>
            <a:picLocks noChangeAspect="1" noChangeArrowheads="1"/>
          </p:cNvPicPr>
          <p:nvPr/>
        </p:nvPicPr>
        <p:blipFill>
          <a:blip r:embed="rId2" cstate="print"/>
          <a:srcRect/>
          <a:stretch>
            <a:fillRect/>
          </a:stretch>
        </p:blipFill>
        <p:spPr bwMode="auto">
          <a:xfrm>
            <a:off x="4482647" y="1987627"/>
            <a:ext cx="6976208" cy="4073530"/>
          </a:xfrm>
          <a:prstGeom prst="rect">
            <a:avLst/>
          </a:prstGeom>
          <a:noFill/>
          <a:ln w="9525">
            <a:noFill/>
            <a:miter lim="800000"/>
            <a:headEnd/>
            <a:tailEnd/>
          </a:ln>
        </p:spPr>
      </p:pic>
      <p:sp>
        <p:nvSpPr>
          <p:cNvPr id="24579" name="Rectangle 2"/>
          <p:cNvSpPr>
            <a:spLocks noGrp="1" noChangeArrowheads="1"/>
          </p:cNvSpPr>
          <p:nvPr>
            <p:ph type="title"/>
          </p:nvPr>
        </p:nvSpPr>
        <p:spPr>
          <a:noFill/>
        </p:spPr>
        <p:txBody>
          <a:bodyPr>
            <a:normAutofit/>
          </a:bodyPr>
          <a:lstStyle/>
          <a:p>
            <a:pPr eaLnBrk="1" hangingPunct="1"/>
            <a:r>
              <a:rPr lang="es-MX" sz="3100" dirty="0"/>
              <a:t>Cambios en coeficientes de LD de restricción</a:t>
            </a:r>
          </a:p>
        </p:txBody>
      </p:sp>
      <p:sp>
        <p:nvSpPr>
          <p:cNvPr id="10" name="Text Box 4"/>
          <p:cNvSpPr txBox="1">
            <a:spLocks noChangeArrowheads="1"/>
          </p:cNvSpPr>
          <p:nvPr/>
        </p:nvSpPr>
        <p:spPr bwMode="auto">
          <a:xfrm>
            <a:off x="1268923" y="3690651"/>
            <a:ext cx="2952328" cy="1477328"/>
          </a:xfrm>
          <a:prstGeom prst="rect">
            <a:avLst/>
          </a:prstGeom>
          <a:noFill/>
          <a:ln w="9525">
            <a:noFill/>
            <a:miter lim="800000"/>
            <a:headEnd/>
            <a:tailEnd/>
          </a:ln>
        </p:spPr>
        <p:txBody>
          <a:bodyPr wrap="square">
            <a:spAutoFit/>
          </a:bodyPr>
          <a:lstStyle/>
          <a:p>
            <a:pPr algn="l"/>
            <a:r>
              <a:rPr lang="es-MX" dirty="0" err="1">
                <a:solidFill>
                  <a:schemeClr val="bg1"/>
                </a:solidFill>
              </a:rPr>
              <a:t>max</a:t>
            </a:r>
            <a:r>
              <a:rPr lang="es-MX" dirty="0">
                <a:solidFill>
                  <a:schemeClr val="bg1"/>
                </a:solidFill>
              </a:rPr>
              <a:t>	Z = $40x</a:t>
            </a:r>
            <a:r>
              <a:rPr lang="es-MX" baseline="-25000" dirty="0">
                <a:solidFill>
                  <a:schemeClr val="bg1"/>
                </a:solidFill>
              </a:rPr>
              <a:t>1</a:t>
            </a:r>
            <a:r>
              <a:rPr lang="es-MX" dirty="0">
                <a:solidFill>
                  <a:schemeClr val="bg1"/>
                </a:solidFill>
              </a:rPr>
              <a:t> + $50x</a:t>
            </a:r>
            <a:r>
              <a:rPr lang="es-MX" baseline="-25000" dirty="0">
                <a:solidFill>
                  <a:schemeClr val="bg1"/>
                </a:solidFill>
              </a:rPr>
              <a:t>2</a:t>
            </a:r>
            <a:r>
              <a:rPr lang="es-MX" dirty="0">
                <a:solidFill>
                  <a:schemeClr val="bg1"/>
                </a:solidFill>
              </a:rPr>
              <a:t>                        sujeto a:	</a:t>
            </a:r>
          </a:p>
          <a:p>
            <a:pPr algn="l"/>
            <a:r>
              <a:rPr lang="es-MX" altLang="en-US" dirty="0">
                <a:solidFill>
                  <a:schemeClr val="bg1"/>
                </a:solidFill>
              </a:rPr>
              <a:t>	1x</a:t>
            </a:r>
            <a:r>
              <a:rPr lang="es-MX" altLang="en-US" baseline="-25000" dirty="0">
                <a:solidFill>
                  <a:schemeClr val="bg1"/>
                </a:solidFill>
              </a:rPr>
              <a:t>1</a:t>
            </a:r>
            <a:r>
              <a:rPr lang="es-MX" altLang="en-US" dirty="0">
                <a:solidFill>
                  <a:schemeClr val="bg1"/>
                </a:solidFill>
              </a:rPr>
              <a:t> + 2x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40 </a:t>
            </a:r>
          </a:p>
          <a:p>
            <a:pPr algn="l"/>
            <a:r>
              <a:rPr lang="es-MX" altLang="en-US" dirty="0">
                <a:solidFill>
                  <a:schemeClr val="bg1"/>
                </a:solidFill>
              </a:rPr>
              <a:t>	4x</a:t>
            </a:r>
            <a:r>
              <a:rPr lang="es-MX" altLang="en-US" baseline="-25000" dirty="0">
                <a:solidFill>
                  <a:schemeClr val="bg1"/>
                </a:solidFill>
              </a:rPr>
              <a:t>1</a:t>
            </a:r>
            <a:r>
              <a:rPr lang="es-MX" altLang="en-US" dirty="0">
                <a:solidFill>
                  <a:schemeClr val="bg1"/>
                </a:solidFill>
              </a:rPr>
              <a:t> + 3x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120</a:t>
            </a:r>
          </a:p>
          <a:p>
            <a:pPr algn="l"/>
            <a:r>
              <a:rPr lang="es-MX" altLang="en-US" dirty="0">
                <a:solidFill>
                  <a:schemeClr val="bg1"/>
                </a:solidFill>
              </a:rPr>
              <a:t>                          X</a:t>
            </a:r>
            <a:r>
              <a:rPr lang="es-MX" altLang="en-US" baseline="-25000" dirty="0">
                <a:solidFill>
                  <a:schemeClr val="bg1"/>
                </a:solidFill>
              </a:rPr>
              <a:t>1,</a:t>
            </a:r>
            <a:r>
              <a:rPr lang="es-MX" altLang="en-US" dirty="0">
                <a:solidFill>
                  <a:schemeClr val="bg1"/>
                </a:solidFill>
              </a:rPr>
              <a:t> x</a:t>
            </a:r>
            <a:r>
              <a:rPr lang="es-MX" altLang="en-US" baseline="-25000" dirty="0">
                <a:solidFill>
                  <a:schemeClr val="bg1"/>
                </a:solidFill>
              </a:rPr>
              <a:t>2 </a:t>
            </a:r>
            <a:r>
              <a:rPr lang="es-MX" altLang="en-US" dirty="0">
                <a:solidFill>
                  <a:schemeClr val="bg1"/>
                </a:solidFill>
              </a:rPr>
              <a:t>≥0</a:t>
            </a:r>
          </a:p>
        </p:txBody>
      </p:sp>
      <p:sp>
        <p:nvSpPr>
          <p:cNvPr id="5" name="TextBox 10"/>
          <p:cNvSpPr txBox="1">
            <a:spLocks noChangeArrowheads="1"/>
          </p:cNvSpPr>
          <p:nvPr/>
        </p:nvSpPr>
        <p:spPr bwMode="auto">
          <a:xfrm>
            <a:off x="750277" y="1853975"/>
            <a:ext cx="3156438" cy="1661993"/>
          </a:xfrm>
          <a:prstGeom prst="rect">
            <a:avLst/>
          </a:prstGeom>
          <a:noFill/>
          <a:ln w="9525">
            <a:noFill/>
            <a:miter lim="800000"/>
            <a:headEnd/>
            <a:tailEnd/>
          </a:ln>
        </p:spPr>
        <p:txBody>
          <a:bodyPr wrap="square">
            <a:spAutoFit/>
          </a:bodyPr>
          <a:lstStyle/>
          <a:p>
            <a:r>
              <a:rPr lang="es-MX" sz="1700" dirty="0">
                <a:solidFill>
                  <a:schemeClr val="accent3"/>
                </a:solidFill>
              </a:rPr>
              <a:t>Determinando el rango de sensibilidad para la cantidad de mano de obra disponible: esto es donde alguna de las variables de la solución se hace cero</a:t>
            </a:r>
          </a:p>
        </p:txBody>
      </p:sp>
      <p:sp>
        <p:nvSpPr>
          <p:cNvPr id="12" name="TextBox 11">
            <a:extLst>
              <a:ext uri="{FF2B5EF4-FFF2-40B4-BE49-F238E27FC236}">
                <a16:creationId xmlns:a16="http://schemas.microsoft.com/office/drawing/2014/main" id="{0B66A8CC-5EA8-C59F-D397-686F68CE1142}"/>
              </a:ext>
            </a:extLst>
          </p:cNvPr>
          <p:cNvSpPr txBox="1"/>
          <p:nvPr/>
        </p:nvSpPr>
        <p:spPr>
          <a:xfrm>
            <a:off x="3431930" y="6061157"/>
            <a:ext cx="7921870" cy="723275"/>
          </a:xfrm>
          <a:prstGeom prst="rect">
            <a:avLst/>
          </a:prstGeom>
          <a:noFill/>
        </p:spPr>
        <p:txBody>
          <a:bodyPr wrap="square">
            <a:spAutoFit/>
          </a:bodyPr>
          <a:lstStyle/>
          <a:p>
            <a:pPr>
              <a:spcBef>
                <a:spcPts val="600"/>
              </a:spcBef>
            </a:pPr>
            <a:r>
              <a:rPr lang="es-MX" dirty="0">
                <a:solidFill>
                  <a:schemeClr val="bg1"/>
                </a:solidFill>
              </a:rPr>
              <a:t>Rango de sensibilidad:		30 </a:t>
            </a:r>
            <a:r>
              <a:rPr lang="es-MX" dirty="0">
                <a:solidFill>
                  <a:schemeClr val="bg1"/>
                </a:solidFill>
                <a:sym typeface="Symbol" pitchFamily="18" charset="2"/>
              </a:rPr>
              <a:t>≤</a:t>
            </a:r>
            <a:r>
              <a:rPr lang="es-MX" dirty="0">
                <a:solidFill>
                  <a:schemeClr val="bg1"/>
                </a:solidFill>
              </a:rPr>
              <a:t> q</a:t>
            </a:r>
            <a:r>
              <a:rPr lang="es-MX" baseline="-25000" dirty="0">
                <a:solidFill>
                  <a:schemeClr val="bg1"/>
                </a:solidFill>
              </a:rPr>
              <a:t>1</a:t>
            </a:r>
            <a:r>
              <a:rPr lang="es-MX" dirty="0">
                <a:solidFill>
                  <a:schemeClr val="bg1"/>
                </a:solidFill>
              </a:rPr>
              <a:t> </a:t>
            </a:r>
            <a:r>
              <a:rPr lang="es-MX" dirty="0">
                <a:solidFill>
                  <a:schemeClr val="bg1"/>
                </a:solidFill>
                <a:sym typeface="Symbol" pitchFamily="18" charset="2"/>
              </a:rPr>
              <a:t>≤</a:t>
            </a:r>
            <a:r>
              <a:rPr lang="es-MX" dirty="0">
                <a:solidFill>
                  <a:schemeClr val="bg1"/>
                </a:solidFill>
              </a:rPr>
              <a:t> 80 </a:t>
            </a:r>
            <a:r>
              <a:rPr lang="es-MX" dirty="0" err="1">
                <a:solidFill>
                  <a:schemeClr val="bg1"/>
                </a:solidFill>
              </a:rPr>
              <a:t>hrs</a:t>
            </a:r>
            <a:endParaRPr lang="es-MX" dirty="0">
              <a:solidFill>
                <a:schemeClr val="bg1"/>
              </a:solidFill>
            </a:endParaRPr>
          </a:p>
          <a:p>
            <a:pPr>
              <a:spcBef>
                <a:spcPts val="600"/>
              </a:spcBef>
            </a:pPr>
            <a:r>
              <a:rPr lang="es-MX" dirty="0">
                <a:solidFill>
                  <a:schemeClr val="bg1"/>
                </a:solidFill>
              </a:rPr>
              <a:t>Se deja de hacer uno de los productos, sean tazas o tazones.</a:t>
            </a:r>
          </a:p>
        </p:txBody>
      </p:sp>
      <p:sp>
        <p:nvSpPr>
          <p:cNvPr id="13" name="Date Placeholder 12">
            <a:extLst>
              <a:ext uri="{FF2B5EF4-FFF2-40B4-BE49-F238E27FC236}">
                <a16:creationId xmlns:a16="http://schemas.microsoft.com/office/drawing/2014/main" id="{E3E289B6-60CA-779D-51BA-F76E93AA60D7}"/>
              </a:ext>
            </a:extLst>
          </p:cNvPr>
          <p:cNvSpPr>
            <a:spLocks noGrp="1"/>
          </p:cNvSpPr>
          <p:nvPr>
            <p:ph type="dt" sz="half" idx="10"/>
          </p:nvPr>
        </p:nvSpPr>
        <p:spPr/>
        <p:txBody>
          <a:bodyPr/>
          <a:lstStyle/>
          <a:p>
            <a:endParaRPr lang="es-MX"/>
          </a:p>
        </p:txBody>
      </p:sp>
      <p:sp>
        <p:nvSpPr>
          <p:cNvPr id="14" name="Footer Placeholder 13">
            <a:extLst>
              <a:ext uri="{FF2B5EF4-FFF2-40B4-BE49-F238E27FC236}">
                <a16:creationId xmlns:a16="http://schemas.microsoft.com/office/drawing/2014/main" id="{2F633BC2-6591-ADB1-93E2-BF02F294B82E}"/>
              </a:ext>
            </a:extLst>
          </p:cNvPr>
          <p:cNvSpPr>
            <a:spLocks noGrp="1"/>
          </p:cNvSpPr>
          <p:nvPr>
            <p:ph type="ftr" sz="quarter" idx="11"/>
          </p:nvPr>
        </p:nvSpPr>
        <p:spPr/>
        <p:txBody>
          <a:bodyPr/>
          <a:lstStyle/>
          <a:p>
            <a:r>
              <a:rPr lang="es-MX"/>
              <a:t>OPTIMIZACIÓN DE OPERACIONES</a:t>
            </a:r>
          </a:p>
        </p:txBody>
      </p:sp>
      <p:sp>
        <p:nvSpPr>
          <p:cNvPr id="15" name="Slide Number Placeholder 14">
            <a:extLst>
              <a:ext uri="{FF2B5EF4-FFF2-40B4-BE49-F238E27FC236}">
                <a16:creationId xmlns:a16="http://schemas.microsoft.com/office/drawing/2014/main" id="{A403700E-9183-9E92-83C7-C2DEA006587A}"/>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36</a:t>
            </a:fld>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8" descr="F:\POM\Chapter 3\AAFQRDQ0.jpg"/>
          <p:cNvPicPr>
            <a:picLocks noChangeAspect="1" noChangeArrowheads="1"/>
          </p:cNvPicPr>
          <p:nvPr/>
        </p:nvPicPr>
        <p:blipFill>
          <a:blip r:embed="rId2" cstate="print"/>
          <a:srcRect/>
          <a:stretch>
            <a:fillRect/>
          </a:stretch>
        </p:blipFill>
        <p:spPr bwMode="auto">
          <a:xfrm>
            <a:off x="4645270" y="1953661"/>
            <a:ext cx="7104302" cy="3978355"/>
          </a:xfrm>
          <a:prstGeom prst="rect">
            <a:avLst/>
          </a:prstGeom>
          <a:noFill/>
          <a:ln w="9525">
            <a:noFill/>
            <a:miter lim="800000"/>
            <a:headEnd/>
            <a:tailEnd/>
          </a:ln>
        </p:spPr>
      </p:pic>
      <p:sp>
        <p:nvSpPr>
          <p:cNvPr id="24579" name="Rectangle 2"/>
          <p:cNvSpPr>
            <a:spLocks noGrp="1" noChangeArrowheads="1"/>
          </p:cNvSpPr>
          <p:nvPr>
            <p:ph type="title"/>
          </p:nvPr>
        </p:nvSpPr>
        <p:spPr>
          <a:noFill/>
        </p:spPr>
        <p:txBody>
          <a:bodyPr>
            <a:normAutofit/>
          </a:bodyPr>
          <a:lstStyle/>
          <a:p>
            <a:pPr eaLnBrk="1" hangingPunct="1"/>
            <a:r>
              <a:rPr lang="es-MX" sz="3100" dirty="0"/>
              <a:t>Cambios en coeficientes de LD de restricción</a:t>
            </a:r>
          </a:p>
        </p:txBody>
      </p:sp>
      <p:sp>
        <p:nvSpPr>
          <p:cNvPr id="5" name="TextBox 10"/>
          <p:cNvSpPr txBox="1">
            <a:spLocks noChangeArrowheads="1"/>
          </p:cNvSpPr>
          <p:nvPr/>
        </p:nvSpPr>
        <p:spPr bwMode="auto">
          <a:xfrm>
            <a:off x="616605" y="1983444"/>
            <a:ext cx="3533364" cy="1400383"/>
          </a:xfrm>
          <a:prstGeom prst="rect">
            <a:avLst/>
          </a:prstGeom>
          <a:noFill/>
          <a:ln w="9525">
            <a:noFill/>
            <a:miter lim="800000"/>
            <a:headEnd/>
            <a:tailEnd/>
          </a:ln>
        </p:spPr>
        <p:txBody>
          <a:bodyPr wrap="square">
            <a:spAutoFit/>
          </a:bodyPr>
          <a:lstStyle/>
          <a:p>
            <a:r>
              <a:rPr lang="es-MX" sz="1700" dirty="0">
                <a:solidFill>
                  <a:schemeClr val="accent3"/>
                </a:solidFill>
              </a:rPr>
              <a:t>Determinando el rango de sensibilidad para la cantidad de material disponible: esto es donde alguna de las variables de la solución se hace cero.</a:t>
            </a:r>
          </a:p>
        </p:txBody>
      </p:sp>
      <p:sp>
        <p:nvSpPr>
          <p:cNvPr id="12" name="TextBox 11">
            <a:extLst>
              <a:ext uri="{FF2B5EF4-FFF2-40B4-BE49-F238E27FC236}">
                <a16:creationId xmlns:a16="http://schemas.microsoft.com/office/drawing/2014/main" id="{63C8C5C8-2599-F91D-BA49-B20E8160BB74}"/>
              </a:ext>
            </a:extLst>
          </p:cNvPr>
          <p:cNvSpPr txBox="1"/>
          <p:nvPr/>
        </p:nvSpPr>
        <p:spPr>
          <a:xfrm>
            <a:off x="4149969" y="6040106"/>
            <a:ext cx="6336322" cy="369332"/>
          </a:xfrm>
          <a:prstGeom prst="rect">
            <a:avLst/>
          </a:prstGeom>
          <a:noFill/>
        </p:spPr>
        <p:txBody>
          <a:bodyPr wrap="square">
            <a:spAutoFit/>
          </a:bodyPr>
          <a:lstStyle/>
          <a:p>
            <a:pPr>
              <a:spcBef>
                <a:spcPts val="600"/>
              </a:spcBef>
            </a:pPr>
            <a:r>
              <a:rPr lang="es-MX" dirty="0">
                <a:solidFill>
                  <a:schemeClr val="bg1"/>
                </a:solidFill>
              </a:rPr>
              <a:t>Rango de sensibilidad:	60 </a:t>
            </a:r>
            <a:r>
              <a:rPr lang="es-MX" dirty="0">
                <a:solidFill>
                  <a:schemeClr val="bg1"/>
                </a:solidFill>
                <a:sym typeface="Symbol" pitchFamily="18" charset="2"/>
              </a:rPr>
              <a:t>≤</a:t>
            </a:r>
            <a:r>
              <a:rPr lang="es-MX" dirty="0">
                <a:solidFill>
                  <a:schemeClr val="bg1"/>
                </a:solidFill>
              </a:rPr>
              <a:t> q</a:t>
            </a:r>
            <a:r>
              <a:rPr lang="es-MX" baseline="-25000" dirty="0">
                <a:solidFill>
                  <a:schemeClr val="bg1"/>
                </a:solidFill>
              </a:rPr>
              <a:t>2</a:t>
            </a:r>
            <a:r>
              <a:rPr lang="es-MX" dirty="0">
                <a:solidFill>
                  <a:schemeClr val="bg1"/>
                </a:solidFill>
              </a:rPr>
              <a:t> </a:t>
            </a:r>
            <a:r>
              <a:rPr lang="es-MX" dirty="0">
                <a:solidFill>
                  <a:schemeClr val="bg1"/>
                </a:solidFill>
                <a:sym typeface="Symbol" pitchFamily="18" charset="2"/>
              </a:rPr>
              <a:t>≤</a:t>
            </a:r>
            <a:r>
              <a:rPr lang="es-MX" dirty="0">
                <a:solidFill>
                  <a:schemeClr val="bg1"/>
                </a:solidFill>
              </a:rPr>
              <a:t> 160 </a:t>
            </a:r>
            <a:r>
              <a:rPr lang="es-MX" dirty="0" err="1">
                <a:solidFill>
                  <a:schemeClr val="bg1"/>
                </a:solidFill>
              </a:rPr>
              <a:t>hrs</a:t>
            </a:r>
            <a:r>
              <a:rPr lang="es-MX" dirty="0">
                <a:solidFill>
                  <a:schemeClr val="bg1"/>
                </a:solidFill>
              </a:rPr>
              <a:t>                                            </a:t>
            </a:r>
          </a:p>
        </p:txBody>
      </p:sp>
      <p:sp>
        <p:nvSpPr>
          <p:cNvPr id="13" name="Text Box 4">
            <a:extLst>
              <a:ext uri="{FF2B5EF4-FFF2-40B4-BE49-F238E27FC236}">
                <a16:creationId xmlns:a16="http://schemas.microsoft.com/office/drawing/2014/main" id="{9338842A-D8AA-29E6-BA14-E07F39284297}"/>
              </a:ext>
            </a:extLst>
          </p:cNvPr>
          <p:cNvSpPr txBox="1">
            <a:spLocks noChangeArrowheads="1"/>
          </p:cNvSpPr>
          <p:nvPr/>
        </p:nvSpPr>
        <p:spPr bwMode="auto">
          <a:xfrm>
            <a:off x="1268923" y="3690651"/>
            <a:ext cx="2952328" cy="1477328"/>
          </a:xfrm>
          <a:prstGeom prst="rect">
            <a:avLst/>
          </a:prstGeom>
          <a:noFill/>
          <a:ln w="9525">
            <a:noFill/>
            <a:miter lim="800000"/>
            <a:headEnd/>
            <a:tailEnd/>
          </a:ln>
        </p:spPr>
        <p:txBody>
          <a:bodyPr wrap="square">
            <a:spAutoFit/>
          </a:bodyPr>
          <a:lstStyle/>
          <a:p>
            <a:pPr algn="l"/>
            <a:r>
              <a:rPr lang="es-MX" dirty="0" err="1">
                <a:solidFill>
                  <a:schemeClr val="bg1"/>
                </a:solidFill>
              </a:rPr>
              <a:t>max</a:t>
            </a:r>
            <a:r>
              <a:rPr lang="es-MX" dirty="0">
                <a:solidFill>
                  <a:schemeClr val="bg1"/>
                </a:solidFill>
              </a:rPr>
              <a:t>	Z = $40x</a:t>
            </a:r>
            <a:r>
              <a:rPr lang="es-MX" baseline="-25000" dirty="0">
                <a:solidFill>
                  <a:schemeClr val="bg1"/>
                </a:solidFill>
              </a:rPr>
              <a:t>1</a:t>
            </a:r>
            <a:r>
              <a:rPr lang="es-MX" dirty="0">
                <a:solidFill>
                  <a:schemeClr val="bg1"/>
                </a:solidFill>
              </a:rPr>
              <a:t> + $50x</a:t>
            </a:r>
            <a:r>
              <a:rPr lang="es-MX" baseline="-25000" dirty="0">
                <a:solidFill>
                  <a:schemeClr val="bg1"/>
                </a:solidFill>
              </a:rPr>
              <a:t>2</a:t>
            </a:r>
            <a:r>
              <a:rPr lang="es-MX" dirty="0">
                <a:solidFill>
                  <a:schemeClr val="bg1"/>
                </a:solidFill>
              </a:rPr>
              <a:t>                        sujeto a:	</a:t>
            </a:r>
          </a:p>
          <a:p>
            <a:pPr algn="l"/>
            <a:r>
              <a:rPr lang="es-MX" altLang="en-US" dirty="0">
                <a:solidFill>
                  <a:schemeClr val="bg1"/>
                </a:solidFill>
              </a:rPr>
              <a:t>	1x</a:t>
            </a:r>
            <a:r>
              <a:rPr lang="es-MX" altLang="en-US" baseline="-25000" dirty="0">
                <a:solidFill>
                  <a:schemeClr val="bg1"/>
                </a:solidFill>
              </a:rPr>
              <a:t>1</a:t>
            </a:r>
            <a:r>
              <a:rPr lang="es-MX" altLang="en-US" dirty="0">
                <a:solidFill>
                  <a:schemeClr val="bg1"/>
                </a:solidFill>
              </a:rPr>
              <a:t> + 2x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40 </a:t>
            </a:r>
          </a:p>
          <a:p>
            <a:pPr algn="l"/>
            <a:r>
              <a:rPr lang="es-MX" altLang="en-US" dirty="0">
                <a:solidFill>
                  <a:schemeClr val="bg1"/>
                </a:solidFill>
              </a:rPr>
              <a:t>	4x</a:t>
            </a:r>
            <a:r>
              <a:rPr lang="es-MX" altLang="en-US" baseline="-25000" dirty="0">
                <a:solidFill>
                  <a:schemeClr val="bg1"/>
                </a:solidFill>
              </a:rPr>
              <a:t>1</a:t>
            </a:r>
            <a:r>
              <a:rPr lang="es-MX" altLang="en-US" dirty="0">
                <a:solidFill>
                  <a:schemeClr val="bg1"/>
                </a:solidFill>
              </a:rPr>
              <a:t> + 3x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120</a:t>
            </a:r>
          </a:p>
          <a:p>
            <a:pPr algn="l"/>
            <a:r>
              <a:rPr lang="es-MX" altLang="en-US" dirty="0">
                <a:solidFill>
                  <a:schemeClr val="bg1"/>
                </a:solidFill>
              </a:rPr>
              <a:t>                          X</a:t>
            </a:r>
            <a:r>
              <a:rPr lang="es-MX" altLang="en-US" baseline="-25000" dirty="0">
                <a:solidFill>
                  <a:schemeClr val="bg1"/>
                </a:solidFill>
              </a:rPr>
              <a:t>1,</a:t>
            </a:r>
            <a:r>
              <a:rPr lang="es-MX" altLang="en-US" dirty="0">
                <a:solidFill>
                  <a:schemeClr val="bg1"/>
                </a:solidFill>
              </a:rPr>
              <a:t> x</a:t>
            </a:r>
            <a:r>
              <a:rPr lang="es-MX" altLang="en-US" baseline="-25000" dirty="0">
                <a:solidFill>
                  <a:schemeClr val="bg1"/>
                </a:solidFill>
              </a:rPr>
              <a:t>2 </a:t>
            </a:r>
            <a:r>
              <a:rPr lang="es-MX" altLang="en-US" dirty="0">
                <a:solidFill>
                  <a:schemeClr val="bg1"/>
                </a:solidFill>
              </a:rPr>
              <a:t>≥0</a:t>
            </a:r>
          </a:p>
        </p:txBody>
      </p:sp>
      <p:sp>
        <p:nvSpPr>
          <p:cNvPr id="14" name="Date Placeholder 13">
            <a:extLst>
              <a:ext uri="{FF2B5EF4-FFF2-40B4-BE49-F238E27FC236}">
                <a16:creationId xmlns:a16="http://schemas.microsoft.com/office/drawing/2014/main" id="{CFE49C0F-6EBB-5927-DC96-4C44D8CEF4A5}"/>
              </a:ext>
            </a:extLst>
          </p:cNvPr>
          <p:cNvSpPr>
            <a:spLocks noGrp="1"/>
          </p:cNvSpPr>
          <p:nvPr>
            <p:ph type="dt" sz="half" idx="10"/>
          </p:nvPr>
        </p:nvSpPr>
        <p:spPr/>
        <p:txBody>
          <a:bodyPr/>
          <a:lstStyle/>
          <a:p>
            <a:endParaRPr lang="es-MX"/>
          </a:p>
        </p:txBody>
      </p:sp>
      <p:sp>
        <p:nvSpPr>
          <p:cNvPr id="15" name="Footer Placeholder 14">
            <a:extLst>
              <a:ext uri="{FF2B5EF4-FFF2-40B4-BE49-F238E27FC236}">
                <a16:creationId xmlns:a16="http://schemas.microsoft.com/office/drawing/2014/main" id="{4734B046-FEB1-A870-6A1A-809DD94EB05F}"/>
              </a:ext>
            </a:extLst>
          </p:cNvPr>
          <p:cNvSpPr>
            <a:spLocks noGrp="1"/>
          </p:cNvSpPr>
          <p:nvPr>
            <p:ph type="ftr" sz="quarter" idx="11"/>
          </p:nvPr>
        </p:nvSpPr>
        <p:spPr/>
        <p:txBody>
          <a:bodyPr/>
          <a:lstStyle/>
          <a:p>
            <a:r>
              <a:rPr lang="es-MX"/>
              <a:t>OPTIMIZACIÓN DE OPERACIONES</a:t>
            </a:r>
          </a:p>
        </p:txBody>
      </p:sp>
      <p:sp>
        <p:nvSpPr>
          <p:cNvPr id="16" name="Slide Number Placeholder 15">
            <a:extLst>
              <a:ext uri="{FF2B5EF4-FFF2-40B4-BE49-F238E27FC236}">
                <a16:creationId xmlns:a16="http://schemas.microsoft.com/office/drawing/2014/main" id="{0E5F29D5-3047-7F9E-D249-537C6A682712}"/>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37</a:t>
            </a:fld>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noFill/>
        </p:spPr>
        <p:txBody>
          <a:bodyPr>
            <a:normAutofit fontScale="90000"/>
          </a:bodyPr>
          <a:lstStyle/>
          <a:p>
            <a:pPr eaLnBrk="1" hangingPunct="1"/>
            <a:r>
              <a:rPr lang="es-MX" sz="3000" dirty="0"/>
              <a:t>Coeficientes de LD de restricción y Precio Dual</a:t>
            </a:r>
          </a:p>
        </p:txBody>
      </p:sp>
      <p:sp>
        <p:nvSpPr>
          <p:cNvPr id="4" name="Text Placeholder 3">
            <a:extLst>
              <a:ext uri="{FF2B5EF4-FFF2-40B4-BE49-F238E27FC236}">
                <a16:creationId xmlns:a16="http://schemas.microsoft.com/office/drawing/2014/main" id="{4EBFE3A6-0159-67C7-C02E-B6A235BF22A7}"/>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382523EA-732F-BE28-B546-6F7C575B2CAE}"/>
              </a:ext>
            </a:extLst>
          </p:cNvPr>
          <p:cNvSpPr>
            <a:spLocks noGrp="1"/>
          </p:cNvSpPr>
          <p:nvPr>
            <p:ph type="body" idx="10"/>
          </p:nvPr>
        </p:nvSpPr>
        <p:spPr/>
        <p:txBody>
          <a:bodyPr/>
          <a:lstStyle/>
          <a:p>
            <a:endParaRPr lang="en-US"/>
          </a:p>
        </p:txBody>
      </p:sp>
      <p:sp>
        <p:nvSpPr>
          <p:cNvPr id="24578" name="Rectangle 8"/>
          <p:cNvSpPr>
            <a:spLocks noGrp="1" noChangeArrowheads="1"/>
          </p:cNvSpPr>
          <p:nvPr>
            <p:ph sz="half" idx="2"/>
          </p:nvPr>
        </p:nvSpPr>
        <p:spPr/>
        <p:txBody>
          <a:bodyPr>
            <a:normAutofit lnSpcReduction="10000"/>
          </a:bodyPr>
          <a:lstStyle/>
          <a:p>
            <a:r>
              <a:rPr lang="es-ES" sz="2000" dirty="0"/>
              <a:t>También podemos preguntar ¿cuál es el efecto en el valor de Z de agregar una unidad adicional de algún recurso?</a:t>
            </a:r>
          </a:p>
          <a:p>
            <a:r>
              <a:rPr lang="es-ES" sz="2000" dirty="0"/>
              <a:t>Por ejemplo, si agregamos 20 horas adicionales a la cantidad de mano de obra disponible.</a:t>
            </a:r>
          </a:p>
          <a:p>
            <a:endParaRPr lang="es-ES" sz="2000" dirty="0"/>
          </a:p>
          <a:p>
            <a:pPr>
              <a:buFont typeface="Wingdings" pitchFamily="2" charset="2"/>
              <a:buNone/>
            </a:pPr>
            <a:endParaRPr lang="es-MX" altLang="en-US" sz="2000" dirty="0"/>
          </a:p>
        </p:txBody>
      </p:sp>
      <p:pic>
        <p:nvPicPr>
          <p:cNvPr id="7" name="Picture 4" descr="03-06"/>
          <p:cNvPicPr>
            <a:picLocks noGrp="1" noChangeAspect="1" noChangeArrowheads="1"/>
          </p:cNvPicPr>
          <p:nvPr>
            <p:ph sz="half" idx="13"/>
          </p:nvPr>
        </p:nvPicPr>
        <p:blipFill>
          <a:blip r:embed="rId2" cstate="print"/>
          <a:stretch>
            <a:fillRect/>
          </a:stretch>
        </p:blipFill>
        <p:spPr bwMode="auto">
          <a:xfrm>
            <a:off x="6207278" y="2294422"/>
            <a:ext cx="4273153" cy="4210314"/>
          </a:xfrm>
          <a:prstGeom prst="rect">
            <a:avLst/>
          </a:prstGeom>
          <a:noFill/>
          <a:ln w="9525">
            <a:noFill/>
            <a:miter lim="800000"/>
            <a:headEnd/>
            <a:tailEnd/>
          </a:ln>
        </p:spPr>
      </p:pic>
      <p:sp>
        <p:nvSpPr>
          <p:cNvPr id="24580" name="TextBox 10"/>
          <p:cNvSpPr txBox="1">
            <a:spLocks noChangeArrowheads="1"/>
          </p:cNvSpPr>
          <p:nvPr/>
        </p:nvSpPr>
        <p:spPr bwMode="auto">
          <a:xfrm>
            <a:off x="5403850" y="6092825"/>
            <a:ext cx="4845050" cy="369332"/>
          </a:xfrm>
          <a:prstGeom prst="rect">
            <a:avLst/>
          </a:prstGeom>
          <a:noFill/>
          <a:ln w="9525">
            <a:noFill/>
            <a:miter lim="800000"/>
            <a:headEnd/>
            <a:tailEnd/>
          </a:ln>
        </p:spPr>
        <p:txBody>
          <a:bodyPr>
            <a:spAutoFit/>
          </a:bodyPr>
          <a:lstStyle/>
          <a:p>
            <a:r>
              <a:rPr lang="es-MX" dirty="0"/>
              <a:t>Incremento en la restricción de mano de obra</a:t>
            </a:r>
          </a:p>
        </p:txBody>
      </p:sp>
      <p:sp>
        <p:nvSpPr>
          <p:cNvPr id="8" name="TextBox 7"/>
          <p:cNvSpPr txBox="1"/>
          <p:nvPr/>
        </p:nvSpPr>
        <p:spPr>
          <a:xfrm>
            <a:off x="8493517" y="3384288"/>
            <a:ext cx="889987" cy="369332"/>
          </a:xfrm>
          <a:prstGeom prst="rect">
            <a:avLst/>
          </a:prstGeom>
          <a:solidFill>
            <a:schemeClr val="bg1"/>
          </a:solidFill>
        </p:spPr>
        <p:txBody>
          <a:bodyPr wrap="none" rtlCol="0">
            <a:spAutoFit/>
          </a:bodyPr>
          <a:lstStyle/>
          <a:p>
            <a:r>
              <a:rPr lang="es-MX" dirty="0">
                <a:latin typeface="Arial Unicode MS" pitchFamily="34" charset="-128"/>
                <a:ea typeface="Arial Unicode MS" pitchFamily="34" charset="-128"/>
                <a:cs typeface="Arial Unicode MS" pitchFamily="34" charset="-128"/>
              </a:rPr>
              <a:t>$1,680</a:t>
            </a:r>
          </a:p>
        </p:txBody>
      </p:sp>
      <p:graphicFrame>
        <p:nvGraphicFramePr>
          <p:cNvPr id="9" name="8 Tabla"/>
          <p:cNvGraphicFramePr>
            <a:graphicFrameLocks noGrp="1"/>
          </p:cNvGraphicFramePr>
          <p:nvPr/>
        </p:nvGraphicFramePr>
        <p:xfrm>
          <a:off x="1932934" y="4881268"/>
          <a:ext cx="3432810" cy="1833880"/>
        </p:xfrm>
        <a:graphic>
          <a:graphicData uri="http://schemas.openxmlformats.org/drawingml/2006/table">
            <a:tbl>
              <a:tblPr firstRow="1" bandRow="1">
                <a:tableStyleId>{5940675A-B579-460E-94D1-54222C63F5DA}</a:tableStyleId>
              </a:tblPr>
              <a:tblGrid>
                <a:gridCol w="26085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tblGrid>
              <a:tr h="214314">
                <a:tc>
                  <a:txBody>
                    <a:bodyPr/>
                    <a:lstStyle/>
                    <a:p>
                      <a:pPr algn="ctr"/>
                      <a:r>
                        <a:rPr lang="es-MX" dirty="0"/>
                        <a:t>Z</a:t>
                      </a:r>
                      <a:r>
                        <a:rPr lang="es-MX" baseline="-25000" dirty="0"/>
                        <a:t>B’</a:t>
                      </a:r>
                      <a:r>
                        <a:rPr lang="es-MX" dirty="0"/>
                        <a:t> – Z</a:t>
                      </a:r>
                      <a:r>
                        <a:rPr lang="es-MX" baseline="-25000" dirty="0"/>
                        <a:t>B</a:t>
                      </a:r>
                      <a:r>
                        <a:rPr lang="es-MX" dirty="0"/>
                        <a:t> </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s-MX"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4306">
                <a:tc>
                  <a:txBody>
                    <a:bodyPr/>
                    <a:lstStyle/>
                    <a:p>
                      <a:pPr algn="ctr"/>
                      <a:r>
                        <a:rPr lang="es-MX" dirty="0"/>
                        <a:t>(Cambio en</a:t>
                      </a:r>
                      <a:r>
                        <a:rPr lang="es-MX" baseline="0" dirty="0"/>
                        <a:t> capacidad)</a:t>
                      </a:r>
                      <a:endParaRPr lang="es-MX"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MX"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8746">
                <a:tc>
                  <a:txBody>
                    <a:bodyPr/>
                    <a:lstStyle/>
                    <a:p>
                      <a:pPr algn="ctr"/>
                      <a:endParaRPr lang="es-MX" sz="500" dirty="0"/>
                    </a:p>
                  </a:txBody>
                  <a:tcPr marL="108000" marR="108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s-MX"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ctr"/>
                      <a:r>
                        <a:rPr lang="es-MX" dirty="0"/>
                        <a:t>$1680 – 1360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s-MX" dirty="0"/>
                        <a:t>= $16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99426">
                <a:tc>
                  <a:txBody>
                    <a:bodyPr/>
                    <a:lstStyle/>
                    <a:p>
                      <a:pPr algn="ctr"/>
                      <a:r>
                        <a:rPr lang="es-MX" dirty="0"/>
                        <a:t>60 - 40</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vMerge="1">
                  <a:txBody>
                    <a:bodyPr/>
                    <a:lstStyle/>
                    <a:p>
                      <a:pPr algn="ctr"/>
                      <a:endParaRPr lang="es-MX"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6" name="Footer Placeholder 5">
            <a:extLst>
              <a:ext uri="{FF2B5EF4-FFF2-40B4-BE49-F238E27FC236}">
                <a16:creationId xmlns:a16="http://schemas.microsoft.com/office/drawing/2014/main" id="{56D9BD55-CB36-4822-6E9B-A9822B425E62}"/>
              </a:ext>
            </a:extLst>
          </p:cNvPr>
          <p:cNvSpPr>
            <a:spLocks noGrp="1"/>
          </p:cNvSpPr>
          <p:nvPr>
            <p:ph type="ftr" sz="quarter" idx="3"/>
          </p:nvPr>
        </p:nvSpPr>
        <p:spPr/>
        <p:txBody>
          <a:bodyPr/>
          <a:lstStyle/>
          <a:p>
            <a:r>
              <a:rPr lang="es-MX"/>
              <a:t>OPTIMIZACIÓN DE OPERACIONES</a:t>
            </a:r>
            <a:endParaRPr lang="es-MX" dirty="0"/>
          </a:p>
        </p:txBody>
      </p:sp>
      <p:sp>
        <p:nvSpPr>
          <p:cNvPr id="10" name="Slide Number Placeholder 9">
            <a:extLst>
              <a:ext uri="{FF2B5EF4-FFF2-40B4-BE49-F238E27FC236}">
                <a16:creationId xmlns:a16="http://schemas.microsoft.com/office/drawing/2014/main" id="{A6EC7AF7-DFCD-0A1C-1C75-1535256975DF}"/>
              </a:ext>
            </a:extLst>
          </p:cNvPr>
          <p:cNvSpPr>
            <a:spLocks noGrp="1"/>
          </p:cNvSpPr>
          <p:nvPr>
            <p:ph type="sldNum" sz="quarter" idx="4"/>
          </p:nvPr>
        </p:nvSpPr>
        <p:spPr/>
        <p:txBody>
          <a:bodyPr/>
          <a:lstStyle/>
          <a:p>
            <a:pPr rtl="0"/>
            <a:fld id="{294A09A9-5501-47C1-A89A-A340965A2BE2}" type="slidenum">
              <a:rPr lang="es-MX" noProof="0" smtClean="0"/>
              <a:pPr rtl="0"/>
              <a:t>38</a:t>
            </a:fld>
            <a:endParaRPr lang="es-MX" noProof="0">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000" dirty="0"/>
              <a:t>Coeficientes de LD de restricción y Precio Dual</a:t>
            </a:r>
          </a:p>
        </p:txBody>
      </p:sp>
      <p:sp>
        <p:nvSpPr>
          <p:cNvPr id="4099" name="Rectangle 8"/>
          <p:cNvSpPr>
            <a:spLocks noGrp="1" noChangeArrowheads="1"/>
          </p:cNvSpPr>
          <p:nvPr>
            <p:ph idx="1"/>
          </p:nvPr>
        </p:nvSpPr>
        <p:spPr/>
        <p:txBody>
          <a:bodyPr>
            <a:normAutofit/>
          </a:bodyPr>
          <a:lstStyle/>
          <a:p>
            <a:pPr>
              <a:spcBef>
                <a:spcPct val="35000"/>
              </a:spcBef>
            </a:pPr>
            <a:r>
              <a:rPr lang="es-MX" sz="2400" dirty="0"/>
              <a:t>Este cálculo nos da una relación directa entre las entradas del modelo (recursos) y su resultado (ganancia total).</a:t>
            </a:r>
          </a:p>
          <a:p>
            <a:pPr>
              <a:spcBef>
                <a:spcPct val="35000"/>
              </a:spcBef>
            </a:pPr>
            <a:r>
              <a:rPr lang="es-MX" altLang="en-US" sz="2400" dirty="0"/>
              <a:t>Nos dice que por cada incremento en la cantidad de horas disponibles las ganancias se incrementarán en $16.</a:t>
            </a:r>
          </a:p>
          <a:p>
            <a:pPr>
              <a:spcBef>
                <a:spcPct val="35000"/>
              </a:spcBef>
            </a:pPr>
            <a:r>
              <a:rPr lang="es-MX" altLang="en-US" sz="2400" dirty="0"/>
              <a:t>Esto se conoce como el </a:t>
            </a:r>
            <a:r>
              <a:rPr lang="es-MX" altLang="en-US" sz="2400" b="1" dirty="0">
                <a:effectLst>
                  <a:outerShdw blurRad="38100" dist="38100" dir="2700000" algn="tl">
                    <a:srgbClr val="000000">
                      <a:alpha val="43137"/>
                    </a:srgbClr>
                  </a:outerShdw>
                </a:effectLst>
              </a:rPr>
              <a:t>Precio Dual </a:t>
            </a:r>
            <a:r>
              <a:rPr lang="es-MX" altLang="en-US" sz="2400" dirty="0"/>
              <a:t>o </a:t>
            </a:r>
            <a:r>
              <a:rPr lang="es-MX" altLang="en-US" sz="2400" b="1" dirty="0">
                <a:effectLst>
                  <a:outerShdw blurRad="38100" dist="38100" dir="2700000" algn="tl">
                    <a:srgbClr val="000000">
                      <a:alpha val="43137"/>
                    </a:srgbClr>
                  </a:outerShdw>
                </a:effectLst>
              </a:rPr>
              <a:t>Precio Sombra</a:t>
            </a:r>
            <a:r>
              <a:rPr lang="es-MX" altLang="en-US" sz="2400" dirty="0"/>
              <a:t>.</a:t>
            </a:r>
            <a:endParaRPr lang="es-MX" altLang="en-US" sz="2400" dirty="0">
              <a:effectLst>
                <a:outerShdw blurRad="38100" dist="38100" dir="2700000" algn="tl">
                  <a:srgbClr val="000000">
                    <a:alpha val="43137"/>
                  </a:srgbClr>
                </a:outerShdw>
              </a:effectLst>
            </a:endParaRPr>
          </a:p>
          <a:p>
            <a:pPr>
              <a:spcBef>
                <a:spcPct val="35000"/>
              </a:spcBef>
            </a:pPr>
            <a:r>
              <a:rPr lang="es-MX" altLang="en-US" sz="2400" dirty="0"/>
              <a:t>Es el valor marginal de un recurso, la contribución a la función objetivo por cada unidad de recurso adicional.</a:t>
            </a:r>
            <a:endParaRPr lang="es-MX" sz="2400" dirty="0"/>
          </a:p>
        </p:txBody>
      </p:sp>
      <p:sp>
        <p:nvSpPr>
          <p:cNvPr id="5" name="Date Placeholder 4">
            <a:extLst>
              <a:ext uri="{FF2B5EF4-FFF2-40B4-BE49-F238E27FC236}">
                <a16:creationId xmlns:a16="http://schemas.microsoft.com/office/drawing/2014/main" id="{F8DDF95F-4C51-AE08-9EF9-3D50A84750D9}"/>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7EAE2902-72A1-EB9A-7578-27F268995E66}"/>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ED17E6CF-1BF2-C86F-6822-EEB4F83D6284}"/>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39</a:t>
            </a:fld>
            <a:endParaRPr lang="es-MX"/>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000" dirty="0"/>
              <a:t>Coeficientes de LD de restricción y Precio Dual</a:t>
            </a:r>
          </a:p>
        </p:txBody>
      </p:sp>
      <p:sp>
        <p:nvSpPr>
          <p:cNvPr id="4099" name="Rectangle 8"/>
          <p:cNvSpPr>
            <a:spLocks noGrp="1" noChangeArrowheads="1"/>
          </p:cNvSpPr>
          <p:nvPr>
            <p:ph idx="1"/>
          </p:nvPr>
        </p:nvSpPr>
        <p:spPr>
          <a:xfrm>
            <a:off x="1852246" y="1690688"/>
            <a:ext cx="8944708" cy="4487374"/>
          </a:xfrm>
        </p:spPr>
        <p:txBody>
          <a:bodyPr>
            <a:normAutofit fontScale="92500" lnSpcReduction="20000"/>
          </a:bodyPr>
          <a:lstStyle/>
          <a:p>
            <a:pPr>
              <a:spcBef>
                <a:spcPct val="35000"/>
              </a:spcBef>
            </a:pPr>
            <a:r>
              <a:rPr lang="es-MX" sz="2400" dirty="0"/>
              <a:t>Con este dato a la mano es fácil saber que si agregamos una hora adicional de mano de obra </a:t>
            </a:r>
            <a:br>
              <a:rPr lang="es-MX" sz="2400" dirty="0"/>
            </a:br>
            <a:r>
              <a:rPr lang="es-MX" sz="2400" dirty="0"/>
              <a:t>Z será igual a $1,376…</a:t>
            </a:r>
          </a:p>
          <a:p>
            <a:pPr>
              <a:spcBef>
                <a:spcPct val="35000"/>
              </a:spcBef>
            </a:pPr>
            <a:endParaRPr lang="es-MX" sz="2400" dirty="0"/>
          </a:p>
          <a:p>
            <a:pPr>
              <a:spcBef>
                <a:spcPct val="35000"/>
              </a:spcBef>
            </a:pPr>
            <a:endParaRPr lang="es-MX" sz="2400" dirty="0"/>
          </a:p>
          <a:p>
            <a:pPr>
              <a:spcBef>
                <a:spcPct val="35000"/>
              </a:spcBef>
            </a:pPr>
            <a:endParaRPr lang="es-MX" sz="2400" dirty="0"/>
          </a:p>
          <a:p>
            <a:pPr>
              <a:spcBef>
                <a:spcPct val="35000"/>
              </a:spcBef>
            </a:pPr>
            <a:endParaRPr lang="es-MX" sz="2400" dirty="0"/>
          </a:p>
          <a:p>
            <a:pPr>
              <a:spcBef>
                <a:spcPct val="35000"/>
              </a:spcBef>
            </a:pPr>
            <a:endParaRPr lang="es-MX" sz="2400" dirty="0"/>
          </a:p>
          <a:p>
            <a:pPr>
              <a:spcBef>
                <a:spcPct val="35000"/>
              </a:spcBef>
            </a:pPr>
            <a:endParaRPr lang="es-MX" sz="2400" dirty="0"/>
          </a:p>
          <a:p>
            <a:pPr>
              <a:spcBef>
                <a:spcPct val="35000"/>
              </a:spcBef>
            </a:pPr>
            <a:endParaRPr lang="es-MX" sz="2400" dirty="0"/>
          </a:p>
          <a:p>
            <a:pPr>
              <a:spcBef>
                <a:spcPct val="35000"/>
              </a:spcBef>
            </a:pPr>
            <a:r>
              <a:rPr lang="es-MX" sz="2400" dirty="0"/>
              <a:t>… sin necesidad de resolver el problema nuevamente.</a:t>
            </a:r>
          </a:p>
          <a:p>
            <a:pPr>
              <a:spcBef>
                <a:spcPct val="35000"/>
              </a:spcBef>
            </a:pPr>
            <a:r>
              <a:rPr lang="es-MX" sz="2400" dirty="0"/>
              <a:t>Esto es útil cuando el programa lineal tiene miles de restricciones y variables, y correr la solución otra vez es costoso y consume demasiado tiempo.</a:t>
            </a:r>
          </a:p>
        </p:txBody>
      </p:sp>
      <p:graphicFrame>
        <p:nvGraphicFramePr>
          <p:cNvPr id="5" name="Table 4"/>
          <p:cNvGraphicFramePr>
            <a:graphicFrameLocks noGrp="1"/>
          </p:cNvGraphicFramePr>
          <p:nvPr>
            <p:extLst>
              <p:ext uri="{D42A27DB-BD31-4B8C-83A1-F6EECF244321}">
                <p14:modId xmlns:p14="http://schemas.microsoft.com/office/powerpoint/2010/main" val="2930445015"/>
              </p:ext>
            </p:extLst>
          </p:nvPr>
        </p:nvGraphicFramePr>
        <p:xfrm>
          <a:off x="2847664" y="2780928"/>
          <a:ext cx="2888297" cy="2016224"/>
        </p:xfrm>
        <a:graphic>
          <a:graphicData uri="http://schemas.openxmlformats.org/drawingml/2006/table">
            <a:tbl>
              <a:tblPr firstRow="1" bandRow="1">
                <a:tableStyleId>{2D5ABB26-0587-4C30-8999-92F81FD0307C}</a:tableStyleId>
              </a:tblPr>
              <a:tblGrid>
                <a:gridCol w="2260917">
                  <a:extLst>
                    <a:ext uri="{9D8B030D-6E8A-4147-A177-3AD203B41FA5}">
                      <a16:colId xmlns:a16="http://schemas.microsoft.com/office/drawing/2014/main" val="20000"/>
                    </a:ext>
                  </a:extLst>
                </a:gridCol>
                <a:gridCol w="627380">
                  <a:extLst>
                    <a:ext uri="{9D8B030D-6E8A-4147-A177-3AD203B41FA5}">
                      <a16:colId xmlns:a16="http://schemas.microsoft.com/office/drawing/2014/main" val="20001"/>
                    </a:ext>
                  </a:extLst>
                </a:gridCol>
              </a:tblGrid>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altLang="en-US" sz="1800" b="1" dirty="0">
                          <a:solidFill>
                            <a:schemeClr val="bg1"/>
                          </a:solidFill>
                        </a:rPr>
                        <a:t>Max Z = $ 40x</a:t>
                      </a:r>
                      <a:r>
                        <a:rPr lang="es-MX" altLang="en-US" sz="1800" b="1" baseline="-25000" dirty="0">
                          <a:solidFill>
                            <a:schemeClr val="bg1"/>
                          </a:solidFill>
                        </a:rPr>
                        <a:t>1</a:t>
                      </a:r>
                      <a:r>
                        <a:rPr lang="es-MX" altLang="en-US" sz="1800" b="1" dirty="0">
                          <a:solidFill>
                            <a:schemeClr val="bg1"/>
                          </a:solidFill>
                        </a:rPr>
                        <a:t> + $ 50x</a:t>
                      </a:r>
                      <a:r>
                        <a:rPr lang="es-MX" altLang="en-US" sz="1800" b="1" baseline="-25000" dirty="0">
                          <a:solidFill>
                            <a:schemeClr val="bg1"/>
                          </a:solidFill>
                        </a:rPr>
                        <a:t>2</a:t>
                      </a:r>
                      <a:endParaRPr lang="es-MX" altLang="en-US" sz="1800" b="1" dirty="0">
                        <a:solidFill>
                          <a:schemeClr val="bg1"/>
                        </a:solidFill>
                      </a:endParaRP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r"/>
                      <a:r>
                        <a:rPr lang="es-MX" altLang="en-US" sz="1800" b="1" dirty="0">
                          <a:solidFill>
                            <a:schemeClr val="bg1"/>
                          </a:solidFill>
                        </a:rPr>
                        <a:t>s. a.       1x</a:t>
                      </a:r>
                      <a:r>
                        <a:rPr lang="es-MX" altLang="en-US" sz="1800" b="1" baseline="-25000" dirty="0">
                          <a:solidFill>
                            <a:schemeClr val="bg1"/>
                          </a:solidFill>
                        </a:rPr>
                        <a:t>1</a:t>
                      </a:r>
                      <a:r>
                        <a:rPr lang="es-MX" altLang="en-US" sz="1800" b="1" dirty="0">
                          <a:solidFill>
                            <a:schemeClr val="bg1"/>
                          </a:solidFill>
                        </a:rPr>
                        <a:t> + 2x</a:t>
                      </a:r>
                      <a:r>
                        <a:rPr lang="es-MX" altLang="en-US" sz="1800" b="1" baseline="-25000" dirty="0">
                          <a:solidFill>
                            <a:schemeClr val="bg1"/>
                          </a:solidFill>
                        </a:rPr>
                        <a:t>2</a:t>
                      </a:r>
                      <a:r>
                        <a:rPr lang="es-MX" altLang="en-US" sz="1800" b="1" dirty="0">
                          <a:solidFill>
                            <a:schemeClr val="bg1"/>
                          </a:solidFill>
                          <a:sym typeface="Symbol" pitchFamily="18" charset="2"/>
                        </a:rPr>
                        <a:t>≤</a:t>
                      </a:r>
                      <a:r>
                        <a:rPr lang="es-MX" altLang="en-US" sz="1800" b="1" dirty="0">
                          <a:solidFill>
                            <a:schemeClr val="bg1"/>
                          </a:solidFill>
                        </a:rPr>
                        <a:t> </a:t>
                      </a:r>
                      <a:endParaRPr lang="es-MX" b="1" dirty="0">
                        <a:solidFill>
                          <a:schemeClr val="bg1"/>
                        </a:solidFill>
                      </a:endParaRPr>
                    </a:p>
                  </a:txBody>
                  <a:tcPr/>
                </a:tc>
                <a:tc>
                  <a:txBody>
                    <a:bodyPr/>
                    <a:lstStyle/>
                    <a:p>
                      <a:r>
                        <a:rPr lang="es-MX" b="1" dirty="0">
                          <a:solidFill>
                            <a:schemeClr val="bg1"/>
                          </a:solidFill>
                        </a:rPr>
                        <a:t>40</a:t>
                      </a:r>
                    </a:p>
                  </a:txBody>
                  <a:tcPr/>
                </a:tc>
                <a:extLst>
                  <a:ext uri="{0D108BD9-81ED-4DB2-BD59-A6C34878D82A}">
                    <a16:rowId xmlns:a16="http://schemas.microsoft.com/office/drawing/2014/main" val="10001"/>
                  </a:ext>
                </a:extLst>
              </a:tr>
              <a:tr h="370840">
                <a:tc>
                  <a:txBody>
                    <a:bodyPr/>
                    <a:lstStyle/>
                    <a:p>
                      <a:pPr algn="r"/>
                      <a:r>
                        <a:rPr lang="es-MX" altLang="en-US" sz="1800" b="1" dirty="0">
                          <a:solidFill>
                            <a:schemeClr val="bg1"/>
                          </a:solidFill>
                        </a:rPr>
                        <a:t>4x</a:t>
                      </a:r>
                      <a:r>
                        <a:rPr lang="es-MX" altLang="en-US" sz="1800" b="1" baseline="-25000" dirty="0">
                          <a:solidFill>
                            <a:schemeClr val="bg1"/>
                          </a:solidFill>
                        </a:rPr>
                        <a:t>1</a:t>
                      </a:r>
                      <a:r>
                        <a:rPr lang="es-MX" altLang="en-US" sz="1800" b="1" dirty="0">
                          <a:solidFill>
                            <a:schemeClr val="bg1"/>
                          </a:solidFill>
                        </a:rPr>
                        <a:t> + 3x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120</a:t>
                      </a:r>
                    </a:p>
                  </a:txBody>
                  <a:tcPr/>
                </a:tc>
                <a:extLst>
                  <a:ext uri="{0D108BD9-81ED-4DB2-BD59-A6C34878D82A}">
                    <a16:rowId xmlns:a16="http://schemas.microsoft.com/office/drawing/2014/main" val="10002"/>
                  </a:ext>
                </a:extLst>
              </a:tr>
              <a:tr h="370840">
                <a:tc>
                  <a:txBody>
                    <a:bodyPr/>
                    <a:lstStyle/>
                    <a:p>
                      <a:pPr algn="r"/>
                      <a:r>
                        <a:rPr lang="es-MX" altLang="en-US" sz="1800" b="1" dirty="0">
                          <a:solidFill>
                            <a:schemeClr val="bg1"/>
                          </a:solidFill>
                        </a:rPr>
                        <a:t> x</a:t>
                      </a:r>
                      <a:r>
                        <a:rPr lang="es-MX" altLang="en-US" sz="1800" b="1" baseline="-25000" dirty="0">
                          <a:solidFill>
                            <a:schemeClr val="bg1"/>
                          </a:solidFill>
                        </a:rPr>
                        <a:t>1</a:t>
                      </a:r>
                      <a:r>
                        <a:rPr lang="es-MX" altLang="en-US" sz="1800" b="1" dirty="0">
                          <a:solidFill>
                            <a:schemeClr val="bg1"/>
                          </a:solidFill>
                        </a:rPr>
                        <a:t>, 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0</a:t>
                      </a:r>
                    </a:p>
                  </a:txBody>
                  <a:tcPr/>
                </a:tc>
                <a:extLst>
                  <a:ext uri="{0D108BD9-81ED-4DB2-BD59-A6C34878D82A}">
                    <a16:rowId xmlns:a16="http://schemas.microsoft.com/office/drawing/2014/main" val="10003"/>
                  </a:ext>
                </a:extLst>
              </a:tr>
              <a:tr h="532864">
                <a:tc gridSpan="2">
                  <a:txBody>
                    <a:bodyPr/>
                    <a:lstStyle/>
                    <a:p>
                      <a:pPr algn="ctr"/>
                      <a:r>
                        <a:rPr lang="es-MX" altLang="en-US" sz="1800" b="1" dirty="0">
                          <a:solidFill>
                            <a:schemeClr val="bg1"/>
                          </a:solidFill>
                        </a:rPr>
                        <a:t>X</a:t>
                      </a:r>
                      <a:r>
                        <a:rPr lang="es-MX" altLang="en-US" sz="1800" b="1" baseline="-25000" dirty="0">
                          <a:solidFill>
                            <a:schemeClr val="bg1"/>
                          </a:solidFill>
                        </a:rPr>
                        <a:t>1</a:t>
                      </a:r>
                      <a:r>
                        <a:rPr lang="es-MX" altLang="en-US" sz="1800" b="1" dirty="0">
                          <a:solidFill>
                            <a:schemeClr val="bg1"/>
                          </a:solidFill>
                        </a:rPr>
                        <a:t>=24, x</a:t>
                      </a:r>
                      <a:r>
                        <a:rPr lang="es-MX" altLang="en-US" sz="1800" b="1" baseline="-25000" dirty="0">
                          <a:solidFill>
                            <a:schemeClr val="bg1"/>
                          </a:solidFill>
                        </a:rPr>
                        <a:t>2</a:t>
                      </a:r>
                      <a:r>
                        <a:rPr lang="es-MX" altLang="en-US" sz="1800" b="1" dirty="0">
                          <a:solidFill>
                            <a:schemeClr val="bg1"/>
                          </a:solidFill>
                          <a:sym typeface="Symbol" pitchFamily="18" charset="2"/>
                        </a:rPr>
                        <a:t>=8, Z=$1,360</a:t>
                      </a:r>
                      <a:endParaRPr lang="es-MX" b="1" dirty="0">
                        <a:solidFill>
                          <a:schemeClr val="bg1"/>
                        </a:solidFill>
                      </a:endParaRPr>
                    </a:p>
                  </a:txBody>
                  <a:tcPr anchor="b"/>
                </a:tc>
                <a:tc hMerge="1">
                  <a:txBody>
                    <a:bodyPr/>
                    <a:lstStyle/>
                    <a:p>
                      <a:endParaRPr lang="es-MX" dirty="0"/>
                    </a:p>
                  </a:txBody>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76591292"/>
              </p:ext>
            </p:extLst>
          </p:nvPr>
        </p:nvGraphicFramePr>
        <p:xfrm>
          <a:off x="6448064" y="2780928"/>
          <a:ext cx="2888297" cy="2016224"/>
        </p:xfrm>
        <a:graphic>
          <a:graphicData uri="http://schemas.openxmlformats.org/drawingml/2006/table">
            <a:tbl>
              <a:tblPr firstRow="1" bandRow="1">
                <a:tableStyleId>{2D5ABB26-0587-4C30-8999-92F81FD0307C}</a:tableStyleId>
              </a:tblPr>
              <a:tblGrid>
                <a:gridCol w="2260917">
                  <a:extLst>
                    <a:ext uri="{9D8B030D-6E8A-4147-A177-3AD203B41FA5}">
                      <a16:colId xmlns:a16="http://schemas.microsoft.com/office/drawing/2014/main" val="20000"/>
                    </a:ext>
                  </a:extLst>
                </a:gridCol>
                <a:gridCol w="627380">
                  <a:extLst>
                    <a:ext uri="{9D8B030D-6E8A-4147-A177-3AD203B41FA5}">
                      <a16:colId xmlns:a16="http://schemas.microsoft.com/office/drawing/2014/main" val="20001"/>
                    </a:ext>
                  </a:extLst>
                </a:gridCol>
              </a:tblGrid>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altLang="en-US" sz="1800" b="1" dirty="0">
                          <a:solidFill>
                            <a:schemeClr val="bg1"/>
                          </a:solidFill>
                        </a:rPr>
                        <a:t>Max Z = $ 40x</a:t>
                      </a:r>
                      <a:r>
                        <a:rPr lang="es-MX" altLang="en-US" sz="1800" b="1" baseline="-25000" dirty="0">
                          <a:solidFill>
                            <a:schemeClr val="bg1"/>
                          </a:solidFill>
                        </a:rPr>
                        <a:t>1</a:t>
                      </a:r>
                      <a:r>
                        <a:rPr lang="es-MX" altLang="en-US" sz="1800" b="1" dirty="0">
                          <a:solidFill>
                            <a:schemeClr val="bg1"/>
                          </a:solidFill>
                        </a:rPr>
                        <a:t> + $ 50x</a:t>
                      </a:r>
                      <a:r>
                        <a:rPr lang="es-MX" altLang="en-US" sz="1800" b="1" baseline="-25000" dirty="0">
                          <a:solidFill>
                            <a:schemeClr val="bg1"/>
                          </a:solidFill>
                        </a:rPr>
                        <a:t>2</a:t>
                      </a:r>
                      <a:endParaRPr lang="es-MX" altLang="en-US" sz="1800" b="1" dirty="0">
                        <a:solidFill>
                          <a:schemeClr val="bg1"/>
                        </a:solidFill>
                      </a:endParaRP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r"/>
                      <a:r>
                        <a:rPr lang="es-MX" altLang="en-US" sz="1800" b="1" dirty="0">
                          <a:solidFill>
                            <a:schemeClr val="bg1"/>
                          </a:solidFill>
                        </a:rPr>
                        <a:t>s. a.       1x</a:t>
                      </a:r>
                      <a:r>
                        <a:rPr lang="es-MX" altLang="en-US" sz="1800" b="1" baseline="-25000" dirty="0">
                          <a:solidFill>
                            <a:schemeClr val="bg1"/>
                          </a:solidFill>
                        </a:rPr>
                        <a:t>1</a:t>
                      </a:r>
                      <a:r>
                        <a:rPr lang="es-MX" altLang="en-US" sz="1800" b="1" dirty="0">
                          <a:solidFill>
                            <a:schemeClr val="bg1"/>
                          </a:solidFill>
                        </a:rPr>
                        <a:t> + 2x</a:t>
                      </a:r>
                      <a:r>
                        <a:rPr lang="es-MX" altLang="en-US" sz="1800" b="1" baseline="-25000" dirty="0">
                          <a:solidFill>
                            <a:schemeClr val="bg1"/>
                          </a:solidFill>
                        </a:rPr>
                        <a:t>2</a:t>
                      </a:r>
                      <a:r>
                        <a:rPr lang="es-MX" altLang="en-US" sz="1800" b="1" dirty="0">
                          <a:solidFill>
                            <a:schemeClr val="bg1"/>
                          </a:solidFill>
                          <a:sym typeface="Symbol" pitchFamily="18" charset="2"/>
                        </a:rPr>
                        <a:t>≤</a:t>
                      </a:r>
                      <a:r>
                        <a:rPr lang="es-MX" altLang="en-US" sz="1800" b="1" dirty="0">
                          <a:solidFill>
                            <a:schemeClr val="bg1"/>
                          </a:solidFill>
                        </a:rPr>
                        <a:t> </a:t>
                      </a:r>
                      <a:endParaRPr lang="es-MX" b="1" dirty="0">
                        <a:solidFill>
                          <a:schemeClr val="bg1"/>
                        </a:solidFill>
                      </a:endParaRPr>
                    </a:p>
                  </a:txBody>
                  <a:tcPr/>
                </a:tc>
                <a:tc>
                  <a:txBody>
                    <a:bodyPr/>
                    <a:lstStyle/>
                    <a:p>
                      <a:r>
                        <a:rPr lang="es-MX" b="1" dirty="0">
                          <a:solidFill>
                            <a:schemeClr val="bg1"/>
                          </a:solidFill>
                        </a:rPr>
                        <a:t>41</a:t>
                      </a:r>
                    </a:p>
                  </a:txBody>
                  <a:tcPr/>
                </a:tc>
                <a:extLst>
                  <a:ext uri="{0D108BD9-81ED-4DB2-BD59-A6C34878D82A}">
                    <a16:rowId xmlns:a16="http://schemas.microsoft.com/office/drawing/2014/main" val="10001"/>
                  </a:ext>
                </a:extLst>
              </a:tr>
              <a:tr h="370840">
                <a:tc>
                  <a:txBody>
                    <a:bodyPr/>
                    <a:lstStyle/>
                    <a:p>
                      <a:pPr algn="r"/>
                      <a:r>
                        <a:rPr lang="es-MX" altLang="en-US" sz="1800" b="1" dirty="0">
                          <a:solidFill>
                            <a:schemeClr val="bg1"/>
                          </a:solidFill>
                        </a:rPr>
                        <a:t>4x</a:t>
                      </a:r>
                      <a:r>
                        <a:rPr lang="es-MX" altLang="en-US" sz="1800" b="1" baseline="-25000" dirty="0">
                          <a:solidFill>
                            <a:schemeClr val="bg1"/>
                          </a:solidFill>
                        </a:rPr>
                        <a:t>1</a:t>
                      </a:r>
                      <a:r>
                        <a:rPr lang="es-MX" altLang="en-US" sz="1800" b="1" dirty="0">
                          <a:solidFill>
                            <a:schemeClr val="bg1"/>
                          </a:solidFill>
                        </a:rPr>
                        <a:t> + 3x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120</a:t>
                      </a:r>
                    </a:p>
                  </a:txBody>
                  <a:tcPr/>
                </a:tc>
                <a:extLst>
                  <a:ext uri="{0D108BD9-81ED-4DB2-BD59-A6C34878D82A}">
                    <a16:rowId xmlns:a16="http://schemas.microsoft.com/office/drawing/2014/main" val="10002"/>
                  </a:ext>
                </a:extLst>
              </a:tr>
              <a:tr h="370840">
                <a:tc>
                  <a:txBody>
                    <a:bodyPr/>
                    <a:lstStyle/>
                    <a:p>
                      <a:pPr algn="r"/>
                      <a:r>
                        <a:rPr lang="es-MX" altLang="en-US" sz="1800" b="1" dirty="0">
                          <a:solidFill>
                            <a:schemeClr val="bg1"/>
                          </a:solidFill>
                        </a:rPr>
                        <a:t> x</a:t>
                      </a:r>
                      <a:r>
                        <a:rPr lang="es-MX" altLang="en-US" sz="1800" b="1" baseline="-25000" dirty="0">
                          <a:solidFill>
                            <a:schemeClr val="bg1"/>
                          </a:solidFill>
                        </a:rPr>
                        <a:t>1</a:t>
                      </a:r>
                      <a:r>
                        <a:rPr lang="es-MX" altLang="en-US" sz="1800" b="1" dirty="0">
                          <a:solidFill>
                            <a:schemeClr val="bg1"/>
                          </a:solidFill>
                        </a:rPr>
                        <a:t>, 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0</a:t>
                      </a:r>
                    </a:p>
                  </a:txBody>
                  <a:tcPr/>
                </a:tc>
                <a:extLst>
                  <a:ext uri="{0D108BD9-81ED-4DB2-BD59-A6C34878D82A}">
                    <a16:rowId xmlns:a16="http://schemas.microsoft.com/office/drawing/2014/main" val="10003"/>
                  </a:ext>
                </a:extLst>
              </a:tr>
              <a:tr h="532864">
                <a:tc gridSpan="2">
                  <a:txBody>
                    <a:bodyPr/>
                    <a:lstStyle/>
                    <a:p>
                      <a:pPr algn="ctr"/>
                      <a:r>
                        <a:rPr lang="es-MX" altLang="en-US" sz="1800" b="1" dirty="0">
                          <a:solidFill>
                            <a:schemeClr val="bg1"/>
                          </a:solidFill>
                        </a:rPr>
                        <a:t>X</a:t>
                      </a:r>
                      <a:r>
                        <a:rPr lang="es-MX" altLang="en-US" sz="1800" b="1" baseline="-25000" dirty="0">
                          <a:solidFill>
                            <a:schemeClr val="bg1"/>
                          </a:solidFill>
                        </a:rPr>
                        <a:t>1</a:t>
                      </a:r>
                      <a:r>
                        <a:rPr lang="es-MX" altLang="en-US" sz="1800" b="1" dirty="0">
                          <a:solidFill>
                            <a:schemeClr val="bg1"/>
                          </a:solidFill>
                        </a:rPr>
                        <a:t>=23.4, x</a:t>
                      </a:r>
                      <a:r>
                        <a:rPr lang="es-MX" altLang="en-US" sz="1800" b="1" baseline="-25000" dirty="0">
                          <a:solidFill>
                            <a:schemeClr val="bg1"/>
                          </a:solidFill>
                        </a:rPr>
                        <a:t>2</a:t>
                      </a:r>
                      <a:r>
                        <a:rPr lang="es-MX" altLang="en-US" sz="1800" b="1" dirty="0">
                          <a:solidFill>
                            <a:schemeClr val="bg1"/>
                          </a:solidFill>
                          <a:sym typeface="Symbol" pitchFamily="18" charset="2"/>
                        </a:rPr>
                        <a:t>=8.8, Z=$1,376</a:t>
                      </a:r>
                      <a:endParaRPr lang="es-MX" b="1" dirty="0">
                        <a:solidFill>
                          <a:schemeClr val="bg1"/>
                        </a:solidFill>
                      </a:endParaRPr>
                    </a:p>
                  </a:txBody>
                  <a:tcPr anchor="b"/>
                </a:tc>
                <a:tc hMerge="1">
                  <a:txBody>
                    <a:bodyPr/>
                    <a:lstStyle/>
                    <a:p>
                      <a:endParaRPr lang="es-MX" dirty="0"/>
                    </a:p>
                  </a:txBody>
                  <a:tcPr/>
                </a:tc>
                <a:extLst>
                  <a:ext uri="{0D108BD9-81ED-4DB2-BD59-A6C34878D82A}">
                    <a16:rowId xmlns:a16="http://schemas.microsoft.com/office/drawing/2014/main" val="10004"/>
                  </a:ext>
                </a:extLst>
              </a:tr>
            </a:tbl>
          </a:graphicData>
        </a:graphic>
      </p:graphicFrame>
      <p:sp>
        <p:nvSpPr>
          <p:cNvPr id="7" name="Date Placeholder 6">
            <a:extLst>
              <a:ext uri="{FF2B5EF4-FFF2-40B4-BE49-F238E27FC236}">
                <a16:creationId xmlns:a16="http://schemas.microsoft.com/office/drawing/2014/main" id="{CB63BD93-027B-BC03-37A1-F44133EE0ADD}"/>
              </a:ext>
            </a:extLst>
          </p:cNvPr>
          <p:cNvSpPr>
            <a:spLocks noGrp="1"/>
          </p:cNvSpPr>
          <p:nvPr>
            <p:ph type="dt" sz="half" idx="10"/>
          </p:nvPr>
        </p:nvSpPr>
        <p:spPr/>
        <p:txBody>
          <a:bodyPr/>
          <a:lstStyle/>
          <a:p>
            <a:endParaRPr lang="es-MX"/>
          </a:p>
        </p:txBody>
      </p:sp>
      <p:sp>
        <p:nvSpPr>
          <p:cNvPr id="8" name="Footer Placeholder 7">
            <a:extLst>
              <a:ext uri="{FF2B5EF4-FFF2-40B4-BE49-F238E27FC236}">
                <a16:creationId xmlns:a16="http://schemas.microsoft.com/office/drawing/2014/main" id="{0C2B045A-FC20-C572-3639-D52692961493}"/>
              </a:ext>
            </a:extLst>
          </p:cNvPr>
          <p:cNvSpPr>
            <a:spLocks noGrp="1"/>
          </p:cNvSpPr>
          <p:nvPr>
            <p:ph type="ftr" sz="quarter" idx="11"/>
          </p:nvPr>
        </p:nvSpPr>
        <p:spPr/>
        <p:txBody>
          <a:bodyPr/>
          <a:lstStyle/>
          <a:p>
            <a:r>
              <a:rPr lang="es-MX"/>
              <a:t>OPTIMIZACIÓN DE OPERACIONES</a:t>
            </a:r>
          </a:p>
        </p:txBody>
      </p:sp>
      <p:sp>
        <p:nvSpPr>
          <p:cNvPr id="9" name="Slide Number Placeholder 8">
            <a:extLst>
              <a:ext uri="{FF2B5EF4-FFF2-40B4-BE49-F238E27FC236}">
                <a16:creationId xmlns:a16="http://schemas.microsoft.com/office/drawing/2014/main" id="{28148397-8030-1BAE-D6B8-6648743FD717}"/>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40</a:t>
            </a:fld>
            <a:endParaRPr lang="es-MX"/>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fontScale="90000"/>
          </a:bodyPr>
          <a:lstStyle/>
          <a:p>
            <a:pPr eaLnBrk="1" hangingPunct="1"/>
            <a:r>
              <a:rPr lang="es-MX" sz="3000" dirty="0"/>
              <a:t>Coeficientes de LD de restricción y Precio Dual</a:t>
            </a:r>
          </a:p>
        </p:txBody>
      </p:sp>
      <p:sp>
        <p:nvSpPr>
          <p:cNvPr id="6" name="Text Placeholder 5">
            <a:extLst>
              <a:ext uri="{FF2B5EF4-FFF2-40B4-BE49-F238E27FC236}">
                <a16:creationId xmlns:a16="http://schemas.microsoft.com/office/drawing/2014/main" id="{0E17B616-915D-E3EF-E401-359CEA31F9F2}"/>
              </a:ext>
            </a:extLst>
          </p:cNvPr>
          <p:cNvSpPr>
            <a:spLocks noGrp="1"/>
          </p:cNvSpPr>
          <p:nvPr>
            <p:ph type="body" idx="10"/>
          </p:nvPr>
        </p:nvSpPr>
        <p:spPr/>
        <p:txBody>
          <a:bodyPr/>
          <a:lstStyle/>
          <a:p>
            <a:endParaRPr lang="en-US">
              <a:solidFill>
                <a:schemeClr val="bg1"/>
              </a:solidFill>
            </a:endParaRPr>
          </a:p>
        </p:txBody>
      </p:sp>
      <p:sp>
        <p:nvSpPr>
          <p:cNvPr id="4099" name="Rectangle 8"/>
          <p:cNvSpPr>
            <a:spLocks noGrp="1" noChangeArrowheads="1"/>
          </p:cNvSpPr>
          <p:nvPr>
            <p:ph sz="half" idx="2"/>
          </p:nvPr>
        </p:nvSpPr>
        <p:spPr>
          <a:xfrm>
            <a:off x="963945" y="2286592"/>
            <a:ext cx="3320706" cy="1942138"/>
          </a:xfrm>
        </p:spPr>
        <p:txBody>
          <a:bodyPr>
            <a:normAutofit/>
          </a:bodyPr>
          <a:lstStyle/>
          <a:p>
            <a:pPr marL="0" indent="0">
              <a:spcBef>
                <a:spcPct val="35000"/>
              </a:spcBef>
              <a:buNone/>
            </a:pPr>
            <a:r>
              <a:rPr lang="es-MX" sz="2000" dirty="0"/>
              <a:t>El precio dual es válido mientras el cambio en el LD permanezca dentro del rango de sensibilidad.</a:t>
            </a:r>
          </a:p>
          <a:p>
            <a:pPr marL="0" indent="0">
              <a:spcBef>
                <a:spcPct val="35000"/>
              </a:spcBef>
              <a:buNone/>
            </a:pPr>
            <a:r>
              <a:rPr lang="es-MX" sz="2000" dirty="0"/>
              <a:t>Es decir, mientras 30 hrs.</a:t>
            </a:r>
            <a:r>
              <a:rPr lang="es-MX" sz="2000" dirty="0">
                <a:sym typeface="Symbol"/>
              </a:rPr>
              <a:t> ≤ </a:t>
            </a:r>
            <a:r>
              <a:rPr lang="es-MX" sz="2000" dirty="0"/>
              <a:t>mano de obra </a:t>
            </a:r>
            <a:r>
              <a:rPr lang="es-MX" sz="2000" dirty="0">
                <a:sym typeface="Symbol"/>
              </a:rPr>
              <a:t>≤ 80 hrs.</a:t>
            </a:r>
            <a:endParaRPr lang="es-MX" sz="2000" dirty="0"/>
          </a:p>
          <a:p>
            <a:pPr>
              <a:spcBef>
                <a:spcPct val="35000"/>
              </a:spcBef>
            </a:pPr>
            <a:endParaRPr lang="es-MX" sz="2000" dirty="0"/>
          </a:p>
        </p:txBody>
      </p:sp>
      <p:sp>
        <p:nvSpPr>
          <p:cNvPr id="9" name="Content Placeholder 8">
            <a:extLst>
              <a:ext uri="{FF2B5EF4-FFF2-40B4-BE49-F238E27FC236}">
                <a16:creationId xmlns:a16="http://schemas.microsoft.com/office/drawing/2014/main" id="{0C09126D-EACA-C99C-9E81-8E76004C4FAB}"/>
              </a:ext>
            </a:extLst>
          </p:cNvPr>
          <p:cNvSpPr>
            <a:spLocks noGrp="1"/>
          </p:cNvSpPr>
          <p:nvPr>
            <p:ph sz="half" idx="13"/>
          </p:nvPr>
        </p:nvSpPr>
        <p:spPr/>
        <p:txBody>
          <a:bodyPr/>
          <a:lstStyle/>
          <a:p>
            <a:endParaRPr lang="en-US"/>
          </a:p>
        </p:txBody>
      </p:sp>
      <p:pic>
        <p:nvPicPr>
          <p:cNvPr id="7" name="Picture 4" descr="03-07"/>
          <p:cNvPicPr>
            <a:picLocks noChangeAspect="1" noChangeArrowheads="1"/>
          </p:cNvPicPr>
          <p:nvPr/>
        </p:nvPicPr>
        <p:blipFill>
          <a:blip r:embed="rId2" cstate="print"/>
          <a:srcRect/>
          <a:stretch>
            <a:fillRect/>
          </a:stretch>
        </p:blipFill>
        <p:spPr bwMode="auto">
          <a:xfrm>
            <a:off x="5011786" y="1863870"/>
            <a:ext cx="6834212" cy="3990616"/>
          </a:xfrm>
          <a:prstGeom prst="rect">
            <a:avLst/>
          </a:prstGeom>
          <a:noFill/>
          <a:ln w="9525">
            <a:noFill/>
            <a:miter lim="800000"/>
            <a:headEnd/>
            <a:tailEnd/>
          </a:ln>
        </p:spPr>
      </p:pic>
      <p:sp>
        <p:nvSpPr>
          <p:cNvPr id="8" name="Text Box 4"/>
          <p:cNvSpPr txBox="1">
            <a:spLocks noChangeArrowheads="1"/>
          </p:cNvSpPr>
          <p:nvPr/>
        </p:nvSpPr>
        <p:spPr bwMode="auto">
          <a:xfrm>
            <a:off x="2138617" y="4225899"/>
            <a:ext cx="2592288" cy="1477328"/>
          </a:xfrm>
          <a:prstGeom prst="rect">
            <a:avLst/>
          </a:prstGeom>
          <a:noFill/>
          <a:ln w="9525">
            <a:noFill/>
            <a:miter lim="800000"/>
            <a:headEnd/>
            <a:tailEnd/>
          </a:ln>
        </p:spPr>
        <p:txBody>
          <a:bodyPr wrap="square">
            <a:spAutoFit/>
          </a:bodyPr>
          <a:lstStyle/>
          <a:p>
            <a:pPr algn="l"/>
            <a:r>
              <a:rPr lang="es-MX" dirty="0">
                <a:solidFill>
                  <a:schemeClr val="bg1"/>
                </a:solidFill>
              </a:rPr>
              <a:t>Max Z = $40x</a:t>
            </a:r>
            <a:r>
              <a:rPr lang="es-MX" baseline="-25000" dirty="0">
                <a:solidFill>
                  <a:schemeClr val="bg1"/>
                </a:solidFill>
              </a:rPr>
              <a:t>1</a:t>
            </a:r>
            <a:r>
              <a:rPr lang="es-MX" dirty="0">
                <a:solidFill>
                  <a:schemeClr val="bg1"/>
                </a:solidFill>
              </a:rPr>
              <a:t> + $50x</a:t>
            </a:r>
            <a:r>
              <a:rPr lang="es-MX" baseline="-25000" dirty="0">
                <a:solidFill>
                  <a:schemeClr val="bg1"/>
                </a:solidFill>
              </a:rPr>
              <a:t>2</a:t>
            </a:r>
            <a:r>
              <a:rPr lang="es-MX" dirty="0">
                <a:solidFill>
                  <a:schemeClr val="bg1"/>
                </a:solidFill>
              </a:rPr>
              <a:t>                        sujeto a:</a:t>
            </a:r>
          </a:p>
          <a:p>
            <a:pPr algn="l"/>
            <a:r>
              <a:rPr lang="es-MX" altLang="en-US" dirty="0">
                <a:solidFill>
                  <a:schemeClr val="bg1"/>
                </a:solidFill>
              </a:rPr>
              <a:t>	1x</a:t>
            </a:r>
            <a:r>
              <a:rPr lang="es-MX" altLang="en-US" baseline="-25000" dirty="0">
                <a:solidFill>
                  <a:schemeClr val="bg1"/>
                </a:solidFill>
              </a:rPr>
              <a:t>1</a:t>
            </a:r>
            <a:r>
              <a:rPr lang="es-MX" altLang="en-US" dirty="0">
                <a:solidFill>
                  <a:schemeClr val="bg1"/>
                </a:solidFill>
              </a:rPr>
              <a:t> + 2x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40 </a:t>
            </a:r>
          </a:p>
          <a:p>
            <a:pPr algn="l"/>
            <a:r>
              <a:rPr lang="es-MX" altLang="en-US" dirty="0">
                <a:solidFill>
                  <a:schemeClr val="bg1"/>
                </a:solidFill>
              </a:rPr>
              <a:t>	4x</a:t>
            </a:r>
            <a:r>
              <a:rPr lang="es-MX" altLang="en-US" baseline="-25000" dirty="0">
                <a:solidFill>
                  <a:schemeClr val="bg1"/>
                </a:solidFill>
              </a:rPr>
              <a:t>1</a:t>
            </a:r>
            <a:r>
              <a:rPr lang="es-MX" altLang="en-US" dirty="0">
                <a:solidFill>
                  <a:schemeClr val="bg1"/>
                </a:solidFill>
              </a:rPr>
              <a:t> + 3x</a:t>
            </a:r>
            <a:r>
              <a:rPr lang="es-MX" altLang="en-US" baseline="-25000" dirty="0">
                <a:solidFill>
                  <a:schemeClr val="bg1"/>
                </a:solidFill>
              </a:rPr>
              <a:t>2</a:t>
            </a:r>
            <a:r>
              <a:rPr lang="es-MX" altLang="en-US" dirty="0">
                <a:solidFill>
                  <a:schemeClr val="bg1"/>
                </a:solidFill>
                <a:sym typeface="Symbol" pitchFamily="18" charset="2"/>
              </a:rPr>
              <a:t>≤</a:t>
            </a:r>
            <a:r>
              <a:rPr lang="es-MX" altLang="en-US" dirty="0">
                <a:solidFill>
                  <a:schemeClr val="bg1"/>
                </a:solidFill>
              </a:rPr>
              <a:t> 120</a:t>
            </a:r>
          </a:p>
          <a:p>
            <a:pPr algn="l"/>
            <a:r>
              <a:rPr lang="es-MX" altLang="en-US" dirty="0">
                <a:solidFill>
                  <a:schemeClr val="bg1"/>
                </a:solidFill>
              </a:rPr>
              <a:t>                            x</a:t>
            </a:r>
            <a:r>
              <a:rPr lang="es-MX" altLang="en-US" baseline="-25000" dirty="0">
                <a:solidFill>
                  <a:schemeClr val="bg1"/>
                </a:solidFill>
              </a:rPr>
              <a:t>1,</a:t>
            </a:r>
            <a:r>
              <a:rPr lang="es-MX" altLang="en-US" dirty="0">
                <a:solidFill>
                  <a:schemeClr val="bg1"/>
                </a:solidFill>
              </a:rPr>
              <a:t> x</a:t>
            </a:r>
            <a:r>
              <a:rPr lang="es-MX" altLang="en-US" baseline="-25000" dirty="0">
                <a:solidFill>
                  <a:schemeClr val="bg1"/>
                </a:solidFill>
              </a:rPr>
              <a:t>2 </a:t>
            </a:r>
            <a:r>
              <a:rPr lang="es-MX" altLang="en-US" dirty="0">
                <a:solidFill>
                  <a:schemeClr val="bg1"/>
                </a:solidFill>
              </a:rPr>
              <a:t>≥0</a:t>
            </a:r>
          </a:p>
        </p:txBody>
      </p:sp>
      <p:sp>
        <p:nvSpPr>
          <p:cNvPr id="11" name="TextBox 10">
            <a:extLst>
              <a:ext uri="{FF2B5EF4-FFF2-40B4-BE49-F238E27FC236}">
                <a16:creationId xmlns:a16="http://schemas.microsoft.com/office/drawing/2014/main" id="{93188953-7AE9-B82B-2D1F-F16BBD40A2C4}"/>
              </a:ext>
            </a:extLst>
          </p:cNvPr>
          <p:cNvSpPr txBox="1"/>
          <p:nvPr/>
        </p:nvSpPr>
        <p:spPr>
          <a:xfrm>
            <a:off x="5260731" y="6228431"/>
            <a:ext cx="6113584" cy="369332"/>
          </a:xfrm>
          <a:prstGeom prst="rect">
            <a:avLst/>
          </a:prstGeom>
          <a:noFill/>
        </p:spPr>
        <p:txBody>
          <a:bodyPr wrap="square">
            <a:spAutoFit/>
          </a:bodyPr>
          <a:lstStyle/>
          <a:p>
            <a:pPr>
              <a:spcBef>
                <a:spcPts val="600"/>
              </a:spcBef>
            </a:pPr>
            <a:r>
              <a:rPr lang="es-MX" dirty="0">
                <a:solidFill>
                  <a:schemeClr val="bg1"/>
                </a:solidFill>
              </a:rPr>
              <a:t>Rango de sensibilidad:	30 </a:t>
            </a:r>
            <a:r>
              <a:rPr lang="es-MX" dirty="0">
                <a:solidFill>
                  <a:schemeClr val="bg1"/>
                </a:solidFill>
                <a:sym typeface="Symbol" pitchFamily="18" charset="2"/>
              </a:rPr>
              <a:t>≤</a:t>
            </a:r>
            <a:r>
              <a:rPr lang="es-MX" dirty="0">
                <a:solidFill>
                  <a:schemeClr val="bg1"/>
                </a:solidFill>
              </a:rPr>
              <a:t> q</a:t>
            </a:r>
            <a:r>
              <a:rPr lang="es-MX" baseline="-25000" dirty="0">
                <a:solidFill>
                  <a:schemeClr val="bg1"/>
                </a:solidFill>
              </a:rPr>
              <a:t>1</a:t>
            </a:r>
            <a:r>
              <a:rPr lang="es-MX" dirty="0">
                <a:solidFill>
                  <a:schemeClr val="bg1"/>
                </a:solidFill>
              </a:rPr>
              <a:t> </a:t>
            </a:r>
            <a:r>
              <a:rPr lang="es-MX" dirty="0">
                <a:solidFill>
                  <a:schemeClr val="bg1"/>
                </a:solidFill>
                <a:sym typeface="Symbol" pitchFamily="18" charset="2"/>
              </a:rPr>
              <a:t>≤</a:t>
            </a:r>
            <a:r>
              <a:rPr lang="es-MX" dirty="0">
                <a:solidFill>
                  <a:schemeClr val="bg1"/>
                </a:solidFill>
              </a:rPr>
              <a:t> 80 </a:t>
            </a:r>
            <a:r>
              <a:rPr lang="es-MX" dirty="0" err="1">
                <a:solidFill>
                  <a:schemeClr val="bg1"/>
                </a:solidFill>
              </a:rPr>
              <a:t>hrs</a:t>
            </a:r>
            <a:endParaRPr lang="es-MX" dirty="0">
              <a:solidFill>
                <a:schemeClr val="bg1"/>
              </a:solidFill>
            </a:endParaRPr>
          </a:p>
        </p:txBody>
      </p:sp>
      <p:sp>
        <p:nvSpPr>
          <p:cNvPr id="12" name="Footer Placeholder 11">
            <a:extLst>
              <a:ext uri="{FF2B5EF4-FFF2-40B4-BE49-F238E27FC236}">
                <a16:creationId xmlns:a16="http://schemas.microsoft.com/office/drawing/2014/main" id="{1E5757E0-EA93-DAEE-0C97-397D69DA0820}"/>
              </a:ext>
            </a:extLst>
          </p:cNvPr>
          <p:cNvSpPr>
            <a:spLocks noGrp="1"/>
          </p:cNvSpPr>
          <p:nvPr>
            <p:ph type="ftr" sz="quarter" idx="3"/>
          </p:nvPr>
        </p:nvSpPr>
        <p:spPr/>
        <p:txBody>
          <a:bodyPr/>
          <a:lstStyle/>
          <a:p>
            <a:r>
              <a:rPr lang="es-MX"/>
              <a:t>OPTIMIZACIÓN DE OPERACIONES</a:t>
            </a:r>
            <a:endParaRPr lang="es-MX" dirty="0"/>
          </a:p>
        </p:txBody>
      </p:sp>
      <p:sp>
        <p:nvSpPr>
          <p:cNvPr id="13" name="Slide Number Placeholder 12">
            <a:extLst>
              <a:ext uri="{FF2B5EF4-FFF2-40B4-BE49-F238E27FC236}">
                <a16:creationId xmlns:a16="http://schemas.microsoft.com/office/drawing/2014/main" id="{703E108F-A40E-7D6B-EE79-A038537349F1}"/>
              </a:ext>
            </a:extLst>
          </p:cNvPr>
          <p:cNvSpPr>
            <a:spLocks noGrp="1"/>
          </p:cNvSpPr>
          <p:nvPr>
            <p:ph type="sldNum" sz="quarter" idx="4"/>
          </p:nvPr>
        </p:nvSpPr>
        <p:spPr/>
        <p:txBody>
          <a:bodyPr/>
          <a:lstStyle/>
          <a:p>
            <a:pPr rtl="0"/>
            <a:fld id="{294A09A9-5501-47C1-A89A-A340965A2BE2}" type="slidenum">
              <a:rPr lang="es-MX" noProof="0" smtClean="0"/>
              <a:pPr rtl="0"/>
              <a:t>41</a:t>
            </a:fld>
            <a:endParaRPr lang="es-MX" noProof="0">
              <a:latin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000" dirty="0"/>
              <a:t>Coeficientes de LD de restricción y Precio Dual</a:t>
            </a:r>
          </a:p>
        </p:txBody>
      </p:sp>
      <p:sp>
        <p:nvSpPr>
          <p:cNvPr id="4099" name="Rectangle 8"/>
          <p:cNvSpPr>
            <a:spLocks noGrp="1" noChangeArrowheads="1"/>
          </p:cNvSpPr>
          <p:nvPr>
            <p:ph idx="1"/>
          </p:nvPr>
        </p:nvSpPr>
        <p:spPr/>
        <p:txBody>
          <a:bodyPr>
            <a:normAutofit/>
          </a:bodyPr>
          <a:lstStyle/>
          <a:p>
            <a:pPr marL="0" indent="0">
              <a:spcBef>
                <a:spcPct val="35000"/>
              </a:spcBef>
              <a:buNone/>
            </a:pPr>
            <a:r>
              <a:rPr lang="es-MX" sz="2400" dirty="0"/>
              <a:t>Llevando a cabo los mismo cálculos para la restricción de materia prima (arcilla) podemos obtener los siguientes datos:</a:t>
            </a:r>
          </a:p>
          <a:p>
            <a:pPr marL="0" indent="0">
              <a:spcBef>
                <a:spcPct val="35000"/>
              </a:spcBef>
              <a:buNone/>
            </a:pPr>
            <a:endParaRPr lang="es-MX" sz="2400" dirty="0"/>
          </a:p>
          <a:p>
            <a:pPr marL="0" indent="0" algn="ctr">
              <a:spcBef>
                <a:spcPct val="35000"/>
              </a:spcBef>
              <a:buNone/>
            </a:pPr>
            <a:r>
              <a:rPr lang="es-MX" sz="2400" dirty="0"/>
              <a:t>Precio Dual = $6</a:t>
            </a:r>
          </a:p>
          <a:p>
            <a:pPr marL="0" indent="0" algn="ctr">
              <a:spcBef>
                <a:spcPct val="35000"/>
              </a:spcBef>
              <a:buNone/>
            </a:pPr>
            <a:endParaRPr lang="es-MX" sz="2400" dirty="0"/>
          </a:p>
          <a:p>
            <a:pPr marL="0" indent="0" algn="ctr">
              <a:spcBef>
                <a:spcPct val="35000"/>
              </a:spcBef>
              <a:buNone/>
            </a:pPr>
            <a:r>
              <a:rPr lang="es-MX" sz="2400" dirty="0"/>
              <a:t>60 </a:t>
            </a:r>
            <a:r>
              <a:rPr lang="es-MX" sz="2400" dirty="0" err="1"/>
              <a:t>lbs</a:t>
            </a:r>
            <a:r>
              <a:rPr lang="es-MX" sz="2400" dirty="0"/>
              <a:t> </a:t>
            </a:r>
            <a:r>
              <a:rPr lang="es-MX" sz="2400" dirty="0">
                <a:sym typeface="Symbol"/>
              </a:rPr>
              <a:t>≤ </a:t>
            </a:r>
            <a:r>
              <a:rPr lang="es-MX" sz="2400" dirty="0"/>
              <a:t>arcilla </a:t>
            </a:r>
            <a:r>
              <a:rPr lang="es-MX" sz="2400" dirty="0">
                <a:sym typeface="Symbol"/>
              </a:rPr>
              <a:t>≤ 160 lbs.</a:t>
            </a:r>
          </a:p>
          <a:p>
            <a:pPr marL="0" indent="0" algn="ctr">
              <a:spcBef>
                <a:spcPct val="35000"/>
              </a:spcBef>
              <a:buNone/>
            </a:pPr>
            <a:endParaRPr lang="es-MX" sz="2400" dirty="0">
              <a:sym typeface="Symbol"/>
            </a:endParaRPr>
          </a:p>
          <a:p>
            <a:pPr marL="0" indent="0" algn="ctr">
              <a:spcBef>
                <a:spcPct val="35000"/>
              </a:spcBef>
              <a:buNone/>
            </a:pPr>
            <a:r>
              <a:rPr lang="es-MX" sz="2400" b="1" dirty="0"/>
              <a:t>Con esta información es posible responder a varias preguntas gerenciales de interés.</a:t>
            </a:r>
          </a:p>
        </p:txBody>
      </p:sp>
      <p:sp>
        <p:nvSpPr>
          <p:cNvPr id="5" name="Date Placeholder 4">
            <a:extLst>
              <a:ext uri="{FF2B5EF4-FFF2-40B4-BE49-F238E27FC236}">
                <a16:creationId xmlns:a16="http://schemas.microsoft.com/office/drawing/2014/main" id="{2149B46F-7554-E837-F983-DE2BF84F5C84}"/>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07AF91C9-004C-CBF3-88CF-BF819B0F44FD}"/>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BE241C63-9550-2A71-E1DC-000420BAABF5}"/>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42</a:t>
            </a:fld>
            <a:endParaRPr lang="es-MX"/>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000" dirty="0"/>
              <a:t>Coeficientes de LD de restricción y Precio Dual</a:t>
            </a:r>
          </a:p>
        </p:txBody>
      </p:sp>
      <p:sp>
        <p:nvSpPr>
          <p:cNvPr id="4099" name="Rectangle 8"/>
          <p:cNvSpPr>
            <a:spLocks noGrp="1" noChangeArrowheads="1"/>
          </p:cNvSpPr>
          <p:nvPr>
            <p:ph idx="1"/>
          </p:nvPr>
        </p:nvSpPr>
        <p:spPr/>
        <p:txBody>
          <a:bodyPr>
            <a:normAutofit/>
          </a:bodyPr>
          <a:lstStyle/>
          <a:p>
            <a:pPr>
              <a:spcBef>
                <a:spcPct val="35000"/>
              </a:spcBef>
            </a:pPr>
            <a:r>
              <a:rPr lang="es-MX" sz="2400" dirty="0"/>
              <a:t>También es posible determinar cuales serán los valores de las variables básicas dependiendo del cambio en el lado derecho de una restricción.</a:t>
            </a:r>
          </a:p>
          <a:p>
            <a:pPr>
              <a:spcBef>
                <a:spcPct val="35000"/>
              </a:spcBef>
            </a:pPr>
            <a:r>
              <a:rPr lang="es-MX" sz="2400" dirty="0"/>
              <a:t>En el caso de Beaver Creek se igualan</a:t>
            </a:r>
          </a:p>
          <a:p>
            <a:pPr algn="ctr">
              <a:spcBef>
                <a:spcPts val="0"/>
              </a:spcBef>
              <a:buNone/>
            </a:pPr>
            <a:r>
              <a:rPr lang="es-MX" sz="2400" dirty="0"/>
              <a:t>	x</a:t>
            </a:r>
            <a:r>
              <a:rPr lang="es-MX" sz="2400" baseline="-25000" dirty="0"/>
              <a:t>1</a:t>
            </a:r>
            <a:r>
              <a:rPr lang="es-MX" sz="2400" dirty="0"/>
              <a:t>+2x</a:t>
            </a:r>
            <a:r>
              <a:rPr lang="es-MX" sz="2400" baseline="-25000" dirty="0"/>
              <a:t>2</a:t>
            </a:r>
            <a:r>
              <a:rPr lang="es-MX" sz="2400" dirty="0"/>
              <a:t> = 40 + </a:t>
            </a:r>
            <a:r>
              <a:rPr lang="el-GR" sz="2400" dirty="0">
                <a:latin typeface="Arial"/>
                <a:cs typeface="Arial"/>
                <a:sym typeface="Symbol"/>
              </a:rPr>
              <a:t>Δ</a:t>
            </a:r>
            <a:r>
              <a:rPr lang="es-MX" sz="2400" dirty="0">
                <a:sym typeface="Symbol"/>
              </a:rPr>
              <a:t>     y     </a:t>
            </a:r>
            <a:r>
              <a:rPr lang="es-MX" sz="2400" dirty="0"/>
              <a:t>4x</a:t>
            </a:r>
            <a:r>
              <a:rPr lang="es-MX" sz="2400" baseline="-25000" dirty="0"/>
              <a:t>1</a:t>
            </a:r>
            <a:r>
              <a:rPr lang="es-MX" sz="2400" dirty="0"/>
              <a:t>+3x</a:t>
            </a:r>
            <a:r>
              <a:rPr lang="es-MX" sz="2400" baseline="-25000" dirty="0"/>
              <a:t>2</a:t>
            </a:r>
            <a:r>
              <a:rPr lang="es-MX" sz="2400" dirty="0"/>
              <a:t> = 120 </a:t>
            </a:r>
          </a:p>
          <a:p>
            <a:pPr>
              <a:spcBef>
                <a:spcPct val="35000"/>
              </a:spcBef>
            </a:pPr>
            <a:r>
              <a:rPr lang="es-MX" sz="2400" dirty="0"/>
              <a:t>Esto resulta en las siguientes ecuaciones:</a:t>
            </a:r>
          </a:p>
          <a:p>
            <a:pPr algn="ctr">
              <a:spcBef>
                <a:spcPts val="0"/>
              </a:spcBef>
              <a:buNone/>
            </a:pPr>
            <a:r>
              <a:rPr lang="es-MX" sz="2400" dirty="0"/>
              <a:t>x</a:t>
            </a:r>
            <a:r>
              <a:rPr lang="es-MX" sz="2400" baseline="-25000" dirty="0"/>
              <a:t>1</a:t>
            </a:r>
            <a:r>
              <a:rPr lang="es-MX" sz="2400" dirty="0"/>
              <a:t>= 24 – 0.6 </a:t>
            </a:r>
            <a:r>
              <a:rPr lang="el-GR" sz="2400" dirty="0">
                <a:sym typeface="Symbol"/>
              </a:rPr>
              <a:t>Δ</a:t>
            </a:r>
            <a:r>
              <a:rPr lang="es-MX" sz="2400" dirty="0">
                <a:sym typeface="Symbol"/>
              </a:rPr>
              <a:t>     y     </a:t>
            </a:r>
            <a:r>
              <a:rPr lang="es-MX" sz="2400" dirty="0"/>
              <a:t>x</a:t>
            </a:r>
            <a:r>
              <a:rPr lang="es-MX" sz="2400" baseline="-25000" dirty="0"/>
              <a:t>2</a:t>
            </a:r>
            <a:r>
              <a:rPr lang="es-MX" sz="2400" dirty="0"/>
              <a:t>= 8 + 0.8 </a:t>
            </a:r>
            <a:r>
              <a:rPr lang="el-GR" sz="2400" dirty="0">
                <a:sym typeface="Symbol"/>
              </a:rPr>
              <a:t>Δ</a:t>
            </a:r>
            <a:r>
              <a:rPr lang="es-MX" sz="2400" dirty="0">
                <a:sym typeface="Symbol"/>
              </a:rPr>
              <a:t> </a:t>
            </a:r>
            <a:endParaRPr lang="es-MX" sz="2400" dirty="0"/>
          </a:p>
        </p:txBody>
      </p:sp>
      <p:graphicFrame>
        <p:nvGraphicFramePr>
          <p:cNvPr id="4" name="Table 4"/>
          <p:cNvGraphicFramePr>
            <a:graphicFrameLocks noGrp="1"/>
          </p:cNvGraphicFramePr>
          <p:nvPr>
            <p:extLst>
              <p:ext uri="{D42A27DB-BD31-4B8C-83A1-F6EECF244321}">
                <p14:modId xmlns:p14="http://schemas.microsoft.com/office/powerpoint/2010/main" val="2639561164"/>
              </p:ext>
            </p:extLst>
          </p:nvPr>
        </p:nvGraphicFramePr>
        <p:xfrm>
          <a:off x="2847664" y="4643446"/>
          <a:ext cx="2888297" cy="2016224"/>
        </p:xfrm>
        <a:graphic>
          <a:graphicData uri="http://schemas.openxmlformats.org/drawingml/2006/table">
            <a:tbl>
              <a:tblPr firstRow="1" bandRow="1">
                <a:tableStyleId>{2D5ABB26-0587-4C30-8999-92F81FD0307C}</a:tableStyleId>
              </a:tblPr>
              <a:tblGrid>
                <a:gridCol w="2260917">
                  <a:extLst>
                    <a:ext uri="{9D8B030D-6E8A-4147-A177-3AD203B41FA5}">
                      <a16:colId xmlns:a16="http://schemas.microsoft.com/office/drawing/2014/main" val="20000"/>
                    </a:ext>
                  </a:extLst>
                </a:gridCol>
                <a:gridCol w="627380">
                  <a:extLst>
                    <a:ext uri="{9D8B030D-6E8A-4147-A177-3AD203B41FA5}">
                      <a16:colId xmlns:a16="http://schemas.microsoft.com/office/drawing/2014/main" val="20001"/>
                    </a:ext>
                  </a:extLst>
                </a:gridCol>
              </a:tblGrid>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altLang="en-US" sz="1800" b="1" dirty="0">
                          <a:solidFill>
                            <a:schemeClr val="bg1"/>
                          </a:solidFill>
                        </a:rPr>
                        <a:t>Max Z = $ 40x</a:t>
                      </a:r>
                      <a:r>
                        <a:rPr lang="es-MX" altLang="en-US" sz="1800" b="1" baseline="-25000" dirty="0">
                          <a:solidFill>
                            <a:schemeClr val="bg1"/>
                          </a:solidFill>
                        </a:rPr>
                        <a:t>1</a:t>
                      </a:r>
                      <a:r>
                        <a:rPr lang="es-MX" altLang="en-US" sz="1800" b="1" dirty="0">
                          <a:solidFill>
                            <a:schemeClr val="bg1"/>
                          </a:solidFill>
                        </a:rPr>
                        <a:t> + $ 50x</a:t>
                      </a:r>
                      <a:r>
                        <a:rPr lang="es-MX" altLang="en-US" sz="1800" b="1" baseline="-25000" dirty="0">
                          <a:solidFill>
                            <a:schemeClr val="bg1"/>
                          </a:solidFill>
                        </a:rPr>
                        <a:t>2</a:t>
                      </a:r>
                      <a:endParaRPr lang="es-MX" altLang="en-US" sz="1800" b="1" dirty="0">
                        <a:solidFill>
                          <a:schemeClr val="bg1"/>
                        </a:solidFill>
                      </a:endParaRP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r"/>
                      <a:r>
                        <a:rPr lang="es-MX" altLang="en-US" sz="1800" b="1" dirty="0">
                          <a:solidFill>
                            <a:schemeClr val="bg1"/>
                          </a:solidFill>
                        </a:rPr>
                        <a:t>s. a.       1x</a:t>
                      </a:r>
                      <a:r>
                        <a:rPr lang="es-MX" altLang="en-US" sz="1800" b="1" baseline="-25000" dirty="0">
                          <a:solidFill>
                            <a:schemeClr val="bg1"/>
                          </a:solidFill>
                        </a:rPr>
                        <a:t>1</a:t>
                      </a:r>
                      <a:r>
                        <a:rPr lang="es-MX" altLang="en-US" sz="1800" b="1" dirty="0">
                          <a:solidFill>
                            <a:schemeClr val="bg1"/>
                          </a:solidFill>
                        </a:rPr>
                        <a:t> + 2x</a:t>
                      </a:r>
                      <a:r>
                        <a:rPr lang="es-MX" altLang="en-US" sz="1800" b="1" baseline="-25000" dirty="0">
                          <a:solidFill>
                            <a:schemeClr val="bg1"/>
                          </a:solidFill>
                        </a:rPr>
                        <a:t>2</a:t>
                      </a:r>
                      <a:r>
                        <a:rPr lang="es-MX" altLang="en-US" sz="1800" b="1" dirty="0">
                          <a:solidFill>
                            <a:schemeClr val="bg1"/>
                          </a:solidFill>
                          <a:sym typeface="Symbol" pitchFamily="18" charset="2"/>
                        </a:rPr>
                        <a:t>≤</a:t>
                      </a:r>
                      <a:r>
                        <a:rPr lang="es-MX" altLang="en-US" sz="1800" b="1" dirty="0">
                          <a:solidFill>
                            <a:schemeClr val="bg1"/>
                          </a:solidFill>
                        </a:rPr>
                        <a:t> </a:t>
                      </a:r>
                      <a:endParaRPr lang="es-MX" b="1" dirty="0">
                        <a:solidFill>
                          <a:schemeClr val="bg1"/>
                        </a:solidFill>
                      </a:endParaRPr>
                    </a:p>
                  </a:txBody>
                  <a:tcPr/>
                </a:tc>
                <a:tc>
                  <a:txBody>
                    <a:bodyPr/>
                    <a:lstStyle/>
                    <a:p>
                      <a:r>
                        <a:rPr lang="es-MX" b="1" dirty="0">
                          <a:solidFill>
                            <a:schemeClr val="bg1"/>
                          </a:solidFill>
                        </a:rPr>
                        <a:t>40</a:t>
                      </a:r>
                    </a:p>
                  </a:txBody>
                  <a:tcPr/>
                </a:tc>
                <a:extLst>
                  <a:ext uri="{0D108BD9-81ED-4DB2-BD59-A6C34878D82A}">
                    <a16:rowId xmlns:a16="http://schemas.microsoft.com/office/drawing/2014/main" val="10001"/>
                  </a:ext>
                </a:extLst>
              </a:tr>
              <a:tr h="370840">
                <a:tc>
                  <a:txBody>
                    <a:bodyPr/>
                    <a:lstStyle/>
                    <a:p>
                      <a:pPr algn="r"/>
                      <a:r>
                        <a:rPr lang="es-MX" altLang="en-US" sz="1800" b="1" dirty="0">
                          <a:solidFill>
                            <a:schemeClr val="bg1"/>
                          </a:solidFill>
                        </a:rPr>
                        <a:t>4x</a:t>
                      </a:r>
                      <a:r>
                        <a:rPr lang="es-MX" altLang="en-US" sz="1800" b="1" baseline="-25000" dirty="0">
                          <a:solidFill>
                            <a:schemeClr val="bg1"/>
                          </a:solidFill>
                        </a:rPr>
                        <a:t>1</a:t>
                      </a:r>
                      <a:r>
                        <a:rPr lang="es-MX" altLang="en-US" sz="1800" b="1" dirty="0">
                          <a:solidFill>
                            <a:schemeClr val="bg1"/>
                          </a:solidFill>
                        </a:rPr>
                        <a:t> + 3x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120</a:t>
                      </a:r>
                    </a:p>
                  </a:txBody>
                  <a:tcPr/>
                </a:tc>
                <a:extLst>
                  <a:ext uri="{0D108BD9-81ED-4DB2-BD59-A6C34878D82A}">
                    <a16:rowId xmlns:a16="http://schemas.microsoft.com/office/drawing/2014/main" val="10002"/>
                  </a:ext>
                </a:extLst>
              </a:tr>
              <a:tr h="370840">
                <a:tc>
                  <a:txBody>
                    <a:bodyPr/>
                    <a:lstStyle/>
                    <a:p>
                      <a:pPr algn="r"/>
                      <a:r>
                        <a:rPr lang="es-MX" altLang="en-US" sz="1800" b="1" dirty="0">
                          <a:solidFill>
                            <a:schemeClr val="bg1"/>
                          </a:solidFill>
                        </a:rPr>
                        <a:t> x</a:t>
                      </a:r>
                      <a:r>
                        <a:rPr lang="es-MX" altLang="en-US" sz="1800" b="1" baseline="-25000" dirty="0">
                          <a:solidFill>
                            <a:schemeClr val="bg1"/>
                          </a:solidFill>
                        </a:rPr>
                        <a:t>1</a:t>
                      </a:r>
                      <a:r>
                        <a:rPr lang="es-MX" altLang="en-US" sz="1800" b="1" dirty="0">
                          <a:solidFill>
                            <a:schemeClr val="bg1"/>
                          </a:solidFill>
                        </a:rPr>
                        <a:t>, 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0</a:t>
                      </a:r>
                    </a:p>
                  </a:txBody>
                  <a:tcPr/>
                </a:tc>
                <a:extLst>
                  <a:ext uri="{0D108BD9-81ED-4DB2-BD59-A6C34878D82A}">
                    <a16:rowId xmlns:a16="http://schemas.microsoft.com/office/drawing/2014/main" val="10003"/>
                  </a:ext>
                </a:extLst>
              </a:tr>
              <a:tr h="532864">
                <a:tc gridSpan="2">
                  <a:txBody>
                    <a:bodyPr/>
                    <a:lstStyle/>
                    <a:p>
                      <a:pPr algn="ctr"/>
                      <a:r>
                        <a:rPr lang="es-MX" altLang="en-US" sz="1800" b="1" dirty="0">
                          <a:solidFill>
                            <a:schemeClr val="bg1"/>
                          </a:solidFill>
                        </a:rPr>
                        <a:t>X</a:t>
                      </a:r>
                      <a:r>
                        <a:rPr lang="es-MX" altLang="en-US" sz="1800" b="1" baseline="-25000" dirty="0">
                          <a:solidFill>
                            <a:schemeClr val="bg1"/>
                          </a:solidFill>
                        </a:rPr>
                        <a:t>1</a:t>
                      </a:r>
                      <a:r>
                        <a:rPr lang="es-MX" altLang="en-US" sz="1800" b="1" dirty="0">
                          <a:solidFill>
                            <a:schemeClr val="bg1"/>
                          </a:solidFill>
                        </a:rPr>
                        <a:t>=24, x</a:t>
                      </a:r>
                      <a:r>
                        <a:rPr lang="es-MX" altLang="en-US" sz="1800" b="1" baseline="-25000" dirty="0">
                          <a:solidFill>
                            <a:schemeClr val="bg1"/>
                          </a:solidFill>
                        </a:rPr>
                        <a:t>2</a:t>
                      </a:r>
                      <a:r>
                        <a:rPr lang="es-MX" altLang="en-US" sz="1800" b="1" dirty="0">
                          <a:solidFill>
                            <a:schemeClr val="bg1"/>
                          </a:solidFill>
                          <a:sym typeface="Symbol" pitchFamily="18" charset="2"/>
                        </a:rPr>
                        <a:t>=8, Z=$1,360</a:t>
                      </a:r>
                      <a:endParaRPr lang="es-MX" b="1" dirty="0">
                        <a:solidFill>
                          <a:schemeClr val="bg1"/>
                        </a:solidFill>
                      </a:endParaRPr>
                    </a:p>
                  </a:txBody>
                  <a:tcPr anchor="b"/>
                </a:tc>
                <a:tc hMerge="1">
                  <a:txBody>
                    <a:bodyPr/>
                    <a:lstStyle/>
                    <a:p>
                      <a:endParaRPr lang="es-MX" dirty="0"/>
                    </a:p>
                  </a:txBody>
                  <a:tcPr/>
                </a:tc>
                <a:extLst>
                  <a:ext uri="{0D108BD9-81ED-4DB2-BD59-A6C34878D82A}">
                    <a16:rowId xmlns:a16="http://schemas.microsoft.com/office/drawing/2014/main" val="10004"/>
                  </a:ext>
                </a:extLst>
              </a:tr>
            </a:tbl>
          </a:graphicData>
        </a:graphic>
      </p:graphicFrame>
      <p:graphicFrame>
        <p:nvGraphicFramePr>
          <p:cNvPr id="5" name="Table 5"/>
          <p:cNvGraphicFramePr>
            <a:graphicFrameLocks noGrp="1"/>
          </p:cNvGraphicFramePr>
          <p:nvPr>
            <p:extLst>
              <p:ext uri="{D42A27DB-BD31-4B8C-83A1-F6EECF244321}">
                <p14:modId xmlns:p14="http://schemas.microsoft.com/office/powerpoint/2010/main" val="1241457382"/>
              </p:ext>
            </p:extLst>
          </p:nvPr>
        </p:nvGraphicFramePr>
        <p:xfrm>
          <a:off x="6448064" y="4643446"/>
          <a:ext cx="2888297" cy="2016224"/>
        </p:xfrm>
        <a:graphic>
          <a:graphicData uri="http://schemas.openxmlformats.org/drawingml/2006/table">
            <a:tbl>
              <a:tblPr firstRow="1" bandRow="1">
                <a:tableStyleId>{2D5ABB26-0587-4C30-8999-92F81FD0307C}</a:tableStyleId>
              </a:tblPr>
              <a:tblGrid>
                <a:gridCol w="2260917">
                  <a:extLst>
                    <a:ext uri="{9D8B030D-6E8A-4147-A177-3AD203B41FA5}">
                      <a16:colId xmlns:a16="http://schemas.microsoft.com/office/drawing/2014/main" val="20000"/>
                    </a:ext>
                  </a:extLst>
                </a:gridCol>
                <a:gridCol w="627380">
                  <a:extLst>
                    <a:ext uri="{9D8B030D-6E8A-4147-A177-3AD203B41FA5}">
                      <a16:colId xmlns:a16="http://schemas.microsoft.com/office/drawing/2014/main" val="20001"/>
                    </a:ext>
                  </a:extLst>
                </a:gridCol>
              </a:tblGrid>
              <a:tr h="37084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altLang="en-US" sz="1800" b="1" dirty="0">
                          <a:solidFill>
                            <a:schemeClr val="bg1"/>
                          </a:solidFill>
                        </a:rPr>
                        <a:t>Max Z = $ 40x</a:t>
                      </a:r>
                      <a:r>
                        <a:rPr lang="es-MX" altLang="en-US" sz="1800" b="1" baseline="-25000" dirty="0">
                          <a:solidFill>
                            <a:schemeClr val="bg1"/>
                          </a:solidFill>
                        </a:rPr>
                        <a:t>1</a:t>
                      </a:r>
                      <a:r>
                        <a:rPr lang="es-MX" altLang="en-US" sz="1800" b="1" dirty="0">
                          <a:solidFill>
                            <a:schemeClr val="bg1"/>
                          </a:solidFill>
                        </a:rPr>
                        <a:t> + $ 50x</a:t>
                      </a:r>
                      <a:r>
                        <a:rPr lang="es-MX" altLang="en-US" sz="1800" b="1" baseline="-25000" dirty="0">
                          <a:solidFill>
                            <a:schemeClr val="bg1"/>
                          </a:solidFill>
                        </a:rPr>
                        <a:t>2</a:t>
                      </a:r>
                      <a:endParaRPr lang="es-MX" altLang="en-US" sz="1800" b="1" dirty="0">
                        <a:solidFill>
                          <a:schemeClr val="bg1"/>
                        </a:solidFill>
                      </a:endParaRP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r"/>
                      <a:r>
                        <a:rPr lang="es-MX" altLang="en-US" sz="1800" b="1" dirty="0">
                          <a:solidFill>
                            <a:schemeClr val="bg1"/>
                          </a:solidFill>
                        </a:rPr>
                        <a:t>s. a.       1x</a:t>
                      </a:r>
                      <a:r>
                        <a:rPr lang="es-MX" altLang="en-US" sz="1800" b="1" baseline="-25000" dirty="0">
                          <a:solidFill>
                            <a:schemeClr val="bg1"/>
                          </a:solidFill>
                        </a:rPr>
                        <a:t>1</a:t>
                      </a:r>
                      <a:r>
                        <a:rPr lang="es-MX" altLang="en-US" sz="1800" b="1" dirty="0">
                          <a:solidFill>
                            <a:schemeClr val="bg1"/>
                          </a:solidFill>
                        </a:rPr>
                        <a:t> + 2x</a:t>
                      </a:r>
                      <a:r>
                        <a:rPr lang="es-MX" altLang="en-US" sz="1800" b="1" baseline="-25000" dirty="0">
                          <a:solidFill>
                            <a:schemeClr val="bg1"/>
                          </a:solidFill>
                        </a:rPr>
                        <a:t>2</a:t>
                      </a:r>
                      <a:r>
                        <a:rPr lang="es-MX" altLang="en-US" sz="1800" b="1" dirty="0">
                          <a:solidFill>
                            <a:schemeClr val="bg1"/>
                          </a:solidFill>
                          <a:sym typeface="Symbol" pitchFamily="18" charset="2"/>
                        </a:rPr>
                        <a:t>≤</a:t>
                      </a:r>
                      <a:r>
                        <a:rPr lang="es-MX" altLang="en-US" sz="1800" b="1" dirty="0">
                          <a:solidFill>
                            <a:schemeClr val="bg1"/>
                          </a:solidFill>
                        </a:rPr>
                        <a:t> </a:t>
                      </a:r>
                      <a:endParaRPr lang="es-MX" b="1" dirty="0">
                        <a:solidFill>
                          <a:schemeClr val="bg1"/>
                        </a:solidFill>
                      </a:endParaRPr>
                    </a:p>
                  </a:txBody>
                  <a:tcPr/>
                </a:tc>
                <a:tc>
                  <a:txBody>
                    <a:bodyPr/>
                    <a:lstStyle/>
                    <a:p>
                      <a:r>
                        <a:rPr lang="es-MX" b="1" dirty="0">
                          <a:solidFill>
                            <a:schemeClr val="bg1"/>
                          </a:solidFill>
                        </a:rPr>
                        <a:t>41</a:t>
                      </a:r>
                    </a:p>
                  </a:txBody>
                  <a:tcPr/>
                </a:tc>
                <a:extLst>
                  <a:ext uri="{0D108BD9-81ED-4DB2-BD59-A6C34878D82A}">
                    <a16:rowId xmlns:a16="http://schemas.microsoft.com/office/drawing/2014/main" val="10001"/>
                  </a:ext>
                </a:extLst>
              </a:tr>
              <a:tr h="370840">
                <a:tc>
                  <a:txBody>
                    <a:bodyPr/>
                    <a:lstStyle/>
                    <a:p>
                      <a:pPr algn="r"/>
                      <a:r>
                        <a:rPr lang="es-MX" altLang="en-US" sz="1800" b="1" dirty="0">
                          <a:solidFill>
                            <a:schemeClr val="bg1"/>
                          </a:solidFill>
                        </a:rPr>
                        <a:t>4x</a:t>
                      </a:r>
                      <a:r>
                        <a:rPr lang="es-MX" altLang="en-US" sz="1800" b="1" baseline="-25000" dirty="0">
                          <a:solidFill>
                            <a:schemeClr val="bg1"/>
                          </a:solidFill>
                        </a:rPr>
                        <a:t>1</a:t>
                      </a:r>
                      <a:r>
                        <a:rPr lang="es-MX" altLang="en-US" sz="1800" b="1" dirty="0">
                          <a:solidFill>
                            <a:schemeClr val="bg1"/>
                          </a:solidFill>
                        </a:rPr>
                        <a:t> + 3x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120</a:t>
                      </a:r>
                    </a:p>
                  </a:txBody>
                  <a:tcPr/>
                </a:tc>
                <a:extLst>
                  <a:ext uri="{0D108BD9-81ED-4DB2-BD59-A6C34878D82A}">
                    <a16:rowId xmlns:a16="http://schemas.microsoft.com/office/drawing/2014/main" val="10002"/>
                  </a:ext>
                </a:extLst>
              </a:tr>
              <a:tr h="370840">
                <a:tc>
                  <a:txBody>
                    <a:bodyPr/>
                    <a:lstStyle/>
                    <a:p>
                      <a:pPr algn="r"/>
                      <a:r>
                        <a:rPr lang="es-MX" altLang="en-US" sz="1800" b="1" dirty="0">
                          <a:solidFill>
                            <a:schemeClr val="bg1"/>
                          </a:solidFill>
                        </a:rPr>
                        <a:t> x</a:t>
                      </a:r>
                      <a:r>
                        <a:rPr lang="es-MX" altLang="en-US" sz="1800" b="1" baseline="-25000" dirty="0">
                          <a:solidFill>
                            <a:schemeClr val="bg1"/>
                          </a:solidFill>
                        </a:rPr>
                        <a:t>1</a:t>
                      </a:r>
                      <a:r>
                        <a:rPr lang="es-MX" altLang="en-US" sz="1800" b="1" dirty="0">
                          <a:solidFill>
                            <a:schemeClr val="bg1"/>
                          </a:solidFill>
                        </a:rPr>
                        <a:t>, x</a:t>
                      </a:r>
                      <a:r>
                        <a:rPr lang="es-MX" altLang="en-US" sz="1800" b="1" baseline="-25000" dirty="0">
                          <a:solidFill>
                            <a:schemeClr val="bg1"/>
                          </a:solidFill>
                        </a:rPr>
                        <a:t>2</a:t>
                      </a:r>
                      <a:r>
                        <a:rPr lang="es-MX" altLang="en-US" sz="1800" b="1" dirty="0">
                          <a:solidFill>
                            <a:schemeClr val="bg1"/>
                          </a:solidFill>
                          <a:sym typeface="Symbol" pitchFamily="18" charset="2"/>
                        </a:rPr>
                        <a:t>≥</a:t>
                      </a:r>
                      <a:endParaRPr lang="es-MX" b="1" dirty="0">
                        <a:solidFill>
                          <a:schemeClr val="bg1"/>
                        </a:solidFill>
                      </a:endParaRPr>
                    </a:p>
                  </a:txBody>
                  <a:tcPr/>
                </a:tc>
                <a:tc>
                  <a:txBody>
                    <a:bodyPr/>
                    <a:lstStyle/>
                    <a:p>
                      <a:r>
                        <a:rPr lang="es-MX" b="1" dirty="0">
                          <a:solidFill>
                            <a:schemeClr val="bg1"/>
                          </a:solidFill>
                        </a:rPr>
                        <a:t>0</a:t>
                      </a:r>
                    </a:p>
                  </a:txBody>
                  <a:tcPr/>
                </a:tc>
                <a:extLst>
                  <a:ext uri="{0D108BD9-81ED-4DB2-BD59-A6C34878D82A}">
                    <a16:rowId xmlns:a16="http://schemas.microsoft.com/office/drawing/2014/main" val="10003"/>
                  </a:ext>
                </a:extLst>
              </a:tr>
              <a:tr h="532864">
                <a:tc gridSpan="2">
                  <a:txBody>
                    <a:bodyPr/>
                    <a:lstStyle/>
                    <a:p>
                      <a:pPr algn="ctr"/>
                      <a:r>
                        <a:rPr lang="es-MX" altLang="en-US" sz="1800" b="1" dirty="0">
                          <a:solidFill>
                            <a:schemeClr val="bg1"/>
                          </a:solidFill>
                        </a:rPr>
                        <a:t>X</a:t>
                      </a:r>
                      <a:r>
                        <a:rPr lang="es-MX" altLang="en-US" sz="1800" b="1" baseline="-25000" dirty="0">
                          <a:solidFill>
                            <a:schemeClr val="bg1"/>
                          </a:solidFill>
                        </a:rPr>
                        <a:t>1</a:t>
                      </a:r>
                      <a:r>
                        <a:rPr lang="es-MX" altLang="en-US" sz="1800" b="1" dirty="0">
                          <a:solidFill>
                            <a:schemeClr val="bg1"/>
                          </a:solidFill>
                        </a:rPr>
                        <a:t>=23.4, x</a:t>
                      </a:r>
                      <a:r>
                        <a:rPr lang="es-MX" altLang="en-US" sz="1800" b="1" baseline="-25000" dirty="0">
                          <a:solidFill>
                            <a:schemeClr val="bg1"/>
                          </a:solidFill>
                        </a:rPr>
                        <a:t>2</a:t>
                      </a:r>
                      <a:r>
                        <a:rPr lang="es-MX" altLang="en-US" sz="1800" b="1" dirty="0">
                          <a:solidFill>
                            <a:schemeClr val="bg1"/>
                          </a:solidFill>
                          <a:sym typeface="Symbol" pitchFamily="18" charset="2"/>
                        </a:rPr>
                        <a:t>=8.8, Z=$1,376</a:t>
                      </a:r>
                      <a:endParaRPr lang="es-MX" b="1" dirty="0">
                        <a:solidFill>
                          <a:schemeClr val="bg1"/>
                        </a:solidFill>
                      </a:endParaRPr>
                    </a:p>
                  </a:txBody>
                  <a:tcPr anchor="b"/>
                </a:tc>
                <a:tc hMerge="1">
                  <a:txBody>
                    <a:bodyPr/>
                    <a:lstStyle/>
                    <a:p>
                      <a:endParaRPr lang="es-MX" dirty="0"/>
                    </a:p>
                  </a:txBody>
                  <a:tcPr/>
                </a:tc>
                <a:extLst>
                  <a:ext uri="{0D108BD9-81ED-4DB2-BD59-A6C34878D82A}">
                    <a16:rowId xmlns:a16="http://schemas.microsoft.com/office/drawing/2014/main" val="10004"/>
                  </a:ext>
                </a:extLst>
              </a:tr>
            </a:tbl>
          </a:graphicData>
        </a:graphic>
      </p:graphicFrame>
      <p:sp>
        <p:nvSpPr>
          <p:cNvPr id="7" name="Date Placeholder 6">
            <a:extLst>
              <a:ext uri="{FF2B5EF4-FFF2-40B4-BE49-F238E27FC236}">
                <a16:creationId xmlns:a16="http://schemas.microsoft.com/office/drawing/2014/main" id="{A44E1EBB-3A24-6021-6575-7179EDFD0FA9}"/>
              </a:ext>
            </a:extLst>
          </p:cNvPr>
          <p:cNvSpPr>
            <a:spLocks noGrp="1"/>
          </p:cNvSpPr>
          <p:nvPr>
            <p:ph type="dt" sz="half" idx="10"/>
          </p:nvPr>
        </p:nvSpPr>
        <p:spPr/>
        <p:txBody>
          <a:bodyPr/>
          <a:lstStyle/>
          <a:p>
            <a:endParaRPr lang="es-MX"/>
          </a:p>
        </p:txBody>
      </p:sp>
      <p:sp>
        <p:nvSpPr>
          <p:cNvPr id="8" name="Footer Placeholder 7">
            <a:extLst>
              <a:ext uri="{FF2B5EF4-FFF2-40B4-BE49-F238E27FC236}">
                <a16:creationId xmlns:a16="http://schemas.microsoft.com/office/drawing/2014/main" id="{B5EF5CF9-F460-43DC-3CB9-5D65CAF282F9}"/>
              </a:ext>
            </a:extLst>
          </p:cNvPr>
          <p:cNvSpPr>
            <a:spLocks noGrp="1"/>
          </p:cNvSpPr>
          <p:nvPr>
            <p:ph type="ftr" sz="quarter" idx="11"/>
          </p:nvPr>
        </p:nvSpPr>
        <p:spPr/>
        <p:txBody>
          <a:bodyPr/>
          <a:lstStyle/>
          <a:p>
            <a:r>
              <a:rPr lang="es-MX"/>
              <a:t>OPTIMIZACIÓN DE OPERACIONES</a:t>
            </a:r>
          </a:p>
        </p:txBody>
      </p:sp>
      <p:sp>
        <p:nvSpPr>
          <p:cNvPr id="9" name="Slide Number Placeholder 8">
            <a:extLst>
              <a:ext uri="{FF2B5EF4-FFF2-40B4-BE49-F238E27FC236}">
                <a16:creationId xmlns:a16="http://schemas.microsoft.com/office/drawing/2014/main" id="{55DB0753-141D-D73D-2942-A5DCFFBD00D0}"/>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43</a:t>
            </a:fld>
            <a:endParaRPr lang="es-MX"/>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es-MX" sz="3200" dirty="0"/>
              <a:t>Decisiones gerenciales</a:t>
            </a:r>
          </a:p>
        </p:txBody>
      </p:sp>
      <p:sp>
        <p:nvSpPr>
          <p:cNvPr id="4099" name="Rectangle 8"/>
          <p:cNvSpPr>
            <a:spLocks noGrp="1" noChangeArrowheads="1"/>
          </p:cNvSpPr>
          <p:nvPr>
            <p:ph idx="1"/>
          </p:nvPr>
        </p:nvSpPr>
        <p:spPr/>
        <p:txBody>
          <a:bodyPr>
            <a:normAutofit/>
          </a:bodyPr>
          <a:lstStyle/>
          <a:p>
            <a:pPr>
              <a:spcBef>
                <a:spcPct val="35000"/>
              </a:spcBef>
            </a:pPr>
            <a:r>
              <a:rPr lang="es-MX" sz="2600" dirty="0"/>
              <a:t>Si Beaver Creek pudiera incrementar sus recursos de mano de obra o de materia prima, ¿a cual debería darle prioridad?</a:t>
            </a:r>
          </a:p>
          <a:p>
            <a:pPr>
              <a:spcBef>
                <a:spcPct val="35000"/>
              </a:spcBef>
            </a:pPr>
            <a:r>
              <a:rPr lang="es-MX" sz="2600" dirty="0"/>
              <a:t>A partir de la información de precios duales se puede ver que cada hora adicional puede aportar un incremento de $16, mientras que un aumento en materia prima solo aporta $6. Por lo tanto se debe dar prioridad a un incremento en mano de obra.</a:t>
            </a:r>
          </a:p>
          <a:p>
            <a:pPr>
              <a:spcBef>
                <a:spcPct val="35000"/>
              </a:spcBef>
            </a:pPr>
            <a:endParaRPr lang="es-MX" sz="2600" dirty="0"/>
          </a:p>
        </p:txBody>
      </p:sp>
      <p:graphicFrame>
        <p:nvGraphicFramePr>
          <p:cNvPr id="4" name="Table 3"/>
          <p:cNvGraphicFramePr>
            <a:graphicFrameLocks noGrp="1"/>
          </p:cNvGraphicFramePr>
          <p:nvPr>
            <p:extLst>
              <p:ext uri="{D42A27DB-BD31-4B8C-83A1-F6EECF244321}">
                <p14:modId xmlns:p14="http://schemas.microsoft.com/office/powerpoint/2010/main" val="2374664866"/>
              </p:ext>
            </p:extLst>
          </p:nvPr>
        </p:nvGraphicFramePr>
        <p:xfrm>
          <a:off x="3223846" y="4578816"/>
          <a:ext cx="6096000" cy="1112520"/>
        </p:xfrm>
        <a:graphic>
          <a:graphicData uri="http://schemas.openxmlformats.org/drawingml/2006/table">
            <a:tbl>
              <a:tblPr firstRow="1" bandRow="1">
                <a:tableStyleId>{5C22544A-7EE6-4342-B048-85BDC9FD1C3A}</a:tableStyleId>
              </a:tblPr>
              <a:tblGrid>
                <a:gridCol w="88776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327920">
                  <a:extLst>
                    <a:ext uri="{9D8B030D-6E8A-4147-A177-3AD203B41FA5}">
                      <a16:colId xmlns:a16="http://schemas.microsoft.com/office/drawing/2014/main" val="20003"/>
                    </a:ext>
                  </a:extLst>
                </a:gridCol>
              </a:tblGrid>
              <a:tr h="370840">
                <a:tc gridSpan="2">
                  <a:txBody>
                    <a:bodyPr/>
                    <a:lstStyle/>
                    <a:p>
                      <a:pPr algn="ctr"/>
                      <a:r>
                        <a:rPr lang="es-MX" dirty="0"/>
                        <a:t>Mano de obra</a:t>
                      </a:r>
                    </a:p>
                  </a:txBody>
                  <a:tcPr/>
                </a:tc>
                <a:tc hMerge="1">
                  <a:txBody>
                    <a:bodyPr/>
                    <a:lstStyle/>
                    <a:p>
                      <a:endParaRPr lang="es-MX" dirty="0"/>
                    </a:p>
                  </a:txBody>
                  <a:tcPr/>
                </a:tc>
                <a:tc gridSpan="2">
                  <a:txBody>
                    <a:bodyPr/>
                    <a:lstStyle/>
                    <a:p>
                      <a:pPr algn="ctr"/>
                      <a:r>
                        <a:rPr lang="es-MX"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ctr"/>
                      <a:r>
                        <a:rPr lang="es-MX" dirty="0"/>
                        <a:t>Dual</a:t>
                      </a:r>
                    </a:p>
                  </a:txBody>
                  <a:tcPr/>
                </a:tc>
                <a:tc>
                  <a:txBody>
                    <a:bodyPr/>
                    <a:lstStyle/>
                    <a:p>
                      <a:pPr algn="ctr"/>
                      <a:r>
                        <a:rPr lang="es-MX" dirty="0"/>
                        <a:t>Rango</a:t>
                      </a:r>
                    </a:p>
                  </a:txBody>
                  <a:tcPr/>
                </a:tc>
                <a:tc>
                  <a:txBody>
                    <a:bodyPr/>
                    <a:lstStyle/>
                    <a:p>
                      <a:pPr algn="ctr"/>
                      <a:r>
                        <a:rPr lang="es-MX" dirty="0"/>
                        <a:t>Dual</a:t>
                      </a:r>
                    </a:p>
                  </a:txBody>
                  <a:tcPr/>
                </a:tc>
                <a:tc>
                  <a:txBody>
                    <a:bodyPr/>
                    <a:lstStyle/>
                    <a:p>
                      <a:pPr algn="ctr"/>
                      <a:r>
                        <a:rPr lang="es-MX" dirty="0"/>
                        <a:t>Rango</a:t>
                      </a:r>
                    </a:p>
                  </a:txBody>
                  <a:tcPr/>
                </a:tc>
                <a:extLst>
                  <a:ext uri="{0D108BD9-81ED-4DB2-BD59-A6C34878D82A}">
                    <a16:rowId xmlns:a16="http://schemas.microsoft.com/office/drawing/2014/main" val="10001"/>
                  </a:ext>
                </a:extLst>
              </a:tr>
              <a:tr h="370840">
                <a:tc>
                  <a:txBody>
                    <a:bodyPr/>
                    <a:lstStyle/>
                    <a:p>
                      <a:pPr algn="ctr"/>
                      <a:r>
                        <a:rPr lang="es-MX" dirty="0"/>
                        <a:t>$16</a:t>
                      </a:r>
                    </a:p>
                  </a:txBody>
                  <a:tcPr/>
                </a:tc>
                <a:tc>
                  <a:txBody>
                    <a:bodyPr/>
                    <a:lstStyle/>
                    <a:p>
                      <a:pPr algn="ctr"/>
                      <a:r>
                        <a:rPr lang="es-MX" dirty="0"/>
                        <a:t>30 hrs </a:t>
                      </a:r>
                      <a:r>
                        <a:rPr lang="es-MX" sz="1800" dirty="0">
                          <a:sym typeface="Symbol"/>
                        </a:rPr>
                        <a:t>≤ q</a:t>
                      </a:r>
                      <a:r>
                        <a:rPr lang="es-MX" sz="1800" baseline="-25000" dirty="0">
                          <a:sym typeface="Symbol"/>
                        </a:rPr>
                        <a:t>1 </a:t>
                      </a:r>
                      <a:r>
                        <a:rPr lang="es-MX" sz="1800" dirty="0">
                          <a:sym typeface="Symbol"/>
                        </a:rPr>
                        <a:t>≤ 80 hrs</a:t>
                      </a:r>
                      <a:endParaRPr lang="es-MX" dirty="0"/>
                    </a:p>
                  </a:txBody>
                  <a:tcPr/>
                </a:tc>
                <a:tc>
                  <a:txBody>
                    <a:bodyPr/>
                    <a:lstStyle/>
                    <a:p>
                      <a:pPr algn="ctr"/>
                      <a:r>
                        <a:rPr lang="es-MX" dirty="0"/>
                        <a:t>$6</a:t>
                      </a:r>
                    </a:p>
                  </a:txBody>
                  <a:tcPr/>
                </a:tc>
                <a:tc>
                  <a:txBody>
                    <a:bodyPr/>
                    <a:lstStyle/>
                    <a:p>
                      <a:pPr algn="ctr"/>
                      <a:r>
                        <a:rPr lang="es-MX" dirty="0"/>
                        <a:t>60 </a:t>
                      </a:r>
                      <a:r>
                        <a:rPr lang="es-MX" dirty="0" err="1"/>
                        <a:t>lbs</a:t>
                      </a:r>
                      <a:r>
                        <a:rPr lang="es-MX" dirty="0"/>
                        <a:t> </a:t>
                      </a:r>
                      <a:r>
                        <a:rPr lang="es-MX" sz="1800" dirty="0">
                          <a:sym typeface="Symbol"/>
                        </a:rPr>
                        <a:t>≤ q</a:t>
                      </a:r>
                      <a:r>
                        <a:rPr lang="es-MX" sz="1800" baseline="-25000" dirty="0">
                          <a:sym typeface="Symbol"/>
                        </a:rPr>
                        <a:t>2</a:t>
                      </a:r>
                      <a:r>
                        <a:rPr lang="es-MX" sz="1800" dirty="0">
                          <a:sym typeface="Symbol"/>
                        </a:rPr>
                        <a:t> ≤ 160 </a:t>
                      </a:r>
                      <a:r>
                        <a:rPr lang="es-MX" sz="1800" dirty="0" err="1">
                          <a:sym typeface="Symbol"/>
                        </a:rPr>
                        <a:t>lbs</a:t>
                      </a:r>
                      <a:endParaRPr lang="es-MX" dirty="0"/>
                    </a:p>
                  </a:txBody>
                  <a:tcPr/>
                </a:tc>
                <a:extLst>
                  <a:ext uri="{0D108BD9-81ED-4DB2-BD59-A6C34878D82A}">
                    <a16:rowId xmlns:a16="http://schemas.microsoft.com/office/drawing/2014/main" val="10002"/>
                  </a:ext>
                </a:extLst>
              </a:tr>
            </a:tbl>
          </a:graphicData>
        </a:graphic>
      </p:graphicFrame>
      <p:sp>
        <p:nvSpPr>
          <p:cNvPr id="6" name="Date Placeholder 5">
            <a:extLst>
              <a:ext uri="{FF2B5EF4-FFF2-40B4-BE49-F238E27FC236}">
                <a16:creationId xmlns:a16="http://schemas.microsoft.com/office/drawing/2014/main" id="{B0B83169-8BA0-7B57-7760-BA54DB660DAF}"/>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16852791-8D81-AA12-3583-E0B39896A74B}"/>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E0A40F8C-ECF3-CC8F-BC4A-E1DB7BF29B28}"/>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44</a:t>
            </a:fld>
            <a:endParaRPr lang="es-MX"/>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500"/>
                                        <p:tgtEl>
                                          <p:spTgt spid="40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es-MX" sz="3200" dirty="0"/>
              <a:t>Decisiones gerenciales</a:t>
            </a:r>
          </a:p>
        </p:txBody>
      </p:sp>
      <p:sp>
        <p:nvSpPr>
          <p:cNvPr id="4099" name="Rectangle 8"/>
          <p:cNvSpPr>
            <a:spLocks noGrp="1" noChangeArrowheads="1"/>
          </p:cNvSpPr>
          <p:nvPr>
            <p:ph idx="1"/>
          </p:nvPr>
        </p:nvSpPr>
        <p:spPr/>
        <p:txBody>
          <a:bodyPr>
            <a:normAutofit/>
          </a:bodyPr>
          <a:lstStyle/>
          <a:p>
            <a:pPr marL="0" indent="0">
              <a:spcBef>
                <a:spcPct val="35000"/>
              </a:spcBef>
              <a:buNone/>
            </a:pPr>
            <a:r>
              <a:rPr lang="es-MX" sz="2600" dirty="0"/>
              <a:t>Se sugiere incrementar la cantidad de mano de obra a un costo de $18 por hora, y de materia prima a un costo de $5 por libra. ¿Es esto recomendable?</a:t>
            </a:r>
          </a:p>
          <a:p>
            <a:pPr marL="0" indent="0">
              <a:spcBef>
                <a:spcPct val="35000"/>
              </a:spcBef>
              <a:buNone/>
            </a:pPr>
            <a:r>
              <a:rPr lang="es-MX" sz="2600" dirty="0"/>
              <a:t>Para mano de obra 16-18= -$2</a:t>
            </a:r>
          </a:p>
          <a:p>
            <a:pPr marL="0" indent="0">
              <a:spcBef>
                <a:spcPct val="35000"/>
              </a:spcBef>
              <a:buNone/>
            </a:pPr>
            <a:r>
              <a:rPr lang="es-MX" sz="2600" dirty="0"/>
              <a:t>Para materia prima 6-5= $1</a:t>
            </a:r>
          </a:p>
          <a:p>
            <a:pPr marL="0" indent="0">
              <a:spcBef>
                <a:spcPct val="35000"/>
              </a:spcBef>
              <a:buNone/>
            </a:pPr>
            <a:r>
              <a:rPr lang="es-MX" sz="2600" dirty="0"/>
              <a:t>Por lo tanto sólo se debe considerar el incremento en materia prima.</a:t>
            </a:r>
          </a:p>
          <a:p>
            <a:pPr>
              <a:spcBef>
                <a:spcPct val="35000"/>
              </a:spcBef>
            </a:pPr>
            <a:endParaRPr lang="es-MX" sz="2600" dirty="0"/>
          </a:p>
        </p:txBody>
      </p:sp>
      <p:graphicFrame>
        <p:nvGraphicFramePr>
          <p:cNvPr id="4" name="Table 3"/>
          <p:cNvGraphicFramePr>
            <a:graphicFrameLocks noGrp="1"/>
          </p:cNvGraphicFramePr>
          <p:nvPr>
            <p:extLst>
              <p:ext uri="{D42A27DB-BD31-4B8C-83A1-F6EECF244321}">
                <p14:modId xmlns:p14="http://schemas.microsoft.com/office/powerpoint/2010/main" val="2527643062"/>
              </p:ext>
            </p:extLst>
          </p:nvPr>
        </p:nvGraphicFramePr>
        <p:xfrm>
          <a:off x="3114675" y="4778109"/>
          <a:ext cx="6096000" cy="1112520"/>
        </p:xfrm>
        <a:graphic>
          <a:graphicData uri="http://schemas.openxmlformats.org/drawingml/2006/table">
            <a:tbl>
              <a:tblPr firstRow="1" bandRow="1">
                <a:tableStyleId>{5C22544A-7EE6-4342-B048-85BDC9FD1C3A}</a:tableStyleId>
              </a:tblPr>
              <a:tblGrid>
                <a:gridCol w="88776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327920">
                  <a:extLst>
                    <a:ext uri="{9D8B030D-6E8A-4147-A177-3AD203B41FA5}">
                      <a16:colId xmlns:a16="http://schemas.microsoft.com/office/drawing/2014/main" val="20003"/>
                    </a:ext>
                  </a:extLst>
                </a:gridCol>
              </a:tblGrid>
              <a:tr h="370840">
                <a:tc gridSpan="2">
                  <a:txBody>
                    <a:bodyPr/>
                    <a:lstStyle/>
                    <a:p>
                      <a:pPr algn="ctr"/>
                      <a:r>
                        <a:rPr lang="es-MX" dirty="0"/>
                        <a:t>Mano de obra</a:t>
                      </a:r>
                    </a:p>
                  </a:txBody>
                  <a:tcPr/>
                </a:tc>
                <a:tc hMerge="1">
                  <a:txBody>
                    <a:bodyPr/>
                    <a:lstStyle/>
                    <a:p>
                      <a:endParaRPr lang="es-MX" dirty="0"/>
                    </a:p>
                  </a:txBody>
                  <a:tcPr/>
                </a:tc>
                <a:tc gridSpan="2">
                  <a:txBody>
                    <a:bodyPr/>
                    <a:lstStyle/>
                    <a:p>
                      <a:pPr algn="ctr"/>
                      <a:r>
                        <a:rPr lang="es-MX"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ctr"/>
                      <a:r>
                        <a:rPr lang="es-MX" dirty="0"/>
                        <a:t>Dual</a:t>
                      </a:r>
                    </a:p>
                  </a:txBody>
                  <a:tcPr/>
                </a:tc>
                <a:tc>
                  <a:txBody>
                    <a:bodyPr/>
                    <a:lstStyle/>
                    <a:p>
                      <a:pPr algn="ctr"/>
                      <a:r>
                        <a:rPr lang="es-MX" dirty="0"/>
                        <a:t>Rango</a:t>
                      </a:r>
                    </a:p>
                  </a:txBody>
                  <a:tcPr/>
                </a:tc>
                <a:tc>
                  <a:txBody>
                    <a:bodyPr/>
                    <a:lstStyle/>
                    <a:p>
                      <a:pPr algn="ctr"/>
                      <a:r>
                        <a:rPr lang="es-MX" dirty="0"/>
                        <a:t>Dual</a:t>
                      </a:r>
                    </a:p>
                  </a:txBody>
                  <a:tcPr/>
                </a:tc>
                <a:tc>
                  <a:txBody>
                    <a:bodyPr/>
                    <a:lstStyle/>
                    <a:p>
                      <a:pPr algn="ctr"/>
                      <a:r>
                        <a:rPr lang="es-MX" dirty="0"/>
                        <a:t>Rango</a:t>
                      </a:r>
                    </a:p>
                  </a:txBody>
                  <a:tcPr/>
                </a:tc>
                <a:extLst>
                  <a:ext uri="{0D108BD9-81ED-4DB2-BD59-A6C34878D82A}">
                    <a16:rowId xmlns:a16="http://schemas.microsoft.com/office/drawing/2014/main" val="10001"/>
                  </a:ext>
                </a:extLst>
              </a:tr>
              <a:tr h="370840">
                <a:tc>
                  <a:txBody>
                    <a:bodyPr/>
                    <a:lstStyle/>
                    <a:p>
                      <a:pPr algn="ctr"/>
                      <a:r>
                        <a:rPr lang="es-MX" dirty="0"/>
                        <a:t>$16</a:t>
                      </a:r>
                    </a:p>
                  </a:txBody>
                  <a:tcPr/>
                </a:tc>
                <a:tc>
                  <a:txBody>
                    <a:bodyPr/>
                    <a:lstStyle/>
                    <a:p>
                      <a:pPr algn="ctr"/>
                      <a:r>
                        <a:rPr lang="es-MX" dirty="0"/>
                        <a:t>30 hrs </a:t>
                      </a:r>
                      <a:r>
                        <a:rPr lang="es-MX" sz="1800" dirty="0">
                          <a:sym typeface="Symbol"/>
                        </a:rPr>
                        <a:t>≤ q</a:t>
                      </a:r>
                      <a:r>
                        <a:rPr lang="es-MX" sz="1800" baseline="-25000" dirty="0">
                          <a:sym typeface="Symbol"/>
                        </a:rPr>
                        <a:t>1 </a:t>
                      </a:r>
                      <a:r>
                        <a:rPr lang="es-MX" sz="1800" dirty="0">
                          <a:sym typeface="Symbol"/>
                        </a:rPr>
                        <a:t>≤ 80 hrs</a:t>
                      </a:r>
                      <a:endParaRPr lang="es-MX" dirty="0"/>
                    </a:p>
                  </a:txBody>
                  <a:tcPr/>
                </a:tc>
                <a:tc>
                  <a:txBody>
                    <a:bodyPr/>
                    <a:lstStyle/>
                    <a:p>
                      <a:pPr algn="ctr"/>
                      <a:r>
                        <a:rPr lang="es-MX" dirty="0"/>
                        <a:t>$6</a:t>
                      </a:r>
                    </a:p>
                  </a:txBody>
                  <a:tcPr/>
                </a:tc>
                <a:tc>
                  <a:txBody>
                    <a:bodyPr/>
                    <a:lstStyle/>
                    <a:p>
                      <a:pPr algn="ctr"/>
                      <a:r>
                        <a:rPr lang="es-MX" dirty="0"/>
                        <a:t>60 </a:t>
                      </a:r>
                      <a:r>
                        <a:rPr lang="es-MX" dirty="0" err="1"/>
                        <a:t>lbs</a:t>
                      </a:r>
                      <a:r>
                        <a:rPr lang="es-MX" dirty="0"/>
                        <a:t> </a:t>
                      </a:r>
                      <a:r>
                        <a:rPr lang="es-MX" sz="1800" dirty="0">
                          <a:sym typeface="Symbol"/>
                        </a:rPr>
                        <a:t>≤ q</a:t>
                      </a:r>
                      <a:r>
                        <a:rPr lang="es-MX" sz="1800" baseline="-25000" dirty="0">
                          <a:sym typeface="Symbol"/>
                        </a:rPr>
                        <a:t>2</a:t>
                      </a:r>
                      <a:r>
                        <a:rPr lang="es-MX" sz="1800" dirty="0">
                          <a:sym typeface="Symbol"/>
                        </a:rPr>
                        <a:t> ≤ 160 </a:t>
                      </a:r>
                      <a:r>
                        <a:rPr lang="es-MX" sz="1800" dirty="0" err="1">
                          <a:sym typeface="Symbol"/>
                        </a:rPr>
                        <a:t>lbs</a:t>
                      </a:r>
                      <a:endParaRPr lang="es-MX" dirty="0"/>
                    </a:p>
                  </a:txBody>
                  <a:tcPr/>
                </a:tc>
                <a:extLst>
                  <a:ext uri="{0D108BD9-81ED-4DB2-BD59-A6C34878D82A}">
                    <a16:rowId xmlns:a16="http://schemas.microsoft.com/office/drawing/2014/main" val="10002"/>
                  </a:ext>
                </a:extLst>
              </a:tr>
            </a:tbl>
          </a:graphicData>
        </a:graphic>
      </p:graphicFrame>
      <p:sp>
        <p:nvSpPr>
          <p:cNvPr id="6" name="Date Placeholder 5">
            <a:extLst>
              <a:ext uri="{FF2B5EF4-FFF2-40B4-BE49-F238E27FC236}">
                <a16:creationId xmlns:a16="http://schemas.microsoft.com/office/drawing/2014/main" id="{A51DD602-AE88-F4CC-8E23-C415036AD396}"/>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495FF598-0360-4670-BEA5-9ED77BDBE776}"/>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85B3258E-44CE-A742-8A0E-714EEEDC6824}"/>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45</a:t>
            </a:fld>
            <a:endParaRPr lang="es-MX"/>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500"/>
                                        <p:tgtEl>
                                          <p:spTgt spid="40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2" dur="500"/>
                                        <p:tgtEl>
                                          <p:spTgt spid="40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animEffect transition="in" filter="blinds(horizontal)">
                                      <p:cBhvr>
                                        <p:cTn id="17" dur="500"/>
                                        <p:tgtEl>
                                          <p:spTgt spid="4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es-MX" sz="3200" dirty="0"/>
              <a:t>Decisiones gerenciales</a:t>
            </a:r>
          </a:p>
        </p:txBody>
      </p:sp>
      <p:sp>
        <p:nvSpPr>
          <p:cNvPr id="4099" name="Rectangle 8"/>
          <p:cNvSpPr>
            <a:spLocks noGrp="1" noChangeArrowheads="1"/>
          </p:cNvSpPr>
          <p:nvPr>
            <p:ph idx="1"/>
          </p:nvPr>
        </p:nvSpPr>
        <p:spPr/>
        <p:txBody>
          <a:bodyPr>
            <a:normAutofit/>
          </a:bodyPr>
          <a:lstStyle/>
          <a:p>
            <a:pPr marL="0" indent="0">
              <a:spcBef>
                <a:spcPct val="35000"/>
              </a:spcBef>
              <a:buNone/>
            </a:pPr>
            <a:r>
              <a:rPr lang="es-MX" sz="2600" dirty="0"/>
              <a:t>Si la cantidad de mano de obra se incrementa de 40 a 55 hrs ¿cuál sería el impacto en la ganancia óptima?</a:t>
            </a:r>
          </a:p>
          <a:p>
            <a:pPr marL="0" indent="0">
              <a:spcBef>
                <a:spcPct val="35000"/>
              </a:spcBef>
              <a:buNone/>
            </a:pPr>
            <a:r>
              <a:rPr lang="es-MX" sz="2600" dirty="0"/>
              <a:t>El incremento está dentro del rango de factibilidad, de modo que aplica el dual de $16.</a:t>
            </a:r>
          </a:p>
          <a:p>
            <a:pPr lvl="1">
              <a:spcBef>
                <a:spcPct val="35000"/>
              </a:spcBef>
            </a:pPr>
            <a:r>
              <a:rPr lang="es-MX" sz="2200" dirty="0"/>
              <a:t>Por lo tanto el incremento en sería de $16*(55-40)=$240</a:t>
            </a:r>
          </a:p>
          <a:p>
            <a:pPr lvl="1">
              <a:spcBef>
                <a:spcPct val="35000"/>
              </a:spcBef>
            </a:pPr>
            <a:r>
              <a:rPr lang="es-MX" sz="2200" dirty="0"/>
              <a:t>La utilidad final sería de $1,360 + 240 = $1,600</a:t>
            </a:r>
          </a:p>
          <a:p>
            <a:pPr>
              <a:spcBef>
                <a:spcPct val="35000"/>
              </a:spcBef>
            </a:pPr>
            <a:endParaRPr lang="es-MX" sz="2600" dirty="0"/>
          </a:p>
        </p:txBody>
      </p:sp>
      <p:graphicFrame>
        <p:nvGraphicFramePr>
          <p:cNvPr id="4" name="Table 3"/>
          <p:cNvGraphicFramePr>
            <a:graphicFrameLocks noGrp="1"/>
          </p:cNvGraphicFramePr>
          <p:nvPr>
            <p:extLst>
              <p:ext uri="{D42A27DB-BD31-4B8C-83A1-F6EECF244321}">
                <p14:modId xmlns:p14="http://schemas.microsoft.com/office/powerpoint/2010/main" val="3601381424"/>
              </p:ext>
            </p:extLst>
          </p:nvPr>
        </p:nvGraphicFramePr>
        <p:xfrm>
          <a:off x="3048000" y="4883616"/>
          <a:ext cx="6096000" cy="1112520"/>
        </p:xfrm>
        <a:graphic>
          <a:graphicData uri="http://schemas.openxmlformats.org/drawingml/2006/table">
            <a:tbl>
              <a:tblPr firstRow="1" bandRow="1">
                <a:tableStyleId>{5C22544A-7EE6-4342-B048-85BDC9FD1C3A}</a:tableStyleId>
              </a:tblPr>
              <a:tblGrid>
                <a:gridCol w="88776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327920">
                  <a:extLst>
                    <a:ext uri="{9D8B030D-6E8A-4147-A177-3AD203B41FA5}">
                      <a16:colId xmlns:a16="http://schemas.microsoft.com/office/drawing/2014/main" val="20003"/>
                    </a:ext>
                  </a:extLst>
                </a:gridCol>
              </a:tblGrid>
              <a:tr h="370840">
                <a:tc gridSpan="2">
                  <a:txBody>
                    <a:bodyPr/>
                    <a:lstStyle/>
                    <a:p>
                      <a:pPr algn="ctr"/>
                      <a:r>
                        <a:rPr lang="es-MX" dirty="0"/>
                        <a:t>Mano de obra</a:t>
                      </a:r>
                    </a:p>
                  </a:txBody>
                  <a:tcPr/>
                </a:tc>
                <a:tc hMerge="1">
                  <a:txBody>
                    <a:bodyPr/>
                    <a:lstStyle/>
                    <a:p>
                      <a:endParaRPr lang="es-MX" dirty="0"/>
                    </a:p>
                  </a:txBody>
                  <a:tcPr/>
                </a:tc>
                <a:tc gridSpan="2">
                  <a:txBody>
                    <a:bodyPr/>
                    <a:lstStyle/>
                    <a:p>
                      <a:pPr algn="ctr"/>
                      <a:r>
                        <a:rPr lang="es-MX"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ctr"/>
                      <a:r>
                        <a:rPr lang="es-MX" dirty="0"/>
                        <a:t>Dual</a:t>
                      </a:r>
                    </a:p>
                  </a:txBody>
                  <a:tcPr/>
                </a:tc>
                <a:tc>
                  <a:txBody>
                    <a:bodyPr/>
                    <a:lstStyle/>
                    <a:p>
                      <a:pPr algn="ctr"/>
                      <a:r>
                        <a:rPr lang="es-MX" dirty="0"/>
                        <a:t>Rango</a:t>
                      </a:r>
                    </a:p>
                  </a:txBody>
                  <a:tcPr/>
                </a:tc>
                <a:tc>
                  <a:txBody>
                    <a:bodyPr/>
                    <a:lstStyle/>
                    <a:p>
                      <a:pPr algn="ctr"/>
                      <a:r>
                        <a:rPr lang="es-MX" dirty="0"/>
                        <a:t>Dual</a:t>
                      </a:r>
                    </a:p>
                  </a:txBody>
                  <a:tcPr/>
                </a:tc>
                <a:tc>
                  <a:txBody>
                    <a:bodyPr/>
                    <a:lstStyle/>
                    <a:p>
                      <a:pPr algn="ctr"/>
                      <a:r>
                        <a:rPr lang="es-MX" dirty="0"/>
                        <a:t>Rango</a:t>
                      </a:r>
                    </a:p>
                  </a:txBody>
                  <a:tcPr/>
                </a:tc>
                <a:extLst>
                  <a:ext uri="{0D108BD9-81ED-4DB2-BD59-A6C34878D82A}">
                    <a16:rowId xmlns:a16="http://schemas.microsoft.com/office/drawing/2014/main" val="10001"/>
                  </a:ext>
                </a:extLst>
              </a:tr>
              <a:tr h="370840">
                <a:tc>
                  <a:txBody>
                    <a:bodyPr/>
                    <a:lstStyle/>
                    <a:p>
                      <a:pPr algn="ctr"/>
                      <a:r>
                        <a:rPr lang="es-MX" dirty="0"/>
                        <a:t>$16</a:t>
                      </a:r>
                    </a:p>
                  </a:txBody>
                  <a:tcPr/>
                </a:tc>
                <a:tc>
                  <a:txBody>
                    <a:bodyPr/>
                    <a:lstStyle/>
                    <a:p>
                      <a:pPr algn="ctr"/>
                      <a:r>
                        <a:rPr lang="es-MX" dirty="0"/>
                        <a:t>30 hrs </a:t>
                      </a:r>
                      <a:r>
                        <a:rPr lang="es-MX" sz="1800" dirty="0">
                          <a:sym typeface="Symbol"/>
                        </a:rPr>
                        <a:t>≤ q</a:t>
                      </a:r>
                      <a:r>
                        <a:rPr lang="es-MX" sz="1800" baseline="-25000" dirty="0">
                          <a:sym typeface="Symbol"/>
                        </a:rPr>
                        <a:t>1 </a:t>
                      </a:r>
                      <a:r>
                        <a:rPr lang="es-MX" sz="1800" dirty="0">
                          <a:sym typeface="Symbol"/>
                        </a:rPr>
                        <a:t>≤ 80 hrs</a:t>
                      </a:r>
                      <a:endParaRPr lang="es-MX" dirty="0"/>
                    </a:p>
                  </a:txBody>
                  <a:tcPr/>
                </a:tc>
                <a:tc>
                  <a:txBody>
                    <a:bodyPr/>
                    <a:lstStyle/>
                    <a:p>
                      <a:pPr algn="ctr"/>
                      <a:r>
                        <a:rPr lang="es-MX" dirty="0"/>
                        <a:t>$6</a:t>
                      </a:r>
                    </a:p>
                  </a:txBody>
                  <a:tcPr/>
                </a:tc>
                <a:tc>
                  <a:txBody>
                    <a:bodyPr/>
                    <a:lstStyle/>
                    <a:p>
                      <a:pPr algn="ctr"/>
                      <a:r>
                        <a:rPr lang="es-MX" dirty="0"/>
                        <a:t>60 </a:t>
                      </a:r>
                      <a:r>
                        <a:rPr lang="es-MX" dirty="0" err="1"/>
                        <a:t>lbs</a:t>
                      </a:r>
                      <a:r>
                        <a:rPr lang="es-MX" dirty="0"/>
                        <a:t> </a:t>
                      </a:r>
                      <a:r>
                        <a:rPr lang="es-MX" sz="1800" dirty="0">
                          <a:sym typeface="Symbol"/>
                        </a:rPr>
                        <a:t>≤ q</a:t>
                      </a:r>
                      <a:r>
                        <a:rPr lang="es-MX" sz="1800" baseline="-25000" dirty="0">
                          <a:sym typeface="Symbol"/>
                        </a:rPr>
                        <a:t>2</a:t>
                      </a:r>
                      <a:r>
                        <a:rPr lang="es-MX" sz="1800" dirty="0">
                          <a:sym typeface="Symbol"/>
                        </a:rPr>
                        <a:t> ≤ 160 </a:t>
                      </a:r>
                      <a:r>
                        <a:rPr lang="es-MX" sz="1800" dirty="0" err="1">
                          <a:sym typeface="Symbol"/>
                        </a:rPr>
                        <a:t>lbs</a:t>
                      </a:r>
                      <a:endParaRPr lang="es-MX" dirty="0"/>
                    </a:p>
                  </a:txBody>
                  <a:tcPr/>
                </a:tc>
                <a:extLst>
                  <a:ext uri="{0D108BD9-81ED-4DB2-BD59-A6C34878D82A}">
                    <a16:rowId xmlns:a16="http://schemas.microsoft.com/office/drawing/2014/main" val="10002"/>
                  </a:ext>
                </a:extLst>
              </a:tr>
            </a:tbl>
          </a:graphicData>
        </a:graphic>
      </p:graphicFrame>
      <p:sp>
        <p:nvSpPr>
          <p:cNvPr id="6" name="Date Placeholder 5">
            <a:extLst>
              <a:ext uri="{FF2B5EF4-FFF2-40B4-BE49-F238E27FC236}">
                <a16:creationId xmlns:a16="http://schemas.microsoft.com/office/drawing/2014/main" id="{491EE242-880D-1B32-7923-A007825C290D}"/>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58DEB56B-DA28-A301-3E29-454A9C3CC4E7}"/>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A39AE0EE-CF7A-81C5-8CAA-96F91E941474}"/>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46</a:t>
            </a:fld>
            <a:endParaRPr lang="es-MX"/>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500"/>
                                        <p:tgtEl>
                                          <p:spTgt spid="40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2" dur="500"/>
                                        <p:tgtEl>
                                          <p:spTgt spid="40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animEffect transition="in" filter="blinds(horizontal)">
                                      <p:cBhvr>
                                        <p:cTn id="17" dur="500"/>
                                        <p:tgtEl>
                                          <p:spTgt spid="4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es-MX" sz="3200" dirty="0"/>
              <a:t>Decisiones gerenciales</a:t>
            </a:r>
          </a:p>
        </p:txBody>
      </p:sp>
      <p:sp>
        <p:nvSpPr>
          <p:cNvPr id="4099" name="Rectangle 8"/>
          <p:cNvSpPr>
            <a:spLocks noGrp="1" noChangeArrowheads="1"/>
          </p:cNvSpPr>
          <p:nvPr>
            <p:ph idx="1"/>
          </p:nvPr>
        </p:nvSpPr>
        <p:spPr/>
        <p:txBody>
          <a:bodyPr>
            <a:normAutofit/>
          </a:bodyPr>
          <a:lstStyle/>
          <a:p>
            <a:pPr marL="0" indent="0">
              <a:spcBef>
                <a:spcPct val="35000"/>
              </a:spcBef>
              <a:buNone/>
            </a:pPr>
            <a:r>
              <a:rPr lang="es-MX" sz="2600" dirty="0"/>
              <a:t>Suponga que la disponibilidad de materia prima se incrementa a 170 lbs. ¿Cómo afectaría esto la ganancia óptima?</a:t>
            </a:r>
          </a:p>
          <a:p>
            <a:pPr marL="0" indent="0">
              <a:spcBef>
                <a:spcPct val="35000"/>
              </a:spcBef>
              <a:buNone/>
            </a:pPr>
            <a:r>
              <a:rPr lang="es-MX" sz="2600" dirty="0"/>
              <a:t>El incremento se ubica fuera del rango de factibilidad, por lo tanto no es posible sacar conclusiones de manera inmediata acerca del incremento de 50 lbs. </a:t>
            </a:r>
          </a:p>
          <a:p>
            <a:pPr marL="0" indent="0">
              <a:spcBef>
                <a:spcPct val="35000"/>
              </a:spcBef>
              <a:buNone/>
            </a:pPr>
            <a:r>
              <a:rPr lang="es-MX" sz="2600" dirty="0"/>
              <a:t>Sería necesario hacer más cálculos.</a:t>
            </a:r>
            <a:endParaRPr lang="es-MX" sz="2200" dirty="0"/>
          </a:p>
        </p:txBody>
      </p:sp>
      <p:graphicFrame>
        <p:nvGraphicFramePr>
          <p:cNvPr id="4" name="Table 3"/>
          <p:cNvGraphicFramePr>
            <a:graphicFrameLocks noGrp="1"/>
          </p:cNvGraphicFramePr>
          <p:nvPr>
            <p:extLst>
              <p:ext uri="{D42A27DB-BD31-4B8C-83A1-F6EECF244321}">
                <p14:modId xmlns:p14="http://schemas.microsoft.com/office/powerpoint/2010/main" val="1451297102"/>
              </p:ext>
            </p:extLst>
          </p:nvPr>
        </p:nvGraphicFramePr>
        <p:xfrm>
          <a:off x="3048000" y="4778108"/>
          <a:ext cx="6096000" cy="1112520"/>
        </p:xfrm>
        <a:graphic>
          <a:graphicData uri="http://schemas.openxmlformats.org/drawingml/2006/table">
            <a:tbl>
              <a:tblPr firstRow="1" bandRow="1">
                <a:tableStyleId>{5C22544A-7EE6-4342-B048-85BDC9FD1C3A}</a:tableStyleId>
              </a:tblPr>
              <a:tblGrid>
                <a:gridCol w="88776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327920">
                  <a:extLst>
                    <a:ext uri="{9D8B030D-6E8A-4147-A177-3AD203B41FA5}">
                      <a16:colId xmlns:a16="http://schemas.microsoft.com/office/drawing/2014/main" val="20003"/>
                    </a:ext>
                  </a:extLst>
                </a:gridCol>
              </a:tblGrid>
              <a:tr h="370840">
                <a:tc gridSpan="2">
                  <a:txBody>
                    <a:bodyPr/>
                    <a:lstStyle/>
                    <a:p>
                      <a:pPr algn="ctr"/>
                      <a:r>
                        <a:rPr lang="es-MX" dirty="0"/>
                        <a:t>Mano de obra</a:t>
                      </a:r>
                    </a:p>
                  </a:txBody>
                  <a:tcPr/>
                </a:tc>
                <a:tc hMerge="1">
                  <a:txBody>
                    <a:bodyPr/>
                    <a:lstStyle/>
                    <a:p>
                      <a:endParaRPr lang="es-MX" dirty="0"/>
                    </a:p>
                  </a:txBody>
                  <a:tcPr/>
                </a:tc>
                <a:tc gridSpan="2">
                  <a:txBody>
                    <a:bodyPr/>
                    <a:lstStyle/>
                    <a:p>
                      <a:pPr algn="ctr"/>
                      <a:r>
                        <a:rPr lang="es-MX"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ctr"/>
                      <a:r>
                        <a:rPr lang="es-MX" dirty="0"/>
                        <a:t>Dual</a:t>
                      </a:r>
                    </a:p>
                  </a:txBody>
                  <a:tcPr/>
                </a:tc>
                <a:tc>
                  <a:txBody>
                    <a:bodyPr/>
                    <a:lstStyle/>
                    <a:p>
                      <a:pPr algn="ctr"/>
                      <a:r>
                        <a:rPr lang="es-MX" dirty="0"/>
                        <a:t>Rango</a:t>
                      </a:r>
                    </a:p>
                  </a:txBody>
                  <a:tcPr/>
                </a:tc>
                <a:tc>
                  <a:txBody>
                    <a:bodyPr/>
                    <a:lstStyle/>
                    <a:p>
                      <a:pPr algn="ctr"/>
                      <a:r>
                        <a:rPr lang="es-MX" dirty="0"/>
                        <a:t>Dual</a:t>
                      </a:r>
                    </a:p>
                  </a:txBody>
                  <a:tcPr/>
                </a:tc>
                <a:tc>
                  <a:txBody>
                    <a:bodyPr/>
                    <a:lstStyle/>
                    <a:p>
                      <a:pPr algn="ctr"/>
                      <a:r>
                        <a:rPr lang="es-MX" dirty="0"/>
                        <a:t>Rango</a:t>
                      </a:r>
                    </a:p>
                  </a:txBody>
                  <a:tcPr/>
                </a:tc>
                <a:extLst>
                  <a:ext uri="{0D108BD9-81ED-4DB2-BD59-A6C34878D82A}">
                    <a16:rowId xmlns:a16="http://schemas.microsoft.com/office/drawing/2014/main" val="10001"/>
                  </a:ext>
                </a:extLst>
              </a:tr>
              <a:tr h="370840">
                <a:tc>
                  <a:txBody>
                    <a:bodyPr/>
                    <a:lstStyle/>
                    <a:p>
                      <a:pPr algn="ctr"/>
                      <a:r>
                        <a:rPr lang="es-MX" dirty="0"/>
                        <a:t>$16</a:t>
                      </a:r>
                    </a:p>
                  </a:txBody>
                  <a:tcPr/>
                </a:tc>
                <a:tc>
                  <a:txBody>
                    <a:bodyPr/>
                    <a:lstStyle/>
                    <a:p>
                      <a:pPr algn="ctr"/>
                      <a:r>
                        <a:rPr lang="es-MX" dirty="0"/>
                        <a:t>30 hrs </a:t>
                      </a:r>
                      <a:r>
                        <a:rPr lang="es-MX" sz="1800" dirty="0">
                          <a:sym typeface="Symbol"/>
                        </a:rPr>
                        <a:t>≤ q</a:t>
                      </a:r>
                      <a:r>
                        <a:rPr lang="es-MX" sz="1800" baseline="-25000" dirty="0">
                          <a:sym typeface="Symbol"/>
                        </a:rPr>
                        <a:t>1 </a:t>
                      </a:r>
                      <a:r>
                        <a:rPr lang="es-MX" sz="1800" dirty="0">
                          <a:sym typeface="Symbol"/>
                        </a:rPr>
                        <a:t>≤ 80 hrs</a:t>
                      </a:r>
                      <a:endParaRPr lang="es-MX" dirty="0"/>
                    </a:p>
                  </a:txBody>
                  <a:tcPr/>
                </a:tc>
                <a:tc>
                  <a:txBody>
                    <a:bodyPr/>
                    <a:lstStyle/>
                    <a:p>
                      <a:pPr algn="ctr"/>
                      <a:r>
                        <a:rPr lang="es-MX" dirty="0"/>
                        <a:t>$6</a:t>
                      </a:r>
                    </a:p>
                  </a:txBody>
                  <a:tcPr/>
                </a:tc>
                <a:tc>
                  <a:txBody>
                    <a:bodyPr/>
                    <a:lstStyle/>
                    <a:p>
                      <a:pPr algn="ctr"/>
                      <a:r>
                        <a:rPr lang="es-MX" dirty="0"/>
                        <a:t>60 </a:t>
                      </a:r>
                      <a:r>
                        <a:rPr lang="es-MX" dirty="0" err="1"/>
                        <a:t>lbs</a:t>
                      </a:r>
                      <a:r>
                        <a:rPr lang="es-MX" dirty="0"/>
                        <a:t> </a:t>
                      </a:r>
                      <a:r>
                        <a:rPr lang="es-MX" sz="1800" dirty="0">
                          <a:sym typeface="Symbol"/>
                        </a:rPr>
                        <a:t>≤ q</a:t>
                      </a:r>
                      <a:r>
                        <a:rPr lang="es-MX" sz="1800" baseline="-25000" dirty="0">
                          <a:sym typeface="Symbol"/>
                        </a:rPr>
                        <a:t>2</a:t>
                      </a:r>
                      <a:r>
                        <a:rPr lang="es-MX" sz="1800" dirty="0">
                          <a:sym typeface="Symbol"/>
                        </a:rPr>
                        <a:t> ≤ 160 </a:t>
                      </a:r>
                      <a:r>
                        <a:rPr lang="es-MX" sz="1800" dirty="0" err="1">
                          <a:sym typeface="Symbol"/>
                        </a:rPr>
                        <a:t>lbs</a:t>
                      </a:r>
                      <a:endParaRPr lang="es-MX" dirty="0"/>
                    </a:p>
                  </a:txBody>
                  <a:tcPr/>
                </a:tc>
                <a:extLst>
                  <a:ext uri="{0D108BD9-81ED-4DB2-BD59-A6C34878D82A}">
                    <a16:rowId xmlns:a16="http://schemas.microsoft.com/office/drawing/2014/main" val="10002"/>
                  </a:ext>
                </a:extLst>
              </a:tr>
            </a:tbl>
          </a:graphicData>
        </a:graphic>
      </p:graphicFrame>
      <p:sp>
        <p:nvSpPr>
          <p:cNvPr id="6" name="Date Placeholder 5">
            <a:extLst>
              <a:ext uri="{FF2B5EF4-FFF2-40B4-BE49-F238E27FC236}">
                <a16:creationId xmlns:a16="http://schemas.microsoft.com/office/drawing/2014/main" id="{3450B437-7FC6-66C0-13C7-41F3722B3DA7}"/>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66FA25F4-F9AD-6EF7-DF8C-7CAF8409D5A7}"/>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238C1EF8-F0AA-30AB-18B1-563490EAAA03}"/>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47</a:t>
            </a:fld>
            <a:endParaRPr lang="es-MX"/>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500"/>
                                        <p:tgtEl>
                                          <p:spTgt spid="40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2" dur="500"/>
                                        <p:tgtEl>
                                          <p:spTgt spid="40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lstStyle/>
          <a:p>
            <a:pPr eaLnBrk="1" hangingPunct="1"/>
            <a:r>
              <a:rPr lang="es-MX" sz="3200" dirty="0"/>
              <a:t>Decisiones gerenciales</a:t>
            </a:r>
          </a:p>
        </p:txBody>
      </p:sp>
      <p:sp>
        <p:nvSpPr>
          <p:cNvPr id="4099" name="Rectangle 8"/>
          <p:cNvSpPr>
            <a:spLocks noGrp="1" noChangeArrowheads="1"/>
          </p:cNvSpPr>
          <p:nvPr>
            <p:ph idx="1"/>
          </p:nvPr>
        </p:nvSpPr>
        <p:spPr/>
        <p:txBody>
          <a:bodyPr>
            <a:normAutofit/>
          </a:bodyPr>
          <a:lstStyle/>
          <a:p>
            <a:pPr>
              <a:spcBef>
                <a:spcPct val="35000"/>
              </a:spcBef>
            </a:pPr>
            <a:r>
              <a:rPr lang="es-MX" sz="2600" dirty="0"/>
              <a:t>¿Cómo se podría determinar el cambio en los valores de las variables causado por el cambio en recursos de la pregunta anterior?</a:t>
            </a:r>
          </a:p>
          <a:p>
            <a:pPr>
              <a:spcBef>
                <a:spcPct val="35000"/>
              </a:spcBef>
            </a:pPr>
            <a:r>
              <a:rPr lang="es-MX" sz="2600" dirty="0"/>
              <a:t>Las variables de la solución básica factible cambian. Por lo tanto es necesario hacer otra serie de cálculos.</a:t>
            </a:r>
            <a:endParaRPr lang="es-MX" sz="2200" dirty="0"/>
          </a:p>
        </p:txBody>
      </p:sp>
      <p:graphicFrame>
        <p:nvGraphicFramePr>
          <p:cNvPr id="4" name="Table 3"/>
          <p:cNvGraphicFramePr>
            <a:graphicFrameLocks noGrp="1"/>
          </p:cNvGraphicFramePr>
          <p:nvPr>
            <p:extLst>
              <p:ext uri="{D42A27DB-BD31-4B8C-83A1-F6EECF244321}">
                <p14:modId xmlns:p14="http://schemas.microsoft.com/office/powerpoint/2010/main" val="910192808"/>
              </p:ext>
            </p:extLst>
          </p:nvPr>
        </p:nvGraphicFramePr>
        <p:xfrm>
          <a:off x="3048000" y="4461585"/>
          <a:ext cx="6096000" cy="1112520"/>
        </p:xfrm>
        <a:graphic>
          <a:graphicData uri="http://schemas.openxmlformats.org/drawingml/2006/table">
            <a:tbl>
              <a:tblPr firstRow="1" bandRow="1">
                <a:tableStyleId>{5C22544A-7EE6-4342-B048-85BDC9FD1C3A}</a:tableStyleId>
              </a:tblPr>
              <a:tblGrid>
                <a:gridCol w="88776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327920">
                  <a:extLst>
                    <a:ext uri="{9D8B030D-6E8A-4147-A177-3AD203B41FA5}">
                      <a16:colId xmlns:a16="http://schemas.microsoft.com/office/drawing/2014/main" val="20003"/>
                    </a:ext>
                  </a:extLst>
                </a:gridCol>
              </a:tblGrid>
              <a:tr h="370840">
                <a:tc gridSpan="2">
                  <a:txBody>
                    <a:bodyPr/>
                    <a:lstStyle/>
                    <a:p>
                      <a:pPr algn="ctr"/>
                      <a:r>
                        <a:rPr lang="es-MX" dirty="0"/>
                        <a:t>Mano de obra</a:t>
                      </a:r>
                    </a:p>
                  </a:txBody>
                  <a:tcPr/>
                </a:tc>
                <a:tc hMerge="1">
                  <a:txBody>
                    <a:bodyPr/>
                    <a:lstStyle/>
                    <a:p>
                      <a:endParaRPr lang="es-MX" dirty="0"/>
                    </a:p>
                  </a:txBody>
                  <a:tcPr/>
                </a:tc>
                <a:tc gridSpan="2">
                  <a:txBody>
                    <a:bodyPr/>
                    <a:lstStyle/>
                    <a:p>
                      <a:pPr algn="ctr"/>
                      <a:r>
                        <a:rPr lang="es-MX"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pPr algn="ctr"/>
                      <a:r>
                        <a:rPr lang="es-MX" dirty="0"/>
                        <a:t>Dual</a:t>
                      </a:r>
                    </a:p>
                  </a:txBody>
                  <a:tcPr/>
                </a:tc>
                <a:tc>
                  <a:txBody>
                    <a:bodyPr/>
                    <a:lstStyle/>
                    <a:p>
                      <a:pPr algn="ctr"/>
                      <a:r>
                        <a:rPr lang="es-MX" dirty="0"/>
                        <a:t>Rango</a:t>
                      </a:r>
                    </a:p>
                  </a:txBody>
                  <a:tcPr/>
                </a:tc>
                <a:tc>
                  <a:txBody>
                    <a:bodyPr/>
                    <a:lstStyle/>
                    <a:p>
                      <a:pPr algn="ctr"/>
                      <a:r>
                        <a:rPr lang="es-MX" dirty="0"/>
                        <a:t>Dual</a:t>
                      </a:r>
                    </a:p>
                  </a:txBody>
                  <a:tcPr/>
                </a:tc>
                <a:tc>
                  <a:txBody>
                    <a:bodyPr/>
                    <a:lstStyle/>
                    <a:p>
                      <a:pPr algn="ctr"/>
                      <a:r>
                        <a:rPr lang="es-MX" dirty="0"/>
                        <a:t>Rango</a:t>
                      </a:r>
                    </a:p>
                  </a:txBody>
                  <a:tcPr/>
                </a:tc>
                <a:extLst>
                  <a:ext uri="{0D108BD9-81ED-4DB2-BD59-A6C34878D82A}">
                    <a16:rowId xmlns:a16="http://schemas.microsoft.com/office/drawing/2014/main" val="10001"/>
                  </a:ext>
                </a:extLst>
              </a:tr>
              <a:tr h="370840">
                <a:tc>
                  <a:txBody>
                    <a:bodyPr/>
                    <a:lstStyle/>
                    <a:p>
                      <a:pPr algn="ctr"/>
                      <a:r>
                        <a:rPr lang="es-MX" dirty="0"/>
                        <a:t>$16</a:t>
                      </a:r>
                    </a:p>
                  </a:txBody>
                  <a:tcPr/>
                </a:tc>
                <a:tc>
                  <a:txBody>
                    <a:bodyPr/>
                    <a:lstStyle/>
                    <a:p>
                      <a:pPr algn="ctr"/>
                      <a:r>
                        <a:rPr lang="es-MX" dirty="0"/>
                        <a:t>30 hrs </a:t>
                      </a:r>
                      <a:r>
                        <a:rPr lang="es-MX" sz="1800" dirty="0">
                          <a:sym typeface="Symbol"/>
                        </a:rPr>
                        <a:t>≤ q</a:t>
                      </a:r>
                      <a:r>
                        <a:rPr lang="es-MX" sz="1800" baseline="-25000" dirty="0">
                          <a:sym typeface="Symbol"/>
                        </a:rPr>
                        <a:t>1 </a:t>
                      </a:r>
                      <a:r>
                        <a:rPr lang="es-MX" sz="1800" dirty="0">
                          <a:sym typeface="Symbol"/>
                        </a:rPr>
                        <a:t>≤ 80 hrs</a:t>
                      </a:r>
                      <a:endParaRPr lang="es-MX" dirty="0"/>
                    </a:p>
                  </a:txBody>
                  <a:tcPr/>
                </a:tc>
                <a:tc>
                  <a:txBody>
                    <a:bodyPr/>
                    <a:lstStyle/>
                    <a:p>
                      <a:pPr algn="ctr"/>
                      <a:r>
                        <a:rPr lang="es-MX" dirty="0"/>
                        <a:t>$6</a:t>
                      </a:r>
                    </a:p>
                  </a:txBody>
                  <a:tcPr/>
                </a:tc>
                <a:tc>
                  <a:txBody>
                    <a:bodyPr/>
                    <a:lstStyle/>
                    <a:p>
                      <a:pPr algn="ctr"/>
                      <a:r>
                        <a:rPr lang="es-MX" dirty="0"/>
                        <a:t>60 </a:t>
                      </a:r>
                      <a:r>
                        <a:rPr lang="es-MX" dirty="0" err="1"/>
                        <a:t>lbs</a:t>
                      </a:r>
                      <a:r>
                        <a:rPr lang="es-MX" dirty="0"/>
                        <a:t> </a:t>
                      </a:r>
                      <a:r>
                        <a:rPr lang="es-MX" sz="1800" dirty="0">
                          <a:sym typeface="Symbol"/>
                        </a:rPr>
                        <a:t>≤ q</a:t>
                      </a:r>
                      <a:r>
                        <a:rPr lang="es-MX" sz="1800" baseline="-25000" dirty="0">
                          <a:sym typeface="Symbol"/>
                        </a:rPr>
                        <a:t>2</a:t>
                      </a:r>
                      <a:r>
                        <a:rPr lang="es-MX" sz="1800" dirty="0">
                          <a:sym typeface="Symbol"/>
                        </a:rPr>
                        <a:t> ≤ 160 </a:t>
                      </a:r>
                      <a:r>
                        <a:rPr lang="es-MX" sz="1800" dirty="0" err="1">
                          <a:sym typeface="Symbol"/>
                        </a:rPr>
                        <a:t>lbs</a:t>
                      </a:r>
                      <a:endParaRPr lang="es-MX" dirty="0"/>
                    </a:p>
                  </a:txBody>
                  <a:tcPr/>
                </a:tc>
                <a:extLst>
                  <a:ext uri="{0D108BD9-81ED-4DB2-BD59-A6C34878D82A}">
                    <a16:rowId xmlns:a16="http://schemas.microsoft.com/office/drawing/2014/main" val="10002"/>
                  </a:ext>
                </a:extLst>
              </a:tr>
            </a:tbl>
          </a:graphicData>
        </a:graphic>
      </p:graphicFrame>
      <p:sp>
        <p:nvSpPr>
          <p:cNvPr id="6" name="Date Placeholder 5">
            <a:extLst>
              <a:ext uri="{FF2B5EF4-FFF2-40B4-BE49-F238E27FC236}">
                <a16:creationId xmlns:a16="http://schemas.microsoft.com/office/drawing/2014/main" id="{1F7E2ADD-CAB5-57C4-B4C7-9914CAFC6198}"/>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3625B92B-5CF1-213A-9571-D2019DEBC715}"/>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4D8B59AA-DF77-C59E-E70B-8CE7A4E60CA1}"/>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48</a:t>
            </a:fld>
            <a:endParaRPr lang="es-MX"/>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1" end="1"/>
                                            </p:txEl>
                                          </p:spTgt>
                                        </p:tgtEl>
                                        <p:attrNameLst>
                                          <p:attrName>style.visibility</p:attrName>
                                        </p:attrNameLst>
                                      </p:cBhvr>
                                      <p:to>
                                        <p:strVal val="visible"/>
                                      </p:to>
                                    </p:set>
                                    <p:animEffect transition="in" filter="blinds(horizontal)">
                                      <p:cBhvr>
                                        <p:cTn id="7" dur="500"/>
                                        <p:tgtEl>
                                          <p:spTgt spid="40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noFill/>
        </p:spPr>
        <p:txBody>
          <a:bodyPr>
            <a:normAutofit/>
          </a:bodyPr>
          <a:lstStyle/>
          <a:p>
            <a:pPr eaLnBrk="1" hangingPunct="1"/>
            <a:r>
              <a:rPr lang="es-MX" sz="3200" dirty="0"/>
              <a:t>Análisis de sensibilidad en la computadora</a:t>
            </a:r>
          </a:p>
        </p:txBody>
      </p:sp>
      <p:sp>
        <p:nvSpPr>
          <p:cNvPr id="4099" name="Rectangle 8"/>
          <p:cNvSpPr>
            <a:spLocks noGrp="1" noChangeArrowheads="1"/>
          </p:cNvSpPr>
          <p:nvPr>
            <p:ph idx="1"/>
          </p:nvPr>
        </p:nvSpPr>
        <p:spPr>
          <a:xfrm>
            <a:off x="971550" y="1825625"/>
            <a:ext cx="9590942" cy="4351338"/>
          </a:xfrm>
        </p:spPr>
        <p:txBody>
          <a:bodyPr>
            <a:normAutofit/>
          </a:bodyPr>
          <a:lstStyle/>
          <a:p>
            <a:pPr>
              <a:spcBef>
                <a:spcPct val="35000"/>
              </a:spcBef>
            </a:pPr>
            <a:r>
              <a:rPr lang="es-ES" sz="2400" dirty="0"/>
              <a:t>Si un PL tiene más de dos variables de decisión, el rango de valores para un LD (o coeficiente de función objetivo) para los que la base sigue siendo la óptima no se puede determinar de forma gráfica.  </a:t>
            </a:r>
          </a:p>
          <a:p>
            <a:pPr>
              <a:spcBef>
                <a:spcPct val="35000"/>
              </a:spcBef>
            </a:pPr>
            <a:r>
              <a:rPr lang="es-ES" sz="2400" dirty="0"/>
              <a:t>Estos rangos se pueden calcular a mano, pero esto suele ser tedioso, por lo que normalmente se recurre a software especializado en investigación de operaciones.</a:t>
            </a:r>
          </a:p>
        </p:txBody>
      </p:sp>
      <p:sp>
        <p:nvSpPr>
          <p:cNvPr id="5" name="Date Placeholder 4">
            <a:extLst>
              <a:ext uri="{FF2B5EF4-FFF2-40B4-BE49-F238E27FC236}">
                <a16:creationId xmlns:a16="http://schemas.microsoft.com/office/drawing/2014/main" id="{A75BDF35-EDE6-4E6C-F3CB-DF8222CA64DE}"/>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40F99538-F7A5-70CC-0B12-51236402EF53}"/>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25103F8B-FF93-2D02-E5E6-848602394F7C}"/>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49</a:t>
            </a:fld>
            <a:endParaRPr lang="es-MX"/>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s-MX" sz="3200" dirty="0"/>
              <a:t>Ejemplo: Valley </a:t>
            </a:r>
            <a:r>
              <a:rPr lang="es-MX" sz="3200" dirty="0" err="1"/>
              <a:t>Wines</a:t>
            </a:r>
            <a:endParaRPr lang="es-MX" sz="3200" dirty="0"/>
          </a:p>
        </p:txBody>
      </p:sp>
      <p:sp>
        <p:nvSpPr>
          <p:cNvPr id="35843" name="Rectangle 8"/>
          <p:cNvSpPr>
            <a:spLocks noGrp="1" noChangeArrowheads="1"/>
          </p:cNvSpPr>
          <p:nvPr>
            <p:ph idx="1"/>
          </p:nvPr>
        </p:nvSpPr>
        <p:spPr/>
        <p:txBody>
          <a:bodyPr>
            <a:normAutofit/>
          </a:bodyPr>
          <a:lstStyle/>
          <a:p>
            <a:pPr eaLnBrk="1" hangingPunct="1">
              <a:spcBef>
                <a:spcPct val="35000"/>
              </a:spcBef>
            </a:pPr>
            <a:r>
              <a:rPr lang="es-MX" altLang="en-US" sz="2000" b="1" dirty="0"/>
              <a:t>Variables de decisión</a:t>
            </a:r>
          </a:p>
          <a:p>
            <a:pPr eaLnBrk="1" hangingPunct="1">
              <a:spcBef>
                <a:spcPct val="35000"/>
              </a:spcBef>
              <a:buNone/>
            </a:pPr>
            <a:r>
              <a:rPr lang="es-MX" altLang="en-US" sz="2000" dirty="0"/>
              <a:t>	X</a:t>
            </a:r>
            <a:r>
              <a:rPr lang="es-MX" altLang="en-US" sz="2000" baseline="-25000" dirty="0"/>
              <a:t>1</a:t>
            </a:r>
            <a:r>
              <a:rPr lang="es-MX" altLang="en-US" sz="2000" dirty="0"/>
              <a:t>= Número de lotes de 1000 galones de Valley </a:t>
            </a:r>
            <a:r>
              <a:rPr lang="es-MX" altLang="en-US" sz="2000" dirty="0" err="1"/>
              <a:t>Nectar</a:t>
            </a:r>
            <a:endParaRPr lang="es-MX" altLang="en-US" sz="2000" dirty="0"/>
          </a:p>
          <a:p>
            <a:pPr eaLnBrk="1" hangingPunct="1">
              <a:spcBef>
                <a:spcPct val="35000"/>
              </a:spcBef>
              <a:buNone/>
            </a:pPr>
            <a:r>
              <a:rPr lang="es-MX" altLang="en-US" sz="2000" dirty="0"/>
              <a:t>	X</a:t>
            </a:r>
            <a:r>
              <a:rPr lang="es-MX" altLang="en-US" sz="2000" baseline="-25000" dirty="0"/>
              <a:t>2</a:t>
            </a:r>
            <a:r>
              <a:rPr lang="es-MX" altLang="en-US" sz="2000" dirty="0"/>
              <a:t>= Número de lotes de 1000 galones de Valley Red</a:t>
            </a:r>
          </a:p>
          <a:p>
            <a:pPr>
              <a:spcBef>
                <a:spcPts val="2400"/>
              </a:spcBef>
            </a:pPr>
            <a:r>
              <a:rPr lang="es-MX" altLang="en-US" sz="2000" b="1" dirty="0"/>
              <a:t>Función objetivo</a:t>
            </a:r>
          </a:p>
          <a:p>
            <a:pPr eaLnBrk="1" hangingPunct="1">
              <a:spcBef>
                <a:spcPct val="35000"/>
              </a:spcBef>
              <a:buNone/>
            </a:pPr>
            <a:r>
              <a:rPr lang="es-MX" altLang="en-US" sz="2000" b="1" dirty="0"/>
              <a:t>	</a:t>
            </a:r>
            <a:r>
              <a:rPr lang="es-MX" altLang="en-US" sz="2000" dirty="0"/>
              <a:t>Maximizar Z = 9,000 X</a:t>
            </a:r>
            <a:r>
              <a:rPr lang="es-MX" altLang="en-US" sz="2000" baseline="-25000" dirty="0"/>
              <a:t>1</a:t>
            </a:r>
            <a:r>
              <a:rPr lang="es-MX" altLang="en-US" sz="2000" dirty="0"/>
              <a:t> + 12,000 X</a:t>
            </a:r>
            <a:r>
              <a:rPr lang="es-MX" altLang="en-US" sz="2000" baseline="-25000" dirty="0"/>
              <a:t>2</a:t>
            </a:r>
            <a:r>
              <a:rPr lang="es-MX" altLang="en-US" sz="2000" dirty="0"/>
              <a:t>  </a:t>
            </a:r>
          </a:p>
          <a:p>
            <a:pPr>
              <a:spcBef>
                <a:spcPts val="2400"/>
              </a:spcBef>
            </a:pPr>
            <a:r>
              <a:rPr lang="es-MX" altLang="en-US" sz="2000" b="1" dirty="0"/>
              <a:t>Sujeto a:	</a:t>
            </a:r>
          </a:p>
        </p:txBody>
      </p:sp>
      <p:graphicFrame>
        <p:nvGraphicFramePr>
          <p:cNvPr id="4" name="Table 3"/>
          <p:cNvGraphicFramePr>
            <a:graphicFrameLocks noGrp="1"/>
          </p:cNvGraphicFramePr>
          <p:nvPr>
            <p:extLst>
              <p:ext uri="{D42A27DB-BD31-4B8C-83A1-F6EECF244321}">
                <p14:modId xmlns:p14="http://schemas.microsoft.com/office/powerpoint/2010/main" val="624753430"/>
              </p:ext>
            </p:extLst>
          </p:nvPr>
        </p:nvGraphicFramePr>
        <p:xfrm>
          <a:off x="3359697" y="3861048"/>
          <a:ext cx="6491451" cy="2377440"/>
        </p:xfrm>
        <a:graphic>
          <a:graphicData uri="http://schemas.openxmlformats.org/drawingml/2006/table">
            <a:tbl>
              <a:tblPr firstRow="1" bandRow="1">
                <a:tableStyleId>{2D5ABB26-0587-4C30-8999-92F81FD0307C}</a:tableStyleId>
              </a:tblPr>
              <a:tblGrid>
                <a:gridCol w="1952471">
                  <a:extLst>
                    <a:ext uri="{9D8B030D-6E8A-4147-A177-3AD203B41FA5}">
                      <a16:colId xmlns:a16="http://schemas.microsoft.com/office/drawing/2014/main" val="20000"/>
                    </a:ext>
                  </a:extLst>
                </a:gridCol>
                <a:gridCol w="4538980">
                  <a:extLst>
                    <a:ext uri="{9D8B030D-6E8A-4147-A177-3AD203B41FA5}">
                      <a16:colId xmlns:a16="http://schemas.microsoft.com/office/drawing/2014/main" val="20001"/>
                    </a:ext>
                  </a:extLst>
                </a:gridCol>
              </a:tblGrid>
              <a:tr h="370840">
                <a:tc>
                  <a:txBody>
                    <a:bodyPr/>
                    <a:lstStyle/>
                    <a:p>
                      <a:pPr algn="r"/>
                      <a:r>
                        <a:rPr lang="es-MX" altLang="en-US" sz="2000" dirty="0">
                          <a:solidFill>
                            <a:schemeClr val="bg1"/>
                          </a:solidFill>
                        </a:rPr>
                        <a:t>4 X</a:t>
                      </a:r>
                      <a:r>
                        <a:rPr lang="es-MX" altLang="en-US" sz="2000" baseline="-25000" dirty="0">
                          <a:solidFill>
                            <a:schemeClr val="bg1"/>
                          </a:solidFill>
                        </a:rPr>
                        <a:t>1</a:t>
                      </a:r>
                      <a:r>
                        <a:rPr lang="es-MX" altLang="en-US" sz="2000" dirty="0">
                          <a:solidFill>
                            <a:schemeClr val="bg1"/>
                          </a:solidFill>
                        </a:rPr>
                        <a:t> + 8 X</a:t>
                      </a:r>
                      <a:r>
                        <a:rPr lang="es-MX" altLang="en-US" sz="2000" baseline="-25000" dirty="0">
                          <a:solidFill>
                            <a:schemeClr val="bg1"/>
                          </a:solidFill>
                        </a:rPr>
                        <a:t>2</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s-MX" sz="2000" dirty="0">
                          <a:solidFill>
                            <a:schemeClr val="bg1"/>
                          </a:solidFill>
                        </a:rPr>
                        <a:t>64 </a:t>
                      </a:r>
                      <a:r>
                        <a:rPr lang="es-MX" sz="2000" dirty="0" err="1">
                          <a:solidFill>
                            <a:schemeClr val="bg1"/>
                          </a:solidFill>
                        </a:rPr>
                        <a:t>tons</a:t>
                      </a:r>
                      <a:r>
                        <a:rPr lang="es-MX" sz="2000" dirty="0">
                          <a:solidFill>
                            <a:schemeClr val="bg1"/>
                          </a:solidFill>
                        </a:rPr>
                        <a:t>.</a:t>
                      </a:r>
                      <a:r>
                        <a:rPr lang="es-MX" sz="2000" baseline="0" dirty="0">
                          <a:solidFill>
                            <a:schemeClr val="bg1"/>
                          </a:solidFill>
                        </a:rPr>
                        <a:t> de uva disponibles</a:t>
                      </a:r>
                      <a:endParaRPr lang="en-US" sz="2000" dirty="0">
                        <a:solidFill>
                          <a:schemeClr val="bg1"/>
                        </a:solidFill>
                      </a:endParaRPr>
                    </a:p>
                  </a:txBody>
                  <a:tcPr/>
                </a:tc>
                <a:extLst>
                  <a:ext uri="{0D108BD9-81ED-4DB2-BD59-A6C34878D82A}">
                    <a16:rowId xmlns:a16="http://schemas.microsoft.com/office/drawing/2014/main" val="10000"/>
                  </a:ext>
                </a:extLst>
              </a:tr>
              <a:tr h="395848">
                <a:tc>
                  <a:txBody>
                    <a:bodyPr/>
                    <a:lstStyle/>
                    <a:p>
                      <a:pPr algn="r"/>
                      <a:r>
                        <a:rPr lang="es-MX" altLang="en-US" sz="2000" dirty="0">
                          <a:solidFill>
                            <a:schemeClr val="bg1"/>
                          </a:solidFill>
                        </a:rPr>
                        <a:t>5 X</a:t>
                      </a:r>
                      <a:r>
                        <a:rPr lang="es-MX" altLang="en-US" sz="2000" baseline="-25000" dirty="0">
                          <a:solidFill>
                            <a:schemeClr val="bg1"/>
                          </a:solidFill>
                        </a:rPr>
                        <a:t>1</a:t>
                      </a:r>
                      <a:r>
                        <a:rPr lang="es-MX" altLang="en-US" sz="2000" dirty="0">
                          <a:solidFill>
                            <a:schemeClr val="bg1"/>
                          </a:solidFill>
                        </a:rPr>
                        <a:t> + 5 X</a:t>
                      </a:r>
                      <a:r>
                        <a:rPr lang="es-MX" altLang="en-US" sz="2000" baseline="-25000" dirty="0">
                          <a:solidFill>
                            <a:schemeClr val="bg1"/>
                          </a:solidFill>
                        </a:rPr>
                        <a:t>2</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s-MX" sz="2000" dirty="0">
                          <a:solidFill>
                            <a:schemeClr val="bg1"/>
                          </a:solidFill>
                        </a:rPr>
                        <a:t>50 yd.</a:t>
                      </a:r>
                      <a:r>
                        <a:rPr lang="es-MX" sz="2000" baseline="30000" dirty="0">
                          <a:solidFill>
                            <a:schemeClr val="bg1"/>
                          </a:solidFill>
                        </a:rPr>
                        <a:t>3</a:t>
                      </a:r>
                      <a:r>
                        <a:rPr lang="es-MX" sz="2000" dirty="0">
                          <a:solidFill>
                            <a:schemeClr val="bg1"/>
                          </a:solidFill>
                        </a:rPr>
                        <a:t> de almacenamiento disponible</a:t>
                      </a:r>
                      <a:endParaRPr lang="en-US" sz="2000" dirty="0">
                        <a:solidFill>
                          <a:schemeClr val="bg1"/>
                        </a:solidFill>
                      </a:endParaRPr>
                    </a:p>
                  </a:txBody>
                  <a:tcPr/>
                </a:tc>
                <a:extLst>
                  <a:ext uri="{0D108BD9-81ED-4DB2-BD59-A6C34878D82A}">
                    <a16:rowId xmlns:a16="http://schemas.microsoft.com/office/drawing/2014/main" val="10001"/>
                  </a:ext>
                </a:extLst>
              </a:tr>
              <a:tr h="370840">
                <a:tc>
                  <a:txBody>
                    <a:bodyPr/>
                    <a:lstStyle/>
                    <a:p>
                      <a:pPr algn="r"/>
                      <a:r>
                        <a:rPr lang="es-MX" altLang="en-US" sz="2000" dirty="0">
                          <a:solidFill>
                            <a:schemeClr val="bg1"/>
                          </a:solidFill>
                        </a:rPr>
                        <a:t>15 X</a:t>
                      </a:r>
                      <a:r>
                        <a:rPr lang="es-MX" altLang="en-US" sz="2000" baseline="-25000" dirty="0">
                          <a:solidFill>
                            <a:schemeClr val="bg1"/>
                          </a:solidFill>
                        </a:rPr>
                        <a:t>1</a:t>
                      </a:r>
                      <a:r>
                        <a:rPr lang="es-MX" altLang="en-US" sz="2000" dirty="0">
                          <a:solidFill>
                            <a:schemeClr val="bg1"/>
                          </a:solidFill>
                        </a:rPr>
                        <a:t> + 8 X</a:t>
                      </a:r>
                      <a:r>
                        <a:rPr lang="es-MX" altLang="en-US" sz="2000" baseline="-25000" dirty="0">
                          <a:solidFill>
                            <a:schemeClr val="bg1"/>
                          </a:solidFill>
                        </a:rPr>
                        <a:t>2</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n-US" sz="2000" dirty="0">
                          <a:solidFill>
                            <a:schemeClr val="bg1"/>
                          </a:solidFill>
                        </a:rPr>
                        <a:t>120 hrs</a:t>
                      </a:r>
                      <a:r>
                        <a:rPr lang="en-US" sz="2000" baseline="0" dirty="0">
                          <a:solidFill>
                            <a:schemeClr val="bg1"/>
                          </a:solidFill>
                        </a:rPr>
                        <a:t>. de </a:t>
                      </a:r>
                      <a:r>
                        <a:rPr lang="en-US" sz="2000" baseline="0" dirty="0" err="1">
                          <a:solidFill>
                            <a:schemeClr val="bg1"/>
                          </a:solidFill>
                        </a:rPr>
                        <a:t>procesamiento</a:t>
                      </a:r>
                      <a:r>
                        <a:rPr lang="en-US" sz="2000" baseline="0" dirty="0">
                          <a:solidFill>
                            <a:schemeClr val="bg1"/>
                          </a:solidFill>
                        </a:rPr>
                        <a:t> </a:t>
                      </a:r>
                      <a:r>
                        <a:rPr lang="en-US" sz="2000" baseline="0" dirty="0" err="1">
                          <a:solidFill>
                            <a:schemeClr val="bg1"/>
                          </a:solidFill>
                        </a:rPr>
                        <a:t>disponible</a:t>
                      </a:r>
                      <a:endParaRPr lang="en-US" sz="2000" dirty="0">
                        <a:solidFill>
                          <a:schemeClr val="bg1"/>
                        </a:solidFill>
                      </a:endParaRPr>
                    </a:p>
                  </a:txBody>
                  <a:tcPr/>
                </a:tc>
                <a:extLst>
                  <a:ext uri="{0D108BD9-81ED-4DB2-BD59-A6C34878D82A}">
                    <a16:rowId xmlns:a16="http://schemas.microsoft.com/office/drawing/2014/main" val="10002"/>
                  </a:ext>
                </a:extLst>
              </a:tr>
              <a:tr h="370840">
                <a:tc>
                  <a:txBody>
                    <a:bodyPr/>
                    <a:lstStyle/>
                    <a:p>
                      <a:pPr algn="r"/>
                      <a:r>
                        <a:rPr lang="es-MX" altLang="en-US" sz="2000" dirty="0">
                          <a:solidFill>
                            <a:schemeClr val="bg1"/>
                          </a:solidFill>
                        </a:rPr>
                        <a:t>X</a:t>
                      </a:r>
                      <a:r>
                        <a:rPr lang="es-MX" altLang="en-US" sz="2000" baseline="-25000" dirty="0">
                          <a:solidFill>
                            <a:schemeClr val="bg1"/>
                          </a:solidFill>
                        </a:rPr>
                        <a:t>1</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n-US" sz="2000" dirty="0">
                          <a:solidFill>
                            <a:schemeClr val="bg1"/>
                          </a:solidFill>
                        </a:rPr>
                        <a:t>7 </a:t>
                      </a:r>
                      <a:r>
                        <a:rPr lang="en-US" sz="2000" dirty="0" err="1">
                          <a:solidFill>
                            <a:schemeClr val="bg1"/>
                          </a:solidFill>
                        </a:rPr>
                        <a:t>lotes</a:t>
                      </a:r>
                      <a:r>
                        <a:rPr lang="en-US" sz="2000" baseline="0" dirty="0">
                          <a:solidFill>
                            <a:schemeClr val="bg1"/>
                          </a:solidFill>
                        </a:rPr>
                        <a:t> de </a:t>
                      </a:r>
                      <a:r>
                        <a:rPr lang="en-US" sz="2000" baseline="0" dirty="0" err="1">
                          <a:solidFill>
                            <a:schemeClr val="bg1"/>
                          </a:solidFill>
                        </a:rPr>
                        <a:t>demanda</a:t>
                      </a:r>
                      <a:r>
                        <a:rPr lang="en-US" sz="2000" baseline="0" dirty="0">
                          <a:solidFill>
                            <a:schemeClr val="bg1"/>
                          </a:solidFill>
                        </a:rPr>
                        <a:t> </a:t>
                      </a:r>
                      <a:r>
                        <a:rPr lang="en-US" sz="2000" baseline="0" dirty="0" err="1">
                          <a:solidFill>
                            <a:schemeClr val="bg1"/>
                          </a:solidFill>
                        </a:rPr>
                        <a:t>para</a:t>
                      </a:r>
                      <a:r>
                        <a:rPr lang="en-US" sz="2000" baseline="0" dirty="0">
                          <a:solidFill>
                            <a:schemeClr val="bg1"/>
                          </a:solidFill>
                        </a:rPr>
                        <a:t> V. Nectar</a:t>
                      </a:r>
                      <a:endParaRPr lang="en-US" sz="2000" dirty="0">
                        <a:solidFill>
                          <a:schemeClr val="bg1"/>
                        </a:solidFill>
                      </a:endParaRPr>
                    </a:p>
                  </a:txBody>
                  <a:tcPr/>
                </a:tc>
                <a:extLst>
                  <a:ext uri="{0D108BD9-81ED-4DB2-BD59-A6C34878D82A}">
                    <a16:rowId xmlns:a16="http://schemas.microsoft.com/office/drawing/2014/main" val="10003"/>
                  </a:ext>
                </a:extLst>
              </a:tr>
              <a:tr h="370840">
                <a:tc>
                  <a:txBody>
                    <a:bodyPr/>
                    <a:lstStyle/>
                    <a:p>
                      <a:pPr algn="r"/>
                      <a:r>
                        <a:rPr lang="es-MX" altLang="en-US" sz="2000" dirty="0">
                          <a:solidFill>
                            <a:schemeClr val="bg1"/>
                          </a:solidFill>
                        </a:rPr>
                        <a:t>X</a:t>
                      </a:r>
                      <a:r>
                        <a:rPr lang="es-MX" altLang="en-US" sz="2000" baseline="-25000" dirty="0">
                          <a:solidFill>
                            <a:schemeClr val="bg1"/>
                          </a:solidFill>
                        </a:rPr>
                        <a:t>2</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n-US" sz="2000" dirty="0">
                          <a:solidFill>
                            <a:schemeClr val="bg1"/>
                          </a:solidFill>
                        </a:rPr>
                        <a:t>7 </a:t>
                      </a:r>
                      <a:r>
                        <a:rPr lang="en-US" sz="2000" dirty="0" err="1">
                          <a:solidFill>
                            <a:schemeClr val="bg1"/>
                          </a:solidFill>
                        </a:rPr>
                        <a:t>lotes</a:t>
                      </a:r>
                      <a:r>
                        <a:rPr lang="en-US" sz="2000" baseline="0" dirty="0">
                          <a:solidFill>
                            <a:schemeClr val="bg1"/>
                          </a:solidFill>
                        </a:rPr>
                        <a:t> de </a:t>
                      </a:r>
                      <a:r>
                        <a:rPr lang="en-US" sz="2000" baseline="0" dirty="0" err="1">
                          <a:solidFill>
                            <a:schemeClr val="bg1"/>
                          </a:solidFill>
                        </a:rPr>
                        <a:t>demanda</a:t>
                      </a:r>
                      <a:r>
                        <a:rPr lang="en-US" sz="2000" baseline="0" dirty="0">
                          <a:solidFill>
                            <a:schemeClr val="bg1"/>
                          </a:solidFill>
                        </a:rPr>
                        <a:t> </a:t>
                      </a:r>
                      <a:r>
                        <a:rPr lang="en-US" sz="2000" baseline="0" dirty="0" err="1">
                          <a:solidFill>
                            <a:schemeClr val="bg1"/>
                          </a:solidFill>
                        </a:rPr>
                        <a:t>para</a:t>
                      </a:r>
                      <a:r>
                        <a:rPr lang="en-US" sz="2000" baseline="0" dirty="0">
                          <a:solidFill>
                            <a:schemeClr val="bg1"/>
                          </a:solidFill>
                        </a:rPr>
                        <a:t> V. Red</a:t>
                      </a:r>
                      <a:endParaRPr lang="en-US" sz="2000" dirty="0">
                        <a:solidFill>
                          <a:schemeClr val="bg1"/>
                        </a:solidFill>
                      </a:endParaRPr>
                    </a:p>
                  </a:txBody>
                  <a:tcPr/>
                </a:tc>
                <a:extLst>
                  <a:ext uri="{0D108BD9-81ED-4DB2-BD59-A6C34878D82A}">
                    <a16:rowId xmlns:a16="http://schemas.microsoft.com/office/drawing/2014/main" val="10004"/>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s-MX" altLang="en-US" sz="2000" dirty="0">
                          <a:solidFill>
                            <a:schemeClr val="bg1"/>
                          </a:solidFill>
                        </a:rPr>
                        <a:t>X</a:t>
                      </a:r>
                      <a:r>
                        <a:rPr lang="es-MX" altLang="en-US" sz="2000" baseline="-25000" dirty="0">
                          <a:solidFill>
                            <a:schemeClr val="bg1"/>
                          </a:solidFill>
                        </a:rPr>
                        <a:t>1</a:t>
                      </a:r>
                      <a:r>
                        <a:rPr lang="es-MX" altLang="en-US" sz="2000" dirty="0">
                          <a:solidFill>
                            <a:schemeClr val="bg1"/>
                          </a:solidFill>
                        </a:rPr>
                        <a:t>, X</a:t>
                      </a:r>
                      <a:r>
                        <a:rPr lang="es-MX" altLang="en-US" sz="2000" baseline="-25000" dirty="0">
                          <a:solidFill>
                            <a:schemeClr val="bg1"/>
                          </a:solidFill>
                        </a:rPr>
                        <a:t>2</a:t>
                      </a:r>
                      <a:r>
                        <a:rPr lang="es-MX" altLang="en-US" sz="2000" dirty="0">
                          <a:solidFill>
                            <a:schemeClr val="bg1"/>
                          </a:solidFill>
                        </a:rPr>
                        <a:t> </a:t>
                      </a:r>
                      <a:r>
                        <a:rPr lang="es-MX" altLang="en-US" sz="2000" dirty="0">
                          <a:solidFill>
                            <a:schemeClr val="bg1"/>
                          </a:solidFill>
                          <a:sym typeface="Symbol"/>
                        </a:rPr>
                        <a:t>≥</a:t>
                      </a:r>
                      <a:endParaRPr lang="en-US" sz="2000" dirty="0">
                        <a:solidFill>
                          <a:schemeClr val="bg1"/>
                        </a:solidFill>
                      </a:endParaRPr>
                    </a:p>
                  </a:txBody>
                  <a:tcPr/>
                </a:tc>
                <a:tc>
                  <a:txBody>
                    <a:bodyPr/>
                    <a:lstStyle/>
                    <a:p>
                      <a:r>
                        <a:rPr lang="es-MX" sz="2000" dirty="0">
                          <a:solidFill>
                            <a:schemeClr val="bg1"/>
                          </a:solidFill>
                        </a:rPr>
                        <a:t>0</a:t>
                      </a:r>
                      <a:endParaRPr lang="en-US" sz="2000" dirty="0">
                        <a:solidFill>
                          <a:schemeClr val="bg1"/>
                        </a:solidFill>
                      </a:endParaRPr>
                    </a:p>
                  </a:txBody>
                  <a:tcPr/>
                </a:tc>
                <a:extLst>
                  <a:ext uri="{0D108BD9-81ED-4DB2-BD59-A6C34878D82A}">
                    <a16:rowId xmlns:a16="http://schemas.microsoft.com/office/drawing/2014/main" val="10005"/>
                  </a:ext>
                </a:extLst>
              </a:tr>
            </a:tbl>
          </a:graphicData>
        </a:graphic>
      </p:graphicFrame>
      <p:sp>
        <p:nvSpPr>
          <p:cNvPr id="6" name="Date Placeholder 5">
            <a:extLst>
              <a:ext uri="{FF2B5EF4-FFF2-40B4-BE49-F238E27FC236}">
                <a16:creationId xmlns:a16="http://schemas.microsoft.com/office/drawing/2014/main" id="{CCAB8538-7125-BD94-5FF1-298DC8DE1C8C}"/>
              </a:ext>
            </a:extLst>
          </p:cNvPr>
          <p:cNvSpPr>
            <a:spLocks noGrp="1"/>
          </p:cNvSpPr>
          <p:nvPr>
            <p:ph type="dt" sz="half" idx="10"/>
          </p:nvPr>
        </p:nvSpPr>
        <p:spPr/>
        <p:txBody>
          <a:bodyPr/>
          <a:lstStyle/>
          <a:p>
            <a:endParaRPr lang="es-MX"/>
          </a:p>
        </p:txBody>
      </p:sp>
      <p:sp>
        <p:nvSpPr>
          <p:cNvPr id="7" name="Footer Placeholder 6">
            <a:extLst>
              <a:ext uri="{FF2B5EF4-FFF2-40B4-BE49-F238E27FC236}">
                <a16:creationId xmlns:a16="http://schemas.microsoft.com/office/drawing/2014/main" id="{17D78F20-F13F-EE8D-1C49-17A1D2289D1F}"/>
              </a:ext>
            </a:extLst>
          </p:cNvPr>
          <p:cNvSpPr>
            <a:spLocks noGrp="1"/>
          </p:cNvSpPr>
          <p:nvPr>
            <p:ph type="ftr" sz="quarter" idx="11"/>
          </p:nvPr>
        </p:nvSpPr>
        <p:spPr/>
        <p:txBody>
          <a:bodyPr/>
          <a:lstStyle/>
          <a:p>
            <a:r>
              <a:rPr lang="es-MX"/>
              <a:t>OPTIMIZACIÓN DE OPERACIONES</a:t>
            </a:r>
          </a:p>
        </p:txBody>
      </p:sp>
      <p:sp>
        <p:nvSpPr>
          <p:cNvPr id="8" name="Slide Number Placeholder 7">
            <a:extLst>
              <a:ext uri="{FF2B5EF4-FFF2-40B4-BE49-F238E27FC236}">
                <a16:creationId xmlns:a16="http://schemas.microsoft.com/office/drawing/2014/main" id="{0A929C19-B101-2C8F-F559-F5EF1246AC02}"/>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50</a:t>
            </a:fld>
            <a:endParaRPr lang="es-MX"/>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s-MX" sz="3200" dirty="0"/>
              <a:t>Ejemplo: Valley </a:t>
            </a:r>
            <a:r>
              <a:rPr lang="es-MX" sz="3200" dirty="0" err="1"/>
              <a:t>Wines</a:t>
            </a:r>
            <a:endParaRPr lang="es-MX" sz="3200" dirty="0"/>
          </a:p>
        </p:txBody>
      </p:sp>
      <p:sp>
        <p:nvSpPr>
          <p:cNvPr id="35843" name="Rectangle 8"/>
          <p:cNvSpPr>
            <a:spLocks noGrp="1" noChangeArrowheads="1"/>
          </p:cNvSpPr>
          <p:nvPr>
            <p:ph idx="1"/>
          </p:nvPr>
        </p:nvSpPr>
        <p:spPr>
          <a:xfrm>
            <a:off x="971550" y="1825625"/>
            <a:ext cx="3623896" cy="4351338"/>
          </a:xfrm>
        </p:spPr>
        <p:txBody>
          <a:bodyPr>
            <a:normAutofit/>
          </a:bodyPr>
          <a:lstStyle/>
          <a:p>
            <a:pPr eaLnBrk="1" hangingPunct="1">
              <a:spcBef>
                <a:spcPct val="35000"/>
              </a:spcBef>
            </a:pPr>
            <a:r>
              <a:rPr lang="es-MX" altLang="en-US" sz="2400" dirty="0"/>
              <a:t>Utilizando QM se obtiene la siguiente información de salida:</a:t>
            </a:r>
          </a:p>
          <a:p>
            <a:pPr eaLnBrk="1" hangingPunct="1">
              <a:spcBef>
                <a:spcPct val="35000"/>
              </a:spcBef>
            </a:pPr>
            <a:endParaRPr lang="es-MX" altLang="en-US" sz="2400" dirty="0"/>
          </a:p>
          <a:p>
            <a:pPr eaLnBrk="1" hangingPunct="1">
              <a:spcBef>
                <a:spcPct val="35000"/>
              </a:spcBef>
            </a:pPr>
            <a:r>
              <a:rPr lang="es-MX" altLang="en-US" sz="2400" dirty="0"/>
              <a:t>Estas ventanas muestra rangos de sensibilidad y precios sombra.</a:t>
            </a:r>
          </a:p>
        </p:txBody>
      </p:sp>
      <p:pic>
        <p:nvPicPr>
          <p:cNvPr id="30722" name="Picture 2"/>
          <p:cNvPicPr>
            <a:picLocks noChangeAspect="1" noChangeArrowheads="1"/>
          </p:cNvPicPr>
          <p:nvPr/>
        </p:nvPicPr>
        <p:blipFill>
          <a:blip r:embed="rId2" cstate="print"/>
          <a:srcRect/>
          <a:stretch>
            <a:fillRect/>
          </a:stretch>
        </p:blipFill>
        <p:spPr bwMode="auto">
          <a:xfrm>
            <a:off x="6096000" y="1825625"/>
            <a:ext cx="5163082" cy="3976267"/>
          </a:xfrm>
          <a:prstGeom prst="rect">
            <a:avLst/>
          </a:prstGeom>
          <a:noFill/>
          <a:ln w="9525">
            <a:noFill/>
            <a:miter lim="800000"/>
            <a:headEnd/>
            <a:tailEnd/>
          </a:ln>
        </p:spPr>
      </p:pic>
      <p:sp>
        <p:nvSpPr>
          <p:cNvPr id="5" name="Date Placeholder 4">
            <a:extLst>
              <a:ext uri="{FF2B5EF4-FFF2-40B4-BE49-F238E27FC236}">
                <a16:creationId xmlns:a16="http://schemas.microsoft.com/office/drawing/2014/main" id="{E79A7701-B849-4F67-AA67-D657C77E1930}"/>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01F98E54-C466-3C55-DAB5-95E4B46415A4}"/>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41C12D3A-0E65-BA0F-A320-ADBC3AE198ED}"/>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51</a:t>
            </a:fld>
            <a:endParaRPr lang="es-MX"/>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s-MX" sz="3200" dirty="0"/>
              <a:t>Ejemplo: Valley </a:t>
            </a:r>
            <a:r>
              <a:rPr lang="es-MX" sz="3200" dirty="0" err="1"/>
              <a:t>Wines</a:t>
            </a:r>
            <a:endParaRPr lang="es-MX" sz="3200" dirty="0"/>
          </a:p>
        </p:txBody>
      </p:sp>
      <p:sp>
        <p:nvSpPr>
          <p:cNvPr id="35843" name="Rectangle 8"/>
          <p:cNvSpPr>
            <a:spLocks noGrp="1" noChangeArrowheads="1"/>
          </p:cNvSpPr>
          <p:nvPr>
            <p:ph idx="1"/>
          </p:nvPr>
        </p:nvSpPr>
        <p:spPr>
          <a:xfrm>
            <a:off x="971550" y="1825625"/>
            <a:ext cx="3659065" cy="4351338"/>
          </a:xfrm>
        </p:spPr>
        <p:txBody>
          <a:bodyPr>
            <a:normAutofit/>
          </a:bodyPr>
          <a:lstStyle/>
          <a:p>
            <a:pPr eaLnBrk="1" hangingPunct="1">
              <a:spcBef>
                <a:spcPct val="35000"/>
              </a:spcBef>
            </a:pPr>
            <a:r>
              <a:rPr lang="es-MX" altLang="en-US" sz="2400" dirty="0"/>
              <a:t>Utilizando QM se obtiene la siguiente información de salida:</a:t>
            </a:r>
          </a:p>
          <a:p>
            <a:pPr eaLnBrk="1" hangingPunct="1">
              <a:spcBef>
                <a:spcPct val="35000"/>
              </a:spcBef>
            </a:pPr>
            <a:endParaRPr lang="es-MX" altLang="en-US" sz="2400" dirty="0"/>
          </a:p>
          <a:p>
            <a:pPr eaLnBrk="1" hangingPunct="1">
              <a:spcBef>
                <a:spcPct val="35000"/>
              </a:spcBef>
            </a:pPr>
            <a:r>
              <a:rPr lang="es-MX" altLang="en-US" sz="2400" dirty="0"/>
              <a:t>Observe que solo los recursos utilizados al 100% pueden agregar un valor adicional.</a:t>
            </a:r>
          </a:p>
        </p:txBody>
      </p:sp>
      <p:pic>
        <p:nvPicPr>
          <p:cNvPr id="30722" name="Picture 2"/>
          <p:cNvPicPr>
            <a:picLocks noChangeAspect="1" noChangeArrowheads="1"/>
          </p:cNvPicPr>
          <p:nvPr/>
        </p:nvPicPr>
        <p:blipFill>
          <a:blip r:embed="rId2" cstate="print"/>
          <a:srcRect/>
          <a:stretch>
            <a:fillRect/>
          </a:stretch>
        </p:blipFill>
        <p:spPr bwMode="auto">
          <a:xfrm>
            <a:off x="6057368" y="1825625"/>
            <a:ext cx="5163082" cy="3976267"/>
          </a:xfrm>
          <a:prstGeom prst="rect">
            <a:avLst/>
          </a:prstGeom>
          <a:noFill/>
          <a:ln w="9525">
            <a:noFill/>
            <a:miter lim="800000"/>
            <a:headEnd/>
            <a:tailEnd/>
          </a:ln>
        </p:spPr>
      </p:pic>
      <p:sp>
        <p:nvSpPr>
          <p:cNvPr id="5" name="Date Placeholder 4">
            <a:extLst>
              <a:ext uri="{FF2B5EF4-FFF2-40B4-BE49-F238E27FC236}">
                <a16:creationId xmlns:a16="http://schemas.microsoft.com/office/drawing/2014/main" id="{EDABCD48-F133-6ECE-8E37-0FECE89905AD}"/>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6B19857B-CD89-C512-221A-CCEDAAE0267C}"/>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772213E5-BCB0-54C9-6A4E-7DA6799E9AEB}"/>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52</a:t>
            </a:fld>
            <a:endParaRPr lang="es-MX"/>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s-MX" sz="3200" dirty="0"/>
              <a:t>Ejemplo: Valley </a:t>
            </a:r>
            <a:r>
              <a:rPr lang="es-MX" sz="3200" dirty="0" err="1"/>
              <a:t>Wines</a:t>
            </a:r>
            <a:endParaRPr lang="es-MX" sz="3200" dirty="0"/>
          </a:p>
        </p:txBody>
      </p:sp>
      <p:sp>
        <p:nvSpPr>
          <p:cNvPr id="35843" name="Rectangle 8"/>
          <p:cNvSpPr>
            <a:spLocks noGrp="1" noChangeArrowheads="1"/>
          </p:cNvSpPr>
          <p:nvPr>
            <p:ph idx="1"/>
          </p:nvPr>
        </p:nvSpPr>
        <p:spPr>
          <a:xfrm>
            <a:off x="971550" y="1825625"/>
            <a:ext cx="4174881" cy="4351338"/>
          </a:xfrm>
        </p:spPr>
        <p:txBody>
          <a:bodyPr/>
          <a:lstStyle/>
          <a:p>
            <a:pPr eaLnBrk="1" hangingPunct="1">
              <a:spcBef>
                <a:spcPct val="35000"/>
              </a:spcBef>
            </a:pPr>
            <a:r>
              <a:rPr lang="es-MX" altLang="en-US" sz="2400" dirty="0"/>
              <a:t>Lindo también nos da la siguiente información:</a:t>
            </a:r>
          </a:p>
        </p:txBody>
      </p:sp>
      <p:pic>
        <p:nvPicPr>
          <p:cNvPr id="31746" name="Picture 2"/>
          <p:cNvPicPr>
            <a:picLocks noChangeAspect="1" noChangeArrowheads="1"/>
          </p:cNvPicPr>
          <p:nvPr/>
        </p:nvPicPr>
        <p:blipFill>
          <a:blip r:embed="rId2" cstate="print"/>
          <a:srcRect/>
          <a:stretch>
            <a:fillRect/>
          </a:stretch>
        </p:blipFill>
        <p:spPr bwMode="auto">
          <a:xfrm>
            <a:off x="6096000" y="1595615"/>
            <a:ext cx="5048225" cy="4811358"/>
          </a:xfrm>
          <a:prstGeom prst="rect">
            <a:avLst/>
          </a:prstGeom>
          <a:noFill/>
          <a:ln w="9525">
            <a:noFill/>
            <a:miter lim="800000"/>
            <a:headEnd/>
            <a:tailEnd/>
          </a:ln>
        </p:spPr>
      </p:pic>
      <p:sp>
        <p:nvSpPr>
          <p:cNvPr id="5" name="Date Placeholder 4">
            <a:extLst>
              <a:ext uri="{FF2B5EF4-FFF2-40B4-BE49-F238E27FC236}">
                <a16:creationId xmlns:a16="http://schemas.microsoft.com/office/drawing/2014/main" id="{95780B76-D1AC-A072-2265-76E554B9FC61}"/>
              </a:ext>
            </a:extLst>
          </p:cNvPr>
          <p:cNvSpPr>
            <a:spLocks noGrp="1"/>
          </p:cNvSpPr>
          <p:nvPr>
            <p:ph type="dt" sz="half" idx="10"/>
          </p:nvPr>
        </p:nvSpPr>
        <p:spPr/>
        <p:txBody>
          <a:bodyPr/>
          <a:lstStyle/>
          <a:p>
            <a:endParaRPr lang="es-MX"/>
          </a:p>
        </p:txBody>
      </p:sp>
      <p:sp>
        <p:nvSpPr>
          <p:cNvPr id="6" name="Footer Placeholder 5">
            <a:extLst>
              <a:ext uri="{FF2B5EF4-FFF2-40B4-BE49-F238E27FC236}">
                <a16:creationId xmlns:a16="http://schemas.microsoft.com/office/drawing/2014/main" id="{FC7D8AF4-7816-9CBA-5FA0-02939B1CFBEF}"/>
              </a:ext>
            </a:extLst>
          </p:cNvPr>
          <p:cNvSpPr>
            <a:spLocks noGrp="1"/>
          </p:cNvSpPr>
          <p:nvPr>
            <p:ph type="ftr" sz="quarter" idx="11"/>
          </p:nvPr>
        </p:nvSpPr>
        <p:spPr/>
        <p:txBody>
          <a:bodyPr/>
          <a:lstStyle/>
          <a:p>
            <a:r>
              <a:rPr lang="es-MX"/>
              <a:t>OPTIMIZACIÓN DE OPERACIONES</a:t>
            </a:r>
          </a:p>
        </p:txBody>
      </p:sp>
      <p:sp>
        <p:nvSpPr>
          <p:cNvPr id="7" name="Slide Number Placeholder 6">
            <a:extLst>
              <a:ext uri="{FF2B5EF4-FFF2-40B4-BE49-F238E27FC236}">
                <a16:creationId xmlns:a16="http://schemas.microsoft.com/office/drawing/2014/main" id="{63A2D8DF-E01B-6371-055C-64017729CAF6}"/>
              </a:ext>
            </a:extLst>
          </p:cNvPr>
          <p:cNvSpPr>
            <a:spLocks noGrp="1"/>
          </p:cNvSpPr>
          <p:nvPr>
            <p:ph type="sldNum" sz="quarter" idx="4"/>
          </p:nvPr>
        </p:nvSpPr>
        <p:spPr>
          <a:xfrm>
            <a:off x="11668760" y="6602243"/>
            <a:ext cx="523240" cy="247651"/>
          </a:xfrm>
        </p:spPr>
        <p:txBody>
          <a:bodyPr/>
          <a:lstStyle/>
          <a:p>
            <a:fld id="{29447BF4-E59E-4A68-B887-C334951A4961}" type="slidenum">
              <a:rPr lang="es-MX" smtClean="0"/>
              <a:t>53</a:t>
            </a:fld>
            <a:endParaRPr lang="es-MX"/>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s-MX" sz="3200" dirty="0"/>
              <a:t>Ejemplo: Beaver Creek</a:t>
            </a:r>
          </a:p>
        </p:txBody>
      </p:sp>
      <p:sp>
        <p:nvSpPr>
          <p:cNvPr id="2" name="Text Placeholder 1">
            <a:extLst>
              <a:ext uri="{FF2B5EF4-FFF2-40B4-BE49-F238E27FC236}">
                <a16:creationId xmlns:a16="http://schemas.microsoft.com/office/drawing/2014/main" id="{8F96E252-754E-0947-D6E9-49662D814CEA}"/>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91779F8F-D149-F615-04DC-748FD1038037}"/>
              </a:ext>
            </a:extLst>
          </p:cNvPr>
          <p:cNvSpPr>
            <a:spLocks noGrp="1"/>
          </p:cNvSpPr>
          <p:nvPr>
            <p:ph type="body" idx="10"/>
          </p:nvPr>
        </p:nvSpPr>
        <p:spPr/>
        <p:txBody>
          <a:bodyPr/>
          <a:lstStyle/>
          <a:p>
            <a:endParaRPr lang="en-US"/>
          </a:p>
        </p:txBody>
      </p:sp>
      <p:sp>
        <p:nvSpPr>
          <p:cNvPr id="35843" name="Rectangle 8"/>
          <p:cNvSpPr>
            <a:spLocks noGrp="1" noChangeArrowheads="1"/>
          </p:cNvSpPr>
          <p:nvPr>
            <p:ph sz="half" idx="2"/>
          </p:nvPr>
        </p:nvSpPr>
        <p:spPr/>
        <p:txBody>
          <a:bodyPr/>
          <a:lstStyle/>
          <a:p>
            <a:pPr eaLnBrk="1" hangingPunct="1">
              <a:spcBef>
                <a:spcPct val="35000"/>
              </a:spcBef>
            </a:pPr>
            <a:r>
              <a:rPr lang="es-MX" altLang="en-US" sz="2400" dirty="0"/>
              <a:t>Excel produce la siguiente información:</a:t>
            </a:r>
          </a:p>
        </p:txBody>
      </p:sp>
      <p:sp>
        <p:nvSpPr>
          <p:cNvPr id="4" name="Content Placeholder 3">
            <a:extLst>
              <a:ext uri="{FF2B5EF4-FFF2-40B4-BE49-F238E27FC236}">
                <a16:creationId xmlns:a16="http://schemas.microsoft.com/office/drawing/2014/main" id="{3AFA8F5D-B406-8270-AEB6-1698179B0421}"/>
              </a:ext>
            </a:extLst>
          </p:cNvPr>
          <p:cNvSpPr>
            <a:spLocks noGrp="1"/>
          </p:cNvSpPr>
          <p:nvPr>
            <p:ph sz="half" idx="13"/>
          </p:nvPr>
        </p:nvSpPr>
        <p:spPr/>
        <p:txBody>
          <a:bodyPr/>
          <a:lstStyle/>
          <a:p>
            <a:endParaRPr lang="en-US"/>
          </a:p>
        </p:txBody>
      </p:sp>
      <p:pic>
        <p:nvPicPr>
          <p:cNvPr id="32770" name="Picture 2"/>
          <p:cNvPicPr>
            <a:picLocks noChangeAspect="1" noChangeArrowheads="1"/>
          </p:cNvPicPr>
          <p:nvPr/>
        </p:nvPicPr>
        <p:blipFill>
          <a:blip r:embed="rId2" cstate="print"/>
          <a:srcRect/>
          <a:stretch>
            <a:fillRect/>
          </a:stretch>
        </p:blipFill>
        <p:spPr bwMode="auto">
          <a:xfrm>
            <a:off x="5791201" y="2115470"/>
            <a:ext cx="5976664" cy="3729029"/>
          </a:xfrm>
          <a:prstGeom prst="rect">
            <a:avLst/>
          </a:prstGeom>
          <a:noFill/>
          <a:ln w="9525">
            <a:noFill/>
            <a:miter lim="800000"/>
            <a:headEnd/>
            <a:tailEnd/>
          </a:ln>
        </p:spPr>
      </p:pic>
      <p:graphicFrame>
        <p:nvGraphicFramePr>
          <p:cNvPr id="7" name="Table 6"/>
          <p:cNvGraphicFramePr>
            <a:graphicFrameLocks noGrp="1"/>
          </p:cNvGraphicFramePr>
          <p:nvPr>
            <p:extLst>
              <p:ext uri="{D42A27DB-BD31-4B8C-83A1-F6EECF244321}">
                <p14:modId xmlns:p14="http://schemas.microsoft.com/office/powerpoint/2010/main" val="872046506"/>
              </p:ext>
            </p:extLst>
          </p:nvPr>
        </p:nvGraphicFramePr>
        <p:xfrm>
          <a:off x="1073059" y="3871912"/>
          <a:ext cx="4640716" cy="963318"/>
        </p:xfrm>
        <a:graphic>
          <a:graphicData uri="http://schemas.openxmlformats.org/drawingml/2006/table">
            <a:tbl>
              <a:tblPr firstRow="1" bandRow="1">
                <a:tableStyleId>{5C22544A-7EE6-4342-B048-85BDC9FD1C3A}</a:tableStyleId>
              </a:tblPr>
              <a:tblGrid>
                <a:gridCol w="675827">
                  <a:extLst>
                    <a:ext uri="{9D8B030D-6E8A-4147-A177-3AD203B41FA5}">
                      <a16:colId xmlns:a16="http://schemas.microsoft.com/office/drawing/2014/main" val="20000"/>
                    </a:ext>
                  </a:extLst>
                </a:gridCol>
                <a:gridCol w="1644531">
                  <a:extLst>
                    <a:ext uri="{9D8B030D-6E8A-4147-A177-3AD203B41FA5}">
                      <a16:colId xmlns:a16="http://schemas.microsoft.com/office/drawing/2014/main" val="20001"/>
                    </a:ext>
                  </a:extLst>
                </a:gridCol>
                <a:gridCol w="548177">
                  <a:extLst>
                    <a:ext uri="{9D8B030D-6E8A-4147-A177-3AD203B41FA5}">
                      <a16:colId xmlns:a16="http://schemas.microsoft.com/office/drawing/2014/main" val="20002"/>
                    </a:ext>
                  </a:extLst>
                </a:gridCol>
                <a:gridCol w="1772181">
                  <a:extLst>
                    <a:ext uri="{9D8B030D-6E8A-4147-A177-3AD203B41FA5}">
                      <a16:colId xmlns:a16="http://schemas.microsoft.com/office/drawing/2014/main" val="20003"/>
                    </a:ext>
                  </a:extLst>
                </a:gridCol>
              </a:tblGrid>
              <a:tr h="321106">
                <a:tc gridSpan="2">
                  <a:txBody>
                    <a:bodyPr/>
                    <a:lstStyle/>
                    <a:p>
                      <a:pPr algn="ctr"/>
                      <a:r>
                        <a:rPr lang="es-MX" sz="1400" dirty="0"/>
                        <a:t>Mano de obra</a:t>
                      </a:r>
                    </a:p>
                  </a:txBody>
                  <a:tcPr/>
                </a:tc>
                <a:tc hMerge="1">
                  <a:txBody>
                    <a:bodyPr/>
                    <a:lstStyle/>
                    <a:p>
                      <a:endParaRPr lang="es-MX" dirty="0"/>
                    </a:p>
                  </a:txBody>
                  <a:tcPr/>
                </a:tc>
                <a:tc gridSpan="2">
                  <a:txBody>
                    <a:bodyPr/>
                    <a:lstStyle/>
                    <a:p>
                      <a:pPr algn="ctr"/>
                      <a:r>
                        <a:rPr lang="es-MX" sz="1400" dirty="0"/>
                        <a:t>Materia prima</a:t>
                      </a:r>
                    </a:p>
                  </a:txBody>
                  <a:tcPr/>
                </a:tc>
                <a:tc hMerge="1">
                  <a:txBody>
                    <a:bodyPr/>
                    <a:lstStyle/>
                    <a:p>
                      <a:endParaRPr lang="es-MX" dirty="0"/>
                    </a:p>
                  </a:txBody>
                  <a:tcPr/>
                </a:tc>
                <a:extLst>
                  <a:ext uri="{0D108BD9-81ED-4DB2-BD59-A6C34878D82A}">
                    <a16:rowId xmlns:a16="http://schemas.microsoft.com/office/drawing/2014/main" val="10000"/>
                  </a:ext>
                </a:extLst>
              </a:tr>
              <a:tr h="321106">
                <a:tc>
                  <a:txBody>
                    <a:bodyPr/>
                    <a:lstStyle/>
                    <a:p>
                      <a:pPr algn="ctr"/>
                      <a:r>
                        <a:rPr lang="es-MX" sz="1400" dirty="0"/>
                        <a:t>Dual</a:t>
                      </a:r>
                    </a:p>
                  </a:txBody>
                  <a:tcPr/>
                </a:tc>
                <a:tc>
                  <a:txBody>
                    <a:bodyPr/>
                    <a:lstStyle/>
                    <a:p>
                      <a:pPr algn="ctr"/>
                      <a:r>
                        <a:rPr lang="es-MX" sz="1400" dirty="0"/>
                        <a:t>Rango</a:t>
                      </a:r>
                    </a:p>
                  </a:txBody>
                  <a:tcPr/>
                </a:tc>
                <a:tc>
                  <a:txBody>
                    <a:bodyPr/>
                    <a:lstStyle/>
                    <a:p>
                      <a:pPr algn="ctr"/>
                      <a:r>
                        <a:rPr lang="es-MX" sz="1400" dirty="0"/>
                        <a:t>Dual</a:t>
                      </a:r>
                    </a:p>
                  </a:txBody>
                  <a:tcPr/>
                </a:tc>
                <a:tc>
                  <a:txBody>
                    <a:bodyPr/>
                    <a:lstStyle/>
                    <a:p>
                      <a:pPr algn="ctr"/>
                      <a:r>
                        <a:rPr lang="es-MX" sz="1400" dirty="0"/>
                        <a:t>Rango</a:t>
                      </a:r>
                    </a:p>
                  </a:txBody>
                  <a:tcPr/>
                </a:tc>
                <a:extLst>
                  <a:ext uri="{0D108BD9-81ED-4DB2-BD59-A6C34878D82A}">
                    <a16:rowId xmlns:a16="http://schemas.microsoft.com/office/drawing/2014/main" val="10001"/>
                  </a:ext>
                </a:extLst>
              </a:tr>
              <a:tr h="321106">
                <a:tc>
                  <a:txBody>
                    <a:bodyPr/>
                    <a:lstStyle/>
                    <a:p>
                      <a:pPr algn="ctr"/>
                      <a:r>
                        <a:rPr lang="es-MX" sz="1400" dirty="0"/>
                        <a:t>$16</a:t>
                      </a:r>
                    </a:p>
                  </a:txBody>
                  <a:tcPr/>
                </a:tc>
                <a:tc>
                  <a:txBody>
                    <a:bodyPr/>
                    <a:lstStyle/>
                    <a:p>
                      <a:pPr algn="ctr"/>
                      <a:r>
                        <a:rPr lang="es-MX" sz="1400" dirty="0"/>
                        <a:t>30 hrs </a:t>
                      </a:r>
                      <a:r>
                        <a:rPr lang="es-MX" sz="1400" dirty="0">
                          <a:sym typeface="Symbol"/>
                        </a:rPr>
                        <a:t>≤ q</a:t>
                      </a:r>
                      <a:r>
                        <a:rPr lang="es-MX" sz="1400" baseline="-25000" dirty="0">
                          <a:sym typeface="Symbol"/>
                        </a:rPr>
                        <a:t>1 </a:t>
                      </a:r>
                      <a:r>
                        <a:rPr lang="es-MX" sz="1400" dirty="0">
                          <a:sym typeface="Symbol"/>
                        </a:rPr>
                        <a:t>≤ 80 hrs</a:t>
                      </a:r>
                      <a:endParaRPr lang="es-MX" sz="1400" dirty="0"/>
                    </a:p>
                  </a:txBody>
                  <a:tcPr/>
                </a:tc>
                <a:tc>
                  <a:txBody>
                    <a:bodyPr/>
                    <a:lstStyle/>
                    <a:p>
                      <a:pPr algn="ctr"/>
                      <a:r>
                        <a:rPr lang="es-MX" sz="1400" dirty="0"/>
                        <a:t>$6</a:t>
                      </a:r>
                    </a:p>
                  </a:txBody>
                  <a:tcPr/>
                </a:tc>
                <a:tc>
                  <a:txBody>
                    <a:bodyPr/>
                    <a:lstStyle/>
                    <a:p>
                      <a:pPr algn="ctr"/>
                      <a:r>
                        <a:rPr lang="es-MX" sz="1400" dirty="0"/>
                        <a:t>60 </a:t>
                      </a:r>
                      <a:r>
                        <a:rPr lang="es-MX" sz="1400" dirty="0" err="1"/>
                        <a:t>lbs</a:t>
                      </a:r>
                      <a:r>
                        <a:rPr lang="es-MX" sz="1400" dirty="0"/>
                        <a:t> </a:t>
                      </a:r>
                      <a:r>
                        <a:rPr lang="es-MX" sz="1400" dirty="0">
                          <a:sym typeface="Symbol"/>
                        </a:rPr>
                        <a:t>≤ q</a:t>
                      </a:r>
                      <a:r>
                        <a:rPr lang="es-MX" sz="1400" baseline="-25000" dirty="0">
                          <a:sym typeface="Symbol"/>
                        </a:rPr>
                        <a:t>2</a:t>
                      </a:r>
                      <a:r>
                        <a:rPr lang="es-MX" sz="1400" dirty="0">
                          <a:sym typeface="Symbol"/>
                        </a:rPr>
                        <a:t> ≤ 160 </a:t>
                      </a:r>
                      <a:r>
                        <a:rPr lang="es-MX" sz="1400" dirty="0" err="1">
                          <a:sym typeface="Symbol"/>
                        </a:rPr>
                        <a:t>lbs</a:t>
                      </a:r>
                      <a:endParaRPr lang="es-MX" sz="1400" dirty="0"/>
                    </a:p>
                  </a:txBody>
                  <a:tcPr/>
                </a:tc>
                <a:extLst>
                  <a:ext uri="{0D108BD9-81ED-4DB2-BD59-A6C34878D82A}">
                    <a16:rowId xmlns:a16="http://schemas.microsoft.com/office/drawing/2014/main" val="10002"/>
                  </a:ext>
                </a:extLst>
              </a:tr>
            </a:tbl>
          </a:graphicData>
        </a:graphic>
      </p:graphicFrame>
      <p:sp>
        <p:nvSpPr>
          <p:cNvPr id="5" name="Footer Placeholder 4">
            <a:extLst>
              <a:ext uri="{FF2B5EF4-FFF2-40B4-BE49-F238E27FC236}">
                <a16:creationId xmlns:a16="http://schemas.microsoft.com/office/drawing/2014/main" id="{ECCF545C-AB9E-AFF0-2DFA-83F8D8BC4FC1}"/>
              </a:ext>
            </a:extLst>
          </p:cNvPr>
          <p:cNvSpPr>
            <a:spLocks noGrp="1"/>
          </p:cNvSpPr>
          <p:nvPr>
            <p:ph type="ftr" sz="quarter" idx="3"/>
          </p:nvPr>
        </p:nvSpPr>
        <p:spPr/>
        <p:txBody>
          <a:bodyPr/>
          <a:lstStyle/>
          <a:p>
            <a:r>
              <a:rPr lang="es-MX"/>
              <a:t>OPTIMIZACIÓN DE OPERACIONES</a:t>
            </a:r>
            <a:endParaRPr lang="es-MX" dirty="0"/>
          </a:p>
        </p:txBody>
      </p:sp>
      <p:sp>
        <p:nvSpPr>
          <p:cNvPr id="6" name="Slide Number Placeholder 5">
            <a:extLst>
              <a:ext uri="{FF2B5EF4-FFF2-40B4-BE49-F238E27FC236}">
                <a16:creationId xmlns:a16="http://schemas.microsoft.com/office/drawing/2014/main" id="{59D530F3-C9E0-980E-7CAC-81323D780C9E}"/>
              </a:ext>
            </a:extLst>
          </p:cNvPr>
          <p:cNvSpPr>
            <a:spLocks noGrp="1"/>
          </p:cNvSpPr>
          <p:nvPr>
            <p:ph type="sldNum" sz="quarter" idx="4"/>
          </p:nvPr>
        </p:nvSpPr>
        <p:spPr/>
        <p:txBody>
          <a:bodyPr/>
          <a:lstStyle/>
          <a:p>
            <a:pPr rtl="0"/>
            <a:fld id="{294A09A9-5501-47C1-A89A-A340965A2BE2}" type="slidenum">
              <a:rPr lang="es-MX" noProof="0" smtClean="0"/>
              <a:pPr rtl="0"/>
              <a:t>54</a:t>
            </a:fld>
            <a:endParaRPr lang="es-MX" noProof="0">
              <a:latin typeface="+mn-lt"/>
            </a:endParaRPr>
          </a:p>
        </p:txBody>
      </p:sp>
    </p:spTree>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{C3E9E1D6-00E4-460C-9279-E60217618BD0}tf78853419_win32</Template>
  <TotalTime>3273</TotalTime>
  <Words>4930</Words>
  <Application>Microsoft Office PowerPoint</Application>
  <PresentationFormat>Widescreen</PresentationFormat>
  <Paragraphs>689</Paragraphs>
  <Slides>54</Slides>
  <Notes>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7" baseType="lpstr">
      <vt:lpstr>Abadi</vt:lpstr>
      <vt:lpstr>Agency FB</vt:lpstr>
      <vt:lpstr>Aptos</vt:lpstr>
      <vt:lpstr>Aptos Black</vt:lpstr>
      <vt:lpstr>Aptos Display</vt:lpstr>
      <vt:lpstr>Arial</vt:lpstr>
      <vt:lpstr>Arial Unicode MS</vt:lpstr>
      <vt:lpstr>Calibri</vt:lpstr>
      <vt:lpstr>Symbol</vt:lpstr>
      <vt:lpstr>Times New Roman</vt:lpstr>
      <vt:lpstr>Wingdings</vt:lpstr>
      <vt:lpstr>Tema1</vt:lpstr>
      <vt:lpstr>Ecuación</vt:lpstr>
      <vt:lpstr>Análisis de Sensibilidad</vt:lpstr>
      <vt:lpstr>Introducción</vt:lpstr>
      <vt:lpstr>Análisis de Sensibilidad</vt:lpstr>
      <vt:lpstr>Análisis de Sensibilidad</vt:lpstr>
      <vt:lpstr>Análisis de Sensibilidad…</vt:lpstr>
      <vt:lpstr>Ejemplo 1</vt:lpstr>
      <vt:lpstr>Ejemplo 1. Solución gráfica</vt:lpstr>
      <vt:lpstr>Ejemplo 1…</vt:lpstr>
      <vt:lpstr>Cambios en los coeficientes de la función objetivo</vt:lpstr>
      <vt:lpstr>Cambios en los coeficientes de la función objetivo</vt:lpstr>
      <vt:lpstr>Lectura de una salida de software</vt:lpstr>
      <vt:lpstr>Cambios en los coeficientes tecnológicos</vt:lpstr>
      <vt:lpstr>PowerPoint Presentation</vt:lpstr>
      <vt:lpstr>Cambios en los recursos o valores del lado derecho</vt:lpstr>
      <vt:lpstr>Cambios en el lado derecho</vt:lpstr>
      <vt:lpstr>Cambios en el lado derecho</vt:lpstr>
      <vt:lpstr>Cambios en el lado derecho</vt:lpstr>
      <vt:lpstr>Cambios en el lado derecho</vt:lpstr>
      <vt:lpstr>Cambios en el lado derecho</vt:lpstr>
      <vt:lpstr>Cambios en el lado derecho</vt:lpstr>
      <vt:lpstr>Análisis de Sensibilidad Gráfico</vt:lpstr>
      <vt:lpstr>Análisis de Sensibilidad Gráfico</vt:lpstr>
      <vt:lpstr>Análisis gráfico</vt:lpstr>
      <vt:lpstr>Análisis gráfico</vt:lpstr>
      <vt:lpstr>Análisis gráfico</vt:lpstr>
      <vt:lpstr>Análisis de Sensibilidad Gráfico</vt:lpstr>
      <vt:lpstr>Análisis de Sensibilidad…</vt:lpstr>
      <vt:lpstr>Cambios que afectan la factibilidad de Xb*</vt:lpstr>
      <vt:lpstr>Cambios que afectan la factibilidad de Xb*</vt:lpstr>
      <vt:lpstr>Cambios que afectan la optimalidad de Xb*</vt:lpstr>
      <vt:lpstr>Cambios que afectan la optimalidad de Xb*</vt:lpstr>
      <vt:lpstr>Cambios que afectan la optimalidad de Xb*</vt:lpstr>
      <vt:lpstr>Cambios que afectan la optimalidad de Xb*</vt:lpstr>
      <vt:lpstr>Ejemplo 3</vt:lpstr>
      <vt:lpstr>Cambios en coeficientes de LD de restricción</vt:lpstr>
      <vt:lpstr>Cambios en coeficientes de LD de restricción</vt:lpstr>
      <vt:lpstr>Cambios en coeficientes de LD de restricción</vt:lpstr>
      <vt:lpstr>Coeficientes de LD de restricción y Precio Dual</vt:lpstr>
      <vt:lpstr>Coeficientes de LD de restricción y Precio Dual</vt:lpstr>
      <vt:lpstr>Coeficientes de LD de restricción y Precio Dual</vt:lpstr>
      <vt:lpstr>Coeficientes de LD de restricción y Precio Dual</vt:lpstr>
      <vt:lpstr>Coeficientes de LD de restricción y Precio Dual</vt:lpstr>
      <vt:lpstr>Coeficientes de LD de restricción y Precio Dual</vt:lpstr>
      <vt:lpstr>Decisiones gerenciales</vt:lpstr>
      <vt:lpstr>Decisiones gerenciales</vt:lpstr>
      <vt:lpstr>Decisiones gerenciales</vt:lpstr>
      <vt:lpstr>Decisiones gerenciales</vt:lpstr>
      <vt:lpstr>Decisiones gerenciales</vt:lpstr>
      <vt:lpstr>Análisis de sensibilidad en la computadora</vt:lpstr>
      <vt:lpstr>Ejemplo: Valley Wines</vt:lpstr>
      <vt:lpstr>Ejemplo: Valley Wines</vt:lpstr>
      <vt:lpstr>Ejemplo: Valley Wines</vt:lpstr>
      <vt:lpstr>Ejemplo: Valley Wines</vt:lpstr>
      <vt:lpstr>Ejemplo: Beaver Creek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 Linear programming problem</dc:title>
  <dc:creator>Jenny Díaz Ramírez</dc:creator>
  <cp:lastModifiedBy>Jenny Díaz Ramírez</cp:lastModifiedBy>
  <cp:revision>4</cp:revision>
  <dcterms:created xsi:type="dcterms:W3CDTF">2023-10-30T18:22:20Z</dcterms:created>
  <dcterms:modified xsi:type="dcterms:W3CDTF">2025-03-06T15:54:32Z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